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1"/>
  </p:notesMasterIdLst>
  <p:sldIdLst>
    <p:sldId id="457" r:id="rId2"/>
    <p:sldId id="531" r:id="rId3"/>
    <p:sldId id="532" r:id="rId4"/>
    <p:sldId id="533" r:id="rId5"/>
    <p:sldId id="534" r:id="rId6"/>
    <p:sldId id="535" r:id="rId7"/>
    <p:sldId id="536" r:id="rId8"/>
    <p:sldId id="537" r:id="rId9"/>
    <p:sldId id="539" r:id="rId10"/>
    <p:sldId id="541" r:id="rId11"/>
    <p:sldId id="540" r:id="rId12"/>
    <p:sldId id="538" r:id="rId13"/>
    <p:sldId id="542" r:id="rId14"/>
    <p:sldId id="543" r:id="rId15"/>
    <p:sldId id="544" r:id="rId16"/>
    <p:sldId id="545" r:id="rId17"/>
    <p:sldId id="546" r:id="rId18"/>
    <p:sldId id="547" r:id="rId19"/>
    <p:sldId id="548" r:id="rId20"/>
    <p:sldId id="549" r:id="rId21"/>
    <p:sldId id="550" r:id="rId22"/>
    <p:sldId id="551" r:id="rId23"/>
    <p:sldId id="553" r:id="rId24"/>
    <p:sldId id="552" r:id="rId25"/>
    <p:sldId id="554" r:id="rId26"/>
    <p:sldId id="555" r:id="rId27"/>
    <p:sldId id="556" r:id="rId28"/>
    <p:sldId id="557" r:id="rId29"/>
    <p:sldId id="558" r:id="rId30"/>
    <p:sldId id="568" r:id="rId31"/>
    <p:sldId id="569" r:id="rId32"/>
    <p:sldId id="570" r:id="rId33"/>
    <p:sldId id="571" r:id="rId34"/>
    <p:sldId id="572" r:id="rId35"/>
    <p:sldId id="573" r:id="rId36"/>
    <p:sldId id="574" r:id="rId37"/>
    <p:sldId id="575" r:id="rId38"/>
    <p:sldId id="576" r:id="rId39"/>
    <p:sldId id="577" r:id="rId40"/>
    <p:sldId id="578" r:id="rId41"/>
    <p:sldId id="579" r:id="rId42"/>
    <p:sldId id="580" r:id="rId43"/>
    <p:sldId id="581" r:id="rId44"/>
    <p:sldId id="582" r:id="rId45"/>
    <p:sldId id="583" r:id="rId46"/>
    <p:sldId id="584" r:id="rId47"/>
    <p:sldId id="585" r:id="rId48"/>
    <p:sldId id="586" r:id="rId49"/>
    <p:sldId id="587" r:id="rId50"/>
    <p:sldId id="588" r:id="rId51"/>
    <p:sldId id="589" r:id="rId52"/>
    <p:sldId id="590" r:id="rId53"/>
    <p:sldId id="607" r:id="rId54"/>
    <p:sldId id="591" r:id="rId55"/>
    <p:sldId id="592" r:id="rId56"/>
    <p:sldId id="593" r:id="rId57"/>
    <p:sldId id="594" r:id="rId58"/>
    <p:sldId id="595" r:id="rId59"/>
    <p:sldId id="596" r:id="rId60"/>
    <p:sldId id="597" r:id="rId61"/>
    <p:sldId id="598" r:id="rId62"/>
    <p:sldId id="599" r:id="rId63"/>
    <p:sldId id="600" r:id="rId64"/>
    <p:sldId id="601" r:id="rId65"/>
    <p:sldId id="602" r:id="rId66"/>
    <p:sldId id="603" r:id="rId67"/>
    <p:sldId id="530" r:id="rId68"/>
    <p:sldId id="257" r:id="rId69"/>
    <p:sldId id="256"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024"/>
    <p:restoredTop sz="94611"/>
  </p:normalViewPr>
  <p:slideViewPr>
    <p:cSldViewPr snapToGrid="0">
      <p:cViewPr>
        <p:scale>
          <a:sx n="150" d="100"/>
          <a:sy n="150" d="100"/>
        </p:scale>
        <p:origin x="688"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CCFB1C-7F6E-CC48-8B12-2D5A9AE1C913}" type="datetimeFigureOut">
              <a:rPr lang="en-US" smtClean="0"/>
              <a:t>10/9/26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E9560A-78B4-504A-9396-2AE516B1349B}" type="slidenum">
              <a:rPr lang="en-US" smtClean="0"/>
              <a:t>‹#›</a:t>
            </a:fld>
            <a:endParaRPr lang="en-US"/>
          </a:p>
        </p:txBody>
      </p:sp>
    </p:spTree>
    <p:extLst>
      <p:ext uri="{BB962C8B-B14F-4D97-AF65-F5344CB8AC3E}">
        <p14:creationId xmlns:p14="http://schemas.microsoft.com/office/powerpoint/2010/main" val="3059927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4D157-A7E6-0CD3-8266-DE0939AE4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6FDA5-ABD9-E89C-43FB-F19D8441B2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08E2E9E-AD91-B134-310C-59487A42F74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F40DBF-0F4C-781C-F266-8D63105C1D0C}"/>
              </a:ext>
            </a:extLst>
          </p:cNvPr>
          <p:cNvSpPr>
            <a:spLocks noGrp="1"/>
          </p:cNvSpPr>
          <p:nvPr>
            <p:ph type="sldNum" sz="quarter" idx="5"/>
          </p:nvPr>
        </p:nvSpPr>
        <p:spPr/>
        <p:txBody>
          <a:bodyPr/>
          <a:lstStyle/>
          <a:p>
            <a:fld id="{C0E9560A-78B4-504A-9396-2AE516B1349B}" type="slidenum">
              <a:rPr lang="en-US" smtClean="0"/>
              <a:t>1</a:t>
            </a:fld>
            <a:endParaRPr lang="en-US"/>
          </a:p>
        </p:txBody>
      </p:sp>
    </p:spTree>
    <p:extLst>
      <p:ext uri="{BB962C8B-B14F-4D97-AF65-F5344CB8AC3E}">
        <p14:creationId xmlns:p14="http://schemas.microsoft.com/office/powerpoint/2010/main" val="17955788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CFB59A-71EA-6E0B-65CD-C7B30E4DE4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F6F99-A2C6-1FB9-F318-2C4D380855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D54E35-F5E3-866D-F55B-04E844F62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3C42D97-8BAA-6D8C-339F-4474862EE9A6}"/>
              </a:ext>
            </a:extLst>
          </p:cNvPr>
          <p:cNvSpPr>
            <a:spLocks noGrp="1"/>
          </p:cNvSpPr>
          <p:nvPr>
            <p:ph type="sldNum" sz="quarter" idx="5"/>
          </p:nvPr>
        </p:nvSpPr>
        <p:spPr/>
        <p:txBody>
          <a:bodyPr/>
          <a:lstStyle/>
          <a:p>
            <a:fld id="{C0E9560A-78B4-504A-9396-2AE516B1349B}" type="slidenum">
              <a:rPr lang="en-US" smtClean="0"/>
              <a:t>2</a:t>
            </a:fld>
            <a:endParaRPr lang="en-US"/>
          </a:p>
        </p:txBody>
      </p:sp>
    </p:spTree>
    <p:extLst>
      <p:ext uri="{BB962C8B-B14F-4D97-AF65-F5344CB8AC3E}">
        <p14:creationId xmlns:p14="http://schemas.microsoft.com/office/powerpoint/2010/main" val="11582057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F0C6F-B0E4-83A5-2431-80923BF268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DFEACE-7780-C40D-9010-0C89B8F22E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075FCE-547E-E2C2-8ECE-D4CCD63BF54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5C374E-26F6-53CC-3D77-B5E09BA1C224}"/>
              </a:ext>
            </a:extLst>
          </p:cNvPr>
          <p:cNvSpPr>
            <a:spLocks noGrp="1"/>
          </p:cNvSpPr>
          <p:nvPr>
            <p:ph type="sldNum" sz="quarter" idx="5"/>
          </p:nvPr>
        </p:nvSpPr>
        <p:spPr/>
        <p:txBody>
          <a:bodyPr/>
          <a:lstStyle/>
          <a:p>
            <a:fld id="{C0E9560A-78B4-504A-9396-2AE516B1349B}" type="slidenum">
              <a:rPr lang="en-US" smtClean="0"/>
              <a:t>3</a:t>
            </a:fld>
            <a:endParaRPr lang="en-US"/>
          </a:p>
        </p:txBody>
      </p:sp>
    </p:spTree>
    <p:extLst>
      <p:ext uri="{BB962C8B-B14F-4D97-AF65-F5344CB8AC3E}">
        <p14:creationId xmlns:p14="http://schemas.microsoft.com/office/powerpoint/2010/main" val="4129694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ABBD7-A299-6C1B-8D8B-6C2776D68F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5E6270-E76B-2AF0-7E4C-3BD51A8A1A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FF5D7E-B01B-AF8C-4CF2-72DC5932A43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89046A-43D3-5EF2-58C4-08092F759719}"/>
              </a:ext>
            </a:extLst>
          </p:cNvPr>
          <p:cNvSpPr>
            <a:spLocks noGrp="1"/>
          </p:cNvSpPr>
          <p:nvPr>
            <p:ph type="sldNum" sz="quarter" idx="5"/>
          </p:nvPr>
        </p:nvSpPr>
        <p:spPr/>
        <p:txBody>
          <a:bodyPr/>
          <a:lstStyle/>
          <a:p>
            <a:fld id="{C0E9560A-78B4-504A-9396-2AE516B1349B}" type="slidenum">
              <a:rPr lang="en-US" smtClean="0"/>
              <a:t>4</a:t>
            </a:fld>
            <a:endParaRPr lang="en-US"/>
          </a:p>
        </p:txBody>
      </p:sp>
    </p:spTree>
    <p:extLst>
      <p:ext uri="{BB962C8B-B14F-4D97-AF65-F5344CB8AC3E}">
        <p14:creationId xmlns:p14="http://schemas.microsoft.com/office/powerpoint/2010/main" val="38079039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B409A1-31FC-91E9-950C-8B609EA7D2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97759F-B190-D801-10B0-D2010EB126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0B1B0D-0145-40A8-2B73-251DA07D76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A36BCC-9AFF-DF3E-89E5-BD91A91335B9}"/>
              </a:ext>
            </a:extLst>
          </p:cNvPr>
          <p:cNvSpPr>
            <a:spLocks noGrp="1"/>
          </p:cNvSpPr>
          <p:nvPr>
            <p:ph type="sldNum" sz="quarter" idx="5"/>
          </p:nvPr>
        </p:nvSpPr>
        <p:spPr/>
        <p:txBody>
          <a:bodyPr/>
          <a:lstStyle/>
          <a:p>
            <a:fld id="{C0E9560A-78B4-504A-9396-2AE516B1349B}" type="slidenum">
              <a:rPr lang="en-US" smtClean="0"/>
              <a:t>5</a:t>
            </a:fld>
            <a:endParaRPr lang="en-US"/>
          </a:p>
        </p:txBody>
      </p:sp>
    </p:spTree>
    <p:extLst>
      <p:ext uri="{BB962C8B-B14F-4D97-AF65-F5344CB8AC3E}">
        <p14:creationId xmlns:p14="http://schemas.microsoft.com/office/powerpoint/2010/main" val="15406937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39B377-5097-5E00-C126-D2364CD0A3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0F431C-488D-127F-7662-C2E37253BA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60FC16-F428-EA98-8BE8-326998F87B7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830B5CD-244F-6586-D994-160B387B39E7}"/>
              </a:ext>
            </a:extLst>
          </p:cNvPr>
          <p:cNvSpPr>
            <a:spLocks noGrp="1"/>
          </p:cNvSpPr>
          <p:nvPr>
            <p:ph type="sldNum" sz="quarter" idx="5"/>
          </p:nvPr>
        </p:nvSpPr>
        <p:spPr/>
        <p:txBody>
          <a:bodyPr/>
          <a:lstStyle/>
          <a:p>
            <a:fld id="{C0E9560A-78B4-504A-9396-2AE516B1349B}" type="slidenum">
              <a:rPr lang="en-US" smtClean="0"/>
              <a:t>6</a:t>
            </a:fld>
            <a:endParaRPr lang="en-US"/>
          </a:p>
        </p:txBody>
      </p:sp>
    </p:spTree>
    <p:extLst>
      <p:ext uri="{BB962C8B-B14F-4D97-AF65-F5344CB8AC3E}">
        <p14:creationId xmlns:p14="http://schemas.microsoft.com/office/powerpoint/2010/main" val="4574403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F1A12-EE58-9B7A-C67E-7C755A9A6D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2C5985-BBD7-47F0-8EDB-8E45F37676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D13ECB-7319-35E8-EB78-3EFED1C951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4DC06D-9DAE-48A4-ADBF-CB509DCA1A2A}"/>
              </a:ext>
            </a:extLst>
          </p:cNvPr>
          <p:cNvSpPr>
            <a:spLocks noGrp="1"/>
          </p:cNvSpPr>
          <p:nvPr>
            <p:ph type="sldNum" sz="quarter" idx="5"/>
          </p:nvPr>
        </p:nvSpPr>
        <p:spPr/>
        <p:txBody>
          <a:bodyPr/>
          <a:lstStyle/>
          <a:p>
            <a:fld id="{C0E9560A-78B4-504A-9396-2AE516B1349B}" type="slidenum">
              <a:rPr lang="en-US" smtClean="0"/>
              <a:t>7</a:t>
            </a:fld>
            <a:endParaRPr lang="en-US"/>
          </a:p>
        </p:txBody>
      </p:sp>
    </p:spTree>
    <p:extLst>
      <p:ext uri="{BB962C8B-B14F-4D97-AF65-F5344CB8AC3E}">
        <p14:creationId xmlns:p14="http://schemas.microsoft.com/office/powerpoint/2010/main" val="27193435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0B95CB-7F79-8829-F328-ABABEA5B6D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DC7936-F87B-10C4-512A-D3F7A7C1EB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16093C-665F-5D92-E2B3-6FDD8686A63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DDD86E-7212-98CA-C419-861AD4CEF7D8}"/>
              </a:ext>
            </a:extLst>
          </p:cNvPr>
          <p:cNvSpPr>
            <a:spLocks noGrp="1"/>
          </p:cNvSpPr>
          <p:nvPr>
            <p:ph type="sldNum" sz="quarter" idx="5"/>
          </p:nvPr>
        </p:nvSpPr>
        <p:spPr/>
        <p:txBody>
          <a:bodyPr/>
          <a:lstStyle/>
          <a:p>
            <a:fld id="{C0E9560A-78B4-504A-9396-2AE516B1349B}" type="slidenum">
              <a:rPr lang="en-US" smtClean="0"/>
              <a:t>8</a:t>
            </a:fld>
            <a:endParaRPr lang="en-US"/>
          </a:p>
        </p:txBody>
      </p:sp>
    </p:spTree>
    <p:extLst>
      <p:ext uri="{BB962C8B-B14F-4D97-AF65-F5344CB8AC3E}">
        <p14:creationId xmlns:p14="http://schemas.microsoft.com/office/powerpoint/2010/main" val="3024168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74E19-4B80-5178-7FC3-940A0EA6E9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E6640E-1572-0891-1D42-FD7E81318D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5AA5DC-08D3-8E86-EAA6-6DCA781858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731298-5FD6-E4A9-E9DE-8B9959693FB2}"/>
              </a:ext>
            </a:extLst>
          </p:cNvPr>
          <p:cNvSpPr>
            <a:spLocks noGrp="1"/>
          </p:cNvSpPr>
          <p:nvPr>
            <p:ph type="sldNum" sz="quarter" idx="5"/>
          </p:nvPr>
        </p:nvSpPr>
        <p:spPr/>
        <p:txBody>
          <a:bodyPr/>
          <a:lstStyle/>
          <a:p>
            <a:fld id="{C0E9560A-78B4-504A-9396-2AE516B1349B}" type="slidenum">
              <a:rPr lang="en-US" smtClean="0"/>
              <a:t>9</a:t>
            </a:fld>
            <a:endParaRPr lang="en-US"/>
          </a:p>
        </p:txBody>
      </p:sp>
    </p:spTree>
    <p:extLst>
      <p:ext uri="{BB962C8B-B14F-4D97-AF65-F5344CB8AC3E}">
        <p14:creationId xmlns:p14="http://schemas.microsoft.com/office/powerpoint/2010/main" val="27964371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17CBBB-7DC5-9781-931C-9F999A9BFD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5FF10-AFA4-E3FE-41A6-5CD533DC4C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C40509-213F-BF9F-0250-0EB3F47DE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DED1BF8-5A6B-F1D3-297B-68B6C08FA43E}"/>
              </a:ext>
            </a:extLst>
          </p:cNvPr>
          <p:cNvSpPr>
            <a:spLocks noGrp="1"/>
          </p:cNvSpPr>
          <p:nvPr>
            <p:ph type="sldNum" sz="quarter" idx="5"/>
          </p:nvPr>
        </p:nvSpPr>
        <p:spPr/>
        <p:txBody>
          <a:bodyPr/>
          <a:lstStyle/>
          <a:p>
            <a:fld id="{C0E9560A-78B4-504A-9396-2AE516B1349B}" type="slidenum">
              <a:rPr lang="en-US" smtClean="0"/>
              <a:t>10</a:t>
            </a:fld>
            <a:endParaRPr lang="en-US"/>
          </a:p>
        </p:txBody>
      </p:sp>
    </p:spTree>
    <p:extLst>
      <p:ext uri="{BB962C8B-B14F-4D97-AF65-F5344CB8AC3E}">
        <p14:creationId xmlns:p14="http://schemas.microsoft.com/office/powerpoint/2010/main" val="39537612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F49E6-063F-E5BA-0F72-761CEB1A4D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A10CB-D61C-F6A7-66F2-53AFEF230A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1408A8-F9A5-E5AD-243C-921A22D79C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26ED087-1E9C-015E-782A-FDC8D191BD85}"/>
              </a:ext>
            </a:extLst>
          </p:cNvPr>
          <p:cNvSpPr>
            <a:spLocks noGrp="1"/>
          </p:cNvSpPr>
          <p:nvPr>
            <p:ph type="sldNum" sz="quarter" idx="5"/>
          </p:nvPr>
        </p:nvSpPr>
        <p:spPr/>
        <p:txBody>
          <a:bodyPr/>
          <a:lstStyle/>
          <a:p>
            <a:fld id="{C0E9560A-78B4-504A-9396-2AE516B1349B}" type="slidenum">
              <a:rPr lang="en-US" smtClean="0"/>
              <a:t>11</a:t>
            </a:fld>
            <a:endParaRPr lang="en-US"/>
          </a:p>
        </p:txBody>
      </p:sp>
    </p:spTree>
    <p:extLst>
      <p:ext uri="{BB962C8B-B14F-4D97-AF65-F5344CB8AC3E}">
        <p14:creationId xmlns:p14="http://schemas.microsoft.com/office/powerpoint/2010/main" val="40082527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9713A-5FD5-E648-40D8-833C252335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444713-0836-3093-04B2-10C333DFA0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A2DAD1-47B1-6E90-329F-41B2B9108B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529761-ABB1-38A4-FA0A-4D7D0E1A900F}"/>
              </a:ext>
            </a:extLst>
          </p:cNvPr>
          <p:cNvSpPr>
            <a:spLocks noGrp="1"/>
          </p:cNvSpPr>
          <p:nvPr>
            <p:ph type="sldNum" sz="quarter" idx="5"/>
          </p:nvPr>
        </p:nvSpPr>
        <p:spPr/>
        <p:txBody>
          <a:bodyPr/>
          <a:lstStyle/>
          <a:p>
            <a:fld id="{C0E9560A-78B4-504A-9396-2AE516B1349B}" type="slidenum">
              <a:rPr lang="en-US" smtClean="0"/>
              <a:t>12</a:t>
            </a:fld>
            <a:endParaRPr lang="en-US"/>
          </a:p>
        </p:txBody>
      </p:sp>
    </p:spTree>
    <p:extLst>
      <p:ext uri="{BB962C8B-B14F-4D97-AF65-F5344CB8AC3E}">
        <p14:creationId xmlns:p14="http://schemas.microsoft.com/office/powerpoint/2010/main" val="11639245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EE80D-7043-F5B4-183D-673B58051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A2C865-7F6D-B5EA-D561-771ACB47F7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2E6114-E267-E31D-8BFD-282CB96921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0E8F83-D1D4-8366-05E1-2B82F03F3BB1}"/>
              </a:ext>
            </a:extLst>
          </p:cNvPr>
          <p:cNvSpPr>
            <a:spLocks noGrp="1"/>
          </p:cNvSpPr>
          <p:nvPr>
            <p:ph type="sldNum" sz="quarter" idx="5"/>
          </p:nvPr>
        </p:nvSpPr>
        <p:spPr/>
        <p:txBody>
          <a:bodyPr/>
          <a:lstStyle/>
          <a:p>
            <a:fld id="{C0E9560A-78B4-504A-9396-2AE516B1349B}" type="slidenum">
              <a:rPr lang="en-US" smtClean="0"/>
              <a:t>13</a:t>
            </a:fld>
            <a:endParaRPr lang="en-US"/>
          </a:p>
        </p:txBody>
      </p:sp>
    </p:spTree>
    <p:extLst>
      <p:ext uri="{BB962C8B-B14F-4D97-AF65-F5344CB8AC3E}">
        <p14:creationId xmlns:p14="http://schemas.microsoft.com/office/powerpoint/2010/main" val="37701862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255C7-CD5B-2E67-5E71-15E360EACA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11DD6C-762B-F629-2CA0-E2F705F3EA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4637C3-372E-F7E3-C7F4-49D7F351CA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B23577C-C6F7-C66F-9D82-1DB5CEC8FC6D}"/>
              </a:ext>
            </a:extLst>
          </p:cNvPr>
          <p:cNvSpPr>
            <a:spLocks noGrp="1"/>
          </p:cNvSpPr>
          <p:nvPr>
            <p:ph type="sldNum" sz="quarter" idx="5"/>
          </p:nvPr>
        </p:nvSpPr>
        <p:spPr/>
        <p:txBody>
          <a:bodyPr/>
          <a:lstStyle/>
          <a:p>
            <a:fld id="{C0E9560A-78B4-504A-9396-2AE516B1349B}" type="slidenum">
              <a:rPr lang="en-US" smtClean="0"/>
              <a:t>14</a:t>
            </a:fld>
            <a:endParaRPr lang="en-US"/>
          </a:p>
        </p:txBody>
      </p:sp>
    </p:spTree>
    <p:extLst>
      <p:ext uri="{BB962C8B-B14F-4D97-AF65-F5344CB8AC3E}">
        <p14:creationId xmlns:p14="http://schemas.microsoft.com/office/powerpoint/2010/main" val="21350991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77E58-16BE-82AA-D718-5152364FCA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06E517-4E84-31FD-EB40-4672E7D73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E65602-8FA2-2609-B426-2E05880E26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281B19-84BE-FEC5-2742-2009EA06A151}"/>
              </a:ext>
            </a:extLst>
          </p:cNvPr>
          <p:cNvSpPr>
            <a:spLocks noGrp="1"/>
          </p:cNvSpPr>
          <p:nvPr>
            <p:ph type="sldNum" sz="quarter" idx="5"/>
          </p:nvPr>
        </p:nvSpPr>
        <p:spPr/>
        <p:txBody>
          <a:bodyPr/>
          <a:lstStyle/>
          <a:p>
            <a:fld id="{C0E9560A-78B4-504A-9396-2AE516B1349B}" type="slidenum">
              <a:rPr lang="en-US" smtClean="0"/>
              <a:t>15</a:t>
            </a:fld>
            <a:endParaRPr lang="en-US"/>
          </a:p>
        </p:txBody>
      </p:sp>
    </p:spTree>
    <p:extLst>
      <p:ext uri="{BB962C8B-B14F-4D97-AF65-F5344CB8AC3E}">
        <p14:creationId xmlns:p14="http://schemas.microsoft.com/office/powerpoint/2010/main" val="27989096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D50A3-EE3B-6FC1-10CD-4DA6B9378D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AE4F42-B8F8-63E1-6DEE-968A869BFA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5671E0-70E5-94E1-66BE-0CABD8D65A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B518D5-6754-5EEC-DDFC-671EEF34CBB9}"/>
              </a:ext>
            </a:extLst>
          </p:cNvPr>
          <p:cNvSpPr>
            <a:spLocks noGrp="1"/>
          </p:cNvSpPr>
          <p:nvPr>
            <p:ph type="sldNum" sz="quarter" idx="5"/>
          </p:nvPr>
        </p:nvSpPr>
        <p:spPr/>
        <p:txBody>
          <a:bodyPr/>
          <a:lstStyle/>
          <a:p>
            <a:fld id="{C0E9560A-78B4-504A-9396-2AE516B1349B}" type="slidenum">
              <a:rPr lang="en-US" smtClean="0"/>
              <a:t>16</a:t>
            </a:fld>
            <a:endParaRPr lang="en-US"/>
          </a:p>
        </p:txBody>
      </p:sp>
    </p:spTree>
    <p:extLst>
      <p:ext uri="{BB962C8B-B14F-4D97-AF65-F5344CB8AC3E}">
        <p14:creationId xmlns:p14="http://schemas.microsoft.com/office/powerpoint/2010/main" val="13709733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B7F98-6693-D60D-C428-85C4941247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9644F7-DFB0-7928-AB39-B140AC64FB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46BB19-A966-7D80-B2D9-E8009A346C4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C97C4A2-EF96-A190-6700-39C617D972A8}"/>
              </a:ext>
            </a:extLst>
          </p:cNvPr>
          <p:cNvSpPr>
            <a:spLocks noGrp="1"/>
          </p:cNvSpPr>
          <p:nvPr>
            <p:ph type="sldNum" sz="quarter" idx="5"/>
          </p:nvPr>
        </p:nvSpPr>
        <p:spPr/>
        <p:txBody>
          <a:bodyPr/>
          <a:lstStyle/>
          <a:p>
            <a:fld id="{C0E9560A-78B4-504A-9396-2AE516B1349B}" type="slidenum">
              <a:rPr lang="en-US" smtClean="0"/>
              <a:t>17</a:t>
            </a:fld>
            <a:endParaRPr lang="en-US"/>
          </a:p>
        </p:txBody>
      </p:sp>
    </p:spTree>
    <p:extLst>
      <p:ext uri="{BB962C8B-B14F-4D97-AF65-F5344CB8AC3E}">
        <p14:creationId xmlns:p14="http://schemas.microsoft.com/office/powerpoint/2010/main" val="8225856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9561A-F78E-9DF4-9196-EF8DFC55CC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1DD863-EFBB-187E-3571-8821E510C5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989FF1-1FD9-82E2-D2B7-AC7BFE82545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86F04B-37A8-6E63-6EBE-BA9C811524E8}"/>
              </a:ext>
            </a:extLst>
          </p:cNvPr>
          <p:cNvSpPr>
            <a:spLocks noGrp="1"/>
          </p:cNvSpPr>
          <p:nvPr>
            <p:ph type="sldNum" sz="quarter" idx="5"/>
          </p:nvPr>
        </p:nvSpPr>
        <p:spPr/>
        <p:txBody>
          <a:bodyPr/>
          <a:lstStyle/>
          <a:p>
            <a:fld id="{C0E9560A-78B4-504A-9396-2AE516B1349B}" type="slidenum">
              <a:rPr lang="en-US" smtClean="0"/>
              <a:t>18</a:t>
            </a:fld>
            <a:endParaRPr lang="en-US"/>
          </a:p>
        </p:txBody>
      </p:sp>
    </p:spTree>
    <p:extLst>
      <p:ext uri="{BB962C8B-B14F-4D97-AF65-F5344CB8AC3E}">
        <p14:creationId xmlns:p14="http://schemas.microsoft.com/office/powerpoint/2010/main" val="21644975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9D4DE-DE69-B022-C896-922F7CA7DD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B06DB8-E726-BD0C-B3F0-3E88EB028D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1D33BB-D7A8-E430-75B1-1756512962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33A7551-B309-C77D-F769-5257FFD57CF2}"/>
              </a:ext>
            </a:extLst>
          </p:cNvPr>
          <p:cNvSpPr>
            <a:spLocks noGrp="1"/>
          </p:cNvSpPr>
          <p:nvPr>
            <p:ph type="sldNum" sz="quarter" idx="5"/>
          </p:nvPr>
        </p:nvSpPr>
        <p:spPr/>
        <p:txBody>
          <a:bodyPr/>
          <a:lstStyle/>
          <a:p>
            <a:fld id="{C0E9560A-78B4-504A-9396-2AE516B1349B}" type="slidenum">
              <a:rPr lang="en-US" smtClean="0"/>
              <a:t>19</a:t>
            </a:fld>
            <a:endParaRPr lang="en-US"/>
          </a:p>
        </p:txBody>
      </p:sp>
    </p:spTree>
    <p:extLst>
      <p:ext uri="{BB962C8B-B14F-4D97-AF65-F5344CB8AC3E}">
        <p14:creationId xmlns:p14="http://schemas.microsoft.com/office/powerpoint/2010/main" val="37816944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C7036-0BCF-6C64-2F3B-0117C91AB9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D4DA83-EFAB-FD1F-3B5D-47884E277F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2A393C-7833-BE3C-8356-D3B5E9B753C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27C31C-4270-C3F9-72AC-0766767B3549}"/>
              </a:ext>
            </a:extLst>
          </p:cNvPr>
          <p:cNvSpPr>
            <a:spLocks noGrp="1"/>
          </p:cNvSpPr>
          <p:nvPr>
            <p:ph type="sldNum" sz="quarter" idx="5"/>
          </p:nvPr>
        </p:nvSpPr>
        <p:spPr/>
        <p:txBody>
          <a:bodyPr/>
          <a:lstStyle/>
          <a:p>
            <a:fld id="{C0E9560A-78B4-504A-9396-2AE516B1349B}" type="slidenum">
              <a:rPr lang="en-US" smtClean="0"/>
              <a:t>20</a:t>
            </a:fld>
            <a:endParaRPr lang="en-US"/>
          </a:p>
        </p:txBody>
      </p:sp>
    </p:spTree>
    <p:extLst>
      <p:ext uri="{BB962C8B-B14F-4D97-AF65-F5344CB8AC3E}">
        <p14:creationId xmlns:p14="http://schemas.microsoft.com/office/powerpoint/2010/main" val="564075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AF0E9B-8B60-0B16-8BAD-02A5D54740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D809E-4AF4-5914-83E6-1B2AD7D0BA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9B86F5-75E0-AD27-97D9-FBD62AE9B8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211A00-7564-E25B-B870-D078BBA9F192}"/>
              </a:ext>
            </a:extLst>
          </p:cNvPr>
          <p:cNvSpPr>
            <a:spLocks noGrp="1"/>
          </p:cNvSpPr>
          <p:nvPr>
            <p:ph type="sldNum" sz="quarter" idx="5"/>
          </p:nvPr>
        </p:nvSpPr>
        <p:spPr/>
        <p:txBody>
          <a:bodyPr/>
          <a:lstStyle/>
          <a:p>
            <a:fld id="{C0E9560A-78B4-504A-9396-2AE516B1349B}" type="slidenum">
              <a:rPr lang="en-US" smtClean="0"/>
              <a:t>21</a:t>
            </a:fld>
            <a:endParaRPr lang="en-US"/>
          </a:p>
        </p:txBody>
      </p:sp>
    </p:spTree>
    <p:extLst>
      <p:ext uri="{BB962C8B-B14F-4D97-AF65-F5344CB8AC3E}">
        <p14:creationId xmlns:p14="http://schemas.microsoft.com/office/powerpoint/2010/main" val="2831493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4B6A0-C564-AF9C-9824-6364600F88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E05808-CDD3-E658-7E03-29C2087F26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98B524-E309-E73A-E839-FB8FF4CDA4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A039BC1-B8FB-F3E2-414B-2E09069D4F99}"/>
              </a:ext>
            </a:extLst>
          </p:cNvPr>
          <p:cNvSpPr>
            <a:spLocks noGrp="1"/>
          </p:cNvSpPr>
          <p:nvPr>
            <p:ph type="sldNum" sz="quarter" idx="5"/>
          </p:nvPr>
        </p:nvSpPr>
        <p:spPr/>
        <p:txBody>
          <a:bodyPr/>
          <a:lstStyle/>
          <a:p>
            <a:fld id="{C0E9560A-78B4-504A-9396-2AE516B1349B}" type="slidenum">
              <a:rPr lang="en-US" smtClean="0"/>
              <a:t>22</a:t>
            </a:fld>
            <a:endParaRPr lang="en-US"/>
          </a:p>
        </p:txBody>
      </p:sp>
    </p:spTree>
    <p:extLst>
      <p:ext uri="{BB962C8B-B14F-4D97-AF65-F5344CB8AC3E}">
        <p14:creationId xmlns:p14="http://schemas.microsoft.com/office/powerpoint/2010/main" val="289974620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DA508-D258-2466-9790-3BE75036B0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CE2C28-AA4F-8B96-E587-F2D2A198D2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17D4A6-33E2-B568-A16E-5B51F2A43D3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8E1E0A-0F79-F6D7-35F9-7CC6206C5949}"/>
              </a:ext>
            </a:extLst>
          </p:cNvPr>
          <p:cNvSpPr>
            <a:spLocks noGrp="1"/>
          </p:cNvSpPr>
          <p:nvPr>
            <p:ph type="sldNum" sz="quarter" idx="5"/>
          </p:nvPr>
        </p:nvSpPr>
        <p:spPr/>
        <p:txBody>
          <a:bodyPr/>
          <a:lstStyle/>
          <a:p>
            <a:fld id="{C0E9560A-78B4-504A-9396-2AE516B1349B}" type="slidenum">
              <a:rPr lang="en-US" smtClean="0"/>
              <a:t>23</a:t>
            </a:fld>
            <a:endParaRPr lang="en-US"/>
          </a:p>
        </p:txBody>
      </p:sp>
    </p:spTree>
    <p:extLst>
      <p:ext uri="{BB962C8B-B14F-4D97-AF65-F5344CB8AC3E}">
        <p14:creationId xmlns:p14="http://schemas.microsoft.com/office/powerpoint/2010/main" val="41895637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90013-BD6B-8957-001C-5D3E902283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C9FDB4-34DE-B35A-8C5B-6577ACACC4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6DABC4-022F-4D54-CAB4-885F4E3B161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293F312-7C83-8527-11AA-26CBF74DA6FA}"/>
              </a:ext>
            </a:extLst>
          </p:cNvPr>
          <p:cNvSpPr>
            <a:spLocks noGrp="1"/>
          </p:cNvSpPr>
          <p:nvPr>
            <p:ph type="sldNum" sz="quarter" idx="5"/>
          </p:nvPr>
        </p:nvSpPr>
        <p:spPr/>
        <p:txBody>
          <a:bodyPr/>
          <a:lstStyle/>
          <a:p>
            <a:fld id="{C0E9560A-78B4-504A-9396-2AE516B1349B}" type="slidenum">
              <a:rPr lang="en-US" smtClean="0"/>
              <a:t>24</a:t>
            </a:fld>
            <a:endParaRPr lang="en-US"/>
          </a:p>
        </p:txBody>
      </p:sp>
    </p:spTree>
    <p:extLst>
      <p:ext uri="{BB962C8B-B14F-4D97-AF65-F5344CB8AC3E}">
        <p14:creationId xmlns:p14="http://schemas.microsoft.com/office/powerpoint/2010/main" val="19876257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2C9E2A-24CA-8155-7C81-28321E9AA9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60248C-E2A4-617F-1AE3-B539AAB3D9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85B73C-FE5B-4797-FD8A-9037F06B71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B2B59AE-4867-7542-D155-0BD1C6420350}"/>
              </a:ext>
            </a:extLst>
          </p:cNvPr>
          <p:cNvSpPr>
            <a:spLocks noGrp="1"/>
          </p:cNvSpPr>
          <p:nvPr>
            <p:ph type="sldNum" sz="quarter" idx="5"/>
          </p:nvPr>
        </p:nvSpPr>
        <p:spPr/>
        <p:txBody>
          <a:bodyPr/>
          <a:lstStyle/>
          <a:p>
            <a:fld id="{C0E9560A-78B4-504A-9396-2AE516B1349B}" type="slidenum">
              <a:rPr lang="en-US" smtClean="0"/>
              <a:t>25</a:t>
            </a:fld>
            <a:endParaRPr lang="en-US"/>
          </a:p>
        </p:txBody>
      </p:sp>
    </p:spTree>
    <p:extLst>
      <p:ext uri="{BB962C8B-B14F-4D97-AF65-F5344CB8AC3E}">
        <p14:creationId xmlns:p14="http://schemas.microsoft.com/office/powerpoint/2010/main" val="205716816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B79ED-6C40-CFB2-6A18-1DD23DA114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E3C1E6-9C47-466C-8F64-B759B189FC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94941D-A7C0-2EB4-8459-6582A214BD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D8038AB-0645-D40D-702C-AB1302C7A96A}"/>
              </a:ext>
            </a:extLst>
          </p:cNvPr>
          <p:cNvSpPr>
            <a:spLocks noGrp="1"/>
          </p:cNvSpPr>
          <p:nvPr>
            <p:ph type="sldNum" sz="quarter" idx="5"/>
          </p:nvPr>
        </p:nvSpPr>
        <p:spPr/>
        <p:txBody>
          <a:bodyPr/>
          <a:lstStyle/>
          <a:p>
            <a:fld id="{C0E9560A-78B4-504A-9396-2AE516B1349B}" type="slidenum">
              <a:rPr lang="en-US" smtClean="0"/>
              <a:t>26</a:t>
            </a:fld>
            <a:endParaRPr lang="en-US"/>
          </a:p>
        </p:txBody>
      </p:sp>
    </p:spTree>
    <p:extLst>
      <p:ext uri="{BB962C8B-B14F-4D97-AF65-F5344CB8AC3E}">
        <p14:creationId xmlns:p14="http://schemas.microsoft.com/office/powerpoint/2010/main" val="10582228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2837F-DAC7-23E1-2B66-F9EEDFA888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60A41C-4740-1CD7-7521-7B8A6B794F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446BC6-6FBB-25FA-447C-9FDDA548081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F5AE06-6F28-764B-D600-D2F7300D8B04}"/>
              </a:ext>
            </a:extLst>
          </p:cNvPr>
          <p:cNvSpPr>
            <a:spLocks noGrp="1"/>
          </p:cNvSpPr>
          <p:nvPr>
            <p:ph type="sldNum" sz="quarter" idx="5"/>
          </p:nvPr>
        </p:nvSpPr>
        <p:spPr/>
        <p:txBody>
          <a:bodyPr/>
          <a:lstStyle/>
          <a:p>
            <a:fld id="{C0E9560A-78B4-504A-9396-2AE516B1349B}" type="slidenum">
              <a:rPr lang="en-US" smtClean="0"/>
              <a:t>27</a:t>
            </a:fld>
            <a:endParaRPr lang="en-US"/>
          </a:p>
        </p:txBody>
      </p:sp>
    </p:spTree>
    <p:extLst>
      <p:ext uri="{BB962C8B-B14F-4D97-AF65-F5344CB8AC3E}">
        <p14:creationId xmlns:p14="http://schemas.microsoft.com/office/powerpoint/2010/main" val="29508205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5C909-74CD-D22B-CCA8-F0B7245AAD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0F1B13-DFB7-EB6E-2026-F1F755EE68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3AA544-46C5-0A1D-4FD1-520296F320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A5751EA-3C1D-7D8F-2E3C-1367E1E68C38}"/>
              </a:ext>
            </a:extLst>
          </p:cNvPr>
          <p:cNvSpPr>
            <a:spLocks noGrp="1"/>
          </p:cNvSpPr>
          <p:nvPr>
            <p:ph type="sldNum" sz="quarter" idx="5"/>
          </p:nvPr>
        </p:nvSpPr>
        <p:spPr/>
        <p:txBody>
          <a:bodyPr/>
          <a:lstStyle/>
          <a:p>
            <a:fld id="{C0E9560A-78B4-504A-9396-2AE516B1349B}" type="slidenum">
              <a:rPr lang="en-US" smtClean="0"/>
              <a:t>28</a:t>
            </a:fld>
            <a:endParaRPr lang="en-US"/>
          </a:p>
        </p:txBody>
      </p:sp>
    </p:spTree>
    <p:extLst>
      <p:ext uri="{BB962C8B-B14F-4D97-AF65-F5344CB8AC3E}">
        <p14:creationId xmlns:p14="http://schemas.microsoft.com/office/powerpoint/2010/main" val="39561557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B119A-98F3-0B39-E9AF-AFCEAD21DA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FF80AAD-FD78-88C0-0BB2-20466DC4E5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BE4DA8-CBE1-4AD0-C62D-648E9D999DE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8039C7-5209-DA95-F4D2-1D37BCA78091}"/>
              </a:ext>
            </a:extLst>
          </p:cNvPr>
          <p:cNvSpPr>
            <a:spLocks noGrp="1"/>
          </p:cNvSpPr>
          <p:nvPr>
            <p:ph type="sldNum" sz="quarter" idx="5"/>
          </p:nvPr>
        </p:nvSpPr>
        <p:spPr/>
        <p:txBody>
          <a:bodyPr/>
          <a:lstStyle/>
          <a:p>
            <a:fld id="{C0E9560A-78B4-504A-9396-2AE516B1349B}" type="slidenum">
              <a:rPr lang="en-US" smtClean="0"/>
              <a:t>29</a:t>
            </a:fld>
            <a:endParaRPr lang="en-US"/>
          </a:p>
        </p:txBody>
      </p:sp>
    </p:spTree>
    <p:extLst>
      <p:ext uri="{BB962C8B-B14F-4D97-AF65-F5344CB8AC3E}">
        <p14:creationId xmlns:p14="http://schemas.microsoft.com/office/powerpoint/2010/main" val="36411026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A5C50-1A56-E7DF-AAFE-626D2DD27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C94EB8-1F9E-670E-6A7D-DD3A31EBA3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B7B8A3-DA06-C196-3139-DDC501BB30C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B3DAD1-06EC-7165-89CF-FDF9BD3DC26B}"/>
              </a:ext>
            </a:extLst>
          </p:cNvPr>
          <p:cNvSpPr>
            <a:spLocks noGrp="1"/>
          </p:cNvSpPr>
          <p:nvPr>
            <p:ph type="sldNum" sz="quarter" idx="5"/>
          </p:nvPr>
        </p:nvSpPr>
        <p:spPr/>
        <p:txBody>
          <a:bodyPr/>
          <a:lstStyle/>
          <a:p>
            <a:fld id="{C0E9560A-78B4-504A-9396-2AE516B1349B}" type="slidenum">
              <a:rPr lang="en-US" smtClean="0"/>
              <a:t>30</a:t>
            </a:fld>
            <a:endParaRPr lang="en-US"/>
          </a:p>
        </p:txBody>
      </p:sp>
    </p:spTree>
    <p:extLst>
      <p:ext uri="{BB962C8B-B14F-4D97-AF65-F5344CB8AC3E}">
        <p14:creationId xmlns:p14="http://schemas.microsoft.com/office/powerpoint/2010/main" val="372006660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10083-C718-B7E2-868F-D2A7E0615A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BC0758-10DA-DD38-9712-E99F4972E6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7DF318-B702-43DD-45BA-F918429112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997140-60F4-E850-4B38-638E672C7967}"/>
              </a:ext>
            </a:extLst>
          </p:cNvPr>
          <p:cNvSpPr>
            <a:spLocks noGrp="1"/>
          </p:cNvSpPr>
          <p:nvPr>
            <p:ph type="sldNum" sz="quarter" idx="5"/>
          </p:nvPr>
        </p:nvSpPr>
        <p:spPr/>
        <p:txBody>
          <a:bodyPr/>
          <a:lstStyle/>
          <a:p>
            <a:fld id="{C0E9560A-78B4-504A-9396-2AE516B1349B}" type="slidenum">
              <a:rPr lang="en-US" smtClean="0"/>
              <a:t>31</a:t>
            </a:fld>
            <a:endParaRPr lang="en-US"/>
          </a:p>
        </p:txBody>
      </p:sp>
    </p:spTree>
    <p:extLst>
      <p:ext uri="{BB962C8B-B14F-4D97-AF65-F5344CB8AC3E}">
        <p14:creationId xmlns:p14="http://schemas.microsoft.com/office/powerpoint/2010/main" val="420203140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1DFB0-2471-9F00-8176-3C5EB7B77C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C5BCD2-7423-1234-CA6E-BD0A863510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845D88-9B33-E139-CBF1-C8DCFC81B21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98CCFF-D701-78D9-E5D0-C7091178C15F}"/>
              </a:ext>
            </a:extLst>
          </p:cNvPr>
          <p:cNvSpPr>
            <a:spLocks noGrp="1"/>
          </p:cNvSpPr>
          <p:nvPr>
            <p:ph type="sldNum" sz="quarter" idx="5"/>
          </p:nvPr>
        </p:nvSpPr>
        <p:spPr/>
        <p:txBody>
          <a:bodyPr/>
          <a:lstStyle/>
          <a:p>
            <a:fld id="{C0E9560A-78B4-504A-9396-2AE516B1349B}" type="slidenum">
              <a:rPr lang="en-US" smtClean="0"/>
              <a:t>32</a:t>
            </a:fld>
            <a:endParaRPr lang="en-US"/>
          </a:p>
        </p:txBody>
      </p:sp>
    </p:spTree>
    <p:extLst>
      <p:ext uri="{BB962C8B-B14F-4D97-AF65-F5344CB8AC3E}">
        <p14:creationId xmlns:p14="http://schemas.microsoft.com/office/powerpoint/2010/main" val="378580790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5EE71-08B1-7F71-BB20-78EF7FDCD6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D3FBF9-9C7C-4794-C339-30135A64C8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DE18E7-CF6B-D1B8-C56C-97BFDFF1D8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A05809-5657-1DD7-C679-86F6BDEE144A}"/>
              </a:ext>
            </a:extLst>
          </p:cNvPr>
          <p:cNvSpPr>
            <a:spLocks noGrp="1"/>
          </p:cNvSpPr>
          <p:nvPr>
            <p:ph type="sldNum" sz="quarter" idx="5"/>
          </p:nvPr>
        </p:nvSpPr>
        <p:spPr/>
        <p:txBody>
          <a:bodyPr/>
          <a:lstStyle/>
          <a:p>
            <a:fld id="{C0E9560A-78B4-504A-9396-2AE516B1349B}" type="slidenum">
              <a:rPr lang="en-US" smtClean="0"/>
              <a:t>33</a:t>
            </a:fld>
            <a:endParaRPr lang="en-US"/>
          </a:p>
        </p:txBody>
      </p:sp>
    </p:spTree>
    <p:extLst>
      <p:ext uri="{BB962C8B-B14F-4D97-AF65-F5344CB8AC3E}">
        <p14:creationId xmlns:p14="http://schemas.microsoft.com/office/powerpoint/2010/main" val="35046695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4AB94-F7DA-111A-1307-6E4B57C1D8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7C4109-7BCE-A75B-A0FC-D7FC561D64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96B2CD-FD18-BB96-5DE0-2E0623E4F4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90E97CC-4B1F-3A07-08DD-9B5C7AA6A755}"/>
              </a:ext>
            </a:extLst>
          </p:cNvPr>
          <p:cNvSpPr>
            <a:spLocks noGrp="1"/>
          </p:cNvSpPr>
          <p:nvPr>
            <p:ph type="sldNum" sz="quarter" idx="5"/>
          </p:nvPr>
        </p:nvSpPr>
        <p:spPr/>
        <p:txBody>
          <a:bodyPr/>
          <a:lstStyle/>
          <a:p>
            <a:fld id="{C0E9560A-78B4-504A-9396-2AE516B1349B}" type="slidenum">
              <a:rPr lang="en-US" smtClean="0"/>
              <a:t>34</a:t>
            </a:fld>
            <a:endParaRPr lang="en-US"/>
          </a:p>
        </p:txBody>
      </p:sp>
    </p:spTree>
    <p:extLst>
      <p:ext uri="{BB962C8B-B14F-4D97-AF65-F5344CB8AC3E}">
        <p14:creationId xmlns:p14="http://schemas.microsoft.com/office/powerpoint/2010/main" val="253331909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81B433-5DFA-9C23-E1AD-8AD665B15B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A3E4C-5B93-E028-2490-14F3BF1DE6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D88925-A520-0B9B-5BCC-F72D7DA17C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A7EA3FB-C342-B167-917C-F536073C5747}"/>
              </a:ext>
            </a:extLst>
          </p:cNvPr>
          <p:cNvSpPr>
            <a:spLocks noGrp="1"/>
          </p:cNvSpPr>
          <p:nvPr>
            <p:ph type="sldNum" sz="quarter" idx="5"/>
          </p:nvPr>
        </p:nvSpPr>
        <p:spPr/>
        <p:txBody>
          <a:bodyPr/>
          <a:lstStyle/>
          <a:p>
            <a:fld id="{C0E9560A-78B4-504A-9396-2AE516B1349B}" type="slidenum">
              <a:rPr lang="en-US" smtClean="0"/>
              <a:t>35</a:t>
            </a:fld>
            <a:endParaRPr lang="en-US"/>
          </a:p>
        </p:txBody>
      </p:sp>
    </p:spTree>
    <p:extLst>
      <p:ext uri="{BB962C8B-B14F-4D97-AF65-F5344CB8AC3E}">
        <p14:creationId xmlns:p14="http://schemas.microsoft.com/office/powerpoint/2010/main" val="21831321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84D1E-2E6E-5C1D-DD4D-B3C79D20D8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605A28-B801-01B6-522D-A5F5747CFA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A036-0CD2-CC80-DC27-3712CD9A149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0749184-0CE3-5C1D-5AED-372BC7088285}"/>
              </a:ext>
            </a:extLst>
          </p:cNvPr>
          <p:cNvSpPr>
            <a:spLocks noGrp="1"/>
          </p:cNvSpPr>
          <p:nvPr>
            <p:ph type="sldNum" sz="quarter" idx="5"/>
          </p:nvPr>
        </p:nvSpPr>
        <p:spPr/>
        <p:txBody>
          <a:bodyPr/>
          <a:lstStyle/>
          <a:p>
            <a:fld id="{C0E9560A-78B4-504A-9396-2AE516B1349B}" type="slidenum">
              <a:rPr lang="en-US" smtClean="0"/>
              <a:t>36</a:t>
            </a:fld>
            <a:endParaRPr lang="en-US"/>
          </a:p>
        </p:txBody>
      </p:sp>
    </p:spTree>
    <p:extLst>
      <p:ext uri="{BB962C8B-B14F-4D97-AF65-F5344CB8AC3E}">
        <p14:creationId xmlns:p14="http://schemas.microsoft.com/office/powerpoint/2010/main" val="164325623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7126C-B231-1A0C-7933-5881209B37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32F616-862E-3E54-5212-AEB28E4B28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EAB1ED-DCB5-7781-7343-801D82DB9DF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4318BD3-0DCE-80B1-C29F-156B836AF358}"/>
              </a:ext>
            </a:extLst>
          </p:cNvPr>
          <p:cNvSpPr>
            <a:spLocks noGrp="1"/>
          </p:cNvSpPr>
          <p:nvPr>
            <p:ph type="sldNum" sz="quarter" idx="5"/>
          </p:nvPr>
        </p:nvSpPr>
        <p:spPr/>
        <p:txBody>
          <a:bodyPr/>
          <a:lstStyle/>
          <a:p>
            <a:fld id="{C0E9560A-78B4-504A-9396-2AE516B1349B}" type="slidenum">
              <a:rPr lang="en-US" smtClean="0"/>
              <a:t>37</a:t>
            </a:fld>
            <a:endParaRPr lang="en-US"/>
          </a:p>
        </p:txBody>
      </p:sp>
    </p:spTree>
    <p:extLst>
      <p:ext uri="{BB962C8B-B14F-4D97-AF65-F5344CB8AC3E}">
        <p14:creationId xmlns:p14="http://schemas.microsoft.com/office/powerpoint/2010/main" val="369942114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D858F0-DA3A-CA80-6F32-7EFA292831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49B7B5-77E5-5EC9-F034-3837770FA0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7EA274-88BA-876F-CDC2-ECF413E4039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45EBA57-0DF9-F0D7-2A0C-796FE50325A5}"/>
              </a:ext>
            </a:extLst>
          </p:cNvPr>
          <p:cNvSpPr>
            <a:spLocks noGrp="1"/>
          </p:cNvSpPr>
          <p:nvPr>
            <p:ph type="sldNum" sz="quarter" idx="5"/>
          </p:nvPr>
        </p:nvSpPr>
        <p:spPr/>
        <p:txBody>
          <a:bodyPr/>
          <a:lstStyle/>
          <a:p>
            <a:fld id="{C0E9560A-78B4-504A-9396-2AE516B1349B}" type="slidenum">
              <a:rPr lang="en-US" smtClean="0"/>
              <a:t>38</a:t>
            </a:fld>
            <a:endParaRPr lang="en-US"/>
          </a:p>
        </p:txBody>
      </p:sp>
    </p:spTree>
    <p:extLst>
      <p:ext uri="{BB962C8B-B14F-4D97-AF65-F5344CB8AC3E}">
        <p14:creationId xmlns:p14="http://schemas.microsoft.com/office/powerpoint/2010/main" val="186559761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07CA2-EB0F-E173-BDD3-96646B7455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373CF4-A88F-6C5F-1EDB-DB48E42C92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7BBC25-C8CB-BB76-B718-A70BC59362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C0A3CC8-D79D-7B8E-98BD-F6316E4EABA7}"/>
              </a:ext>
            </a:extLst>
          </p:cNvPr>
          <p:cNvSpPr>
            <a:spLocks noGrp="1"/>
          </p:cNvSpPr>
          <p:nvPr>
            <p:ph type="sldNum" sz="quarter" idx="5"/>
          </p:nvPr>
        </p:nvSpPr>
        <p:spPr/>
        <p:txBody>
          <a:bodyPr/>
          <a:lstStyle/>
          <a:p>
            <a:fld id="{C0E9560A-78B4-504A-9396-2AE516B1349B}" type="slidenum">
              <a:rPr lang="en-US" smtClean="0"/>
              <a:t>39</a:t>
            </a:fld>
            <a:endParaRPr lang="en-US"/>
          </a:p>
        </p:txBody>
      </p:sp>
    </p:spTree>
    <p:extLst>
      <p:ext uri="{BB962C8B-B14F-4D97-AF65-F5344CB8AC3E}">
        <p14:creationId xmlns:p14="http://schemas.microsoft.com/office/powerpoint/2010/main" val="6872508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1D110-CCF5-C009-CE49-876047F5BE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C3F6EE-8B31-617F-5A3B-65C3FA30C5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21BC4E-5D0F-2658-5D11-4075EE3057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F7BA74-A040-CBFA-1A9D-F6DF943FAE42}"/>
              </a:ext>
            </a:extLst>
          </p:cNvPr>
          <p:cNvSpPr>
            <a:spLocks noGrp="1"/>
          </p:cNvSpPr>
          <p:nvPr>
            <p:ph type="sldNum" sz="quarter" idx="5"/>
          </p:nvPr>
        </p:nvSpPr>
        <p:spPr/>
        <p:txBody>
          <a:bodyPr/>
          <a:lstStyle/>
          <a:p>
            <a:fld id="{C0E9560A-78B4-504A-9396-2AE516B1349B}" type="slidenum">
              <a:rPr lang="en-US" smtClean="0"/>
              <a:t>40</a:t>
            </a:fld>
            <a:endParaRPr lang="en-US"/>
          </a:p>
        </p:txBody>
      </p:sp>
    </p:spTree>
    <p:extLst>
      <p:ext uri="{BB962C8B-B14F-4D97-AF65-F5344CB8AC3E}">
        <p14:creationId xmlns:p14="http://schemas.microsoft.com/office/powerpoint/2010/main" val="18495616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EA563-6C4A-78D2-14A3-9DC291ED68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19E7DE-9163-41CD-A0C5-660900F565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CBFB8F-4539-77AE-3F5F-337D046104C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22FAEC6-69D3-1607-A68C-3D7DAC22F991}"/>
              </a:ext>
            </a:extLst>
          </p:cNvPr>
          <p:cNvSpPr>
            <a:spLocks noGrp="1"/>
          </p:cNvSpPr>
          <p:nvPr>
            <p:ph type="sldNum" sz="quarter" idx="5"/>
          </p:nvPr>
        </p:nvSpPr>
        <p:spPr/>
        <p:txBody>
          <a:bodyPr/>
          <a:lstStyle/>
          <a:p>
            <a:fld id="{C0E9560A-78B4-504A-9396-2AE516B1349B}" type="slidenum">
              <a:rPr lang="en-US" smtClean="0"/>
              <a:t>41</a:t>
            </a:fld>
            <a:endParaRPr lang="en-US"/>
          </a:p>
        </p:txBody>
      </p:sp>
    </p:spTree>
    <p:extLst>
      <p:ext uri="{BB962C8B-B14F-4D97-AF65-F5344CB8AC3E}">
        <p14:creationId xmlns:p14="http://schemas.microsoft.com/office/powerpoint/2010/main" val="298260656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DD29A-1279-A505-A519-020245C885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B1B27F-394E-8884-D748-472EAB1370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30A307-EE63-839E-F304-31BB5F125D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08F31F-74FB-3407-4506-50A42F311F82}"/>
              </a:ext>
            </a:extLst>
          </p:cNvPr>
          <p:cNvSpPr>
            <a:spLocks noGrp="1"/>
          </p:cNvSpPr>
          <p:nvPr>
            <p:ph type="sldNum" sz="quarter" idx="5"/>
          </p:nvPr>
        </p:nvSpPr>
        <p:spPr/>
        <p:txBody>
          <a:bodyPr/>
          <a:lstStyle/>
          <a:p>
            <a:fld id="{C0E9560A-78B4-504A-9396-2AE516B1349B}" type="slidenum">
              <a:rPr lang="en-US" smtClean="0"/>
              <a:t>42</a:t>
            </a:fld>
            <a:endParaRPr lang="en-US"/>
          </a:p>
        </p:txBody>
      </p:sp>
    </p:spTree>
    <p:extLst>
      <p:ext uri="{BB962C8B-B14F-4D97-AF65-F5344CB8AC3E}">
        <p14:creationId xmlns:p14="http://schemas.microsoft.com/office/powerpoint/2010/main" val="373220031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89CA4-4B0D-3F86-DAC2-E5778C2A24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F9B794-9C50-5FC5-BB00-0DB91A47F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74BC43-F56D-3C17-10CE-191ECAB30B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2F0156-DDEF-FF48-19A5-F3D108A7586F}"/>
              </a:ext>
            </a:extLst>
          </p:cNvPr>
          <p:cNvSpPr>
            <a:spLocks noGrp="1"/>
          </p:cNvSpPr>
          <p:nvPr>
            <p:ph type="sldNum" sz="quarter" idx="5"/>
          </p:nvPr>
        </p:nvSpPr>
        <p:spPr/>
        <p:txBody>
          <a:bodyPr/>
          <a:lstStyle/>
          <a:p>
            <a:fld id="{C0E9560A-78B4-504A-9396-2AE516B1349B}" type="slidenum">
              <a:rPr lang="en-US" smtClean="0"/>
              <a:t>43</a:t>
            </a:fld>
            <a:endParaRPr lang="en-US"/>
          </a:p>
        </p:txBody>
      </p:sp>
    </p:spTree>
    <p:extLst>
      <p:ext uri="{BB962C8B-B14F-4D97-AF65-F5344CB8AC3E}">
        <p14:creationId xmlns:p14="http://schemas.microsoft.com/office/powerpoint/2010/main" val="146790426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7CDE0-51BF-A09B-5B45-2ADB55141F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CEC5E1-9BEB-4F18-6170-80BA561DF9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8E25A6-EC48-C956-9386-10BA88BB47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15FA90-9F1B-2F29-96E2-BCCEB465B7EB}"/>
              </a:ext>
            </a:extLst>
          </p:cNvPr>
          <p:cNvSpPr>
            <a:spLocks noGrp="1"/>
          </p:cNvSpPr>
          <p:nvPr>
            <p:ph type="sldNum" sz="quarter" idx="5"/>
          </p:nvPr>
        </p:nvSpPr>
        <p:spPr/>
        <p:txBody>
          <a:bodyPr/>
          <a:lstStyle/>
          <a:p>
            <a:fld id="{C0E9560A-78B4-504A-9396-2AE516B1349B}" type="slidenum">
              <a:rPr lang="en-US" smtClean="0"/>
              <a:t>44</a:t>
            </a:fld>
            <a:endParaRPr lang="en-US"/>
          </a:p>
        </p:txBody>
      </p:sp>
    </p:spTree>
    <p:extLst>
      <p:ext uri="{BB962C8B-B14F-4D97-AF65-F5344CB8AC3E}">
        <p14:creationId xmlns:p14="http://schemas.microsoft.com/office/powerpoint/2010/main" val="415799718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D0283-9BCD-ABDE-4006-53BA941178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C9A8CF-73B3-9FAB-6146-C8262D444E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3EFFA1-767D-AD3C-BC1E-64B43CAA7F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D12AAC-D4A8-429C-5E9B-0776C664B6C5}"/>
              </a:ext>
            </a:extLst>
          </p:cNvPr>
          <p:cNvSpPr>
            <a:spLocks noGrp="1"/>
          </p:cNvSpPr>
          <p:nvPr>
            <p:ph type="sldNum" sz="quarter" idx="5"/>
          </p:nvPr>
        </p:nvSpPr>
        <p:spPr/>
        <p:txBody>
          <a:bodyPr/>
          <a:lstStyle/>
          <a:p>
            <a:fld id="{C0E9560A-78B4-504A-9396-2AE516B1349B}" type="slidenum">
              <a:rPr lang="en-US" smtClean="0"/>
              <a:t>45</a:t>
            </a:fld>
            <a:endParaRPr lang="en-US"/>
          </a:p>
        </p:txBody>
      </p:sp>
    </p:spTree>
    <p:extLst>
      <p:ext uri="{BB962C8B-B14F-4D97-AF65-F5344CB8AC3E}">
        <p14:creationId xmlns:p14="http://schemas.microsoft.com/office/powerpoint/2010/main" val="158647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9385E-E7F4-F41E-E804-D46DB578A7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B4FBBC-7A1E-6A65-88B5-6BD87DD1C1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386B2F-98A5-E7B6-4D4D-3BC7CBCBD4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BE1A00-AC31-B5B2-92C5-681AE97BEE53}"/>
              </a:ext>
            </a:extLst>
          </p:cNvPr>
          <p:cNvSpPr>
            <a:spLocks noGrp="1"/>
          </p:cNvSpPr>
          <p:nvPr>
            <p:ph type="sldNum" sz="quarter" idx="5"/>
          </p:nvPr>
        </p:nvSpPr>
        <p:spPr/>
        <p:txBody>
          <a:bodyPr/>
          <a:lstStyle/>
          <a:p>
            <a:fld id="{C0E9560A-78B4-504A-9396-2AE516B1349B}" type="slidenum">
              <a:rPr lang="en-US" smtClean="0"/>
              <a:t>46</a:t>
            </a:fld>
            <a:endParaRPr lang="en-US"/>
          </a:p>
        </p:txBody>
      </p:sp>
    </p:spTree>
    <p:extLst>
      <p:ext uri="{BB962C8B-B14F-4D97-AF65-F5344CB8AC3E}">
        <p14:creationId xmlns:p14="http://schemas.microsoft.com/office/powerpoint/2010/main" val="415303890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77E30-E694-8E24-6227-3556081FE9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53F06-71AF-34C6-3BF7-57444C4F68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089728-CA39-9D73-4EDD-BF3A01ACFFA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F48CCA-E145-9C51-344D-4174616A5EE7}"/>
              </a:ext>
            </a:extLst>
          </p:cNvPr>
          <p:cNvSpPr>
            <a:spLocks noGrp="1"/>
          </p:cNvSpPr>
          <p:nvPr>
            <p:ph type="sldNum" sz="quarter" idx="5"/>
          </p:nvPr>
        </p:nvSpPr>
        <p:spPr/>
        <p:txBody>
          <a:bodyPr/>
          <a:lstStyle/>
          <a:p>
            <a:fld id="{C0E9560A-78B4-504A-9396-2AE516B1349B}" type="slidenum">
              <a:rPr lang="en-US" smtClean="0"/>
              <a:t>47</a:t>
            </a:fld>
            <a:endParaRPr lang="en-US"/>
          </a:p>
        </p:txBody>
      </p:sp>
    </p:spTree>
    <p:extLst>
      <p:ext uri="{BB962C8B-B14F-4D97-AF65-F5344CB8AC3E}">
        <p14:creationId xmlns:p14="http://schemas.microsoft.com/office/powerpoint/2010/main" val="14113485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C9EBF-A13E-F90C-BE1F-6A6DE9CC36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4ACA71C-754B-A13B-F22F-6E17E02FF5E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A99224-6742-B96D-B2B1-CEDA1AB056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F72F32-C4D5-F15A-054F-F49672478211}"/>
              </a:ext>
            </a:extLst>
          </p:cNvPr>
          <p:cNvSpPr>
            <a:spLocks noGrp="1"/>
          </p:cNvSpPr>
          <p:nvPr>
            <p:ph type="sldNum" sz="quarter" idx="5"/>
          </p:nvPr>
        </p:nvSpPr>
        <p:spPr/>
        <p:txBody>
          <a:bodyPr/>
          <a:lstStyle/>
          <a:p>
            <a:fld id="{C0E9560A-78B4-504A-9396-2AE516B1349B}" type="slidenum">
              <a:rPr lang="en-US" smtClean="0"/>
              <a:t>48</a:t>
            </a:fld>
            <a:endParaRPr lang="en-US"/>
          </a:p>
        </p:txBody>
      </p:sp>
    </p:spTree>
    <p:extLst>
      <p:ext uri="{BB962C8B-B14F-4D97-AF65-F5344CB8AC3E}">
        <p14:creationId xmlns:p14="http://schemas.microsoft.com/office/powerpoint/2010/main" val="390907743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4E128-806D-B26B-34E6-5CB2D6E091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F0EE72-C737-159A-CE43-4637D21EEE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B85351-72FE-47F0-E5F5-EEA9656BF34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3F6AEC-06B8-72CD-5575-FDA75D37DA88}"/>
              </a:ext>
            </a:extLst>
          </p:cNvPr>
          <p:cNvSpPr>
            <a:spLocks noGrp="1"/>
          </p:cNvSpPr>
          <p:nvPr>
            <p:ph type="sldNum" sz="quarter" idx="5"/>
          </p:nvPr>
        </p:nvSpPr>
        <p:spPr/>
        <p:txBody>
          <a:bodyPr/>
          <a:lstStyle/>
          <a:p>
            <a:fld id="{C0E9560A-78B4-504A-9396-2AE516B1349B}" type="slidenum">
              <a:rPr lang="en-US" smtClean="0"/>
              <a:t>49</a:t>
            </a:fld>
            <a:endParaRPr lang="en-US"/>
          </a:p>
        </p:txBody>
      </p:sp>
    </p:spTree>
    <p:extLst>
      <p:ext uri="{BB962C8B-B14F-4D97-AF65-F5344CB8AC3E}">
        <p14:creationId xmlns:p14="http://schemas.microsoft.com/office/powerpoint/2010/main" val="5597936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C6AF80-65DF-7697-FAC7-7B4A8646D7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A67B9-C635-9672-BFDF-AD2A7EF375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9E0CAA-66CA-BA0F-21B4-EC06FE5176E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2B4A94-240A-0D46-1DDE-9C1328D97950}"/>
              </a:ext>
            </a:extLst>
          </p:cNvPr>
          <p:cNvSpPr>
            <a:spLocks noGrp="1"/>
          </p:cNvSpPr>
          <p:nvPr>
            <p:ph type="sldNum" sz="quarter" idx="5"/>
          </p:nvPr>
        </p:nvSpPr>
        <p:spPr/>
        <p:txBody>
          <a:bodyPr/>
          <a:lstStyle/>
          <a:p>
            <a:fld id="{C0E9560A-78B4-504A-9396-2AE516B1349B}" type="slidenum">
              <a:rPr lang="en-US" smtClean="0"/>
              <a:t>50</a:t>
            </a:fld>
            <a:endParaRPr lang="en-US"/>
          </a:p>
        </p:txBody>
      </p:sp>
    </p:spTree>
    <p:extLst>
      <p:ext uri="{BB962C8B-B14F-4D97-AF65-F5344CB8AC3E}">
        <p14:creationId xmlns:p14="http://schemas.microsoft.com/office/powerpoint/2010/main" val="37143324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4C6BA-EA7E-C91A-45F9-56C4100240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8E8F19-EA17-D078-633B-CF47933360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1F6DCB-F770-4AB4-B6AD-A2E72ACAEB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96D9B2-E6C3-A9AA-0D97-31F1FFDB3072}"/>
              </a:ext>
            </a:extLst>
          </p:cNvPr>
          <p:cNvSpPr>
            <a:spLocks noGrp="1"/>
          </p:cNvSpPr>
          <p:nvPr>
            <p:ph type="sldNum" sz="quarter" idx="5"/>
          </p:nvPr>
        </p:nvSpPr>
        <p:spPr/>
        <p:txBody>
          <a:bodyPr/>
          <a:lstStyle/>
          <a:p>
            <a:fld id="{C0E9560A-78B4-504A-9396-2AE516B1349B}" type="slidenum">
              <a:rPr lang="en-US" smtClean="0"/>
              <a:t>51</a:t>
            </a:fld>
            <a:endParaRPr lang="en-US"/>
          </a:p>
        </p:txBody>
      </p:sp>
    </p:spTree>
    <p:extLst>
      <p:ext uri="{BB962C8B-B14F-4D97-AF65-F5344CB8AC3E}">
        <p14:creationId xmlns:p14="http://schemas.microsoft.com/office/powerpoint/2010/main" val="363897420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755C3-0A5B-2DE1-3134-730B5C8794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E62809-08F3-4035-5256-6173C568A3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DA1260-BC21-0991-3D57-46248BC536C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D496421-746D-E2F2-90CA-922C44A80C09}"/>
              </a:ext>
            </a:extLst>
          </p:cNvPr>
          <p:cNvSpPr>
            <a:spLocks noGrp="1"/>
          </p:cNvSpPr>
          <p:nvPr>
            <p:ph type="sldNum" sz="quarter" idx="5"/>
          </p:nvPr>
        </p:nvSpPr>
        <p:spPr/>
        <p:txBody>
          <a:bodyPr/>
          <a:lstStyle/>
          <a:p>
            <a:fld id="{C0E9560A-78B4-504A-9396-2AE516B1349B}" type="slidenum">
              <a:rPr lang="en-US" smtClean="0"/>
              <a:t>52</a:t>
            </a:fld>
            <a:endParaRPr lang="en-US"/>
          </a:p>
        </p:txBody>
      </p:sp>
    </p:spTree>
    <p:extLst>
      <p:ext uri="{BB962C8B-B14F-4D97-AF65-F5344CB8AC3E}">
        <p14:creationId xmlns:p14="http://schemas.microsoft.com/office/powerpoint/2010/main" val="356718182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BD8F5-7FF6-6ACC-ADDF-1DDE45F701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52C6D4-86BB-B87A-9F30-C2353859FE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607F2E-F4AD-F93B-F6F1-6163C9D91D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2A6D9C-F6A2-A0C9-F570-267623D9EB8C}"/>
              </a:ext>
            </a:extLst>
          </p:cNvPr>
          <p:cNvSpPr>
            <a:spLocks noGrp="1"/>
          </p:cNvSpPr>
          <p:nvPr>
            <p:ph type="sldNum" sz="quarter" idx="5"/>
          </p:nvPr>
        </p:nvSpPr>
        <p:spPr/>
        <p:txBody>
          <a:bodyPr/>
          <a:lstStyle/>
          <a:p>
            <a:fld id="{C0E9560A-78B4-504A-9396-2AE516B1349B}" type="slidenum">
              <a:rPr lang="en-US" smtClean="0"/>
              <a:t>53</a:t>
            </a:fld>
            <a:endParaRPr lang="en-US"/>
          </a:p>
        </p:txBody>
      </p:sp>
    </p:spTree>
    <p:extLst>
      <p:ext uri="{BB962C8B-B14F-4D97-AF65-F5344CB8AC3E}">
        <p14:creationId xmlns:p14="http://schemas.microsoft.com/office/powerpoint/2010/main" val="334004813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9523C0-405F-4334-022F-BFFAB813F1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F89521-18AE-86D2-B591-A4F73C0E8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27DB75-0AC6-4E2D-9226-15BD6466455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2423C6-8A5D-BDEE-E582-19781E2BC780}"/>
              </a:ext>
            </a:extLst>
          </p:cNvPr>
          <p:cNvSpPr>
            <a:spLocks noGrp="1"/>
          </p:cNvSpPr>
          <p:nvPr>
            <p:ph type="sldNum" sz="quarter" idx="5"/>
          </p:nvPr>
        </p:nvSpPr>
        <p:spPr/>
        <p:txBody>
          <a:bodyPr/>
          <a:lstStyle/>
          <a:p>
            <a:fld id="{C0E9560A-78B4-504A-9396-2AE516B1349B}" type="slidenum">
              <a:rPr lang="en-US" smtClean="0"/>
              <a:t>54</a:t>
            </a:fld>
            <a:endParaRPr lang="en-US"/>
          </a:p>
        </p:txBody>
      </p:sp>
    </p:spTree>
    <p:extLst>
      <p:ext uri="{BB962C8B-B14F-4D97-AF65-F5344CB8AC3E}">
        <p14:creationId xmlns:p14="http://schemas.microsoft.com/office/powerpoint/2010/main" val="270651769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EFA77-1674-3451-9D48-FE27E04829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11FAB1-7579-FA40-8C24-483AF24062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0188E7-5D25-E6AA-4FF4-7BB388A5B2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9A49E04-AFBD-6E1D-5E3F-10F1A99A7CC6}"/>
              </a:ext>
            </a:extLst>
          </p:cNvPr>
          <p:cNvSpPr>
            <a:spLocks noGrp="1"/>
          </p:cNvSpPr>
          <p:nvPr>
            <p:ph type="sldNum" sz="quarter" idx="5"/>
          </p:nvPr>
        </p:nvSpPr>
        <p:spPr/>
        <p:txBody>
          <a:bodyPr/>
          <a:lstStyle/>
          <a:p>
            <a:fld id="{C0E9560A-78B4-504A-9396-2AE516B1349B}" type="slidenum">
              <a:rPr lang="en-US" smtClean="0"/>
              <a:t>55</a:t>
            </a:fld>
            <a:endParaRPr lang="en-US"/>
          </a:p>
        </p:txBody>
      </p:sp>
    </p:spTree>
    <p:extLst>
      <p:ext uri="{BB962C8B-B14F-4D97-AF65-F5344CB8AC3E}">
        <p14:creationId xmlns:p14="http://schemas.microsoft.com/office/powerpoint/2010/main" val="283078439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27871-F9C1-0865-28F0-93453E7D2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D7FA84-B5F6-1828-33B2-FF7A7DDC02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9EF501-8AA5-D603-A07F-AE70E4E758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D69883-F5E6-FD72-7CBC-6E2471B083BB}"/>
              </a:ext>
            </a:extLst>
          </p:cNvPr>
          <p:cNvSpPr>
            <a:spLocks noGrp="1"/>
          </p:cNvSpPr>
          <p:nvPr>
            <p:ph type="sldNum" sz="quarter" idx="5"/>
          </p:nvPr>
        </p:nvSpPr>
        <p:spPr/>
        <p:txBody>
          <a:bodyPr/>
          <a:lstStyle/>
          <a:p>
            <a:fld id="{C0E9560A-78B4-504A-9396-2AE516B1349B}" type="slidenum">
              <a:rPr lang="en-US" smtClean="0"/>
              <a:t>56</a:t>
            </a:fld>
            <a:endParaRPr lang="en-US"/>
          </a:p>
        </p:txBody>
      </p:sp>
    </p:spTree>
    <p:extLst>
      <p:ext uri="{BB962C8B-B14F-4D97-AF65-F5344CB8AC3E}">
        <p14:creationId xmlns:p14="http://schemas.microsoft.com/office/powerpoint/2010/main" val="359687195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553637-5038-8CA3-C77D-31C83DBAAD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674A3C-C40C-B9BE-9E24-97FC5430B6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020D16-5211-8C75-A110-BF70688020B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1EEF1C-8BD0-DE66-B820-FF9C7F9B23C2}"/>
              </a:ext>
            </a:extLst>
          </p:cNvPr>
          <p:cNvSpPr>
            <a:spLocks noGrp="1"/>
          </p:cNvSpPr>
          <p:nvPr>
            <p:ph type="sldNum" sz="quarter" idx="5"/>
          </p:nvPr>
        </p:nvSpPr>
        <p:spPr/>
        <p:txBody>
          <a:bodyPr/>
          <a:lstStyle/>
          <a:p>
            <a:fld id="{C0E9560A-78B4-504A-9396-2AE516B1349B}" type="slidenum">
              <a:rPr lang="en-US" smtClean="0"/>
              <a:t>57</a:t>
            </a:fld>
            <a:endParaRPr lang="en-US"/>
          </a:p>
        </p:txBody>
      </p:sp>
    </p:spTree>
    <p:extLst>
      <p:ext uri="{BB962C8B-B14F-4D97-AF65-F5344CB8AC3E}">
        <p14:creationId xmlns:p14="http://schemas.microsoft.com/office/powerpoint/2010/main" val="25991172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FBFC8-44CB-9F66-4CA4-63A9BAF493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2C74BD-95F1-49C1-903C-6BAD9E35DF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9F56633-85DF-F97F-00D5-7794AEB6332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00A0626-D855-905E-2575-DB6E15B242D2}"/>
              </a:ext>
            </a:extLst>
          </p:cNvPr>
          <p:cNvSpPr>
            <a:spLocks noGrp="1"/>
          </p:cNvSpPr>
          <p:nvPr>
            <p:ph type="sldNum" sz="quarter" idx="5"/>
          </p:nvPr>
        </p:nvSpPr>
        <p:spPr/>
        <p:txBody>
          <a:bodyPr/>
          <a:lstStyle/>
          <a:p>
            <a:fld id="{C0E9560A-78B4-504A-9396-2AE516B1349B}" type="slidenum">
              <a:rPr lang="en-US" smtClean="0"/>
              <a:t>58</a:t>
            </a:fld>
            <a:endParaRPr lang="en-US"/>
          </a:p>
        </p:txBody>
      </p:sp>
    </p:spTree>
    <p:extLst>
      <p:ext uri="{BB962C8B-B14F-4D97-AF65-F5344CB8AC3E}">
        <p14:creationId xmlns:p14="http://schemas.microsoft.com/office/powerpoint/2010/main" val="259668191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607A7-9332-3409-3DD0-A8F6408126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C5EA54-2CD2-2C57-7CB8-3C730E66A3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11EE2B-CC08-5099-070F-B8255C33BA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564D37C-4B32-E1F4-61FA-5A10EFF9E292}"/>
              </a:ext>
            </a:extLst>
          </p:cNvPr>
          <p:cNvSpPr>
            <a:spLocks noGrp="1"/>
          </p:cNvSpPr>
          <p:nvPr>
            <p:ph type="sldNum" sz="quarter" idx="5"/>
          </p:nvPr>
        </p:nvSpPr>
        <p:spPr/>
        <p:txBody>
          <a:bodyPr/>
          <a:lstStyle/>
          <a:p>
            <a:fld id="{C0E9560A-78B4-504A-9396-2AE516B1349B}" type="slidenum">
              <a:rPr lang="en-US" smtClean="0"/>
              <a:t>59</a:t>
            </a:fld>
            <a:endParaRPr lang="en-US"/>
          </a:p>
        </p:txBody>
      </p:sp>
    </p:spTree>
    <p:extLst>
      <p:ext uri="{BB962C8B-B14F-4D97-AF65-F5344CB8AC3E}">
        <p14:creationId xmlns:p14="http://schemas.microsoft.com/office/powerpoint/2010/main" val="343596723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602B8-AE98-3C3D-9FD7-86EE135EC3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476A9D-C64B-BB0B-CFFB-EB952D64E9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9427C8-4DE2-E36C-0AF0-9C5320F353E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4C37EFB-7DCE-836A-EBF7-CFCC4AB6ACC9}"/>
              </a:ext>
            </a:extLst>
          </p:cNvPr>
          <p:cNvSpPr>
            <a:spLocks noGrp="1"/>
          </p:cNvSpPr>
          <p:nvPr>
            <p:ph type="sldNum" sz="quarter" idx="5"/>
          </p:nvPr>
        </p:nvSpPr>
        <p:spPr/>
        <p:txBody>
          <a:bodyPr/>
          <a:lstStyle/>
          <a:p>
            <a:fld id="{C0E9560A-78B4-504A-9396-2AE516B1349B}" type="slidenum">
              <a:rPr lang="en-US" smtClean="0"/>
              <a:t>60</a:t>
            </a:fld>
            <a:endParaRPr lang="en-US"/>
          </a:p>
        </p:txBody>
      </p:sp>
    </p:spTree>
    <p:extLst>
      <p:ext uri="{BB962C8B-B14F-4D97-AF65-F5344CB8AC3E}">
        <p14:creationId xmlns:p14="http://schemas.microsoft.com/office/powerpoint/2010/main" val="340718360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50E3D-FC91-462D-9D28-ABBF7182C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A1406B-2764-BDC6-E1B3-58C8395E43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172D19-D64E-17ED-E8A0-9932631CE65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472348B-7178-76A9-5F86-474625A470C1}"/>
              </a:ext>
            </a:extLst>
          </p:cNvPr>
          <p:cNvSpPr>
            <a:spLocks noGrp="1"/>
          </p:cNvSpPr>
          <p:nvPr>
            <p:ph type="sldNum" sz="quarter" idx="5"/>
          </p:nvPr>
        </p:nvSpPr>
        <p:spPr/>
        <p:txBody>
          <a:bodyPr/>
          <a:lstStyle/>
          <a:p>
            <a:fld id="{C0E9560A-78B4-504A-9396-2AE516B1349B}" type="slidenum">
              <a:rPr lang="en-US" smtClean="0"/>
              <a:t>61</a:t>
            </a:fld>
            <a:endParaRPr lang="en-US"/>
          </a:p>
        </p:txBody>
      </p:sp>
    </p:spTree>
    <p:extLst>
      <p:ext uri="{BB962C8B-B14F-4D97-AF65-F5344CB8AC3E}">
        <p14:creationId xmlns:p14="http://schemas.microsoft.com/office/powerpoint/2010/main" val="406184796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07B6A-7CA1-B6EB-688B-B9A0D6783D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DE3A0C-3070-D411-B8A5-2D9BA52E61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B0939E-7DDA-1E24-5151-478F0ADA424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47B5652-ED2E-AEC2-0E22-E5FEF3052477}"/>
              </a:ext>
            </a:extLst>
          </p:cNvPr>
          <p:cNvSpPr>
            <a:spLocks noGrp="1"/>
          </p:cNvSpPr>
          <p:nvPr>
            <p:ph type="sldNum" sz="quarter" idx="5"/>
          </p:nvPr>
        </p:nvSpPr>
        <p:spPr/>
        <p:txBody>
          <a:bodyPr/>
          <a:lstStyle/>
          <a:p>
            <a:fld id="{C0E9560A-78B4-504A-9396-2AE516B1349B}" type="slidenum">
              <a:rPr lang="en-US" smtClean="0"/>
              <a:t>62</a:t>
            </a:fld>
            <a:endParaRPr lang="en-US"/>
          </a:p>
        </p:txBody>
      </p:sp>
    </p:spTree>
    <p:extLst>
      <p:ext uri="{BB962C8B-B14F-4D97-AF65-F5344CB8AC3E}">
        <p14:creationId xmlns:p14="http://schemas.microsoft.com/office/powerpoint/2010/main" val="389287114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6D88A-0964-C42F-4B66-C32D96EE5F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563769-A33A-E96E-AEB9-B99E93AFBC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56BF56-257B-E5A5-40CF-703A94213F4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AF69412-59B2-F79D-9A52-34475541C400}"/>
              </a:ext>
            </a:extLst>
          </p:cNvPr>
          <p:cNvSpPr>
            <a:spLocks noGrp="1"/>
          </p:cNvSpPr>
          <p:nvPr>
            <p:ph type="sldNum" sz="quarter" idx="5"/>
          </p:nvPr>
        </p:nvSpPr>
        <p:spPr/>
        <p:txBody>
          <a:bodyPr/>
          <a:lstStyle/>
          <a:p>
            <a:fld id="{C0E9560A-78B4-504A-9396-2AE516B1349B}" type="slidenum">
              <a:rPr lang="en-US" smtClean="0"/>
              <a:t>63</a:t>
            </a:fld>
            <a:endParaRPr lang="en-US"/>
          </a:p>
        </p:txBody>
      </p:sp>
    </p:spTree>
    <p:extLst>
      <p:ext uri="{BB962C8B-B14F-4D97-AF65-F5344CB8AC3E}">
        <p14:creationId xmlns:p14="http://schemas.microsoft.com/office/powerpoint/2010/main" val="243970802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CB56B5-87BC-BAEC-3C2E-FF53F15C71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0D449C-8206-429C-492F-4C766EC291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EAAAD5-4B73-4BB9-7C6C-6C94167F8AE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F3E5972-ED1C-240E-045C-A9BD95C13B26}"/>
              </a:ext>
            </a:extLst>
          </p:cNvPr>
          <p:cNvSpPr>
            <a:spLocks noGrp="1"/>
          </p:cNvSpPr>
          <p:nvPr>
            <p:ph type="sldNum" sz="quarter" idx="5"/>
          </p:nvPr>
        </p:nvSpPr>
        <p:spPr/>
        <p:txBody>
          <a:bodyPr/>
          <a:lstStyle/>
          <a:p>
            <a:fld id="{C0E9560A-78B4-504A-9396-2AE516B1349B}" type="slidenum">
              <a:rPr lang="en-US" smtClean="0"/>
              <a:t>64</a:t>
            </a:fld>
            <a:endParaRPr lang="en-US"/>
          </a:p>
        </p:txBody>
      </p:sp>
    </p:spTree>
    <p:extLst>
      <p:ext uri="{BB962C8B-B14F-4D97-AF65-F5344CB8AC3E}">
        <p14:creationId xmlns:p14="http://schemas.microsoft.com/office/powerpoint/2010/main" val="171702581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E70D5-99ED-19BD-F491-3AB69F800B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F9655-E860-C6C1-D345-9ED54EB95B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CC1E34-357D-6DF3-D30B-E761BE174A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A4251CB-5018-ABB4-9CCF-1A5DC0B8FFD7}"/>
              </a:ext>
            </a:extLst>
          </p:cNvPr>
          <p:cNvSpPr>
            <a:spLocks noGrp="1"/>
          </p:cNvSpPr>
          <p:nvPr>
            <p:ph type="sldNum" sz="quarter" idx="5"/>
          </p:nvPr>
        </p:nvSpPr>
        <p:spPr/>
        <p:txBody>
          <a:bodyPr/>
          <a:lstStyle/>
          <a:p>
            <a:fld id="{C0E9560A-78B4-504A-9396-2AE516B1349B}" type="slidenum">
              <a:rPr lang="en-US" smtClean="0"/>
              <a:t>65</a:t>
            </a:fld>
            <a:endParaRPr lang="en-US"/>
          </a:p>
        </p:txBody>
      </p:sp>
    </p:spTree>
    <p:extLst>
      <p:ext uri="{BB962C8B-B14F-4D97-AF65-F5344CB8AC3E}">
        <p14:creationId xmlns:p14="http://schemas.microsoft.com/office/powerpoint/2010/main" val="128347973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3AAF2-CF65-D2CA-859C-8445E314F2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6A6EFD-BA36-5E39-BC23-7F733454FF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D972B6-1BCD-E1A2-50FF-F0477C38EF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F9F59E-B4D2-D730-9BB1-E50173D46D7F}"/>
              </a:ext>
            </a:extLst>
          </p:cNvPr>
          <p:cNvSpPr>
            <a:spLocks noGrp="1"/>
          </p:cNvSpPr>
          <p:nvPr>
            <p:ph type="sldNum" sz="quarter" idx="5"/>
          </p:nvPr>
        </p:nvSpPr>
        <p:spPr/>
        <p:txBody>
          <a:bodyPr/>
          <a:lstStyle/>
          <a:p>
            <a:fld id="{C0E9560A-78B4-504A-9396-2AE516B1349B}" type="slidenum">
              <a:rPr lang="en-US" smtClean="0"/>
              <a:t>66</a:t>
            </a:fld>
            <a:endParaRPr lang="en-US"/>
          </a:p>
        </p:txBody>
      </p:sp>
    </p:spTree>
    <p:extLst>
      <p:ext uri="{BB962C8B-B14F-4D97-AF65-F5344CB8AC3E}">
        <p14:creationId xmlns:p14="http://schemas.microsoft.com/office/powerpoint/2010/main" val="339175206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F9BDA2A3-0B56-A4BC-FB3E-5478898E2B5F}"/>
              </a:ext>
            </a:extLst>
          </p:cNvPr>
          <p:cNvSpPr>
            <a:spLocks noGrp="1"/>
          </p:cNvSpPr>
          <p:nvPr>
            <p:ph sz="half" idx="1"/>
          </p:nvPr>
        </p:nvSpPr>
        <p:spPr>
          <a:xfrm>
            <a:off x="1371600" y="5486400"/>
            <a:ext cx="9445752" cy="1143000"/>
          </a:xfrm>
        </p:spPr>
        <p:txBody>
          <a:bodyPr/>
          <a:lstStyle>
            <a:lvl1pPr marL="0" indent="0">
              <a:buNone/>
              <a:defRPr sz="2000">
                <a:latin typeface="Arial" panose="020B0604020202020204" pitchFamily="34" charset="0"/>
                <a:cs typeface="Arial" panose="020B0604020202020204" pitchFamily="34" charset="0"/>
              </a:defRPr>
            </a:lvl1pPr>
          </a:lstStyle>
          <a:p>
            <a:pPr lvl="0"/>
            <a:r>
              <a:rPr lang="en-US" dirty="0"/>
              <a:t>Click to edit Master text styles</a:t>
            </a:r>
          </a:p>
        </p:txBody>
      </p:sp>
      <p:sp>
        <p:nvSpPr>
          <p:cNvPr id="2" name="TextBox 1">
            <a:extLst>
              <a:ext uri="{FF2B5EF4-FFF2-40B4-BE49-F238E27FC236}">
                <a16:creationId xmlns:a16="http://schemas.microsoft.com/office/drawing/2014/main" id="{6FE247E9-E990-9201-6897-C677AABE10EC}"/>
              </a:ext>
            </a:extLst>
          </p:cNvPr>
          <p:cNvSpPr txBox="1"/>
          <p:nvPr userDrawn="1"/>
        </p:nvSpPr>
        <p:spPr>
          <a:xfrm>
            <a:off x="270933" y="166629"/>
            <a:ext cx="11650134" cy="523220"/>
          </a:xfrm>
          <a:prstGeom prst="rect">
            <a:avLst/>
          </a:prstGeom>
          <a:noFill/>
        </p:spPr>
        <p:txBody>
          <a:bodyPr wrap="square" rtlCol="0">
            <a:spAutoFit/>
          </a:bodyPr>
          <a:lstStyle/>
          <a:p>
            <a:r>
              <a:rPr lang="en-US" sz="1400" b="1" kern="1200" dirty="0">
                <a:solidFill>
                  <a:schemeClr val="tx1"/>
                </a:solidFill>
                <a:effectLst/>
                <a:latin typeface="+mn-lt"/>
                <a:ea typeface="+mn-ea"/>
                <a:cs typeface="+mn-cs"/>
              </a:rPr>
              <a:t>Killer Sudoku: Zanzibar by </a:t>
            </a:r>
            <a:r>
              <a:rPr lang="en-US" sz="1400" b="1" kern="1200" dirty="0" err="1">
                <a:solidFill>
                  <a:schemeClr val="tx1"/>
                </a:solidFill>
                <a:effectLst/>
                <a:latin typeface="+mn-lt"/>
                <a:ea typeface="+mn-ea"/>
                <a:cs typeface="+mn-cs"/>
              </a:rPr>
              <a:t>CtC</a:t>
            </a:r>
            <a:endParaRPr lang="en-US" sz="1400" b="0" kern="1200" dirty="0">
              <a:solidFill>
                <a:schemeClr val="tx1"/>
              </a:solidFill>
              <a:effectLst/>
              <a:latin typeface="+mn-lt"/>
              <a:ea typeface="+mn-ea"/>
              <a:cs typeface="+mn-cs"/>
            </a:endParaRPr>
          </a:p>
          <a:p>
            <a:r>
              <a:rPr lang="en-US" sz="1400" b="0" kern="1200" dirty="0">
                <a:solidFill>
                  <a:schemeClr val="tx1"/>
                </a:solidFill>
                <a:effectLst/>
                <a:latin typeface="+mn-lt"/>
                <a:ea typeface="+mn-ea"/>
                <a:cs typeface="+mn-cs"/>
              </a:rPr>
              <a:t>Normal sudoku rules apply. Digits in a dotted cage cannot repeat and sum to the total shown.</a:t>
            </a:r>
          </a:p>
        </p:txBody>
      </p:sp>
      <p:pic>
        <p:nvPicPr>
          <p:cNvPr id="5" name="Picture 4">
            <a:extLst>
              <a:ext uri="{FF2B5EF4-FFF2-40B4-BE49-F238E27FC236}">
                <a16:creationId xmlns:a16="http://schemas.microsoft.com/office/drawing/2014/main" id="{537CDD37-4928-2D8A-1AE0-BB5CEBA225E6}"/>
              </a:ext>
            </a:extLst>
          </p:cNvPr>
          <p:cNvPicPr>
            <a:picLocks noChangeAspect="1"/>
          </p:cNvPicPr>
          <p:nvPr userDrawn="1"/>
        </p:nvPicPr>
        <p:blipFill>
          <a:blip r:embed="rId2"/>
          <a:stretch>
            <a:fillRect/>
          </a:stretch>
        </p:blipFill>
        <p:spPr>
          <a:xfrm>
            <a:off x="3164562" y="754781"/>
            <a:ext cx="4543223" cy="4543223"/>
          </a:xfrm>
          <a:prstGeom prst="rect">
            <a:avLst/>
          </a:prstGeom>
        </p:spPr>
      </p:pic>
    </p:spTree>
    <p:extLst>
      <p:ext uri="{BB962C8B-B14F-4D97-AF65-F5344CB8AC3E}">
        <p14:creationId xmlns:p14="http://schemas.microsoft.com/office/powerpoint/2010/main" val="38345137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94743-B086-9A1D-3BE2-DD15285A746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CEFC70-38F9-BD71-579C-1F4DEDA47A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2F92569-D687-F730-54A4-431B655508E3}"/>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8B703A70-2667-EDB6-55AA-33F2B75DF9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08A86A-DF98-B80A-F92A-0243739D268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752018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10CD2-26EC-3693-3584-A1A3B203F12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FE58AA-4CD0-A17C-27E6-209C794D916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64697F3-ACE3-F75F-B6DB-E2EDCB101DDB}"/>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E877B070-E19C-7C7A-25CB-AF7C97F4AB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37F193-7B3D-9447-B9FC-64FB2E720B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609500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894EB-0995-8BC4-1C13-B926701ED8C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BE455E3-AE09-9D5C-4866-DBCAEF2977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C809359-F2A6-099E-D457-FB4976E8B617}"/>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E868D10E-33CC-A61E-F850-633C403F3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E52A36-99CB-F55C-ACC1-D46F4EBF2A8E}"/>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265860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0032E-D76D-01DC-ACC3-A5F6F34C0BB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181452-1F3E-95FB-1DCF-20830E009B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2B7308B-161F-AA81-3B91-25A7195D6A4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7584CB4-2FAA-C87B-0278-FD1F16105A6B}"/>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6" name="Footer Placeholder 5">
            <a:extLst>
              <a:ext uri="{FF2B5EF4-FFF2-40B4-BE49-F238E27FC236}">
                <a16:creationId xmlns:a16="http://schemas.microsoft.com/office/drawing/2014/main" id="{E9EB3548-58B7-CC82-7526-F47EECC631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725728-77DE-9067-C037-0F4A37C618F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3386737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220DA-D412-1E6E-D212-C26FE2AE103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C6D9DE2-8BC9-5CD3-98A2-2F07C05E3F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52FD07-250B-0FD6-7698-EFBA488CF8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AE512E-5E7E-6D45-2D58-1B044598D79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45F8E62-62B7-FF78-DD11-69774DDB6C8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FE82641-31B3-87F3-FC9C-760F5B5EFBC3}"/>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8" name="Footer Placeholder 7">
            <a:extLst>
              <a:ext uri="{FF2B5EF4-FFF2-40B4-BE49-F238E27FC236}">
                <a16:creationId xmlns:a16="http://schemas.microsoft.com/office/drawing/2014/main" id="{175D0B37-C72D-AB40-FC50-0F2BA55DA8C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EC0F554-9EE5-C216-0F66-7B3B4944571D}"/>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91539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396625-DF37-5199-8B5F-0AD4D7EB812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CC992C-BF00-880C-96C0-7042C394ED33}"/>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4" name="Footer Placeholder 3">
            <a:extLst>
              <a:ext uri="{FF2B5EF4-FFF2-40B4-BE49-F238E27FC236}">
                <a16:creationId xmlns:a16="http://schemas.microsoft.com/office/drawing/2014/main" id="{AA390746-6A20-2222-138F-BDCA2EDA12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7D388B-382C-CD6D-1A3B-DE8DF017D387}"/>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259337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A3BC02C-7483-7A7A-5354-1616AA5D5C28}"/>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3" name="Footer Placeholder 2">
            <a:extLst>
              <a:ext uri="{FF2B5EF4-FFF2-40B4-BE49-F238E27FC236}">
                <a16:creationId xmlns:a16="http://schemas.microsoft.com/office/drawing/2014/main" id="{660BC8C8-CDC3-97B6-5888-93197E1549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6C0EB0F-BDCE-E810-451C-168B2B13A2B9}"/>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41323639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63DE7-75FC-0404-38C4-4C8BA62E7B8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496F1FB-D688-5CBE-3F6B-2779251017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E1062-A0F8-7378-6259-452596C601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4FF6140-8766-DC48-76B8-3CCA9AE814CA}"/>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6" name="Footer Placeholder 5">
            <a:extLst>
              <a:ext uri="{FF2B5EF4-FFF2-40B4-BE49-F238E27FC236}">
                <a16:creationId xmlns:a16="http://schemas.microsoft.com/office/drawing/2014/main" id="{A75EF2E7-A2CA-3672-1E8B-91BB705640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F05B17-1A06-FFD4-9DA2-DD17D363CE25}"/>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0434035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4234A-C922-2D66-252C-D286F8F886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A83645-2F0A-288D-3E4A-4B2A0F3993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23567A8-683E-46D7-65F7-FE65B0279F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FF03D4-5799-29C2-B960-ACB1D94C369A}"/>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6" name="Footer Placeholder 5">
            <a:extLst>
              <a:ext uri="{FF2B5EF4-FFF2-40B4-BE49-F238E27FC236}">
                <a16:creationId xmlns:a16="http://schemas.microsoft.com/office/drawing/2014/main" id="{4F4B8BCD-EAE3-2871-51C7-771B7DF075C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75741F1-D331-2192-5F65-9DB5585C4DCB}"/>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1705609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831E0-2506-463B-6A1D-2E997B58E24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4C2888F-D6C9-FAC2-0EB3-EF63307BB1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D9D78B-309E-CCD2-C0DA-8B2E3D16B11A}"/>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49318859-EB6C-DBE7-E231-BD638FBF703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DCCD95-C583-5245-72DF-6AD690D353E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36750675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69EFD7-1358-426B-0140-A202A2D530C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D6D7B90-D96C-BD6E-65E7-55E7D91F25C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CB66A-8728-B88E-C058-E9DC9E0E00A0}"/>
              </a:ext>
            </a:extLst>
          </p:cNvPr>
          <p:cNvSpPr>
            <a:spLocks noGrp="1"/>
          </p:cNvSpPr>
          <p:nvPr>
            <p:ph type="dt" sz="half" idx="10"/>
          </p:nvPr>
        </p:nvSpPr>
        <p:spPr/>
        <p:txBody>
          <a:body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864AFAF8-3C65-F3B5-B108-F27717ECDD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21642F-5721-9D1C-3D1D-6C1ABCC72C93}"/>
              </a:ext>
            </a:extLst>
          </p:cNvPr>
          <p:cNvSpPr>
            <a:spLocks noGrp="1"/>
          </p:cNvSpPr>
          <p:nvPr>
            <p:ph type="sldNum" sz="quarter" idx="12"/>
          </p:nvPr>
        </p:nvSpPr>
        <p:spPr/>
        <p:txBody>
          <a:bodyPr/>
          <a:lstStyle/>
          <a:p>
            <a:fld id="{51F62E73-FB30-9C4C-8DFF-19E2C751B483}" type="slidenum">
              <a:rPr lang="en-US" smtClean="0"/>
              <a:t>‹#›</a:t>
            </a:fld>
            <a:endParaRPr lang="en-US"/>
          </a:p>
        </p:txBody>
      </p:sp>
    </p:spTree>
    <p:extLst>
      <p:ext uri="{BB962C8B-B14F-4D97-AF65-F5344CB8AC3E}">
        <p14:creationId xmlns:p14="http://schemas.microsoft.com/office/powerpoint/2010/main" val="25077431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46A456F-C771-8F4B-C98D-9BDEE57818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D23516-7E50-1256-7BC0-68CAD2D90DC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011502-CDE0-E081-1B9D-874EEBF9B1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9363D2-3164-4145-A578-C91A7CE0BB59}" type="datetimeFigureOut">
              <a:rPr lang="en-US" smtClean="0"/>
              <a:t>10/9/26</a:t>
            </a:fld>
            <a:endParaRPr lang="en-US"/>
          </a:p>
        </p:txBody>
      </p:sp>
      <p:sp>
        <p:nvSpPr>
          <p:cNvPr id="5" name="Footer Placeholder 4">
            <a:extLst>
              <a:ext uri="{FF2B5EF4-FFF2-40B4-BE49-F238E27FC236}">
                <a16:creationId xmlns:a16="http://schemas.microsoft.com/office/drawing/2014/main" id="{9473C5F3-3A43-75DF-E382-0F9630A01C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C1DBE2-D540-2BBE-7791-BE410B8C51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1F62E73-FB30-9C4C-8DFF-19E2C751B483}" type="slidenum">
              <a:rPr lang="en-US" smtClean="0"/>
              <a:t>‹#›</a:t>
            </a:fld>
            <a:endParaRPr lang="en-US"/>
          </a:p>
        </p:txBody>
      </p:sp>
    </p:spTree>
    <p:extLst>
      <p:ext uri="{BB962C8B-B14F-4D97-AF65-F5344CB8AC3E}">
        <p14:creationId xmlns:p14="http://schemas.microsoft.com/office/powerpoint/2010/main" val="1299515533"/>
      </p:ext>
    </p:extLst>
  </p:cSld>
  <p:clrMap bg1="lt1" tx1="dk1" bg2="lt2" tx2="dk2" accent1="accent1" accent2="accent2" accent3="accent3" accent4="accent4" accent5="accent5" accent6="accent6" hlink="hlink" folHlink="folHlink"/>
  <p:sldLayoutIdLst>
    <p:sldLayoutId id="2147483660"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7.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3.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D0A50-E4B8-B9C3-5177-C6AFBE291E5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8EABAD0-26FF-2429-AA3C-799A8664316C}"/>
              </a:ext>
            </a:extLst>
          </p:cNvPr>
          <p:cNvSpPr>
            <a:spLocks noGrp="1"/>
          </p:cNvSpPr>
          <p:nvPr>
            <p:ph sz="half" idx="1"/>
          </p:nvPr>
        </p:nvSpPr>
        <p:spPr/>
        <p:txBody>
          <a:bodyPr/>
          <a:lstStyle/>
          <a:p>
            <a:r>
              <a:rPr lang="en-US" dirty="0"/>
              <a:t>Start.</a:t>
            </a:r>
          </a:p>
        </p:txBody>
      </p:sp>
      <p:pic>
        <p:nvPicPr>
          <p:cNvPr id="4" name="Picture 3" descr="A grid of sudoku puzzle&#10;&#10;Description automatically generated">
            <a:extLst>
              <a:ext uri="{FF2B5EF4-FFF2-40B4-BE49-F238E27FC236}">
                <a16:creationId xmlns:a16="http://schemas.microsoft.com/office/drawing/2014/main" id="{F6091D9C-BB94-C92F-54B6-41DFBD939B5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00F2C2C-B17C-CAE0-2A94-0B0164D60A0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B6A1E27-B0EF-0D2E-77F3-45C5486A13F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6A3FFB8-54B3-D7CD-B299-A02362981388}"/>
              </a:ext>
            </a:extLst>
          </p:cNvPr>
          <p:cNvPicPr>
            <a:picLocks noChangeAspect="1"/>
          </p:cNvPicPr>
          <p:nvPr/>
        </p:nvPicPr>
        <p:blipFill>
          <a:blip r:embed="rId6"/>
          <a:stretch>
            <a:fillRect/>
          </a:stretch>
        </p:blipFill>
        <p:spPr>
          <a:xfrm>
            <a:off x="4584700" y="2311400"/>
            <a:ext cx="0" cy="0"/>
          </a:xfrm>
          <a:prstGeom prst="rect">
            <a:avLst/>
          </a:prstGeom>
        </p:spPr>
      </p:pic>
    </p:spTree>
    <p:extLst>
      <p:ext uri="{BB962C8B-B14F-4D97-AF65-F5344CB8AC3E}">
        <p14:creationId xmlns:p14="http://schemas.microsoft.com/office/powerpoint/2010/main" val="39131366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39817-3105-C01E-C085-7AB3E1A673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C4F1BCD-47A8-C612-F01E-C82246E92EDC}"/>
              </a:ext>
            </a:extLst>
          </p:cNvPr>
          <p:cNvSpPr>
            <a:spLocks noGrp="1"/>
          </p:cNvSpPr>
          <p:nvPr>
            <p:ph sz="half" idx="1"/>
          </p:nvPr>
        </p:nvSpPr>
        <p:spPr/>
        <p:txBody>
          <a:bodyPr/>
          <a:lstStyle/>
          <a:p>
            <a:r>
              <a:rPr lang="en-US" dirty="0"/>
              <a:t>Note that all cages are 5-cages. The only 5-cages with definite content are 15, 16, 34, and 35, and the only one of these present is a 15.</a:t>
            </a:r>
          </a:p>
        </p:txBody>
      </p:sp>
      <p:pic>
        <p:nvPicPr>
          <p:cNvPr id="4" name="Picture 3" descr="A grid of sudoku puzzle&#10;&#10;Description automatically generated">
            <a:extLst>
              <a:ext uri="{FF2B5EF4-FFF2-40B4-BE49-F238E27FC236}">
                <a16:creationId xmlns:a16="http://schemas.microsoft.com/office/drawing/2014/main" id="{87FDE039-A076-E979-2F79-9CFD7FB7FB4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A497349-78DC-6CC0-2461-AF6463EE391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3516881-A9C7-FC8F-DDAD-1C8BE877148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C3B4F0C-EA3B-A619-B656-10AD093C3DF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2CFEDB7-4948-FB9B-E20C-8FE56D8BBC36}"/>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E6E4E82D-21C9-E8D7-6191-1D18C2316CD8}"/>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0E4F2C7B-C82E-6A23-011C-861911C4DA0A}"/>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8E68635C-7837-F423-7C9A-96CA03FA760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CAF6199-4D72-C611-A033-9416B8328000}"/>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Tree>
    <p:extLst>
      <p:ext uri="{BB962C8B-B14F-4D97-AF65-F5344CB8AC3E}">
        <p14:creationId xmlns:p14="http://schemas.microsoft.com/office/powerpoint/2010/main" val="19083173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BA37A-FAE9-0905-51A6-56A069B534A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14C527E-76FD-627C-5E31-4E09786A4AAC}"/>
              </a:ext>
            </a:extLst>
          </p:cNvPr>
          <p:cNvSpPr>
            <a:spLocks noGrp="1"/>
          </p:cNvSpPr>
          <p:nvPr>
            <p:ph sz="half" idx="1"/>
          </p:nvPr>
        </p:nvSpPr>
        <p:spPr/>
        <p:txBody>
          <a:bodyPr/>
          <a:lstStyle/>
          <a:p>
            <a:r>
              <a:rPr lang="en-US" dirty="0"/>
              <a:t>Complete the upper left block.</a:t>
            </a:r>
          </a:p>
        </p:txBody>
      </p:sp>
      <p:pic>
        <p:nvPicPr>
          <p:cNvPr id="4" name="Picture 3" descr="A grid of sudoku puzzle&#10;&#10;Description automatically generated">
            <a:extLst>
              <a:ext uri="{FF2B5EF4-FFF2-40B4-BE49-F238E27FC236}">
                <a16:creationId xmlns:a16="http://schemas.microsoft.com/office/drawing/2014/main" id="{6DB64C2A-A7FB-C106-0E93-024524425C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EE4BBCE-380C-7559-3224-EAB4F770FB2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D5DA388-B1C9-6869-4ED3-C4C9BD94877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944AAF7-0EF0-5268-5B69-55B9B95932A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3AED7E7-C971-1CE7-5209-0D6760104F40}"/>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AF077332-C460-55C6-082B-553C4EBD86C8}"/>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8496ACFF-C20D-9B89-D2B6-97047A77314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EEE73988-4F00-E75B-F112-7EEEDE78BD42}"/>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4FDD659A-BBF2-90BC-5EBF-37169F509759}"/>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2" name="TextBox 11">
            <a:extLst>
              <a:ext uri="{FF2B5EF4-FFF2-40B4-BE49-F238E27FC236}">
                <a16:creationId xmlns:a16="http://schemas.microsoft.com/office/drawing/2014/main" id="{F064EF53-3269-4925-146B-1D50F8B05299}"/>
              </a:ext>
            </a:extLst>
          </p:cNvPr>
          <p:cNvSpPr txBox="1"/>
          <p:nvPr/>
        </p:nvSpPr>
        <p:spPr>
          <a:xfrm>
            <a:off x="3640666" y="901933"/>
            <a:ext cx="570089" cy="230832"/>
          </a:xfrm>
          <a:prstGeom prst="rect">
            <a:avLst/>
          </a:prstGeom>
          <a:noFill/>
        </p:spPr>
        <p:txBody>
          <a:bodyPr wrap="square" rtlCol="0">
            <a:spAutoFit/>
          </a:bodyPr>
          <a:lstStyle/>
          <a:p>
            <a:pPr algn="ctr"/>
            <a:r>
              <a:rPr lang="en-US" sz="900" dirty="0"/>
              <a:t>6789</a:t>
            </a:r>
          </a:p>
        </p:txBody>
      </p:sp>
      <p:sp>
        <p:nvSpPr>
          <p:cNvPr id="13" name="TextBox 12">
            <a:extLst>
              <a:ext uri="{FF2B5EF4-FFF2-40B4-BE49-F238E27FC236}">
                <a16:creationId xmlns:a16="http://schemas.microsoft.com/office/drawing/2014/main" id="{FA5E41B0-2EF3-B0FC-9DB5-D7477B1B212D}"/>
              </a:ext>
            </a:extLst>
          </p:cNvPr>
          <p:cNvSpPr txBox="1"/>
          <p:nvPr/>
        </p:nvSpPr>
        <p:spPr>
          <a:xfrm>
            <a:off x="4143022" y="901933"/>
            <a:ext cx="570089" cy="230832"/>
          </a:xfrm>
          <a:prstGeom prst="rect">
            <a:avLst/>
          </a:prstGeom>
          <a:noFill/>
        </p:spPr>
        <p:txBody>
          <a:bodyPr wrap="square" rtlCol="0">
            <a:spAutoFit/>
          </a:bodyPr>
          <a:lstStyle/>
          <a:p>
            <a:pPr algn="ctr"/>
            <a:r>
              <a:rPr lang="en-US" sz="900" dirty="0"/>
              <a:t>6789</a:t>
            </a:r>
          </a:p>
        </p:txBody>
      </p:sp>
      <p:sp>
        <p:nvSpPr>
          <p:cNvPr id="14" name="TextBox 13">
            <a:extLst>
              <a:ext uri="{FF2B5EF4-FFF2-40B4-BE49-F238E27FC236}">
                <a16:creationId xmlns:a16="http://schemas.microsoft.com/office/drawing/2014/main" id="{5D864F62-2D0F-8254-62AC-E7A50C9F0C6A}"/>
              </a:ext>
            </a:extLst>
          </p:cNvPr>
          <p:cNvSpPr txBox="1"/>
          <p:nvPr/>
        </p:nvSpPr>
        <p:spPr>
          <a:xfrm>
            <a:off x="3640666" y="1903821"/>
            <a:ext cx="570089" cy="230832"/>
          </a:xfrm>
          <a:prstGeom prst="rect">
            <a:avLst/>
          </a:prstGeom>
          <a:noFill/>
        </p:spPr>
        <p:txBody>
          <a:bodyPr wrap="square" rtlCol="0">
            <a:spAutoFit/>
          </a:bodyPr>
          <a:lstStyle/>
          <a:p>
            <a:pPr algn="ctr"/>
            <a:r>
              <a:rPr lang="en-US" sz="900" dirty="0"/>
              <a:t>6789</a:t>
            </a:r>
          </a:p>
        </p:txBody>
      </p:sp>
      <p:sp>
        <p:nvSpPr>
          <p:cNvPr id="15" name="TextBox 14">
            <a:extLst>
              <a:ext uri="{FF2B5EF4-FFF2-40B4-BE49-F238E27FC236}">
                <a16:creationId xmlns:a16="http://schemas.microsoft.com/office/drawing/2014/main" id="{E8608134-1175-A0C7-1469-136276F51A6C}"/>
              </a:ext>
            </a:extLst>
          </p:cNvPr>
          <p:cNvSpPr txBox="1"/>
          <p:nvPr/>
        </p:nvSpPr>
        <p:spPr>
          <a:xfrm>
            <a:off x="3138310" y="1903821"/>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7591941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06937-3D51-59FA-684B-BA061F95C05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295AD47-EF0A-96C8-3ADB-DC74AA3D357D}"/>
              </a:ext>
            </a:extLst>
          </p:cNvPr>
          <p:cNvSpPr>
            <a:spLocks noGrp="1"/>
          </p:cNvSpPr>
          <p:nvPr>
            <p:ph sz="half" idx="1"/>
          </p:nvPr>
        </p:nvSpPr>
        <p:spPr/>
        <p:txBody>
          <a:bodyPr/>
          <a:lstStyle/>
          <a:p>
            <a:r>
              <a:rPr lang="en-US" dirty="0"/>
              <a:t>The portion of [19 in 5] in the upper left block is at least 13 and at most 17.  However, the portion of [19 in 5] in the left center block is at least 6. Given that the cage sum is 19, we must use the least possible in both cases.</a:t>
            </a:r>
          </a:p>
        </p:txBody>
      </p:sp>
      <p:pic>
        <p:nvPicPr>
          <p:cNvPr id="4" name="Picture 3" descr="A grid of sudoku puzzle&#10;&#10;Description automatically generated">
            <a:extLst>
              <a:ext uri="{FF2B5EF4-FFF2-40B4-BE49-F238E27FC236}">
                <a16:creationId xmlns:a16="http://schemas.microsoft.com/office/drawing/2014/main" id="{95A306EF-B784-79B4-CD64-BB3A944F92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CDEBA1A-64A9-D69A-0727-A1DD564438B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973FD2E-9A3F-D3E2-2782-BBE665F4171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547758A-6E1A-D378-110A-E067FBB3932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64EA477-5E04-E207-2163-734367B6D43A}"/>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C87C4E56-4DF2-090C-A606-E678AED451E1}"/>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46F57FCC-5E64-5599-8039-2B2CB66A1C9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2E96AEAF-038E-2BBA-5151-1E4DB7072B0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786B3C05-F7C5-4228-305A-87B6C4B71D9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2" name="TextBox 11">
            <a:extLst>
              <a:ext uri="{FF2B5EF4-FFF2-40B4-BE49-F238E27FC236}">
                <a16:creationId xmlns:a16="http://schemas.microsoft.com/office/drawing/2014/main" id="{91243A9A-2AE8-EA4B-D606-CA51AF21FFB5}"/>
              </a:ext>
            </a:extLst>
          </p:cNvPr>
          <p:cNvSpPr txBox="1"/>
          <p:nvPr/>
        </p:nvSpPr>
        <p:spPr>
          <a:xfrm>
            <a:off x="3640666" y="901933"/>
            <a:ext cx="570089" cy="230832"/>
          </a:xfrm>
          <a:prstGeom prst="rect">
            <a:avLst/>
          </a:prstGeom>
          <a:noFill/>
        </p:spPr>
        <p:txBody>
          <a:bodyPr wrap="square" rtlCol="0">
            <a:spAutoFit/>
          </a:bodyPr>
          <a:lstStyle/>
          <a:p>
            <a:pPr algn="ctr"/>
            <a:r>
              <a:rPr lang="en-US" sz="900" dirty="0"/>
              <a:t>89</a:t>
            </a:r>
          </a:p>
        </p:txBody>
      </p:sp>
      <p:sp>
        <p:nvSpPr>
          <p:cNvPr id="13" name="TextBox 12">
            <a:extLst>
              <a:ext uri="{FF2B5EF4-FFF2-40B4-BE49-F238E27FC236}">
                <a16:creationId xmlns:a16="http://schemas.microsoft.com/office/drawing/2014/main" id="{3887687A-8511-8812-20E7-17B2981E4F77}"/>
              </a:ext>
            </a:extLst>
          </p:cNvPr>
          <p:cNvSpPr txBox="1"/>
          <p:nvPr/>
        </p:nvSpPr>
        <p:spPr>
          <a:xfrm>
            <a:off x="4143022" y="901933"/>
            <a:ext cx="570089" cy="230832"/>
          </a:xfrm>
          <a:prstGeom prst="rect">
            <a:avLst/>
          </a:prstGeom>
          <a:noFill/>
        </p:spPr>
        <p:txBody>
          <a:bodyPr wrap="square" rtlCol="0">
            <a:spAutoFit/>
          </a:bodyPr>
          <a:lstStyle/>
          <a:p>
            <a:pPr algn="ctr"/>
            <a:r>
              <a:rPr lang="en-US" sz="900" dirty="0"/>
              <a:t>98</a:t>
            </a:r>
          </a:p>
        </p:txBody>
      </p:sp>
      <p:sp>
        <p:nvSpPr>
          <p:cNvPr id="14" name="TextBox 13">
            <a:extLst>
              <a:ext uri="{FF2B5EF4-FFF2-40B4-BE49-F238E27FC236}">
                <a16:creationId xmlns:a16="http://schemas.microsoft.com/office/drawing/2014/main" id="{6D8C6DFA-6C10-F292-586B-F923AD6E68F7}"/>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13D9EA5B-82C7-2399-6E9C-832DCE21A9EC}"/>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F532B35-05F2-B7DD-05B4-BDFC71B0385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D5CEBC0-D26E-41F6-5844-A070F07432E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03AF51DB-8169-058F-D7C3-2FC0C5364A88}"/>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Tree>
    <p:extLst>
      <p:ext uri="{BB962C8B-B14F-4D97-AF65-F5344CB8AC3E}">
        <p14:creationId xmlns:p14="http://schemas.microsoft.com/office/powerpoint/2010/main" val="29634599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125A0-48D0-7A43-CE94-E6906948C1C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30AB54-253E-7295-3C27-39B6F4CC7779}"/>
              </a:ext>
            </a:extLst>
          </p:cNvPr>
          <p:cNvSpPr>
            <a:spLocks noGrp="1"/>
          </p:cNvSpPr>
          <p:nvPr>
            <p:ph sz="half" idx="1"/>
          </p:nvPr>
        </p:nvSpPr>
        <p:spPr/>
        <p:txBody>
          <a:bodyPr>
            <a:normAutofit/>
          </a:bodyPr>
          <a:lstStyle/>
          <a:p>
            <a:r>
              <a:rPr lang="en-US" dirty="0"/>
              <a:t>The portion of [18 in 5] in the upper center block is at least 10, and the portion in the upper left block is at least 8. Given that the cage sum is 18, we must use the minimums in both cases.</a:t>
            </a:r>
          </a:p>
        </p:txBody>
      </p:sp>
      <p:pic>
        <p:nvPicPr>
          <p:cNvPr id="4" name="Picture 3" descr="A grid of sudoku puzzle&#10;&#10;Description automatically generated">
            <a:extLst>
              <a:ext uri="{FF2B5EF4-FFF2-40B4-BE49-F238E27FC236}">
                <a16:creationId xmlns:a16="http://schemas.microsoft.com/office/drawing/2014/main" id="{E1CB9EAB-4192-DE8C-08C1-49893FF355B4}"/>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29C7966-2684-16A6-25C0-876FCE4F03B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DBC44FE-BA8C-6FA3-EDE2-2B7C296AF8A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0C3AC6B2-35B0-042C-7FF4-8A036FD2BFE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5180D1C-B156-5A74-F90C-BD4E2DF9EA07}"/>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22B5CB53-0B08-9753-EE73-C73ACA7497A8}"/>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A68A5B31-AF58-F201-EF24-CEBA2501C2A9}"/>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CD03D6FD-A5E2-B1FE-AFD8-AF7C9D1F991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5D37CE4E-9245-B90B-CA07-5B92ED57838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F1EC9EE5-8ED5-F13C-05BA-41187B16AF62}"/>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34F0A667-F05C-C2DB-CF65-A002EEE0B702}"/>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2D1B29B9-80E1-C3B5-F514-DAF7F2AB7E1F}"/>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27D645A-5650-9797-AD93-545A7C2B87C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81549C3-3830-635C-4636-F43A02979250}"/>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904CEBD-5110-7BC5-31CE-4DAA8EA7BEAA}"/>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63C2E9DA-2A90-7E9C-E62A-3ECAE5135A5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FA21FC4-63D2-03FF-B2C8-1BEA1FA52603}"/>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2B647D29-5049-DA10-3124-3BE0FAC43B2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080B03A-6DF8-C637-E483-B82826F61739}"/>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383855DB-7791-6FAC-296E-8ED769226B09}"/>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Tree>
    <p:extLst>
      <p:ext uri="{BB962C8B-B14F-4D97-AF65-F5344CB8AC3E}">
        <p14:creationId xmlns:p14="http://schemas.microsoft.com/office/powerpoint/2010/main" val="18539414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26492-2F55-961F-7073-04B3EA465B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1F1CAB-2901-6B08-2FC2-24C823271768}"/>
              </a:ext>
            </a:extLst>
          </p:cNvPr>
          <p:cNvSpPr>
            <a:spLocks noGrp="1"/>
          </p:cNvSpPr>
          <p:nvPr>
            <p:ph sz="half" idx="1"/>
          </p:nvPr>
        </p:nvSpPr>
        <p:spPr/>
        <p:txBody>
          <a:bodyPr>
            <a:normAutofit/>
          </a:bodyPr>
          <a:lstStyle/>
          <a:p>
            <a:r>
              <a:rPr lang="en-US" dirty="0"/>
              <a:t>The portion of [22 in 5] in the upper center block is at least 18 (567). So, the portion in the upper right block is at most 4 (12 or 13).</a:t>
            </a:r>
          </a:p>
        </p:txBody>
      </p:sp>
      <p:pic>
        <p:nvPicPr>
          <p:cNvPr id="4" name="Picture 3" descr="A grid of sudoku puzzle&#10;&#10;Description automatically generated">
            <a:extLst>
              <a:ext uri="{FF2B5EF4-FFF2-40B4-BE49-F238E27FC236}">
                <a16:creationId xmlns:a16="http://schemas.microsoft.com/office/drawing/2014/main" id="{35CF32A6-869E-50C8-ED44-127C65B52FA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59030CA-719E-9E9A-5BAC-F1EC1CD4E6E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48B06C7-BB8C-9520-AFCB-5600A9CAD1C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426A67F-D418-FE11-C023-5673CB6E40D4}"/>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B23EE16-4952-A2D6-4862-E66D489340A5}"/>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20B00C06-D636-1D9D-68AD-F6A2C123C22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3C9C3EA0-0165-D79F-7C2A-F85B273FBA1F}"/>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462E3156-A7BA-F6DC-53B1-7C6B6FACF769}"/>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1AC86B74-46C1-F852-3D59-44059FD216C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F0A52A2C-4982-44DC-FB9E-E2D0D0667846}"/>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C13A0E7-01A0-6C89-B87F-CCA61807D117}"/>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2D42D0D-0344-4BD5-6860-65B00A94BE2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21ED9CC-31A7-5A36-3D28-4CB445512ACD}"/>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674355D4-180C-1B81-570A-CECDACE734DB}"/>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B7B195E4-592E-7D29-7B4E-4A56BC66B0A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8A79ACB9-DF09-EA2C-84BD-D53BD3131B43}"/>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A59C0D1C-AEB2-4513-3CAB-87F3CAB8F602}"/>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FE453C5C-EEF1-B2DF-B68A-D7F37617C28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E1F5889D-ED85-B5CE-97ED-40356E650532}"/>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1FCB32F-2189-2592-906D-D49691A345C7}"/>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400F1740-CC5A-69DD-F9AF-884594AA6084}"/>
              </a:ext>
            </a:extLst>
          </p:cNvPr>
          <p:cNvSpPr txBox="1"/>
          <p:nvPr/>
        </p:nvSpPr>
        <p:spPr>
          <a:xfrm>
            <a:off x="5147734" y="901933"/>
            <a:ext cx="570089" cy="230832"/>
          </a:xfrm>
          <a:prstGeom prst="rect">
            <a:avLst/>
          </a:prstGeom>
          <a:noFill/>
        </p:spPr>
        <p:txBody>
          <a:bodyPr wrap="square" rtlCol="0">
            <a:spAutoFit/>
          </a:bodyPr>
          <a:lstStyle/>
          <a:p>
            <a:pPr algn="ctr"/>
            <a:r>
              <a:rPr lang="en-US" sz="900" dirty="0"/>
              <a:t>567</a:t>
            </a:r>
          </a:p>
        </p:txBody>
      </p:sp>
      <p:sp>
        <p:nvSpPr>
          <p:cNvPr id="13" name="TextBox 12">
            <a:extLst>
              <a:ext uri="{FF2B5EF4-FFF2-40B4-BE49-F238E27FC236}">
                <a16:creationId xmlns:a16="http://schemas.microsoft.com/office/drawing/2014/main" id="{0957E592-6D10-53E9-C8EB-C72FBD564842}"/>
              </a:ext>
            </a:extLst>
          </p:cNvPr>
          <p:cNvSpPr txBox="1"/>
          <p:nvPr/>
        </p:nvSpPr>
        <p:spPr>
          <a:xfrm>
            <a:off x="5147734" y="1402877"/>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FE09D45E-C88F-3453-99F2-30019E7985D4}"/>
              </a:ext>
            </a:extLst>
          </p:cNvPr>
          <p:cNvSpPr txBox="1"/>
          <p:nvPr/>
        </p:nvSpPr>
        <p:spPr>
          <a:xfrm>
            <a:off x="5650090" y="1402877"/>
            <a:ext cx="570089" cy="230832"/>
          </a:xfrm>
          <a:prstGeom prst="rect">
            <a:avLst/>
          </a:prstGeom>
          <a:noFill/>
        </p:spPr>
        <p:txBody>
          <a:bodyPr wrap="square" rtlCol="0">
            <a:spAutoFit/>
          </a:bodyPr>
          <a:lstStyle/>
          <a:p>
            <a:pPr algn="ctr"/>
            <a:r>
              <a:rPr lang="en-US" sz="900" dirty="0"/>
              <a:t>5678</a:t>
            </a:r>
          </a:p>
        </p:txBody>
      </p:sp>
      <p:sp>
        <p:nvSpPr>
          <p:cNvPr id="26" name="TextBox 25">
            <a:extLst>
              <a:ext uri="{FF2B5EF4-FFF2-40B4-BE49-F238E27FC236}">
                <a16:creationId xmlns:a16="http://schemas.microsoft.com/office/drawing/2014/main" id="{85835514-43C5-7CB1-723C-EAEAF22032D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62983A67-EE03-9C3D-C053-9E7D68695078}"/>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Tree>
    <p:extLst>
      <p:ext uri="{BB962C8B-B14F-4D97-AF65-F5344CB8AC3E}">
        <p14:creationId xmlns:p14="http://schemas.microsoft.com/office/powerpoint/2010/main" val="25832049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90DE2-50C3-1400-524F-557DC079E78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EE876EF-DB1B-DEB5-6A70-572AF81B7CC8}"/>
              </a:ext>
            </a:extLst>
          </p:cNvPr>
          <p:cNvSpPr>
            <a:spLocks noGrp="1"/>
          </p:cNvSpPr>
          <p:nvPr>
            <p:ph sz="half" idx="1"/>
          </p:nvPr>
        </p:nvSpPr>
        <p:spPr/>
        <p:txBody>
          <a:bodyPr>
            <a:normAutofit/>
          </a:bodyPr>
          <a:lstStyle/>
          <a:p>
            <a:r>
              <a:rPr lang="en-US" dirty="0"/>
              <a:t>Last possible 9 in upper center block.</a:t>
            </a:r>
          </a:p>
        </p:txBody>
      </p:sp>
      <p:pic>
        <p:nvPicPr>
          <p:cNvPr id="4" name="Picture 3" descr="A grid of sudoku puzzle&#10;&#10;Description automatically generated">
            <a:extLst>
              <a:ext uri="{FF2B5EF4-FFF2-40B4-BE49-F238E27FC236}">
                <a16:creationId xmlns:a16="http://schemas.microsoft.com/office/drawing/2014/main" id="{EC2EA688-3B04-FD93-DBA7-50E8360F6BE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661C65-CD48-4C1D-462C-E364BF61F40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D511F74-CE43-0003-491D-69B2BC012A7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28121A7-AAFD-DC47-22E8-C0C31594906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3C7EBC9-A154-C42D-EBF8-18CC37529CB3}"/>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B379B19B-1243-D247-9EBE-3CD49A79DAF7}"/>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29DB0474-4943-7D32-3CAF-BBDCDB34ED7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50D1730D-B3CF-0C70-0F95-85D45A540BF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48C0EE91-6CBC-5937-267D-EE5D6CFD35A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D172BBDB-3FBC-C417-52CA-1E0D77145CEA}"/>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9EEC073-9051-4F9E-6530-4354B940DB2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813885F-CC4E-3DFF-7896-745509635A6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424B2EA-703A-40DD-6CDA-4FA309913DB2}"/>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5EC8C30C-B6FF-435A-52E8-4F3D61E0EB8E}"/>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74CD6A66-9898-D395-4277-664CB10412B3}"/>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9D1F596-4C1A-8091-A3D7-BADD79430BD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0BE9A6E-3AC2-11C9-09E2-90864598072A}"/>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993D1686-F864-2C36-309D-E5C260A8726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BE3E3B04-D59E-0A79-1F3E-FAF74620BF9F}"/>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D4DA1747-D862-8178-19F6-2625C1041FA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88FDA00E-D944-1F14-5B2C-57323CE0C2C2}"/>
              </a:ext>
            </a:extLst>
          </p:cNvPr>
          <p:cNvSpPr txBox="1"/>
          <p:nvPr/>
        </p:nvSpPr>
        <p:spPr>
          <a:xfrm>
            <a:off x="5147734" y="901933"/>
            <a:ext cx="570089" cy="230832"/>
          </a:xfrm>
          <a:prstGeom prst="rect">
            <a:avLst/>
          </a:prstGeom>
          <a:noFill/>
        </p:spPr>
        <p:txBody>
          <a:bodyPr wrap="square" rtlCol="0">
            <a:spAutoFit/>
          </a:bodyPr>
          <a:lstStyle/>
          <a:p>
            <a:pPr algn="ctr"/>
            <a:r>
              <a:rPr lang="en-US" sz="900" dirty="0"/>
              <a:t>567</a:t>
            </a:r>
          </a:p>
        </p:txBody>
      </p:sp>
      <p:sp>
        <p:nvSpPr>
          <p:cNvPr id="13" name="TextBox 12">
            <a:extLst>
              <a:ext uri="{FF2B5EF4-FFF2-40B4-BE49-F238E27FC236}">
                <a16:creationId xmlns:a16="http://schemas.microsoft.com/office/drawing/2014/main" id="{607784BC-D65B-5779-C1D0-C13209C1B94D}"/>
              </a:ext>
            </a:extLst>
          </p:cNvPr>
          <p:cNvSpPr txBox="1"/>
          <p:nvPr/>
        </p:nvSpPr>
        <p:spPr>
          <a:xfrm>
            <a:off x="5147734" y="1402877"/>
            <a:ext cx="570089" cy="230832"/>
          </a:xfrm>
          <a:prstGeom prst="rect">
            <a:avLst/>
          </a:prstGeom>
          <a:noFill/>
        </p:spPr>
        <p:txBody>
          <a:bodyPr wrap="square" rtlCol="0">
            <a:spAutoFit/>
          </a:bodyPr>
          <a:lstStyle/>
          <a:p>
            <a:pPr algn="ctr"/>
            <a:r>
              <a:rPr lang="en-US" sz="900" dirty="0"/>
              <a:t>5678</a:t>
            </a:r>
          </a:p>
        </p:txBody>
      </p:sp>
      <p:sp>
        <p:nvSpPr>
          <p:cNvPr id="25" name="TextBox 24">
            <a:extLst>
              <a:ext uri="{FF2B5EF4-FFF2-40B4-BE49-F238E27FC236}">
                <a16:creationId xmlns:a16="http://schemas.microsoft.com/office/drawing/2014/main" id="{D9213C01-47D9-959B-E399-0E79F677241F}"/>
              </a:ext>
            </a:extLst>
          </p:cNvPr>
          <p:cNvSpPr txBox="1"/>
          <p:nvPr/>
        </p:nvSpPr>
        <p:spPr>
          <a:xfrm>
            <a:off x="5650090" y="1402877"/>
            <a:ext cx="570089" cy="230832"/>
          </a:xfrm>
          <a:prstGeom prst="rect">
            <a:avLst/>
          </a:prstGeom>
          <a:noFill/>
        </p:spPr>
        <p:txBody>
          <a:bodyPr wrap="square" rtlCol="0">
            <a:spAutoFit/>
          </a:bodyPr>
          <a:lstStyle/>
          <a:p>
            <a:pPr algn="ctr"/>
            <a:r>
              <a:rPr lang="en-US" sz="900" dirty="0"/>
              <a:t>5678</a:t>
            </a:r>
          </a:p>
        </p:txBody>
      </p:sp>
      <p:sp>
        <p:nvSpPr>
          <p:cNvPr id="26" name="TextBox 25">
            <a:extLst>
              <a:ext uri="{FF2B5EF4-FFF2-40B4-BE49-F238E27FC236}">
                <a16:creationId xmlns:a16="http://schemas.microsoft.com/office/drawing/2014/main" id="{64964B1A-6986-273C-A62F-9DC5D0D1D3D9}"/>
              </a:ext>
            </a:extLst>
          </p:cNvPr>
          <p:cNvSpPr txBox="1"/>
          <p:nvPr/>
        </p:nvSpPr>
        <p:spPr>
          <a:xfrm>
            <a:off x="6152446" y="1402877"/>
            <a:ext cx="570089" cy="230832"/>
          </a:xfrm>
          <a:prstGeom prst="rect">
            <a:avLst/>
          </a:prstGeom>
          <a:noFill/>
        </p:spPr>
        <p:txBody>
          <a:bodyPr wrap="square" rtlCol="0">
            <a:spAutoFit/>
          </a:bodyPr>
          <a:lstStyle/>
          <a:p>
            <a:pPr algn="ctr"/>
            <a:r>
              <a:rPr lang="en-US" sz="900" dirty="0"/>
              <a:t>123</a:t>
            </a:r>
          </a:p>
        </p:txBody>
      </p:sp>
      <p:sp>
        <p:nvSpPr>
          <p:cNvPr id="27" name="TextBox 26">
            <a:extLst>
              <a:ext uri="{FF2B5EF4-FFF2-40B4-BE49-F238E27FC236}">
                <a16:creationId xmlns:a16="http://schemas.microsoft.com/office/drawing/2014/main" id="{994012E7-06FE-E423-8A1C-C54C98A64EE2}"/>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a:t>
            </a:r>
          </a:p>
        </p:txBody>
      </p:sp>
      <p:sp>
        <p:nvSpPr>
          <p:cNvPr id="28" name="TextBox 27">
            <a:extLst>
              <a:ext uri="{FF2B5EF4-FFF2-40B4-BE49-F238E27FC236}">
                <a16:creationId xmlns:a16="http://schemas.microsoft.com/office/drawing/2014/main" id="{6BF6DE5C-F28D-006F-383C-4DCA13E72D7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40586064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0ABCA-3809-0246-B349-1252393F7C4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B94F68-A386-B60E-2648-14D0115DA8D1}"/>
              </a:ext>
            </a:extLst>
          </p:cNvPr>
          <p:cNvSpPr>
            <a:spLocks noGrp="1"/>
          </p:cNvSpPr>
          <p:nvPr>
            <p:ph sz="half" idx="1"/>
          </p:nvPr>
        </p:nvSpPr>
        <p:spPr/>
        <p:txBody>
          <a:bodyPr>
            <a:normAutofit/>
          </a:bodyPr>
          <a:lstStyle/>
          <a:p>
            <a:r>
              <a:rPr lang="en-US" dirty="0"/>
              <a:t>In the upper center block, 8 must be in [22 in 5], leading to this partition between the blocks.</a:t>
            </a:r>
          </a:p>
        </p:txBody>
      </p:sp>
      <p:pic>
        <p:nvPicPr>
          <p:cNvPr id="4" name="Picture 3" descr="A grid of sudoku puzzle&#10;&#10;Description automatically generated">
            <a:extLst>
              <a:ext uri="{FF2B5EF4-FFF2-40B4-BE49-F238E27FC236}">
                <a16:creationId xmlns:a16="http://schemas.microsoft.com/office/drawing/2014/main" id="{F73C8599-4532-6866-5AE7-CEF1DAD0A09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B4A8B3D-2675-1D0A-437F-48DF597B784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39E06DF-997C-CCA7-5303-4C09FC3AA2E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1C75CE7-857E-6072-AD8A-F635643B527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8430C6B-49F9-7156-A020-85699820B946}"/>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C1178A92-234D-946C-F31F-31BC442ED6E9}"/>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4082AE60-B6B6-94D5-D651-6761C3CCCD01}"/>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AB08B265-05E0-39A0-BDDD-0F05C5D9438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2F70EEE-95F3-8DBD-F004-8E4A103B4155}"/>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0EECAB41-0C2C-C6A0-6145-A12784DD42F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A340146-F4B6-06B2-7790-67CB6ED13EF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47372BA-66C2-964B-1388-21FFE11CDAE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418BE1B-36AD-F7BE-19AE-B66E543C231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199B781-4FC8-4359-5A9C-AE53D8F7DEB8}"/>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37283357-914E-2E3A-1751-0644DBA5955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B3B34B6-C7F8-2977-D1D0-FE041A982D1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BB6D64F-2BE2-D169-6A32-2FF0E28B4A94}"/>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EA9D3FF1-7B64-8063-B146-FE73D97ECCF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18DEDED0-FB08-F9C2-10CF-D986A029FF5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1C790EC-B3E5-6061-2540-A348777B0FC7}"/>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19220025-5AB9-8CC9-7A40-AFB0E4869B0C}"/>
              </a:ext>
            </a:extLst>
          </p:cNvPr>
          <p:cNvSpPr txBox="1"/>
          <p:nvPr/>
        </p:nvSpPr>
        <p:spPr>
          <a:xfrm>
            <a:off x="5147734" y="901933"/>
            <a:ext cx="570089" cy="230832"/>
          </a:xfrm>
          <a:prstGeom prst="rect">
            <a:avLst/>
          </a:prstGeom>
          <a:noFill/>
        </p:spPr>
        <p:txBody>
          <a:bodyPr wrap="square" rtlCol="0">
            <a:spAutoFit/>
          </a:bodyPr>
          <a:lstStyle/>
          <a:p>
            <a:pPr algn="ctr"/>
            <a:r>
              <a:rPr lang="en-US" sz="900" dirty="0"/>
              <a:t>56</a:t>
            </a:r>
          </a:p>
        </p:txBody>
      </p:sp>
      <p:sp>
        <p:nvSpPr>
          <p:cNvPr id="13" name="TextBox 12">
            <a:extLst>
              <a:ext uri="{FF2B5EF4-FFF2-40B4-BE49-F238E27FC236}">
                <a16:creationId xmlns:a16="http://schemas.microsoft.com/office/drawing/2014/main" id="{E863AEFE-70C2-ACA2-AD0C-AAAE034E4E8E}"/>
              </a:ext>
            </a:extLst>
          </p:cNvPr>
          <p:cNvSpPr txBox="1"/>
          <p:nvPr/>
        </p:nvSpPr>
        <p:spPr>
          <a:xfrm>
            <a:off x="5147734" y="1402877"/>
            <a:ext cx="570089" cy="230832"/>
          </a:xfrm>
          <a:prstGeom prst="rect">
            <a:avLst/>
          </a:prstGeom>
          <a:noFill/>
        </p:spPr>
        <p:txBody>
          <a:bodyPr wrap="square" rtlCol="0">
            <a:spAutoFit/>
          </a:bodyPr>
          <a:lstStyle/>
          <a:p>
            <a:pPr algn="ctr"/>
            <a:r>
              <a:rPr lang="en-US" sz="900" dirty="0"/>
              <a:t>568</a:t>
            </a:r>
          </a:p>
        </p:txBody>
      </p:sp>
      <p:sp>
        <p:nvSpPr>
          <p:cNvPr id="25" name="TextBox 24">
            <a:extLst>
              <a:ext uri="{FF2B5EF4-FFF2-40B4-BE49-F238E27FC236}">
                <a16:creationId xmlns:a16="http://schemas.microsoft.com/office/drawing/2014/main" id="{B354FA78-DCDB-BE0B-5C75-8DDBEAA2BF1A}"/>
              </a:ext>
            </a:extLst>
          </p:cNvPr>
          <p:cNvSpPr txBox="1"/>
          <p:nvPr/>
        </p:nvSpPr>
        <p:spPr>
          <a:xfrm>
            <a:off x="5650090" y="1402877"/>
            <a:ext cx="570089" cy="230832"/>
          </a:xfrm>
          <a:prstGeom prst="rect">
            <a:avLst/>
          </a:prstGeom>
          <a:noFill/>
        </p:spPr>
        <p:txBody>
          <a:bodyPr wrap="square" rtlCol="0">
            <a:spAutoFit/>
          </a:bodyPr>
          <a:lstStyle/>
          <a:p>
            <a:pPr algn="ctr"/>
            <a:r>
              <a:rPr lang="en-US" sz="900" dirty="0"/>
              <a:t>568</a:t>
            </a:r>
          </a:p>
        </p:txBody>
      </p:sp>
      <p:sp>
        <p:nvSpPr>
          <p:cNvPr id="26" name="TextBox 25">
            <a:extLst>
              <a:ext uri="{FF2B5EF4-FFF2-40B4-BE49-F238E27FC236}">
                <a16:creationId xmlns:a16="http://schemas.microsoft.com/office/drawing/2014/main" id="{24E68C36-128E-9FC3-3ABF-BEB8B6448DD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B037353-58CF-694C-A5B6-16CEE4EF72D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D0A1E4E6-7F53-055D-E29E-83A381704B3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161285A-E81F-D350-CA1D-0129971C343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20927679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DE50FD-D91D-7FFF-0AD9-83C4F5F8028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1EF5E88-82E5-2A25-B49D-3C57E04DE075}"/>
              </a:ext>
            </a:extLst>
          </p:cNvPr>
          <p:cNvSpPr>
            <a:spLocks noGrp="1"/>
          </p:cNvSpPr>
          <p:nvPr>
            <p:ph sz="half" idx="1"/>
          </p:nvPr>
        </p:nvSpPr>
        <p:spPr/>
        <p:txBody>
          <a:bodyPr>
            <a:normAutofit/>
          </a:bodyPr>
          <a:lstStyle/>
          <a:p>
            <a:r>
              <a:rPr lang="en-US" dirty="0"/>
              <a:t>Note 12345/12345/12345/1234/12 quintet in Row 2.</a:t>
            </a:r>
          </a:p>
        </p:txBody>
      </p:sp>
      <p:pic>
        <p:nvPicPr>
          <p:cNvPr id="4" name="Picture 3" descr="A grid of sudoku puzzle&#10;&#10;Description automatically generated">
            <a:extLst>
              <a:ext uri="{FF2B5EF4-FFF2-40B4-BE49-F238E27FC236}">
                <a16:creationId xmlns:a16="http://schemas.microsoft.com/office/drawing/2014/main" id="{4798AB92-50C3-8312-AEB0-6ED21D38445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76A4332-8868-08B6-848A-86A42184B28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777BB1A-248E-E8BF-4C91-563FB417D70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8502956-31D4-AB4E-5231-334B0ED0870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C031104-C416-F534-52C2-15F5967DBF10}"/>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6443D79F-7443-B6CB-AA57-33B55BAC1B8A}"/>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CFC83C45-FE7D-FE6D-76F1-F99C9DC83474}"/>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0244AD7D-A07F-A6F4-875A-1965E3A5AB6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7FB20BF6-9B57-8D9B-70A5-B19F84EF9A3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6A410E4E-E9B9-08EB-24C8-FBB914684A5C}"/>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8DF960FA-70E4-B534-BDD6-0F047AA1079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7D6CB71-E248-B910-2DD6-27DBA30EF006}"/>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EBF3053B-6AF8-3C13-69E1-FBC44A31FAAA}"/>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3FE1FD9C-F65D-A24F-92F3-279984FBD662}"/>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0BAC860-2533-514F-9E02-CD2ABF0BE39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8F1AAC8-CE4F-2261-4A19-EF040643458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54CF6F4-D0F4-FD67-0670-E81C1A844795}"/>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EC292631-C4BD-43A7-530F-4E351197CAF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9C15DAE8-900C-F366-4FF9-FD4BB121802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CC192FEA-C034-7871-CE42-7776120E338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2" name="TextBox 11">
            <a:extLst>
              <a:ext uri="{FF2B5EF4-FFF2-40B4-BE49-F238E27FC236}">
                <a16:creationId xmlns:a16="http://schemas.microsoft.com/office/drawing/2014/main" id="{C3794280-1C79-B54A-AA23-363B1859942A}"/>
              </a:ext>
            </a:extLst>
          </p:cNvPr>
          <p:cNvSpPr txBox="1"/>
          <p:nvPr/>
        </p:nvSpPr>
        <p:spPr>
          <a:xfrm>
            <a:off x="5147734" y="901933"/>
            <a:ext cx="570089" cy="230832"/>
          </a:xfrm>
          <a:prstGeom prst="rect">
            <a:avLst/>
          </a:prstGeom>
          <a:noFill/>
        </p:spPr>
        <p:txBody>
          <a:bodyPr wrap="square" rtlCol="0">
            <a:spAutoFit/>
          </a:bodyPr>
          <a:lstStyle/>
          <a:p>
            <a:pPr algn="ctr"/>
            <a:r>
              <a:rPr lang="en-US" sz="900" dirty="0"/>
              <a:t>56</a:t>
            </a:r>
          </a:p>
        </p:txBody>
      </p:sp>
      <p:sp>
        <p:nvSpPr>
          <p:cNvPr id="13" name="TextBox 12">
            <a:extLst>
              <a:ext uri="{FF2B5EF4-FFF2-40B4-BE49-F238E27FC236}">
                <a16:creationId xmlns:a16="http://schemas.microsoft.com/office/drawing/2014/main" id="{C9EEDD7A-0618-484E-D776-3417722C564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06DC272-60B2-C8E2-931B-340F8D06A037}"/>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56452E2D-1B0C-E09B-C274-A744DF45223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36B1FBF2-C19C-64D6-5902-EA546CC50D83}"/>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D83FA71-7B42-A11A-9E11-E8964A96F2F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ECB68EC6-BC93-C87F-AB4E-C27F69DC6E6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7DDE638-0FF9-F2ED-6845-68E6A3E83C61}"/>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80F272BE-65CA-7EF2-3348-3B468D3D8046}"/>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Tree>
    <p:extLst>
      <p:ext uri="{BB962C8B-B14F-4D97-AF65-F5344CB8AC3E}">
        <p14:creationId xmlns:p14="http://schemas.microsoft.com/office/powerpoint/2010/main" val="8584288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BC393-1ED5-9F22-9CF0-400BD0ACC0F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90405B6-5847-3A8C-5915-2425C17ACED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7D124E8-140B-57F0-BC8F-ACC5E1E098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3831F4F-A746-9C51-EF6B-BD033E170A5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FE447BE-1846-F26C-B14B-A8DC24C9263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80AB50F-6B7D-3749-FA33-572C0AA3D4C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251EFBF-CF69-9399-26F9-88DFB3BD60C0}"/>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a:t>
            </a:r>
          </a:p>
        </p:txBody>
      </p:sp>
      <p:sp>
        <p:nvSpPr>
          <p:cNvPr id="8" name="TextBox 7">
            <a:extLst>
              <a:ext uri="{FF2B5EF4-FFF2-40B4-BE49-F238E27FC236}">
                <a16:creationId xmlns:a16="http://schemas.microsoft.com/office/drawing/2014/main" id="{3C81CA58-E622-0939-0071-0771B78F7E0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290971FE-B523-BCBB-ACFD-4DFCED3531F7}"/>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1F7A54AE-DF34-05C3-658C-BAC1BE7048FB}"/>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F0A0800D-B946-4651-35CE-9E10868CD2D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a:t>
            </a:r>
          </a:p>
        </p:txBody>
      </p:sp>
      <p:sp>
        <p:nvSpPr>
          <p:cNvPr id="14" name="TextBox 13">
            <a:extLst>
              <a:ext uri="{FF2B5EF4-FFF2-40B4-BE49-F238E27FC236}">
                <a16:creationId xmlns:a16="http://schemas.microsoft.com/office/drawing/2014/main" id="{1021DA3C-55D7-9DCA-8C73-6817C4904BA1}"/>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B5D1DECA-5768-FB8E-1E26-40C29A18112D}"/>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2A19635-C9C2-5C56-DC8C-3DC550138CB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F7885A8B-E904-2F7F-47BD-6216A4E33B2F}"/>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07658BDA-F0DA-5D30-A169-DB7F927C5D6A}"/>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6AEFDB63-709B-6486-9FBC-CFCD210C63D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D3588BD-2D45-5AAE-74C8-5523DE589A7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1BD5C15-A524-0743-EAA5-E5797B7C6150}"/>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57B02AF7-9395-3F0E-277F-A2481E20973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138C10D-9A45-079C-B0F3-A93B503FABB9}"/>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810AE14D-4B98-3907-A839-9C5D2786E545}"/>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4A478B8C-53BD-6A29-617C-A79AE5C6BBC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FE7E276-BD70-D322-EAD1-1BAEDA96687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17E05A78-7E4A-9C5E-07C3-7D40CB993DD3}"/>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4938EF7E-DDB3-B704-C433-BF531028D1F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3E300A5-DE8D-B302-1A2A-2868BED20482}"/>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C30B274-DEAF-FA1C-AAC3-347FD871F71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2B14C2D1-25E9-2222-49E5-EA547F30EBE9}"/>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41F74B4D-83C1-005D-919F-42CBD57F3984}"/>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2" name="TextBox 31">
            <a:extLst>
              <a:ext uri="{FF2B5EF4-FFF2-40B4-BE49-F238E27FC236}">
                <a16:creationId xmlns:a16="http://schemas.microsoft.com/office/drawing/2014/main" id="{6C2844EC-3174-C9AF-4083-E15195E1E28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5672401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C8DD92-E251-F7F1-38E1-6165FA96E31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717F9B5-C677-3D11-4B51-F2C970C8042E}"/>
              </a:ext>
            </a:extLst>
          </p:cNvPr>
          <p:cNvSpPr>
            <a:spLocks noGrp="1"/>
          </p:cNvSpPr>
          <p:nvPr>
            <p:ph sz="half" idx="1"/>
          </p:nvPr>
        </p:nvSpPr>
        <p:spPr/>
        <p:txBody>
          <a:bodyPr>
            <a:normAutofit/>
          </a:bodyPr>
          <a:lstStyle/>
          <a:p>
            <a:r>
              <a:rPr lang="en-US" dirty="0"/>
              <a:t>In the upper left block, 5 is in Row 2.</a:t>
            </a:r>
          </a:p>
        </p:txBody>
      </p:sp>
      <p:pic>
        <p:nvPicPr>
          <p:cNvPr id="4" name="Picture 3" descr="A grid of sudoku puzzle&#10;&#10;Description automatically generated">
            <a:extLst>
              <a:ext uri="{FF2B5EF4-FFF2-40B4-BE49-F238E27FC236}">
                <a16:creationId xmlns:a16="http://schemas.microsoft.com/office/drawing/2014/main" id="{8F037AA2-E4BC-E28F-526A-5AF9A78F1D7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233F0FB-E5CB-6154-676B-254678BB215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55C2DE8-9A9C-6A8C-42D5-78848CD7FE7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855C852-0E84-6637-3D63-8A225953C74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42E6786-BEE6-9FAB-FFE1-B13CC03E3A86}"/>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a:t>
            </a:r>
          </a:p>
        </p:txBody>
      </p:sp>
      <p:sp>
        <p:nvSpPr>
          <p:cNvPr id="8" name="TextBox 7">
            <a:extLst>
              <a:ext uri="{FF2B5EF4-FFF2-40B4-BE49-F238E27FC236}">
                <a16:creationId xmlns:a16="http://schemas.microsoft.com/office/drawing/2014/main" id="{DB2E925D-9854-7401-31B4-CBB763010DE9}"/>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1767D572-2B06-2FD3-68FD-6E4E21DCAD97}"/>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2390833F-6454-F899-2282-0121C198E32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7D86FB14-EEAB-D278-F9F4-56700B3BD79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9A500E43-FAE4-83D9-8755-2DE1127258EE}"/>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89929EA2-BD58-CFDA-7E47-467E92C1FE68}"/>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82D6B8C-31FA-7377-8FE3-FF011967CAF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F354FE72-9D85-8DC0-E2B1-9CB2F1C3C66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4F3B09A0-28AB-B5FD-9691-1A555CF4A85B}"/>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F589C152-54BD-1815-4CD1-DEA232B61696}"/>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4A9B827-7EE9-C090-B369-45715CD651D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D3AD495A-8F21-E80D-453E-17F5F9282E2E}"/>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B6E910F1-FF09-4DDF-DC5F-74DFE49B1954}"/>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31416269-50C2-2904-BFF3-92B669108968}"/>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3E0866BB-5782-39E6-70F0-C834A75040F3}"/>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E33F57E6-69AF-8576-FC28-20B96A5DC76D}"/>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26E8DC6-B82C-4951-D48B-7C121BA725BC}"/>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94ED7546-06EC-5028-828C-0AB4B41788E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2641F36C-E645-A89E-3792-41673317EA44}"/>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EA26E1C-609E-12C7-F763-5C525CE5D32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F189A213-5D4B-6ECB-294C-94D356F210E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F576570-E1D3-B13F-3144-0A1233F4EA81}"/>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1" name="TextBox 30">
            <a:extLst>
              <a:ext uri="{FF2B5EF4-FFF2-40B4-BE49-F238E27FC236}">
                <a16:creationId xmlns:a16="http://schemas.microsoft.com/office/drawing/2014/main" id="{CF046CBC-1610-0DAF-A64D-241896A6E505}"/>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2" name="TextBox 31">
            <a:extLst>
              <a:ext uri="{FF2B5EF4-FFF2-40B4-BE49-F238E27FC236}">
                <a16:creationId xmlns:a16="http://schemas.microsoft.com/office/drawing/2014/main" id="{0E2248C9-7327-C685-F060-751F67B03250}"/>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5490429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0B0B32-FF7F-73E9-5615-ACB1DB34368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B84D558-5F26-696C-031D-090FDA4443DF}"/>
              </a:ext>
            </a:extLst>
          </p:cNvPr>
          <p:cNvSpPr>
            <a:spLocks noGrp="1"/>
          </p:cNvSpPr>
          <p:nvPr>
            <p:ph sz="half" idx="1"/>
          </p:nvPr>
        </p:nvSpPr>
        <p:spPr/>
        <p:txBody>
          <a:bodyPr>
            <a:normAutofit/>
          </a:bodyPr>
          <a:lstStyle/>
          <a:p>
            <a:r>
              <a:rPr lang="en-US" dirty="0"/>
              <a:t>Complete Rows 1 and 3.</a:t>
            </a:r>
          </a:p>
        </p:txBody>
      </p:sp>
      <p:pic>
        <p:nvPicPr>
          <p:cNvPr id="4" name="Picture 3" descr="A grid of sudoku puzzle&#10;&#10;Description automatically generated">
            <a:extLst>
              <a:ext uri="{FF2B5EF4-FFF2-40B4-BE49-F238E27FC236}">
                <a16:creationId xmlns:a16="http://schemas.microsoft.com/office/drawing/2014/main" id="{2B2538A1-55DB-3E95-AC3E-B9948FD7D81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57F8A39-5C90-A0B5-9FD8-588D3955CE8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CDE8FAF-DA22-C125-CE2C-2CA566298C6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7C12F03-34CF-2CBA-E5EE-8CB94C16230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AE18A9D-5F59-C294-8FFB-4AE0DD2B1C54}"/>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a:t>
            </a:r>
          </a:p>
        </p:txBody>
      </p:sp>
      <p:sp>
        <p:nvSpPr>
          <p:cNvPr id="8" name="TextBox 7">
            <a:extLst>
              <a:ext uri="{FF2B5EF4-FFF2-40B4-BE49-F238E27FC236}">
                <a16:creationId xmlns:a16="http://schemas.microsoft.com/office/drawing/2014/main" id="{DB3F5D94-2C9F-3316-BB20-D0DE2313B117}"/>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994E1673-8F29-B111-CA36-8FE419D229AC}"/>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3250AA1C-807F-6D37-4BFE-52A3D23CB21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B49B0C5A-1EA7-76A7-5287-F8182F2CAE25}"/>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98F5393C-2433-18E0-8337-8DA7295D05DB}"/>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893E9F75-1B80-6623-CAD3-518D6BD7D503}"/>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DA76E70-1BF8-742D-5BB0-1FD517E3F7D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A53E075-F28A-B687-5D55-982C089D5CE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40467979-FC2C-3DDB-6691-D4C26B0E21A3}"/>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71E9BE01-DEE2-E5D5-E9F1-4F3EA5982B7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8E81F62A-E201-CD2B-607F-4C3282A9C383}"/>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1C4F9B6-185A-1FE5-97F1-C29214A6F6D3}"/>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a:t>
            </a:r>
          </a:p>
        </p:txBody>
      </p:sp>
      <p:sp>
        <p:nvSpPr>
          <p:cNvPr id="22" name="TextBox 21">
            <a:extLst>
              <a:ext uri="{FF2B5EF4-FFF2-40B4-BE49-F238E27FC236}">
                <a16:creationId xmlns:a16="http://schemas.microsoft.com/office/drawing/2014/main" id="{6617700C-C037-4102-64DF-A9DC416F931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7FBFA806-BC3D-CF37-6F47-C71739BB4296}"/>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1ABDD5F2-DA3A-D78A-25C1-A99CC691FD54}"/>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67AA43EE-F30C-8DAE-824E-2787B8CD05B8}"/>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CD02668-9373-74CB-E370-F7670C8F4BA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A37AC03D-9B94-A46B-F4E9-013211E043DF}"/>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CC283B5-26F7-F4B6-7F35-072BC88BD9E3}"/>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5F765BC-68AA-3F03-CC07-27775F19CD7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384F5B06-FE68-BE50-3C3B-E05898F450AB}"/>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91DA1094-5B1A-74A9-1CCA-F3F0C96FBAE8}"/>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78D3EAC1-C596-5B72-239F-00F227AD3028}"/>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2" name="TextBox 31">
            <a:extLst>
              <a:ext uri="{FF2B5EF4-FFF2-40B4-BE49-F238E27FC236}">
                <a16:creationId xmlns:a16="http://schemas.microsoft.com/office/drawing/2014/main" id="{0BC84B85-C4E8-0CC5-81F2-35E581F7C7C9}"/>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661ABC01-7E5D-E314-5793-0E04DED9D7E8}"/>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9ABC2D62-8834-BB2B-146B-7CACBE1CBE9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B0690F4F-A6A3-0739-AA1E-923BB4AA3126}"/>
              </a:ext>
            </a:extLst>
          </p:cNvPr>
          <p:cNvSpPr txBox="1"/>
          <p:nvPr/>
        </p:nvSpPr>
        <p:spPr>
          <a:xfrm>
            <a:off x="6152446" y="901933"/>
            <a:ext cx="570089" cy="230832"/>
          </a:xfrm>
          <a:prstGeom prst="rect">
            <a:avLst/>
          </a:prstGeom>
          <a:noFill/>
        </p:spPr>
        <p:txBody>
          <a:bodyPr wrap="square" rtlCol="0">
            <a:spAutoFit/>
          </a:bodyPr>
          <a:lstStyle/>
          <a:p>
            <a:pPr algn="ctr"/>
            <a:r>
              <a:rPr lang="en-US" sz="900" dirty="0"/>
              <a:t>346</a:t>
            </a:r>
          </a:p>
        </p:txBody>
      </p:sp>
      <p:sp>
        <p:nvSpPr>
          <p:cNvPr id="36" name="TextBox 35">
            <a:extLst>
              <a:ext uri="{FF2B5EF4-FFF2-40B4-BE49-F238E27FC236}">
                <a16:creationId xmlns:a16="http://schemas.microsoft.com/office/drawing/2014/main" id="{66E473AA-5A9A-7882-2DAE-F0853EB3C5E3}"/>
              </a:ext>
            </a:extLst>
          </p:cNvPr>
          <p:cNvSpPr txBox="1"/>
          <p:nvPr/>
        </p:nvSpPr>
        <p:spPr>
          <a:xfrm>
            <a:off x="6654802" y="901933"/>
            <a:ext cx="570089" cy="230832"/>
          </a:xfrm>
          <a:prstGeom prst="rect">
            <a:avLst/>
          </a:prstGeom>
          <a:noFill/>
        </p:spPr>
        <p:txBody>
          <a:bodyPr wrap="square" rtlCol="0">
            <a:spAutoFit/>
          </a:bodyPr>
          <a:lstStyle/>
          <a:p>
            <a:pPr algn="ctr"/>
            <a:r>
              <a:rPr lang="en-US" sz="900" dirty="0"/>
              <a:t>346</a:t>
            </a:r>
          </a:p>
        </p:txBody>
      </p:sp>
      <p:sp>
        <p:nvSpPr>
          <p:cNvPr id="37" name="TextBox 36">
            <a:extLst>
              <a:ext uri="{FF2B5EF4-FFF2-40B4-BE49-F238E27FC236}">
                <a16:creationId xmlns:a16="http://schemas.microsoft.com/office/drawing/2014/main" id="{6169E8F4-2C8A-1361-EC72-DC80C5FA6291}"/>
              </a:ext>
            </a:extLst>
          </p:cNvPr>
          <p:cNvSpPr txBox="1"/>
          <p:nvPr/>
        </p:nvSpPr>
        <p:spPr>
          <a:xfrm>
            <a:off x="7157158" y="901933"/>
            <a:ext cx="570089" cy="230832"/>
          </a:xfrm>
          <a:prstGeom prst="rect">
            <a:avLst/>
          </a:prstGeom>
          <a:noFill/>
        </p:spPr>
        <p:txBody>
          <a:bodyPr wrap="square" rtlCol="0">
            <a:spAutoFit/>
          </a:bodyPr>
          <a:lstStyle/>
          <a:p>
            <a:pPr algn="ctr"/>
            <a:r>
              <a:rPr lang="en-US" sz="900" dirty="0"/>
              <a:t>346</a:t>
            </a:r>
          </a:p>
        </p:txBody>
      </p:sp>
    </p:spTree>
    <p:extLst>
      <p:ext uri="{BB962C8B-B14F-4D97-AF65-F5344CB8AC3E}">
        <p14:creationId xmlns:p14="http://schemas.microsoft.com/office/powerpoint/2010/main" val="1920442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1FECE-9EE2-5209-46CD-E19DAAC9837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0A32DFF-2C67-9C6C-01DC-FF8FA65CF16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3288496-D4BE-722E-449E-2C55C499FA1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859C992-DC84-5D99-2E31-311531DA27D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7329AE9-F703-7D26-373F-193FD9D11A5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B641476-0730-AFD1-06AE-FE348716B5F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D647313-34C2-2A63-8D05-358445F40EEB}"/>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48673273-3C81-87EC-73DE-12A79B87D1F9}"/>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E9B0A7A5-A0CF-D054-9240-90BE40400027}"/>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B489F5AC-BBF2-9AA7-6F17-C2A81D7CFAE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37542421-528B-9468-AC65-12B88CDF156D}"/>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EF46B8A7-B515-3A5D-430E-31E873B78ED4}"/>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09ABFE2E-BC0B-C5A1-D6C6-D8084B2D571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F3F2E1A-3B36-F781-9AF0-2699DA38DF37}"/>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D902DA6-25FA-DA77-3133-4470EB5A7EC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9A882C7-E76D-8403-B221-7F2B0E3C9573}"/>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AEB75C6-CF1C-812B-9C76-250B761539E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590C2FC2-6A6E-BB2F-5834-1B91D59319D5}"/>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C79FECC4-09F1-8D53-95A4-E58ED533858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4515601-7B9B-A5F3-1F92-A4858978E22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11D6E6CB-AFB2-78EB-BD54-60711F2B8DF2}"/>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54C37CF0-7196-08DC-0099-827BE75EE61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2128B618-076E-81C1-781C-48125F8054E1}"/>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06273EB-FD05-2965-A6C2-D63B2D2D1B47}"/>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CA0AC836-77C4-4E34-709C-CB8717FC5FFB}"/>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A454F569-06F3-05E9-5B93-C2DF3E568288}"/>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1BEFC0BA-0069-DC33-5A35-B5C108568CFD}"/>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287D7ABE-15D5-AB13-44BF-3968E51101F9}"/>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233E44E4-B862-BBF3-1AA1-F1F1BC7AAE15}"/>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178F6ABD-4E1D-2A0A-CD77-FC680A1AF72E}"/>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2" name="TextBox 31">
            <a:extLst>
              <a:ext uri="{FF2B5EF4-FFF2-40B4-BE49-F238E27FC236}">
                <a16:creationId xmlns:a16="http://schemas.microsoft.com/office/drawing/2014/main" id="{4673B574-8CB8-F085-25A7-214219F32E4F}"/>
              </a:ext>
            </a:extLst>
          </p:cNvPr>
          <p:cNvSpPr txBox="1"/>
          <p:nvPr/>
        </p:nvSpPr>
        <p:spPr>
          <a:xfrm>
            <a:off x="6654802" y="1402877"/>
            <a:ext cx="570089" cy="230832"/>
          </a:xfrm>
          <a:prstGeom prst="rect">
            <a:avLst/>
          </a:prstGeom>
          <a:noFill/>
        </p:spPr>
        <p:txBody>
          <a:bodyPr wrap="square" rtlCol="0">
            <a:spAutoFit/>
          </a:bodyPr>
          <a:lstStyle/>
          <a:p>
            <a:pPr algn="ctr"/>
            <a:r>
              <a:rPr lang="en-US" sz="900" dirty="0"/>
              <a:t>79</a:t>
            </a:r>
          </a:p>
        </p:txBody>
      </p:sp>
      <p:sp>
        <p:nvSpPr>
          <p:cNvPr id="33" name="TextBox 32">
            <a:extLst>
              <a:ext uri="{FF2B5EF4-FFF2-40B4-BE49-F238E27FC236}">
                <a16:creationId xmlns:a16="http://schemas.microsoft.com/office/drawing/2014/main" id="{7220005E-62C8-4AB8-C9F7-E693023DACC1}"/>
              </a:ext>
            </a:extLst>
          </p:cNvPr>
          <p:cNvSpPr txBox="1"/>
          <p:nvPr/>
        </p:nvSpPr>
        <p:spPr>
          <a:xfrm>
            <a:off x="7157158" y="1402877"/>
            <a:ext cx="570089" cy="230832"/>
          </a:xfrm>
          <a:prstGeom prst="rect">
            <a:avLst/>
          </a:prstGeom>
          <a:noFill/>
        </p:spPr>
        <p:txBody>
          <a:bodyPr wrap="square" rtlCol="0">
            <a:spAutoFit/>
          </a:bodyPr>
          <a:lstStyle/>
          <a:p>
            <a:pPr algn="ctr"/>
            <a:r>
              <a:rPr lang="en-US" sz="900" dirty="0"/>
              <a:t>97</a:t>
            </a:r>
          </a:p>
        </p:txBody>
      </p:sp>
      <p:sp>
        <p:nvSpPr>
          <p:cNvPr id="34" name="TextBox 33">
            <a:extLst>
              <a:ext uri="{FF2B5EF4-FFF2-40B4-BE49-F238E27FC236}">
                <a16:creationId xmlns:a16="http://schemas.microsoft.com/office/drawing/2014/main" id="{D99C2D39-3AE8-F7E3-ED13-5D02EF5FA132}"/>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C8C1ACDE-478E-A659-ED52-48A26123F4E3}"/>
              </a:ext>
            </a:extLst>
          </p:cNvPr>
          <p:cNvSpPr txBox="1"/>
          <p:nvPr/>
        </p:nvSpPr>
        <p:spPr>
          <a:xfrm>
            <a:off x="6152446" y="901933"/>
            <a:ext cx="570089" cy="230832"/>
          </a:xfrm>
          <a:prstGeom prst="rect">
            <a:avLst/>
          </a:prstGeom>
          <a:noFill/>
        </p:spPr>
        <p:txBody>
          <a:bodyPr wrap="square" rtlCol="0">
            <a:spAutoFit/>
          </a:bodyPr>
          <a:lstStyle/>
          <a:p>
            <a:pPr algn="ctr"/>
            <a:r>
              <a:rPr lang="en-US" sz="900" dirty="0"/>
              <a:t>346</a:t>
            </a:r>
          </a:p>
        </p:txBody>
      </p:sp>
      <p:sp>
        <p:nvSpPr>
          <p:cNvPr id="36" name="TextBox 35">
            <a:extLst>
              <a:ext uri="{FF2B5EF4-FFF2-40B4-BE49-F238E27FC236}">
                <a16:creationId xmlns:a16="http://schemas.microsoft.com/office/drawing/2014/main" id="{8776F804-153C-7873-C292-5CCB218D065C}"/>
              </a:ext>
            </a:extLst>
          </p:cNvPr>
          <p:cNvSpPr txBox="1"/>
          <p:nvPr/>
        </p:nvSpPr>
        <p:spPr>
          <a:xfrm>
            <a:off x="6654802" y="901933"/>
            <a:ext cx="570089" cy="230832"/>
          </a:xfrm>
          <a:prstGeom prst="rect">
            <a:avLst/>
          </a:prstGeom>
          <a:noFill/>
        </p:spPr>
        <p:txBody>
          <a:bodyPr wrap="square" rtlCol="0">
            <a:spAutoFit/>
          </a:bodyPr>
          <a:lstStyle/>
          <a:p>
            <a:pPr algn="ctr"/>
            <a:r>
              <a:rPr lang="en-US" sz="900" dirty="0"/>
              <a:t>346</a:t>
            </a:r>
          </a:p>
        </p:txBody>
      </p:sp>
      <p:sp>
        <p:nvSpPr>
          <p:cNvPr id="37" name="TextBox 36">
            <a:extLst>
              <a:ext uri="{FF2B5EF4-FFF2-40B4-BE49-F238E27FC236}">
                <a16:creationId xmlns:a16="http://schemas.microsoft.com/office/drawing/2014/main" id="{4E47FD0F-A136-7B3A-5AC9-F8A0F505A38A}"/>
              </a:ext>
            </a:extLst>
          </p:cNvPr>
          <p:cNvSpPr txBox="1"/>
          <p:nvPr/>
        </p:nvSpPr>
        <p:spPr>
          <a:xfrm>
            <a:off x="7157158" y="901933"/>
            <a:ext cx="570089" cy="230832"/>
          </a:xfrm>
          <a:prstGeom prst="rect">
            <a:avLst/>
          </a:prstGeom>
          <a:noFill/>
        </p:spPr>
        <p:txBody>
          <a:bodyPr wrap="square" rtlCol="0">
            <a:spAutoFit/>
          </a:bodyPr>
          <a:lstStyle/>
          <a:p>
            <a:pPr algn="ctr"/>
            <a:r>
              <a:rPr lang="en-US" sz="900" dirty="0"/>
              <a:t>346</a:t>
            </a:r>
          </a:p>
        </p:txBody>
      </p:sp>
    </p:spTree>
    <p:extLst>
      <p:ext uri="{BB962C8B-B14F-4D97-AF65-F5344CB8AC3E}">
        <p14:creationId xmlns:p14="http://schemas.microsoft.com/office/powerpoint/2010/main" val="18684485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7FF96-5867-1421-00EE-A6CC0FA0D38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2773EDA-A315-6D7D-5CE5-BD0CDF2B380E}"/>
              </a:ext>
            </a:extLst>
          </p:cNvPr>
          <p:cNvSpPr>
            <a:spLocks noGrp="1"/>
          </p:cNvSpPr>
          <p:nvPr>
            <p:ph sz="half" idx="1"/>
          </p:nvPr>
        </p:nvSpPr>
        <p:spPr/>
        <p:txBody>
          <a:bodyPr>
            <a:normAutofit/>
          </a:bodyPr>
          <a:lstStyle/>
          <a:p>
            <a:r>
              <a:rPr lang="en-US" dirty="0"/>
              <a:t>In the upper right block, [27 in 5] -&gt; [14 in 3] as one of 79 and two of 346, which could range from 7 to 10.  To achieve a cage sum of 14, we must take the minimums in both cases.</a:t>
            </a:r>
          </a:p>
        </p:txBody>
      </p:sp>
      <p:pic>
        <p:nvPicPr>
          <p:cNvPr id="4" name="Picture 3" descr="A grid of sudoku puzzle&#10;&#10;Description automatically generated">
            <a:extLst>
              <a:ext uri="{FF2B5EF4-FFF2-40B4-BE49-F238E27FC236}">
                <a16:creationId xmlns:a16="http://schemas.microsoft.com/office/drawing/2014/main" id="{9F3AFDB4-42DC-3558-EA2E-F56A483DA33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C95DD54-108E-BA7E-10D4-88FF31739EF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CE0DDD3-D26D-7B3F-A3A9-DE826DAA4AF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32D859E-9AD1-B9B3-1C0A-A2DA73DA865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B9AE0A2-A1F1-D4CA-2767-BD4347589DF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5FEE441E-8322-A444-59C6-41E09FE5A986}"/>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F21AE3E1-2F9E-9ACE-92A6-3C556E23820F}"/>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FCE68A3D-95D7-CEFB-4929-2272397A3590}"/>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0564DE51-8B7D-D933-EE85-63577F1945B9}"/>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3A6094BD-385A-AEF8-FF81-E5097A9DEE1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A98CEC43-735C-04BA-DC96-ED6CE154C840}"/>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2BFA7F47-C9A2-B637-512D-6EC582BEBA6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A523E281-5C12-6692-662A-8F9FB69A09AB}"/>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EC2BE1D8-E3B0-7187-CF70-E14A04DFDDD6}"/>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4BFAD9DB-6C1B-8961-9E38-A50CCACD4B42}"/>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1B850FA-4463-B043-4AC7-84D4F793617E}"/>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4C20BDE-E3F8-1F84-442F-B22073D79B2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AA91B5C-38AE-AF33-20F1-4D4B90A01EBE}"/>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7F22F35B-98E9-78C4-875F-6F01C41A397E}"/>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2A3BC0BD-9382-978F-A178-73702BF65863}"/>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87CDFAD8-EBB1-6F2A-6765-2A929E315A47}"/>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F6F076C0-E5A9-3EDA-7D06-FAE124FDFDB1}"/>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B53A3E6D-CA2D-7B22-3380-53CEED2F1AE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793D3E7-DB8E-DAF2-AF45-F9A972FC0640}"/>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95ECE81-24BB-2B91-5F19-953B079322B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DDF3E54-18AC-48DB-69EC-19BBD4008BD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406B9EE-592E-7DBF-2C89-0EDC85D30AED}"/>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7F8F6BBE-E2DE-E0A7-FE52-59A1EA4FBE7F}"/>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4E9FCF43-7305-DA49-7A1D-0A228531D287}"/>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0698CF48-7F96-10DB-C102-C415A9DD7EBB}"/>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2FE6694C-2C13-FF17-EDAB-3167515ED65D}"/>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2E502AF9-CB63-A3C4-62C7-427203ED195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345EF43-0A84-40F5-40F1-6B141DE1543A}"/>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454FD94-9E67-A6E9-2C0B-691D3183DA6A}"/>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0390249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76CE0-4C7A-08E9-0988-41477D2FFB7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90D88DF-905A-E603-4988-0D1CF780FF2B}"/>
              </a:ext>
            </a:extLst>
          </p:cNvPr>
          <p:cNvSpPr>
            <a:spLocks noGrp="1"/>
          </p:cNvSpPr>
          <p:nvPr>
            <p:ph sz="half" idx="1"/>
          </p:nvPr>
        </p:nvSpPr>
        <p:spPr/>
        <p:txBody>
          <a:bodyPr>
            <a:normAutofit/>
          </a:bodyPr>
          <a:lstStyle/>
          <a:p>
            <a:r>
              <a:rPr lang="en-US" dirty="0"/>
              <a:t>In the [20 in 5] -&gt; [11 in 4], the remaining four cells must be 1235.</a:t>
            </a:r>
          </a:p>
        </p:txBody>
      </p:sp>
      <p:pic>
        <p:nvPicPr>
          <p:cNvPr id="4" name="Picture 3" descr="A grid of sudoku puzzle&#10;&#10;Description automatically generated">
            <a:extLst>
              <a:ext uri="{FF2B5EF4-FFF2-40B4-BE49-F238E27FC236}">
                <a16:creationId xmlns:a16="http://schemas.microsoft.com/office/drawing/2014/main" id="{3EE36111-7282-4EB9-1AC0-18A1EEB9DF0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B023DEC-9D76-4A6C-7736-902ECA8B6AA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254B0B1-7BCB-BC17-5C8D-8ED4096B3F9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EB7B4A8-97FD-FC0C-2BAF-D38FFC87978C}"/>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53C7A58-17A8-A70E-37AE-0F96E61CB5D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E3971B55-5DAA-0B00-FE47-4EE9CF2F637F}"/>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7A11BF74-3F04-BF6A-7C85-D55748FAE81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15889F88-27EB-E424-3A83-3D8CA3001D1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15D78C00-78BE-E803-D7C6-E4DDF2E0BC8B}"/>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EC5C4646-282A-DB36-9510-2F61CF9D0213}"/>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C70F62F-40A8-83F7-ECE1-9EE495087241}"/>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40A1C22-B391-6D8C-E582-CE4F75B3D0E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D553609C-3920-B4FA-ACE9-A4A8EBC83F8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FC054B2-FC5E-E10F-776D-2D67CF10FBB6}"/>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9FC31B4-AF66-3DC8-AB16-733ABBAEC71E}"/>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CA4E20BF-74AD-BA7D-720D-D373F1E1CC4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B4293D1-D399-604B-743A-0655682473B3}"/>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F6EC5E83-A06F-5913-39ED-1059B1CFB9AF}"/>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D8DBC44-C688-2596-043B-BBEF223E30A1}"/>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4C6F36D5-DF84-B768-B748-FCB987CFFCE9}"/>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7EDB6CD1-4787-5641-0CA2-D9A4AE25C506}"/>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7605B7A-F152-86AF-6878-7803743816E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2ABE9FD-C483-7417-F717-99B9B129967E}"/>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D641135-048D-50FF-B22C-6EC7C25C7978}"/>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A86FD0B3-D73C-02C2-DDA5-1852D660E02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7F77EF3-FF9B-F310-9087-313584C5C96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D2A1BE61-5106-7DA8-EB0F-9CC17F0BB4B5}"/>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B592FA19-C617-98AC-909A-D828A71E759B}"/>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8CDF4AE5-B6B8-71A0-B704-5BFB1796FCB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485DA26C-53ED-1452-24D1-053088F6A944}"/>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384690E9-5DD6-865F-8B75-7388EA7EE35D}"/>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AC7F8D41-CFF5-EA37-C5C6-1DF61854640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DF61E38-9C8C-F548-A863-A98D46864EC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664204E-B707-6E76-D649-A0210D4A67A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2" name="TextBox 31">
            <a:extLst>
              <a:ext uri="{FF2B5EF4-FFF2-40B4-BE49-F238E27FC236}">
                <a16:creationId xmlns:a16="http://schemas.microsoft.com/office/drawing/2014/main" id="{45B75FEA-669D-C9B3-A63C-8225174D8253}"/>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33" name="TextBox 32">
            <a:extLst>
              <a:ext uri="{FF2B5EF4-FFF2-40B4-BE49-F238E27FC236}">
                <a16:creationId xmlns:a16="http://schemas.microsoft.com/office/drawing/2014/main" id="{244DC774-875F-0499-A1C4-3B7032A20E7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37" name="TextBox 36">
            <a:extLst>
              <a:ext uri="{FF2B5EF4-FFF2-40B4-BE49-F238E27FC236}">
                <a16:creationId xmlns:a16="http://schemas.microsoft.com/office/drawing/2014/main" id="{BC9C1790-864C-2C53-A29F-7D4D0D5C64B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0" name="TextBox 39">
            <a:extLst>
              <a:ext uri="{FF2B5EF4-FFF2-40B4-BE49-F238E27FC236}">
                <a16:creationId xmlns:a16="http://schemas.microsoft.com/office/drawing/2014/main" id="{3E51E2F1-2E99-74F3-C192-3ED9A241E0A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1235</a:t>
            </a:r>
          </a:p>
        </p:txBody>
      </p:sp>
    </p:spTree>
    <p:extLst>
      <p:ext uri="{BB962C8B-B14F-4D97-AF65-F5344CB8AC3E}">
        <p14:creationId xmlns:p14="http://schemas.microsoft.com/office/powerpoint/2010/main" val="14518274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619ABF-BCE5-06E5-9BB3-725C2AD5FED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61C9244-EFF1-8499-93FF-C18238ED5F90}"/>
              </a:ext>
            </a:extLst>
          </p:cNvPr>
          <p:cNvSpPr>
            <a:spLocks noGrp="1"/>
          </p:cNvSpPr>
          <p:nvPr>
            <p:ph sz="half" idx="1"/>
          </p:nvPr>
        </p:nvSpPr>
        <p:spPr/>
        <p:txBody>
          <a:bodyPr>
            <a:normAutofit/>
          </a:bodyPr>
          <a:lstStyle/>
          <a:p>
            <a:r>
              <a:rPr lang="en-US" dirty="0"/>
              <a:t>Complete Column 4.</a:t>
            </a:r>
          </a:p>
        </p:txBody>
      </p:sp>
      <p:pic>
        <p:nvPicPr>
          <p:cNvPr id="4" name="Picture 3" descr="A grid of sudoku puzzle&#10;&#10;Description automatically generated">
            <a:extLst>
              <a:ext uri="{FF2B5EF4-FFF2-40B4-BE49-F238E27FC236}">
                <a16:creationId xmlns:a16="http://schemas.microsoft.com/office/drawing/2014/main" id="{5E5D2727-60E4-9086-74AA-281EEC4D27E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C3B01D4-D116-EBAE-57F6-4FFDCB184EC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3C13F2D-832D-2D69-D843-4B7853FA3B6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86AD169-4D42-91D4-DDEB-52313D29343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FA76CBF-1B84-61CE-B413-9A1E1C54C9CB}"/>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339D94E4-D27B-C90E-9530-ABD5AFC111E2}"/>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6C3AFDD4-156B-0830-1CC7-E58F31CC2658}"/>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9603F73A-213C-261B-94A1-625FEA388993}"/>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2FA168D4-80C4-C14C-DCFB-FFA00C47C71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2854A01C-4BA4-67D9-37A6-D4234AD29264}"/>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E2610C2-38E3-3C93-785C-E1179C7EB517}"/>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E064E6E-98C1-FD31-45F9-82EA8C99634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DE87BE1-2FE9-4245-B3C3-73E64759F08F}"/>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4950A3B6-42A5-FE03-86C0-597AA96E55B4}"/>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C87896BC-3C45-E874-B753-AC48FEB4CC4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F89D5AE-4137-6B2B-D5C4-B55FFDC0EDF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F429ED9-867C-67C1-ED68-365A52EEC50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18D2E1A-0F07-37D7-0DF0-36CCBE9806F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3259E08-0352-0822-A6D6-E9ECD39887EF}"/>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9910583-67E8-9FE0-7C8A-F7F89F7D24E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a:t>
            </a:r>
          </a:p>
        </p:txBody>
      </p:sp>
      <p:sp>
        <p:nvSpPr>
          <p:cNvPr id="13" name="TextBox 12">
            <a:extLst>
              <a:ext uri="{FF2B5EF4-FFF2-40B4-BE49-F238E27FC236}">
                <a16:creationId xmlns:a16="http://schemas.microsoft.com/office/drawing/2014/main" id="{D0074A56-30AB-694B-D9C4-747B640A4527}"/>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75D6B99-0A39-D62E-98A6-699784B81702}"/>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9281ECA-2DA3-33A4-1082-379CD70705D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2F75BD2-AAD0-9186-D4D6-17B26C2D111F}"/>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DF24965-A6DB-90E3-B77C-FE48ADE6668D}"/>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D55E1EA-8407-BB8A-F9C9-2F923C001A4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7FCD2013-17EE-40A4-AE53-DB85E28BA03B}"/>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EF059977-0237-D534-4BBC-0E40C9801443}"/>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4BA3B4E0-FDA5-9908-EC5B-CC74EB876E00}"/>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6747A64B-0177-B568-87D4-8D1981338C23}"/>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0DD639C9-FE46-3141-B870-921D3A404E23}"/>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673BACB3-E07C-7BA7-D40E-1EBD5B3C5D9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B50AD61-CD5D-EF1B-19FB-0F226C65ECE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6CD9DE7-FA65-9D0C-FAE0-8A2AA6FF297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2" name="TextBox 31">
            <a:extLst>
              <a:ext uri="{FF2B5EF4-FFF2-40B4-BE49-F238E27FC236}">
                <a16:creationId xmlns:a16="http://schemas.microsoft.com/office/drawing/2014/main" id="{0A8CD98C-4680-788D-3F84-ABA99B5D46D5}"/>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33" name="TextBox 32">
            <a:extLst>
              <a:ext uri="{FF2B5EF4-FFF2-40B4-BE49-F238E27FC236}">
                <a16:creationId xmlns:a16="http://schemas.microsoft.com/office/drawing/2014/main" id="{FB8C06FD-0DC5-10E5-0128-02174C1FDF0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1235</a:t>
            </a:r>
          </a:p>
        </p:txBody>
      </p:sp>
      <p:sp>
        <p:nvSpPr>
          <p:cNvPr id="37" name="TextBox 36">
            <a:extLst>
              <a:ext uri="{FF2B5EF4-FFF2-40B4-BE49-F238E27FC236}">
                <a16:creationId xmlns:a16="http://schemas.microsoft.com/office/drawing/2014/main" id="{064B473E-09CA-CA8D-B494-CE427275CF6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1235</a:t>
            </a:r>
          </a:p>
        </p:txBody>
      </p:sp>
      <p:sp>
        <p:nvSpPr>
          <p:cNvPr id="40" name="TextBox 39">
            <a:extLst>
              <a:ext uri="{FF2B5EF4-FFF2-40B4-BE49-F238E27FC236}">
                <a16:creationId xmlns:a16="http://schemas.microsoft.com/office/drawing/2014/main" id="{0ECD7460-7A87-5AC0-62A5-B44343BF5DA2}"/>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1235</a:t>
            </a:r>
          </a:p>
        </p:txBody>
      </p:sp>
      <p:sp>
        <p:nvSpPr>
          <p:cNvPr id="41" name="TextBox 40">
            <a:extLst>
              <a:ext uri="{FF2B5EF4-FFF2-40B4-BE49-F238E27FC236}">
                <a16:creationId xmlns:a16="http://schemas.microsoft.com/office/drawing/2014/main" id="{62FE0E45-B6D6-DA4A-CDA2-68786045AF32}"/>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B8375B90-A7D5-DF77-9D2D-E828DF067AD3}"/>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9DF456E5-B867-B959-6626-BFF184F15049}"/>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EFC5C421-0B7F-ADEA-AD5D-6A6621A1F217}"/>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40970245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662BC-2131-1344-E49D-45C44FCD536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84D7A2-9F73-EABF-B463-4D3EE1F88144}"/>
              </a:ext>
            </a:extLst>
          </p:cNvPr>
          <p:cNvSpPr>
            <a:spLocks noGrp="1"/>
          </p:cNvSpPr>
          <p:nvPr>
            <p:ph sz="half" idx="1"/>
          </p:nvPr>
        </p:nvSpPr>
        <p:spPr/>
        <p:txBody>
          <a:bodyPr>
            <a:normAutofit/>
          </a:bodyPr>
          <a:lstStyle/>
          <a:p>
            <a:r>
              <a:rPr lang="en-US" dirty="0"/>
              <a:t>In the upper center block, 4 in is Column 4.</a:t>
            </a:r>
          </a:p>
          <a:p>
            <a:r>
              <a:rPr lang="en-US" dirty="0"/>
              <a:t>In the center block, 5 is in Column 5.</a:t>
            </a:r>
          </a:p>
        </p:txBody>
      </p:sp>
      <p:pic>
        <p:nvPicPr>
          <p:cNvPr id="4" name="Picture 3" descr="A grid of sudoku puzzle&#10;&#10;Description automatically generated">
            <a:extLst>
              <a:ext uri="{FF2B5EF4-FFF2-40B4-BE49-F238E27FC236}">
                <a16:creationId xmlns:a16="http://schemas.microsoft.com/office/drawing/2014/main" id="{ACCC8DAB-510A-A34C-CC2D-8C3F4872A73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6C09715-8E84-856A-831A-20E2FD8A045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A624251F-B797-CE91-18FD-A53678C36D1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829E593F-D870-C700-5652-D198DE30DE5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7ED67C2-2194-AE03-43E0-8CDC6D79AB5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08FEFD5F-B304-943E-178D-3E7C98CB9B69}"/>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E6C61923-242D-5436-0C10-5D094C90AD2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E448EB51-74C2-4795-6CBE-049FAE7DFB8B}"/>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CC61404F-E13B-57AC-BBB7-30EDAA151ABE}"/>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0C03FD9E-968A-8CE9-B0AF-EAFA6D030FE5}"/>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D7244302-188F-4E29-813D-4747F0B1AC57}"/>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91EB4AD-008F-E524-6EC6-D3A811AC407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0173EE33-9911-C388-580B-ECA6DB8A2982}"/>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CEB52F93-A827-F985-7780-E7E5FC2DEA89}"/>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7C18C38E-957C-FDC8-7F18-80C73AC695D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A7B7071-1689-C21A-DAFD-6FBB72E4513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9DDAA44-8C4A-E497-C007-3F3B0D1D102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87DA72E4-DB17-4B5D-BAEA-2DCA1B4480B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2F7F5AC-A680-4B93-7144-EA3E5AD52FE7}"/>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FCAC2C6F-027C-A9AE-F30E-DDC5046AE72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9CBC2EA3-67A0-C643-B500-CE742C1F237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72F7193-C5EC-72EE-D80F-49155F378055}"/>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A2B1BA9D-714A-E9E3-DEDB-2DB988DAA11B}"/>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26C18310-2E1B-2F89-700F-63CF3C01397E}"/>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55B87BBE-CDE8-3E2C-C3BE-7B544656756C}"/>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BCE32AC4-B212-9496-0119-5A020959BB8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6EE0B608-0E95-1C0F-EE41-C4EB5F188162}"/>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B2CDACEC-487E-FB2C-728B-565E6F57217E}"/>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F6C2B8DE-5A3B-3474-F945-E85DCD0C3F2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CA534C27-577A-1C06-465B-BAD844D18823}"/>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B638DAE0-D251-8F61-470D-32B496106C4C}"/>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10B534E1-36AE-DF8F-139F-EA85450CA98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11B51957-7735-33B7-B93F-6D16D3754CE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CCF1A3A7-DD05-E9D4-9800-BDCFDCD04D9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2" name="TextBox 31">
            <a:extLst>
              <a:ext uri="{FF2B5EF4-FFF2-40B4-BE49-F238E27FC236}">
                <a16:creationId xmlns:a16="http://schemas.microsoft.com/office/drawing/2014/main" id="{ECA97E39-73DF-3066-1587-CBEE63E378F2}"/>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1235</a:t>
            </a:r>
          </a:p>
        </p:txBody>
      </p:sp>
      <p:sp>
        <p:nvSpPr>
          <p:cNvPr id="33" name="TextBox 32">
            <a:extLst>
              <a:ext uri="{FF2B5EF4-FFF2-40B4-BE49-F238E27FC236}">
                <a16:creationId xmlns:a16="http://schemas.microsoft.com/office/drawing/2014/main" id="{07FAD28E-4C1A-FB69-9495-79F7079EC8F2}"/>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178BD35-7195-F571-9EDC-1E0B6F28837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6965333F-B3E2-AFB9-C1A6-EFB6BF4D653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1235</a:t>
            </a:r>
          </a:p>
        </p:txBody>
      </p:sp>
      <p:sp>
        <p:nvSpPr>
          <p:cNvPr id="41" name="TextBox 40">
            <a:extLst>
              <a:ext uri="{FF2B5EF4-FFF2-40B4-BE49-F238E27FC236}">
                <a16:creationId xmlns:a16="http://schemas.microsoft.com/office/drawing/2014/main" id="{96A73998-3572-C473-7FEA-123A725BA9EB}"/>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0C459789-45AF-83D4-27C9-1910AF0D4BE0}"/>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30855F7A-2EE1-3E50-C9FB-09479D28C94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90C8033A-629F-66F3-3EB1-BC9B72B8452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11776555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CC905-49F1-C0C5-DBFE-7A0594C9BDB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17204DD-D599-A993-4E21-D4299325A21F}"/>
              </a:ext>
            </a:extLst>
          </p:cNvPr>
          <p:cNvSpPr>
            <a:spLocks noGrp="1"/>
          </p:cNvSpPr>
          <p:nvPr>
            <p:ph sz="half" idx="1"/>
          </p:nvPr>
        </p:nvSpPr>
        <p:spPr/>
        <p:txBody>
          <a:bodyPr>
            <a:normAutofit/>
          </a:bodyPr>
          <a:lstStyle/>
          <a:p>
            <a:r>
              <a:rPr lang="en-US" dirty="0"/>
              <a:t>In Row 4, reduce.</a:t>
            </a:r>
          </a:p>
          <a:p>
            <a:r>
              <a:rPr lang="en-US" dirty="0"/>
              <a:t>Then, in the center block, reduce.</a:t>
            </a:r>
          </a:p>
        </p:txBody>
      </p:sp>
      <p:pic>
        <p:nvPicPr>
          <p:cNvPr id="4" name="Picture 3" descr="A grid of sudoku puzzle&#10;&#10;Description automatically generated">
            <a:extLst>
              <a:ext uri="{FF2B5EF4-FFF2-40B4-BE49-F238E27FC236}">
                <a16:creationId xmlns:a16="http://schemas.microsoft.com/office/drawing/2014/main" id="{BBEDA96E-1E9A-EFEB-E44A-F7E59C44BC7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D1352E6F-850C-9E42-722A-9BC2EE0AD53C}"/>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EDAC4F8-9CA2-DB22-E45A-C5A7CA9A229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FA5985F-3480-FBA9-6D8F-C3C3120E23A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10868B4-705A-D1F5-8759-97E88C892528}"/>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45004338-CB8D-8785-76EB-9FA9A38F90FF}"/>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259DA712-37A4-5EFE-E333-9602B339DA6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5E1D2E0C-FDD7-B0C6-60DF-5D7CE0F0678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0BFAAFA1-5B15-87AA-C309-6C4F491F58AB}"/>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16F93CC0-871E-E821-C280-21935C71402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51DD96FB-BD35-6D16-0B6B-12CBAFD2EB70}"/>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D2D60830-5AC7-C1BA-D5F7-1116D53265F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1579CAA-69F2-6BB6-41E2-E263EC399ED6}"/>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1274DE6B-19CF-7A8B-F101-5B948C45AC3A}"/>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3A2B8818-1221-1737-6972-14128E36005E}"/>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E76B3791-4367-51CC-65E0-96F0A458D7A5}"/>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4483ADB-1B75-C30A-229C-5ADE40CD097D}"/>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CF6D58F-399B-36A6-88FC-C197D1E1C1DC}"/>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4C5A9C0-070E-6C49-64DE-C5F857C568F1}"/>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B92D3E38-88F5-2CF9-7F1A-2DA3C015EDB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C781890A-F0F5-53D7-AA2B-2895452D182F}"/>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3D9232CB-EAC2-5F17-FA1A-A83500CA2BE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EC8FBDA-95C0-8DD7-5442-31910C5A646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B44F65E2-8CBD-2692-66CA-296C56D8FFBB}"/>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39C8241-6C07-EC5C-8031-A9AFDE0E464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3953C7A3-1087-562D-A4C1-793EBDBF271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952DFC5E-2443-21E5-2D24-CB59256CD8E1}"/>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7265338F-01AE-61EE-90F6-A04297C9BEE3}"/>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0BD2B42C-1B51-463A-1F1A-E1C881A4E48D}"/>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43EFB3D1-B6D3-1A96-9336-AE662A506B83}"/>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ED3A93D1-20ED-6DDC-3C0B-3A4694C4B7EE}"/>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2E3C64AB-04E9-A81A-6372-B23F7185C298}"/>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A8296E0-ADCA-383C-39C2-243F4BC21BE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EF2CEBF-BE9D-5B63-5740-68F5E45344D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6E9F2E23-FF7E-3EFC-09E6-EE77DFF92B2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CDF21E6F-315D-2331-DAE7-94889FF2DAF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010A151A-A453-EB7C-53BB-626539A63045}"/>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AFF61DA-93D3-E73C-B8D4-595479AA6E09}"/>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A1E500A3-E3BE-B078-26D2-FFA4F89388BE}"/>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91325F10-BF39-F008-F54B-42A97466D5F8}"/>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5FC5B039-508B-43F6-61E7-5325B4F8D8F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6A10D055-7FE1-387C-BAA3-77142245FEB9}"/>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3548489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E6C6B-03EF-3392-8BA4-2E724D68D01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DE14B2-D20C-E7E3-1A8A-7F45F78A9046}"/>
              </a:ext>
            </a:extLst>
          </p:cNvPr>
          <p:cNvSpPr>
            <a:spLocks noGrp="1"/>
          </p:cNvSpPr>
          <p:nvPr>
            <p:ph sz="half" idx="1"/>
          </p:nvPr>
        </p:nvSpPr>
        <p:spPr/>
        <p:txBody>
          <a:bodyPr>
            <a:normAutofit/>
          </a:bodyPr>
          <a:lstStyle/>
          <a:p>
            <a:r>
              <a:rPr lang="en-US" dirty="0"/>
              <a:t>Last remaining places for 123 in Row 6.</a:t>
            </a:r>
          </a:p>
        </p:txBody>
      </p:sp>
      <p:pic>
        <p:nvPicPr>
          <p:cNvPr id="4" name="Picture 3" descr="A grid of sudoku puzzle&#10;&#10;Description automatically generated">
            <a:extLst>
              <a:ext uri="{FF2B5EF4-FFF2-40B4-BE49-F238E27FC236}">
                <a16:creationId xmlns:a16="http://schemas.microsoft.com/office/drawing/2014/main" id="{082A8648-1E09-FAE8-4204-057C3759BD0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24E745D-B23B-6BA1-148B-8ED3706CE8A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AB41CB5-5EEE-84AE-A4B4-8EB4EFD1E90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16A4B4C-28CB-F5B0-41EB-12084C63A44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CD101A8-37B3-E3DB-9B7D-0672D9479F60}"/>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5D43BA81-ADE3-F42C-773F-FD0D728F216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8B76EB50-09EA-EEC8-94A5-114A866A7619}"/>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027CE0FB-510D-F349-64C0-38EEB8BAD4B0}"/>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EDC56B32-628A-6A3C-0763-DEA3A9ADE480}"/>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FC32A9A4-CA29-2E37-E86A-2B1F820B6EF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07ECB672-B14E-403D-86B4-64B54AE0F835}"/>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845E423-E152-66CD-A040-74E1FF64C8E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DB148443-8693-0C64-5735-90D36901519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5955671-F494-6A18-325A-6DD99DBB5EBF}"/>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3E48A0D6-D97F-4248-CBF7-C344C7451F88}"/>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0D4B263-9113-970F-C72D-C87F2BA264B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E37B71DF-818D-3F31-1BAB-D017B764082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5F706A5-AE4D-0DCD-6D9D-11F87D8428B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134F02BA-5AD6-0901-2C3D-77497E18FE9B}"/>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88276D1-1483-00DB-010C-380F7ECCFCC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D75A1238-77C3-12CF-8DC0-6ECA59D373D2}"/>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B8DB67B-F97C-1EF5-4A13-416DAB1E8EE6}"/>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109FBD2E-EDE3-CAB9-0728-910AA435D7A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B7EBBF9-2B41-18F8-3B28-B079E6028D4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EF9378C-947A-EF5C-6843-B749F09E367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E8278E7-16CD-FC43-E7BA-C8CBEDB4F02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495DF3C-2315-6C58-4177-D3165653F729}"/>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CBC46DFE-FEC7-FAB7-2D01-63149FDF7BC4}"/>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BB8D4ED8-5000-93C0-0ED4-5C6BCF4C88FA}"/>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531F4F15-F41A-5C39-E80B-FEF58FA25474}"/>
              </a:ext>
            </a:extLst>
          </p:cNvPr>
          <p:cNvSpPr txBox="1"/>
          <p:nvPr/>
        </p:nvSpPr>
        <p:spPr>
          <a:xfrm>
            <a:off x="6152446" y="901933"/>
            <a:ext cx="570089" cy="230832"/>
          </a:xfrm>
          <a:prstGeom prst="rect">
            <a:avLst/>
          </a:prstGeom>
          <a:noFill/>
        </p:spPr>
        <p:txBody>
          <a:bodyPr wrap="square" rtlCol="0">
            <a:spAutoFit/>
          </a:bodyPr>
          <a:lstStyle/>
          <a:p>
            <a:pPr algn="ctr"/>
            <a:r>
              <a:rPr lang="en-US" sz="900" dirty="0"/>
              <a:t>34</a:t>
            </a:r>
          </a:p>
        </p:txBody>
      </p:sp>
      <p:sp>
        <p:nvSpPr>
          <p:cNvPr id="36" name="TextBox 35">
            <a:extLst>
              <a:ext uri="{FF2B5EF4-FFF2-40B4-BE49-F238E27FC236}">
                <a16:creationId xmlns:a16="http://schemas.microsoft.com/office/drawing/2014/main" id="{384F4A49-65C6-B510-0AC9-1EC3FE066FD9}"/>
              </a:ext>
            </a:extLst>
          </p:cNvPr>
          <p:cNvSpPr txBox="1"/>
          <p:nvPr/>
        </p:nvSpPr>
        <p:spPr>
          <a:xfrm>
            <a:off x="6654802" y="901933"/>
            <a:ext cx="570089" cy="230832"/>
          </a:xfrm>
          <a:prstGeom prst="rect">
            <a:avLst/>
          </a:prstGeom>
          <a:noFill/>
        </p:spPr>
        <p:txBody>
          <a:bodyPr wrap="square" rtlCol="0">
            <a:spAutoFit/>
          </a:bodyPr>
          <a:lstStyle/>
          <a:p>
            <a:pPr algn="ctr"/>
            <a:r>
              <a:rPr lang="en-US" sz="900" dirty="0"/>
              <a:t>43</a:t>
            </a:r>
          </a:p>
        </p:txBody>
      </p:sp>
      <p:sp>
        <p:nvSpPr>
          <p:cNvPr id="12" name="TextBox 11">
            <a:extLst>
              <a:ext uri="{FF2B5EF4-FFF2-40B4-BE49-F238E27FC236}">
                <a16:creationId xmlns:a16="http://schemas.microsoft.com/office/drawing/2014/main" id="{2129455A-1ABE-0087-BD30-70469CB9106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7808EDC-C8DB-D67C-D64D-B4577B04EB4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AC6827C-E772-CDC3-2AAE-548FB26B221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91D8436-62D4-9B05-1C3E-C6F4ADA5EEB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55DCDE2-95E8-4672-0715-6B93E70D199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CBCF4CE-3BAF-11D5-CAD3-5FF7D64D012E}"/>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CA826A3-8310-42B5-02EC-0CC9DAC3ED5D}"/>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83FA9630-7184-C49B-7580-EA971E26538A}"/>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5CFDDBD4-E4DA-BFE1-A978-794D797E01B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BF79F10B-014A-536B-29D6-CD0C3F826EC4}"/>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EC85A20F-C7C4-C54F-2906-DA9439F59059}"/>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D286428-4B40-10BF-37B6-26855583A30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8703C051-EAEB-C5FF-1225-F05BC10E5EEC}"/>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BF8E8B06-4CF1-F4EF-9EBA-C27B5BD04A74}"/>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Tree>
    <p:extLst>
      <p:ext uri="{BB962C8B-B14F-4D97-AF65-F5344CB8AC3E}">
        <p14:creationId xmlns:p14="http://schemas.microsoft.com/office/powerpoint/2010/main" val="7583366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EB74D-70B1-A748-99DB-4F2F65B2385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5812037-3D0E-5212-E6C4-567A0EB60F6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D5F9DF8-BBBE-A5A8-B967-2B2E21BDDE6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86A8675-E8FF-E7D5-4122-001B95A7742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7A04EAF-9F35-B64C-D5A8-7216F7D97B5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2379D79-DDED-8C07-8D38-97E4FD1473B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BC1308D-311E-81F3-A2CF-B5FD73BCA9FB}"/>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D11DF1FE-63B3-1287-8F66-E05780B8ED89}"/>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88577991-1E0A-FA64-CD19-FD99EB00FC9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450066AF-1300-B8D0-ACF4-1D975EE19848}"/>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AA1C0CC4-03FF-52FB-8A4F-135D66DC843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559F2EE1-F8AE-4B1E-68F8-D59FBD0F1680}"/>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709C311-3DF6-916E-9301-9426E74D5C04}"/>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17C9AFF-DD48-5959-8E14-3EE9AFB3E74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EA9F2796-5F36-8092-754D-6A6D32CF979C}"/>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B893641B-9C5A-1E49-939A-1213CBF98A3F}"/>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2D6FF7E5-F5C4-1563-47D4-F82F9ECE4D76}"/>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1E0382F-D791-DEF1-6EA4-F16480A7108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EDD02BE-BEA1-EBB5-A084-A548D3A6EC7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E3B9153-CCDF-0019-DCBA-1D5791B77DE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3816C76-ED45-44D8-E638-41A3357150F7}"/>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6E1F7038-0B7E-46F6-84C5-A72BA36ECD3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50806B1-B9F9-F2EC-CEA0-89B98A29767B}"/>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2BD4912-7C94-CF49-5B18-7B90ABBDF57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61FB29C-36F2-FF92-C02D-FEE4F4C681AE}"/>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5A5C093-668B-FDD2-7C07-DA0F3A93FB4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D6511D7-0A09-0BC9-5725-0DEC64736E0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89237764-D16A-A94F-17C5-04490B4E289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26AF8004-9E6D-B6C8-F186-4F8A1031DCA6}"/>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3CE91A8E-A91F-2927-4AEE-24FE5D2E5789}"/>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5F88E8A9-A54D-D04B-2D44-AAFAD4A98485}"/>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8D68B54-4932-DEFD-B5D9-F9BC43C7491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75BD9C4-1EA5-DE9C-E39A-3DE970C10AA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D9ACEA3-6140-E36F-2E03-5B63C9A2630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87E421DC-8FFB-ED8E-A2BA-60EC5C88EE1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71BBDBC-6EA2-C700-8E83-6BDA722E7EC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89D10B1C-17A9-5B3A-E7FC-36CA2FB601ED}"/>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59F4EAA3-ED1F-ECC3-A4DE-A5F9CDFB9DB1}"/>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4AA70291-93F9-CE6C-532A-B397815E341E}"/>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5AD8F706-2E33-812D-CF56-7CB2A8A5A6EF}"/>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43E7DBB9-6506-C442-8ECA-757761F30D3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0647D15C-9047-A8FB-9AFC-AD0F97A391E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4982A02-6344-76CD-0E91-C5033F1A01B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4756322-5297-01CA-6EC5-D0E823383470}"/>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1995EDEA-B43A-C398-166C-EA8778364448}"/>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8BC51BD5-38AE-78A5-2EED-641FF1ACCC1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2029B5A-F00E-C11E-CD07-745DD977EA3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Tree>
    <p:extLst>
      <p:ext uri="{BB962C8B-B14F-4D97-AF65-F5344CB8AC3E}">
        <p14:creationId xmlns:p14="http://schemas.microsoft.com/office/powerpoint/2010/main" val="19252502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FFBFC-FDA7-3365-D2F0-439E7505E37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C99835-FBB2-427E-2202-1B6DBCBBE749}"/>
              </a:ext>
            </a:extLst>
          </p:cNvPr>
          <p:cNvSpPr>
            <a:spLocks noGrp="1"/>
          </p:cNvSpPr>
          <p:nvPr>
            <p:ph sz="half" idx="1"/>
          </p:nvPr>
        </p:nvSpPr>
        <p:spPr/>
        <p:txBody>
          <a:bodyPr>
            <a:normAutofit/>
          </a:bodyPr>
          <a:lstStyle/>
          <a:p>
            <a:r>
              <a:rPr lang="en-US" dirty="0"/>
              <a:t>[25 in 5, no 1, 2] -&gt; [22 in 4, no 1, 2, 3] must be 4567</a:t>
            </a:r>
          </a:p>
        </p:txBody>
      </p:sp>
      <p:pic>
        <p:nvPicPr>
          <p:cNvPr id="4" name="Picture 3" descr="A grid of sudoku puzzle&#10;&#10;Description automatically generated">
            <a:extLst>
              <a:ext uri="{FF2B5EF4-FFF2-40B4-BE49-F238E27FC236}">
                <a16:creationId xmlns:a16="http://schemas.microsoft.com/office/drawing/2014/main" id="{D9FE6608-3F19-28E7-EB98-631A2003B0E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CBE062B-42BF-C37D-B6D9-AF45CF516A0D}"/>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2A0CCFA-0214-4E56-872E-C1F5DF98450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81B8141-6212-09E6-AE55-9DE49476451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3874F1-A5DA-A1F8-CBC4-9EC9F1AA487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254C2C59-FE23-24C9-28D0-00CF1CABA387}"/>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E51F38BA-F9DA-D2CA-121B-990FF8880A2D}"/>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57C541A9-D369-E608-EA90-97368766CF8B}"/>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0426881B-C659-36E8-D756-2924781DA6CF}"/>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14E7FE7B-35C2-0DDC-F7F7-E9DF2C78E609}"/>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1A7351B-8FE6-744F-9BA9-1E003B85D8D6}"/>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91F551E-9197-D055-0D95-DFE674606322}"/>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0B0A5EC-0931-7721-4451-7EBB23D621F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3AE35F51-F98B-1322-7208-7A9C6DC8C02F}"/>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5F457A3E-FADF-511A-5499-5AC564CD6A16}"/>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00D7A08-2DAB-73F8-4876-6E98FB211DC6}"/>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0A1C8BF-9C88-A3D0-62A2-139368DD904B}"/>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BCB97A42-BFFE-2D4F-AC15-0E63C1E3BE7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51A0425C-C6F1-5101-22B1-84EA0E020DA0}"/>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A74601A-AF12-006B-6AEF-6F025A46933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EFDE201-D384-2AB0-5246-B610F266B33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0E48DA08-8B65-26D4-D572-AE597FBCA01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715442FF-1E01-C577-A0D7-7399D50F8EEE}"/>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6FC30E4-169F-1F36-9424-D5271E44050B}"/>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9AEAE1C-202E-EDA0-D210-534A4B8B34D5}"/>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EC3A788-3C9A-CC5C-6739-691A4DF9593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A5116A60-B4FE-2750-3623-F4BA6A1717A2}"/>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FF606538-D4EC-1E45-CEC2-85E32542FC03}"/>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557E7F15-5889-AF33-E021-F79BE1A901BA}"/>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2A8A73B-AF65-837F-E9A5-8F1B22F4DDC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FAADD25-5584-CFE2-6D78-E8342E44A52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6646B39-4F49-BA16-040F-9798D1F5CAE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522F8462-813C-C0AE-ECD8-1F2C03A8540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0CCF236-F806-6922-BAE4-1055726BA884}"/>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E972DF8-6BE9-8AE3-7FA6-E89874FE0456}"/>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2C986E32-6F11-1576-DD9C-2FA198C93EAF}"/>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10C8E8DE-D06A-4CD6-4B36-C963E06356E4}"/>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CED10A65-0D26-6170-B075-A69DD0D9B1D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2A5DF6BF-BAEF-39F4-BED7-1D87DF02C60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275FA4EB-0A16-8837-717F-0C18B7FB0594}"/>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D89D04C-A0B0-5117-F418-852754E15FB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795BCDE1-9EED-A20C-AF03-81ECC57BA06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2B1F5EEE-8E2D-639D-239F-2B688535BDC0}"/>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6DEAA630-D874-6B46-1DDF-29156E70BFBC}"/>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925EF45-6485-898D-918F-0411BF3B80E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5" name="TextBox 34">
            <a:extLst>
              <a:ext uri="{FF2B5EF4-FFF2-40B4-BE49-F238E27FC236}">
                <a16:creationId xmlns:a16="http://schemas.microsoft.com/office/drawing/2014/main" id="{56BD3DD9-B60E-E385-E90A-89712C6A9AFA}"/>
              </a:ext>
            </a:extLst>
          </p:cNvPr>
          <p:cNvSpPr txBox="1"/>
          <p:nvPr/>
        </p:nvSpPr>
        <p:spPr>
          <a:xfrm>
            <a:off x="6152446" y="2404765"/>
            <a:ext cx="570089" cy="230832"/>
          </a:xfrm>
          <a:prstGeom prst="rect">
            <a:avLst/>
          </a:prstGeom>
          <a:noFill/>
        </p:spPr>
        <p:txBody>
          <a:bodyPr wrap="square" rtlCol="0">
            <a:spAutoFit/>
          </a:bodyPr>
          <a:lstStyle/>
          <a:p>
            <a:pPr algn="ctr"/>
            <a:r>
              <a:rPr lang="en-US" sz="900" dirty="0"/>
              <a:t>4567</a:t>
            </a:r>
          </a:p>
        </p:txBody>
      </p:sp>
      <p:sp>
        <p:nvSpPr>
          <p:cNvPr id="36" name="TextBox 35">
            <a:extLst>
              <a:ext uri="{FF2B5EF4-FFF2-40B4-BE49-F238E27FC236}">
                <a16:creationId xmlns:a16="http://schemas.microsoft.com/office/drawing/2014/main" id="{D3EE7E30-593B-B5CE-FBEC-DD5374418FAC}"/>
              </a:ext>
            </a:extLst>
          </p:cNvPr>
          <p:cNvSpPr txBox="1"/>
          <p:nvPr/>
        </p:nvSpPr>
        <p:spPr>
          <a:xfrm>
            <a:off x="6654802" y="2404765"/>
            <a:ext cx="570089" cy="230832"/>
          </a:xfrm>
          <a:prstGeom prst="rect">
            <a:avLst/>
          </a:prstGeom>
          <a:noFill/>
        </p:spPr>
        <p:txBody>
          <a:bodyPr wrap="square" rtlCol="0">
            <a:spAutoFit/>
          </a:bodyPr>
          <a:lstStyle/>
          <a:p>
            <a:pPr algn="ctr"/>
            <a:r>
              <a:rPr lang="en-US" sz="900" dirty="0"/>
              <a:t>4567</a:t>
            </a:r>
          </a:p>
        </p:txBody>
      </p:sp>
      <p:sp>
        <p:nvSpPr>
          <p:cNvPr id="50" name="TextBox 49">
            <a:extLst>
              <a:ext uri="{FF2B5EF4-FFF2-40B4-BE49-F238E27FC236}">
                <a16:creationId xmlns:a16="http://schemas.microsoft.com/office/drawing/2014/main" id="{08932A95-E87C-7771-E01C-E3EA453AE512}"/>
              </a:ext>
            </a:extLst>
          </p:cNvPr>
          <p:cNvSpPr txBox="1"/>
          <p:nvPr/>
        </p:nvSpPr>
        <p:spPr>
          <a:xfrm>
            <a:off x="6152446" y="2905709"/>
            <a:ext cx="570089" cy="230832"/>
          </a:xfrm>
          <a:prstGeom prst="rect">
            <a:avLst/>
          </a:prstGeom>
          <a:noFill/>
        </p:spPr>
        <p:txBody>
          <a:bodyPr wrap="square" rtlCol="0">
            <a:spAutoFit/>
          </a:bodyPr>
          <a:lstStyle/>
          <a:p>
            <a:pPr algn="ctr"/>
            <a:r>
              <a:rPr lang="en-US" sz="900" dirty="0"/>
              <a:t>4567</a:t>
            </a:r>
          </a:p>
        </p:txBody>
      </p:sp>
      <p:sp>
        <p:nvSpPr>
          <p:cNvPr id="51" name="TextBox 50">
            <a:extLst>
              <a:ext uri="{FF2B5EF4-FFF2-40B4-BE49-F238E27FC236}">
                <a16:creationId xmlns:a16="http://schemas.microsoft.com/office/drawing/2014/main" id="{09FBAFF8-EEFA-D648-B83E-E43F957E52F2}"/>
              </a:ext>
            </a:extLst>
          </p:cNvPr>
          <p:cNvSpPr txBox="1"/>
          <p:nvPr/>
        </p:nvSpPr>
        <p:spPr>
          <a:xfrm>
            <a:off x="5650090" y="3406653"/>
            <a:ext cx="570089" cy="230832"/>
          </a:xfrm>
          <a:prstGeom prst="rect">
            <a:avLst/>
          </a:prstGeom>
          <a:noFill/>
        </p:spPr>
        <p:txBody>
          <a:bodyPr wrap="square" rtlCol="0">
            <a:spAutoFit/>
          </a:bodyPr>
          <a:lstStyle/>
          <a:p>
            <a:pPr algn="ctr"/>
            <a:r>
              <a:rPr lang="en-US" sz="900" dirty="0"/>
              <a:t>4567</a:t>
            </a:r>
          </a:p>
        </p:txBody>
      </p:sp>
    </p:spTree>
    <p:extLst>
      <p:ext uri="{BB962C8B-B14F-4D97-AF65-F5344CB8AC3E}">
        <p14:creationId xmlns:p14="http://schemas.microsoft.com/office/powerpoint/2010/main" val="40951560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C7756-A725-0C00-6E08-E2BEAC04C54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93E77E7-2D96-D977-F956-E51E569A685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06D5D4E-3DB6-A687-36A5-F27CC083AD2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80458AE-0002-0490-0232-D0671479BB4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0416402F-BEDA-2A7D-2467-65A7796064B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FDA1193-4780-E05A-377B-F1B6C1AAD38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C0E39DD-A39F-DF6E-5011-04E4C0BD651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461AEB94-CDC9-B0AE-AC7C-7DD9A3831BDE}"/>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7D7354B7-C3D0-3AC0-D580-04BB09BDB597}"/>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FEFFD619-E73B-3C22-0A71-2D86991FA653}"/>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70B6AD85-B86B-3D29-219E-364A43B2F76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AE672DCA-0D37-5671-158D-75A75778F31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D8143B49-FCD2-74B6-018E-7F7E61AFFFB1}"/>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D62D6B8-8496-0448-E3C2-7B85B42CE97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9ED9EFC-1A90-C6FA-22C4-533264F0475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30523C3-DA41-294F-28AF-F70A26C29A12}"/>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943FD8D-A32E-FE9F-83FD-AA2C4F5E5263}"/>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1AAE3A6-238C-8A77-9F0E-52E2373A32FF}"/>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06298F4-FB81-D4ED-96D6-683C71D1D22C}"/>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CF12179-8BA1-4B30-FE3B-16A74302033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305C900E-F62F-38B8-4721-B51F041EADCB}"/>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8DF75D6C-954F-1A85-B947-C560B8E4F44C}"/>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3DE72117-2FB2-DA40-1783-6132C200841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4E52230-FDD4-D082-5053-97B8744132B4}"/>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A953D02C-606A-0F9F-3F18-E34664CB383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B076037-8896-2B86-08C6-9F1A5364562E}"/>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7129727A-3881-A85F-D65E-0AAF45DFDE5D}"/>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9907238-AD4F-2CF2-F9BD-69AB39A0455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BF665414-549E-1DCB-3E47-75BDDF7373C1}"/>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5D176C77-5303-181D-4988-85C21560A4B0}"/>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EC275A2A-5A36-EF24-6C51-8D480DC7990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C1479F1-54C2-98B3-DA6E-60D86226BC5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BCF521F9-7B25-6E56-35B9-C097E0410844}"/>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74ACEDD-A0BA-9B39-E9EC-FB707458660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EDE851D3-CC2A-0B53-E7B6-C672D2C56F0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61C4706-462A-BC6B-0F7D-868F0B6739C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FB2E985D-03BE-86F9-D366-5CCCFEF3603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F9A0AB9-E40D-3CA3-7FAB-E9A50807C29C}"/>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57454EB-2E56-B157-CC10-5F2BC1685208}"/>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901FF29C-B5F4-0016-4DE6-E31B1B163C2C}"/>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9C7872B0-EA9A-34F5-9D9D-648269FFD9B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262B1B2B-F25D-1F32-9181-C0BE0C740606}"/>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FED127C6-2EFD-A657-1B3B-5AC4F864F697}"/>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FD78FFA3-3CB0-75DB-9DA8-E3CF31E3D928}"/>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553C5FA-C6C1-4004-C91F-F0BE0E7CBCCE}"/>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B4AE9092-6030-E631-380B-D1273A7347F1}"/>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F05F5AD-2F95-955D-A954-8572540BC68B}"/>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21B7DEFD-0FA1-0CF8-628A-3BCA6CD6A062}"/>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6A22E712-CD60-B7D7-8D9F-5491E9B9F610}"/>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360A9443-931F-653D-2D3C-1C2463CAFC7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A1403437-E707-487A-06D3-87F4511F8E32}"/>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13820624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A98056-E1DC-0AB3-3B2F-F910BF3FC06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670D25C-BDCA-F8C0-4BFC-4AA47C8488E6}"/>
              </a:ext>
            </a:extLst>
          </p:cNvPr>
          <p:cNvSpPr>
            <a:spLocks noGrp="1"/>
          </p:cNvSpPr>
          <p:nvPr>
            <p:ph sz="half" idx="1"/>
          </p:nvPr>
        </p:nvSpPr>
        <p:spPr/>
        <p:txBody>
          <a:bodyPr>
            <a:normAutofit/>
          </a:bodyPr>
          <a:lstStyle/>
          <a:p>
            <a:r>
              <a:rPr lang="en-US" dirty="0"/>
              <a:t>Last possible 9 in right center block.</a:t>
            </a:r>
          </a:p>
        </p:txBody>
      </p:sp>
      <p:pic>
        <p:nvPicPr>
          <p:cNvPr id="4" name="Picture 3" descr="A grid of sudoku puzzle&#10;&#10;Description automatically generated">
            <a:extLst>
              <a:ext uri="{FF2B5EF4-FFF2-40B4-BE49-F238E27FC236}">
                <a16:creationId xmlns:a16="http://schemas.microsoft.com/office/drawing/2014/main" id="{874C831E-3D26-DE30-082A-D1CE9B8BB74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F3A681D-464E-F652-AEE4-1DC61892F83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B3EF84B-2EA2-364D-6ED1-12279AB6CE6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ED414C6-FC61-7393-2C07-54082145F2C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FFB9AC2-5ADB-E462-C7BB-3C94649D040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740FF8CF-AA0C-8FDE-A1BD-E498026588F2}"/>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81B90434-EF67-4DAE-9875-E47EF6A27360}"/>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D9269357-DC50-10EE-6BF2-E9530005C0D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696138D4-E3DA-DBBF-A17B-21E56291034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FEFEEF31-FDF3-7B88-C017-30AD582F6C99}"/>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54DEC99A-0566-3821-E767-978DB982BC9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E3F5EB4-EF74-FC16-8B72-8FE9E158363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B829BAC-2D59-2ABC-3805-5EDAE1C2AC5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EA9E647B-5818-2B08-22A8-6CAC17BB911C}"/>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19E7AD7B-51FE-7A6F-4B01-4EF527080D8A}"/>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C712A1A3-2E05-6FD3-D43D-C3253FCC5C4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8CEE029-0670-88C4-E734-50D135E23B1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BF60B7D9-1B47-0D11-6313-2974AD88D06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D7DBA125-5920-A386-10C6-10F6F4444B58}"/>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EBBEA0F-C787-00B6-9889-BCEFFB5D5F8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8AB1B1F-86DD-0F62-C9FA-356B2C006B74}"/>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47E4E06-FF3D-CC73-61D8-A05FC5C9E9D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F0DA8D7D-52BA-0899-C777-25419E86E57F}"/>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D070358-07A4-E0EB-B0C6-52F95EAA0A53}"/>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99EDE39-561D-399A-59BF-81CE0336EA82}"/>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260E8CB-B8C9-66FB-83D2-8A9217B8FC5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B945C993-01BF-62D0-9D9A-B55A833A58A5}"/>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1451A0B9-1FA5-A798-3330-4E27BF02C7A6}"/>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AC72BAD7-67C0-660B-4ED9-77F71D7C9E2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108C3E3-1EEC-9096-5B59-DCCA9516C85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E39DF95-0E0E-DE3E-43E7-A1DFC81DC7CA}"/>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2ABB77D-C703-5398-6D8E-3119E416F2D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77ECFF4C-5425-F4B7-CA0F-DF7A4449255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7840F096-79B1-277E-2CD4-9C92E6BB986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8395C776-369A-4FF4-F797-982AA4D15D7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48CCBE9-EB4E-97F3-215C-9B0C18AD6B58}"/>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92385CB-8448-C96D-3705-5F665ABFC3A6}"/>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3B44E471-F46D-0CBF-84C8-DABFC9F6C4F7}"/>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5417F2F1-BA12-2A3C-82EB-368F81C9DE7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B8DC8060-DBA6-3EEB-F261-4E927E193A37}"/>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252CBFD5-845E-F3C1-611E-5AFE6CC4AB73}"/>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074A94AF-FF44-8D20-704B-42E2B115BED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764266B-660F-443E-82CC-B35CA0CF69A1}"/>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AAB37E0E-94FA-F8C6-2110-31B5952017B7}"/>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9F4DE70-06B4-2795-4E40-5164E4C99F4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F3B1D228-F540-35F7-582E-FB6A81E1A24D}"/>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76776232-F1B3-9598-AAE5-971CAD61C56D}"/>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F53BCF6C-D992-A4A1-5141-E8B8C38C1C1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CF180D62-C24B-81FD-ED4B-18509C76D3D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0B571E07-0732-19FE-B514-43AA62A8EAC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32233333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9FF1D6-07CE-64D4-1DCC-7E8ED2343E1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6A41EBE-D764-5299-4A8A-E5414B9FB59B}"/>
              </a:ext>
            </a:extLst>
          </p:cNvPr>
          <p:cNvSpPr>
            <a:spLocks noGrp="1"/>
          </p:cNvSpPr>
          <p:nvPr>
            <p:ph sz="half" idx="1"/>
          </p:nvPr>
        </p:nvSpPr>
        <p:spPr/>
        <p:txBody>
          <a:bodyPr>
            <a:normAutofit/>
          </a:bodyPr>
          <a:lstStyle/>
          <a:p>
            <a:r>
              <a:rPr lang="en-US" dirty="0"/>
              <a:t>Complete Column 7.</a:t>
            </a:r>
          </a:p>
        </p:txBody>
      </p:sp>
      <p:pic>
        <p:nvPicPr>
          <p:cNvPr id="4" name="Picture 3" descr="A grid of sudoku puzzle&#10;&#10;Description automatically generated">
            <a:extLst>
              <a:ext uri="{FF2B5EF4-FFF2-40B4-BE49-F238E27FC236}">
                <a16:creationId xmlns:a16="http://schemas.microsoft.com/office/drawing/2014/main" id="{D3DC9983-61C3-B8F0-1FC6-38C54D08794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F89070B-69C0-6DB3-A3CE-2C329A348A2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F59009A-EC63-98D7-C037-9F34DB66B31E}"/>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1F70C8E-C49D-B7C7-C24A-0D069F0011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F1C0624-C859-7EFF-4891-1EA7606DA66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F7DB6953-2386-80ED-5F8D-3EFB140DD304}"/>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986F0965-1CE6-DE0D-02FE-AFA2CA186A2F}"/>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D6ADA878-253A-5880-DD02-700DBB9EC233}"/>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8B3170FE-4FBC-5104-ED67-49D7CEF62111}"/>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56E11100-B832-2342-7E79-0CE43A4ACD91}"/>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39DF1C17-CBAF-7557-444D-95512A38D648}"/>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8B21591-F84D-153E-2FC2-B6F2AB78179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FF88A9C4-7B6B-92CA-7B96-58B31F7E256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96D47B65-8B0E-4C0B-9DAC-7294F606EB40}"/>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0817B32-EAE4-B5CA-E534-DB7D7E345EB5}"/>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11C6C42C-CD78-DC2A-D7E9-99514247DE9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DF828F8A-2E45-88BB-D63B-02A74699C55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D80D222-2E1F-3695-F5C9-A91D4E779835}"/>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9F3BCBD0-AC65-29F7-1DE8-57DF51C60951}"/>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2D9361EA-8AFA-5AC4-6E61-5C65D68B45F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3F9AF00D-233C-9CA7-3588-7E5225BE4DB3}"/>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946F117-B387-C754-3FF0-DAEAB07FFC56}"/>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DF044F85-4C00-083B-57B7-DB38AC37BEC3}"/>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CB7FFA80-323C-48AB-8426-960539070AAF}"/>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EC2EBD6-9FC8-C68F-C586-35B4287714FC}"/>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C640D30-10BE-22A4-3FC2-15D14200BA1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DA94DAF2-82E7-91BD-4A20-1061B3B59F4C}"/>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222C0612-21C9-4418-D1F8-5CA0B74BE1FA}"/>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3D728058-C567-A25D-0197-E70D0F931E0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7C32B5A-5BC4-26A9-95C5-68B74B35C24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7E6DC84B-C87D-50F1-B9C6-50098CED199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425CAC2-1088-E9F7-257C-91D531A78AD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00A13A8-7B7D-927A-9A5E-4C03CD7EB12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C3A8A0F4-B3E4-FB7D-3A3F-03BC8AA3A8F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363FB290-5309-1929-5315-AD452B301572}"/>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AE6E3BF-4C13-AB15-DA55-060CEA995075}"/>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36B152F7-6AB6-A1D9-B868-7CE60CF8F0F4}"/>
              </a:ext>
            </a:extLst>
          </p:cNvPr>
          <p:cNvSpPr txBox="1"/>
          <p:nvPr/>
        </p:nvSpPr>
        <p:spPr>
          <a:xfrm>
            <a:off x="4645378" y="3907597"/>
            <a:ext cx="570089" cy="230832"/>
          </a:xfrm>
          <a:prstGeom prst="rect">
            <a:avLst/>
          </a:prstGeom>
          <a:noFill/>
        </p:spPr>
        <p:txBody>
          <a:bodyPr wrap="square" rtlCol="0">
            <a:spAutoFit/>
          </a:bodyPr>
          <a:lstStyle/>
          <a:p>
            <a:pPr algn="ctr"/>
            <a:r>
              <a:rPr lang="en-US" sz="900" dirty="0"/>
              <a:t>6789</a:t>
            </a:r>
          </a:p>
        </p:txBody>
      </p:sp>
      <p:sp>
        <p:nvSpPr>
          <p:cNvPr id="43" name="TextBox 42">
            <a:extLst>
              <a:ext uri="{FF2B5EF4-FFF2-40B4-BE49-F238E27FC236}">
                <a16:creationId xmlns:a16="http://schemas.microsoft.com/office/drawing/2014/main" id="{05C49DB0-B880-D2AC-7271-BAE2B91E4603}"/>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F23F7F1E-6C12-869A-5463-006A3641902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CB332A38-B6D6-DA57-3969-1091B9E54011}"/>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74B2F8E8-ACF3-43F1-9C1C-7FDC0FF54B56}"/>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374C9979-504B-D683-9DE7-FDA94EA49C14}"/>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AF5214C6-5AFA-A2A2-0AC2-ACA235623BC9}"/>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FD2A6977-D840-6CF0-2394-689E7AF57ABF}"/>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40E44E1-5D32-A665-B890-92A36F7C9162}"/>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CF2E5116-3CFC-602B-D80C-BA04E65DA27B}"/>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5D8DC271-EE66-AB6D-4E6A-1AD210FCD897}"/>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171A392D-9C6E-DB02-FA29-C6B9B19D9DA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CD9FF779-A15D-6695-A362-016FECF2469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35" name="TextBox 34">
            <a:extLst>
              <a:ext uri="{FF2B5EF4-FFF2-40B4-BE49-F238E27FC236}">
                <a16:creationId xmlns:a16="http://schemas.microsoft.com/office/drawing/2014/main" id="{8FC73902-4453-EC25-FEBA-5AA7CA46AB61}"/>
              </a:ext>
            </a:extLst>
          </p:cNvPr>
          <p:cNvSpPr txBox="1"/>
          <p:nvPr/>
        </p:nvSpPr>
        <p:spPr>
          <a:xfrm>
            <a:off x="6152446" y="3907597"/>
            <a:ext cx="570089" cy="230832"/>
          </a:xfrm>
          <a:prstGeom prst="rect">
            <a:avLst/>
          </a:prstGeom>
          <a:noFill/>
        </p:spPr>
        <p:txBody>
          <a:bodyPr wrap="square" rtlCol="0">
            <a:spAutoFit/>
          </a:bodyPr>
          <a:lstStyle/>
          <a:p>
            <a:pPr algn="ctr"/>
            <a:r>
              <a:rPr lang="en-US" sz="900" dirty="0"/>
              <a:t>68</a:t>
            </a:r>
          </a:p>
        </p:txBody>
      </p:sp>
      <p:sp>
        <p:nvSpPr>
          <p:cNvPr id="50" name="TextBox 49">
            <a:extLst>
              <a:ext uri="{FF2B5EF4-FFF2-40B4-BE49-F238E27FC236}">
                <a16:creationId xmlns:a16="http://schemas.microsoft.com/office/drawing/2014/main" id="{0422410D-D15E-04EB-0E32-6ABD70FE069B}"/>
              </a:ext>
            </a:extLst>
          </p:cNvPr>
          <p:cNvSpPr txBox="1"/>
          <p:nvPr/>
        </p:nvSpPr>
        <p:spPr>
          <a:xfrm>
            <a:off x="6152446" y="4408541"/>
            <a:ext cx="570089" cy="230832"/>
          </a:xfrm>
          <a:prstGeom prst="rect">
            <a:avLst/>
          </a:prstGeom>
          <a:noFill/>
        </p:spPr>
        <p:txBody>
          <a:bodyPr wrap="square" rtlCol="0">
            <a:spAutoFit/>
          </a:bodyPr>
          <a:lstStyle/>
          <a:p>
            <a:pPr algn="ctr"/>
            <a:r>
              <a:rPr lang="en-US" sz="900" dirty="0"/>
              <a:t>689</a:t>
            </a:r>
          </a:p>
        </p:txBody>
      </p:sp>
      <p:sp>
        <p:nvSpPr>
          <p:cNvPr id="54" name="TextBox 53">
            <a:extLst>
              <a:ext uri="{FF2B5EF4-FFF2-40B4-BE49-F238E27FC236}">
                <a16:creationId xmlns:a16="http://schemas.microsoft.com/office/drawing/2014/main" id="{0B56A261-0F19-B64E-4C38-39A1DB2786B3}"/>
              </a:ext>
            </a:extLst>
          </p:cNvPr>
          <p:cNvSpPr txBox="1"/>
          <p:nvPr/>
        </p:nvSpPr>
        <p:spPr>
          <a:xfrm>
            <a:off x="6152446" y="4909484"/>
            <a:ext cx="570089" cy="230832"/>
          </a:xfrm>
          <a:prstGeom prst="rect">
            <a:avLst/>
          </a:prstGeom>
          <a:noFill/>
        </p:spPr>
        <p:txBody>
          <a:bodyPr wrap="square" rtlCol="0">
            <a:spAutoFit/>
          </a:bodyPr>
          <a:lstStyle/>
          <a:p>
            <a:pPr algn="ctr"/>
            <a:r>
              <a:rPr lang="en-US" sz="900" dirty="0"/>
              <a:t>689</a:t>
            </a:r>
          </a:p>
        </p:txBody>
      </p:sp>
      <p:sp>
        <p:nvSpPr>
          <p:cNvPr id="58" name="TextBox 57">
            <a:extLst>
              <a:ext uri="{FF2B5EF4-FFF2-40B4-BE49-F238E27FC236}">
                <a16:creationId xmlns:a16="http://schemas.microsoft.com/office/drawing/2014/main" id="{3563BA5D-8D89-1A1B-DDA6-77888607014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9695648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1C7B80-14F0-C46D-C3C9-666A9B9C998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371B87F-0888-EE6B-3A08-E16EDE6FACA1}"/>
              </a:ext>
            </a:extLst>
          </p:cNvPr>
          <p:cNvSpPr>
            <a:spLocks noGrp="1"/>
          </p:cNvSpPr>
          <p:nvPr>
            <p:ph sz="half" idx="1"/>
          </p:nvPr>
        </p:nvSpPr>
        <p:spPr/>
        <p:txBody>
          <a:bodyPr>
            <a:normAutofit/>
          </a:bodyPr>
          <a:lstStyle/>
          <a:p>
            <a:r>
              <a:rPr lang="en-US" dirty="0"/>
              <a:t>Were this cell to be 8, we would be left with [5 in 3], which is not possible.</a:t>
            </a:r>
          </a:p>
          <a:p>
            <a:r>
              <a:rPr lang="en-US" dirty="0"/>
              <a:t>The cell must be 6. And reduce.</a:t>
            </a:r>
          </a:p>
        </p:txBody>
      </p:sp>
      <p:pic>
        <p:nvPicPr>
          <p:cNvPr id="4" name="Picture 3" descr="A grid of sudoku puzzle&#10;&#10;Description automatically generated">
            <a:extLst>
              <a:ext uri="{FF2B5EF4-FFF2-40B4-BE49-F238E27FC236}">
                <a16:creationId xmlns:a16="http://schemas.microsoft.com/office/drawing/2014/main" id="{0E98C910-8FAA-7606-6784-69FB08DF39C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2BDAE63-D729-8117-8514-198291E042A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4255E9F-A3D5-C7E4-22CE-627ED984B69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496025B-1D95-CD89-8BFA-A24EF932AB0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4B3C142-9D42-98DE-A4AA-E8397194CEA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B29BD883-73AE-55EA-2939-BA76EA9996B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B4E20722-216B-EE63-98B9-FC5DD58FD823}"/>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8AAE3815-A9CE-E2EF-C476-2794D60A1882}"/>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2D8B852A-3A74-ED47-DE51-A60ADBC99D34}"/>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7CA6829F-D246-3CCA-2ED3-AD7D35CC1492}"/>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E4CB66C5-0F96-146F-C7F7-7718F2A0F5E0}"/>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CC7F442-FDB4-4ECF-DF1C-FF589F9CCAB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F4665B2-2451-D34C-120E-B5F48625FAE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B438291-5C78-0DAA-26CA-83BCB50ED82D}"/>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DEE01DE-8257-3068-366F-7E24DCA76BC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1034F05-4BD0-5451-CEEB-B97D14A7934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BA2324AD-22C8-3EF1-377D-0D62B8B829F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3839EBB0-4D09-C32C-F7E0-DDC4089E6D7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35BF3DA3-49A9-469F-D37D-76569BA25B3E}"/>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741A5B2-CBC2-07AA-6F6E-CA48E3458476}"/>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8702394D-818D-FE21-4497-E518B3ABC8F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054A19C7-79FC-E83F-FC9E-62F57AD3BF53}"/>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25A95F2D-5296-161B-05F5-015BB494149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AC67F7F7-1C5D-2BF0-29BA-3053C6352E31}"/>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3C4CCCDB-C018-4478-EEE3-C27B22A6BFF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91CB8A9-92D7-5A09-28E4-095756357ED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2CC53A2E-4F0C-A818-2122-79F5451C224A}"/>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0C228BF8-0C30-7BA4-F45D-677201F1B408}"/>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744CA08D-66E3-CD5E-6A59-505E3F2B25E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B05880C6-7ECE-53C5-7FB6-4F5E2F619B3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039D3C3-8C32-44B4-7D27-54A3B5C2780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50043EA-E2BF-1BC1-F46F-32A85B339181}"/>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8AA2615-6986-4AA9-BFF3-8997A695E02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E0FABB5-E0F0-D66C-80ED-E65C645F18C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1F26267-8753-E417-A33C-2DA32D819700}"/>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ECF3279-4A8A-0147-C8D7-B67B458922A3}"/>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51259BC8-1B12-EC12-559E-C7C55FFB3856}"/>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AF6C2949-84C9-7BDD-770E-704758A1326A}"/>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D0D6DCF0-0A5B-5DA6-19A6-84D2CCFC01C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62280EAD-369C-2C57-5BF6-F583216BFCAE}"/>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7F8A6BC1-FE8C-7726-8B64-B5A461FECD33}"/>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BE3529B5-6A5F-4A87-B7B5-81227B47E29F}"/>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EA6F0C58-C275-8596-3BAE-F483B3B0EA5E}"/>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F32F80F3-E56E-6281-1AB2-A08154062AA2}"/>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70CF826-51E5-161B-493A-E62B6B72AAF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6E73C5EB-12D4-980D-A6F5-8F48668BBB3D}"/>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9ABB2EBC-CE3D-40ED-69A2-06CFB8CA3286}"/>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9A8B7BFE-A6D3-A465-49BA-DC92C662C606}"/>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EBD7811B-A36C-0B77-2CC8-FDF78BCAB439}"/>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8B91C86-CB0A-F16A-39FA-1AE6D796941D}"/>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844079B8-6357-5F15-2507-5AF6D4C0B195}"/>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E815F536-B369-EE54-34BB-FA7C5CB5B23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6FCA9AF9-4520-1492-88D6-E8D1E107AFD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6334128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8CE83-5AAE-7042-A04B-6CCDC35C8E4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675281-E725-AB32-53B8-D605FBD001C6}"/>
              </a:ext>
            </a:extLst>
          </p:cNvPr>
          <p:cNvSpPr>
            <a:spLocks noGrp="1"/>
          </p:cNvSpPr>
          <p:nvPr>
            <p:ph sz="half" idx="1"/>
          </p:nvPr>
        </p:nvSpPr>
        <p:spPr/>
        <p:txBody>
          <a:bodyPr>
            <a:normAutofit/>
          </a:bodyPr>
          <a:lstStyle/>
          <a:p>
            <a:r>
              <a:rPr lang="en-US" dirty="0"/>
              <a:t>[22 in 5] -&gt; [7 in 3], which is 124. The position of the 4 is forced.</a:t>
            </a:r>
          </a:p>
        </p:txBody>
      </p:sp>
      <p:pic>
        <p:nvPicPr>
          <p:cNvPr id="4" name="Picture 3" descr="A grid of sudoku puzzle&#10;&#10;Description automatically generated">
            <a:extLst>
              <a:ext uri="{FF2B5EF4-FFF2-40B4-BE49-F238E27FC236}">
                <a16:creationId xmlns:a16="http://schemas.microsoft.com/office/drawing/2014/main" id="{FDAB940F-C159-708F-85D4-A6DFB67CB1C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B5E6E87-0A67-4525-8E5E-346551297FF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2932FE3-C500-8324-E058-78ABAC91A93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4C27B67-C9E8-2FF2-4AD1-E1585ACA8AA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92DB588-ADAF-64F5-75FF-E2C6D49D4846}"/>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0039A7FA-0A27-7EB1-8DF2-8B81A3CE3861}"/>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793F1559-36DD-1D42-FF1E-43B79BA07E84}"/>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C19A9104-74C6-52DF-A80E-C379AF418EC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503C1EDC-D297-69F7-8650-7E000E5B5FC9}"/>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B00BBA64-174C-2836-F8D9-61D12737FC96}"/>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D147AC6-C360-7170-C899-7806878C245E}"/>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F153713-D17D-9F37-23D1-B094992C037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40122C7C-57FA-AFB3-3771-EE38CBEDC69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60B1954-311A-15F8-EB73-6FEC06297CD4}"/>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27817F2C-F037-BA8D-3688-E7F9FFE9DFA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FC298745-AF75-ACCC-C088-B2C00F4FB01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10D01A20-DB5B-30C4-2743-BB54EEB9916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F8C8567-196A-14CF-029A-5109FD646B9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01931B12-FB66-C649-731A-55DAA637308C}"/>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44CA8B77-63B0-AADC-BA7A-AC903EBF7DD4}"/>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CD8C10AA-6C0A-B17A-5354-6CFC8E1146F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3CC54FB0-2C20-2763-BAB7-FC03AB7D2296}"/>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354F5135-5643-C2DC-8ED1-1E72D0FF0575}"/>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B25615EB-3093-1201-7270-EB7427CF1A9A}"/>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7A8A4A9-989B-26D9-8FEB-0777A759F5DC}"/>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CF446C04-995E-A426-DCE2-AD0FABC5B66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04B2912E-411E-F0B0-A9F5-F1AF459BDB61}"/>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A9E4449B-51C0-8846-5807-556620C3E809}"/>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BAB7D53F-3183-A2DC-9EEB-1FC0076D698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566EDD0-ABEA-CDBB-E9CD-5746028F448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4FB40EA-43E2-A459-85AE-3AC484432FB7}"/>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3DD6B89-18FE-BB6D-E164-421B8242262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8FD7E5D0-248F-1F76-E462-3F78DCDE6AC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6100CFE4-03F9-6F2A-26EA-B2ED8B2EAE6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C4E46C7-E50C-8B84-53B5-9096D4E1AAC4}"/>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186C3320-3BC5-9302-4B97-8E605A9DF963}"/>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B30F0E14-AE1C-A531-E425-06D28B9356EE}"/>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6605AAA1-04D2-2517-0457-E5485389D95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31A644E2-AAB1-5FC3-C9A3-1BC3ED7D8B68}"/>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02840933-DD19-B28A-6702-B3948F059DD1}"/>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6A32359-9888-32B5-C0CF-F727FCEE661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213E46F5-A954-DA55-30F7-A2C926F8677F}"/>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84FA8784-468B-8A3E-973F-F050295A441D}"/>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6DD5CEAB-597B-F86E-5438-6F4482899B99}"/>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F1F89AD-4DE0-06C8-B6B6-9C414CE4EBC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36" name="TextBox 35">
            <a:extLst>
              <a:ext uri="{FF2B5EF4-FFF2-40B4-BE49-F238E27FC236}">
                <a16:creationId xmlns:a16="http://schemas.microsoft.com/office/drawing/2014/main" id="{9E65140F-06CB-4F79-D240-F1E02B4AC0E2}"/>
              </a:ext>
            </a:extLst>
          </p:cNvPr>
          <p:cNvSpPr txBox="1"/>
          <p:nvPr/>
        </p:nvSpPr>
        <p:spPr>
          <a:xfrm>
            <a:off x="6654802" y="2404765"/>
            <a:ext cx="570089" cy="230832"/>
          </a:xfrm>
          <a:prstGeom prst="rect">
            <a:avLst/>
          </a:prstGeom>
          <a:noFill/>
        </p:spPr>
        <p:txBody>
          <a:bodyPr wrap="square" rtlCol="0">
            <a:spAutoFit/>
          </a:bodyPr>
          <a:lstStyle/>
          <a:p>
            <a:pPr algn="ctr"/>
            <a:r>
              <a:rPr lang="en-US" sz="900" dirty="0"/>
              <a:t>64</a:t>
            </a:r>
          </a:p>
        </p:txBody>
      </p:sp>
      <p:sp>
        <p:nvSpPr>
          <p:cNvPr id="51" name="TextBox 50">
            <a:extLst>
              <a:ext uri="{FF2B5EF4-FFF2-40B4-BE49-F238E27FC236}">
                <a16:creationId xmlns:a16="http://schemas.microsoft.com/office/drawing/2014/main" id="{800C45DC-A0ED-DFC3-02EB-522FDE931BDC}"/>
              </a:ext>
            </a:extLst>
          </p:cNvPr>
          <p:cNvSpPr txBox="1"/>
          <p:nvPr/>
        </p:nvSpPr>
        <p:spPr>
          <a:xfrm>
            <a:off x="5650090" y="3406653"/>
            <a:ext cx="570089" cy="230832"/>
          </a:xfrm>
          <a:prstGeom prst="rect">
            <a:avLst/>
          </a:prstGeom>
          <a:noFill/>
        </p:spPr>
        <p:txBody>
          <a:bodyPr wrap="square" rtlCol="0">
            <a:spAutoFit/>
          </a:bodyPr>
          <a:lstStyle/>
          <a:p>
            <a:pPr algn="ctr"/>
            <a:r>
              <a:rPr lang="en-US" sz="900" dirty="0"/>
              <a:t>46</a:t>
            </a:r>
          </a:p>
        </p:txBody>
      </p:sp>
      <p:sp>
        <p:nvSpPr>
          <p:cNvPr id="52" name="TextBox 51">
            <a:extLst>
              <a:ext uri="{FF2B5EF4-FFF2-40B4-BE49-F238E27FC236}">
                <a16:creationId xmlns:a16="http://schemas.microsoft.com/office/drawing/2014/main" id="{7671070C-B4B1-885E-B30D-B0D1D31D943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0CAF2A36-5B31-63F6-E2C6-DB3E57C6312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2360CF0-F416-4EA1-41CC-04064461D775}"/>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F6C5B6BD-8E5D-FE3E-0759-D1A20B35E57E}"/>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651715C-CC31-EE9E-1ABC-9EFE2C9F1FCD}"/>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9F5D4CEE-712E-1666-11B0-9234F1B2C7BF}"/>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836CC6EA-44AE-9AC3-E0DA-554E46FE1FBA}"/>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B31855C-190B-1E2B-63C7-B1F56156C521}"/>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Tree>
    <p:extLst>
      <p:ext uri="{BB962C8B-B14F-4D97-AF65-F5344CB8AC3E}">
        <p14:creationId xmlns:p14="http://schemas.microsoft.com/office/powerpoint/2010/main" val="273576355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CAB809-A7A7-6145-754E-6AF332AA7A4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4C7526-8DEA-C66F-642F-9E6A951200C2}"/>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C9136F6D-2B0A-F698-DB09-5B085AE3A8A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FD24BA4-772C-EA87-6582-64B150FB6AC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31B53FD-6F07-9A4E-9FAA-54D72F1B303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A1C5312-D9EB-9428-2B50-FAEF203F306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DF2399F-EDBB-4F94-5CEE-F5F161CD5D4F}"/>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CC98CC9D-D5B7-9EF4-C572-62D7CAA163BA}"/>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908C21E6-7143-FF69-57D0-663F81C8481B}"/>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A59B3562-7A0C-64C5-6018-CD9D46EBCAE8}"/>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64BDCC35-C411-DAF4-D60B-800F6BF6DAE0}"/>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72CBD62B-066A-B582-FC82-D75793AA1089}"/>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CA142AA9-30B0-BA19-F76F-D73A841753BA}"/>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7A6FFA4D-62BE-12B9-9C6E-AC1B363B2D0F}"/>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BA0DF006-724B-85F1-9317-2A34816DD54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306D4AB0-FBFF-3703-725D-0E8C796D68B3}"/>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278EB465-8AD7-BDA5-A2B3-E477F3C7E4B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EAD0DB9F-300A-C37B-C423-A874D6CFEA9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D2063E3-87FD-04EA-455D-872524C1B04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38509356-8500-B457-78A9-418F10EE70FD}"/>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4419BE33-DADD-5149-80E3-77405F352B4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53567A00-B86A-32FA-E222-6495BB9A5744}"/>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B5D39FDA-3558-EE40-C715-642EFA34F7D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2FCC559-2BF9-B54C-5AE7-534DF7069FB3}"/>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95CD587B-62FB-A175-D528-9BCE15524CC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93C31B50-D99E-D597-7902-975050713CF2}"/>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A94A8FC-01FA-7958-86CB-28AFAFA73239}"/>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61296AB-FCBD-040C-9E4C-0D63A93954E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58E26743-C832-4905-F479-3C33CE601610}"/>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7E9E372B-E9E7-3BD9-DBC3-B4F7C5CD0E9A}"/>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C296E043-BB27-53D8-4C3A-FFADA498F91D}"/>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9BBB4EC0-CD30-5187-BACE-881D4D68F9B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FF53093-F256-CFF6-A647-58C92DEE822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22CD96A-BFEE-1007-6446-B8F2D133BC5F}"/>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34992C70-6CF8-ABF1-1F77-CF2A2443BB9A}"/>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8AE50C76-42E4-85CB-3254-F21F6C50AD4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5BDCD9BD-4BEF-5DBD-77FD-0AD907A50BEE}"/>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D9908E67-C913-BE87-7970-9239049F4BE5}"/>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97056E42-878A-0F50-DDC0-386A78B4418D}"/>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B5CC73F7-8E9B-32F3-F398-2A239032A869}"/>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9BE8C228-C02D-837E-237C-7783D47C4AF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E40080E7-4316-41E0-AF3E-193314474ABB}"/>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00B24208-9995-A028-E1CE-6D963234DAC5}"/>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E7018617-29D6-62D4-4D5D-9EC93E324C1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1D6C360F-38AF-2907-5D4E-043DAC703EF6}"/>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9BA87BD9-09EC-4A9D-2B17-9474FEE92698}"/>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66F9D5E1-6091-1204-58B0-EEDC1475E5B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E389218B-3DE5-071A-0A95-60378D213B8F}"/>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252AB69-4CA8-442B-1665-92686899D32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9CBDFBF4-D08D-6BFD-2168-B5BED1459EFA}"/>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CB8BAAB9-03B8-3152-C6BC-647335B3643F}"/>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3074C390-F236-31F3-1CD2-B8C080D6224F}"/>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8D989574-8F7B-F188-6843-9B7660156606}"/>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8E45AE6A-ACEA-65F1-E1B2-861A33558511}"/>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B20EF639-598D-6D4D-BF44-8674724F0F3F}"/>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F3DB80BF-798A-5367-6A03-FEBE4D51BDC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94415F3A-0D0F-2814-E750-47C832472BE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7785576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1B3B4C-7E06-734F-4D9B-20DFA37DFB8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A64EABC-02E0-0511-126A-18A0323760C2}"/>
              </a:ext>
            </a:extLst>
          </p:cNvPr>
          <p:cNvSpPr>
            <a:spLocks noGrp="1"/>
          </p:cNvSpPr>
          <p:nvPr>
            <p:ph sz="half" idx="1"/>
          </p:nvPr>
        </p:nvSpPr>
        <p:spPr/>
        <p:txBody>
          <a:bodyPr>
            <a:normAutofit/>
          </a:bodyPr>
          <a:lstStyle/>
          <a:p>
            <a:r>
              <a:rPr lang="en-US" dirty="0"/>
              <a:t>Last possible 8 in right center block.</a:t>
            </a:r>
          </a:p>
        </p:txBody>
      </p:sp>
      <p:pic>
        <p:nvPicPr>
          <p:cNvPr id="4" name="Picture 3" descr="A grid of sudoku puzzle&#10;&#10;Description automatically generated">
            <a:extLst>
              <a:ext uri="{FF2B5EF4-FFF2-40B4-BE49-F238E27FC236}">
                <a16:creationId xmlns:a16="http://schemas.microsoft.com/office/drawing/2014/main" id="{7472BFE7-8DEB-3CD4-8FFA-FCE79044D1A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3429926-AD09-81B1-3D7D-631FD629FF0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599EDD5-14B5-91E0-467D-FA3565712AD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5502AC5-0934-A85F-49BF-653FB4B58CA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C8E695A-6E74-92DE-C209-E6B1A16DE018}"/>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FC6B0578-C95C-8119-A07C-8A2AEB8DE4F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3E292873-846A-4094-A65C-8359BA564D12}"/>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44B59E77-EA8E-294A-98F4-3AE1CEA174D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54608A1A-E4E4-7CA2-E7C1-163B78467EE2}"/>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6DC06ECD-C887-ECFD-F1A5-03D827671CFC}"/>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35E3C09-45E3-981D-58C1-81D865C851C2}"/>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AD1BEDB0-BBA8-9217-F42F-264CE168AFB6}"/>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4EA57112-3008-0CD1-507B-A153B431375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5845744A-D926-511E-F78A-AA4B80F9411E}"/>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400A4CF2-E0CB-C755-9911-8E087BA8D19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F7561EA-CA1D-593F-A929-C168E999B4C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AD0C5398-A8F8-80CF-ACF8-05019FF74861}"/>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AC4478B8-FB9C-E9B9-27FC-29AC29F1707C}"/>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2EA1D253-17BD-469F-01B9-337CCFDF5A12}"/>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933FA5CD-0EE0-C290-2FEC-AD48017AD150}"/>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97B527C0-1D87-D4B2-A6BA-E56C3E7F17A3}"/>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5215726C-D4EE-952E-4776-FB99304FDDB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8C49C9D-998A-556A-CED3-D2BCD2CDC0A1}"/>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DAF1C716-E291-A41B-69D3-D30A52DDC4D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AD2739F-A39F-9B1E-5B12-19773A48052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A3EA945-A9B9-A2B8-D489-C5364622BFD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0" name="TextBox 29">
            <a:extLst>
              <a:ext uri="{FF2B5EF4-FFF2-40B4-BE49-F238E27FC236}">
                <a16:creationId xmlns:a16="http://schemas.microsoft.com/office/drawing/2014/main" id="{5A13B627-F509-57A9-DD0F-FD609A1DA1B3}"/>
              </a:ext>
            </a:extLst>
          </p:cNvPr>
          <p:cNvSpPr txBox="1"/>
          <p:nvPr/>
        </p:nvSpPr>
        <p:spPr>
          <a:xfrm>
            <a:off x="6654802" y="1903821"/>
            <a:ext cx="570089" cy="230832"/>
          </a:xfrm>
          <a:prstGeom prst="rect">
            <a:avLst/>
          </a:prstGeom>
          <a:noFill/>
        </p:spPr>
        <p:txBody>
          <a:bodyPr wrap="square" rtlCol="0">
            <a:spAutoFit/>
          </a:bodyPr>
          <a:lstStyle/>
          <a:p>
            <a:pPr algn="ctr"/>
            <a:r>
              <a:rPr lang="en-US" sz="900" dirty="0"/>
              <a:t>58</a:t>
            </a:r>
          </a:p>
        </p:txBody>
      </p:sp>
      <p:sp>
        <p:nvSpPr>
          <p:cNvPr id="31" name="TextBox 30">
            <a:extLst>
              <a:ext uri="{FF2B5EF4-FFF2-40B4-BE49-F238E27FC236}">
                <a16:creationId xmlns:a16="http://schemas.microsoft.com/office/drawing/2014/main" id="{486478B4-2A7D-7B38-241B-F3384A67785D}"/>
              </a:ext>
            </a:extLst>
          </p:cNvPr>
          <p:cNvSpPr txBox="1"/>
          <p:nvPr/>
        </p:nvSpPr>
        <p:spPr>
          <a:xfrm>
            <a:off x="7157158" y="1903821"/>
            <a:ext cx="570089" cy="230832"/>
          </a:xfrm>
          <a:prstGeom prst="rect">
            <a:avLst/>
          </a:prstGeom>
          <a:noFill/>
        </p:spPr>
        <p:txBody>
          <a:bodyPr wrap="square" rtlCol="0">
            <a:spAutoFit/>
          </a:bodyPr>
          <a:lstStyle/>
          <a:p>
            <a:pPr algn="ctr"/>
            <a:r>
              <a:rPr lang="en-US" sz="900" dirty="0"/>
              <a:t>85</a:t>
            </a:r>
          </a:p>
        </p:txBody>
      </p:sp>
      <p:sp>
        <p:nvSpPr>
          <p:cNvPr id="34" name="TextBox 33">
            <a:extLst>
              <a:ext uri="{FF2B5EF4-FFF2-40B4-BE49-F238E27FC236}">
                <a16:creationId xmlns:a16="http://schemas.microsoft.com/office/drawing/2014/main" id="{AF3188AE-03A2-75C7-B246-3D3E1386BDDC}"/>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B28EB0C-3CB2-39CF-C681-746571268E1B}"/>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8BC49F0-D3B0-5517-2E86-B41A22075A7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69CE726-D2F4-1571-0AD5-E2A0D770152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0B8728B9-8DF8-C48A-245E-76E9F1CAD3D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F7340DEA-9908-AD4E-0F94-AF51344E969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E49428A-9B78-A385-D3E1-0E20E3D74C95}"/>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4BFD825C-63EB-B997-0C88-D627C668FC9F}"/>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EDABF98D-9078-99FC-6A8A-A61D7AFBBAE8}"/>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CED4F79A-AD26-1B21-6C68-613500B2C005}"/>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0ACBD14A-111E-C2C9-3E95-F73BEE6F617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DE358B6D-6F5F-5952-D2C3-FC12ED79774B}"/>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53A86445-BABA-3C9E-DFE7-641C5F67F41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249E373-C8EA-950C-5F75-C5F74CCCD0A6}"/>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2A10F380-8893-1738-E677-AC646138268A}"/>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8F07618F-A81A-6C3E-3AE5-23F4A66B4C35}"/>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1CAF3AB-EDA9-A367-0004-D6F8B2B641FE}"/>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54887C65-6A23-B621-CE51-4F6BE12EE4AC}"/>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1B45DAD9-4CB9-346F-9755-BBF1A6A75CB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5961459B-C3D9-EFA0-CEC0-AB92EF671CBC}"/>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49E44494-2943-1277-63F5-2A106487D03A}"/>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E2DC598-8139-5A9B-66DD-E22349E83F2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8CBBB52-6DD5-B679-45F2-F1123535375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B4B1F71-846F-93F9-EBBE-3AE18301927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4375FB7-11D7-3D75-7199-B620FEC28061}"/>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5E2E37A-3070-4BC3-DD18-9CCC49ED6BB3}"/>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F1842F9-3C18-08CF-4A18-8A7D36E06C2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107C3CCF-A7CE-BFB2-D7B9-A469D719F3E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7386281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1BA58-C6A6-85ED-7C86-109B4C128AA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CE89379-4C50-176C-C310-15A8B51751D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C289B8B-4A61-6155-0C1B-0F1B07D5E1D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3AC402A-6230-8FD8-425A-A66C5E3C7E8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162E0E2-F691-ED56-3BC8-B6318D303F7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FDDA34A-2619-1E86-5273-88F10970793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A1C8D73-0763-C66B-7CCD-3EDDE9F6371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B4CE871C-2C47-2ED0-F0EB-E9E3B0229CA1}"/>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BDCE814C-5190-BC11-DFD3-DD9C42F7707A}"/>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29CAC45C-D957-CE92-1B6C-73C82797FE6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C0D8425F-13F7-26D2-CC47-A8400631F6FA}"/>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A6B211A2-C7D6-4EE7-A5C0-1D42C44E8B9D}"/>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9FBE17A-6C43-1F32-9505-725CC0B6B8F1}"/>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0FA3560-5B80-B59D-4CBD-4220734DCA3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606344E-F635-76DE-3F1B-42D83F1AB7B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BCE9D522-8D9D-544E-E217-985DDDD927D7}"/>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E399078-5B42-A775-E719-0BDF0C2FC72C}"/>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4BA0069-57CA-F926-12C8-E226FDD79A0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1E909218-EB53-0DF3-6A13-FD74BD76A5D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E94BE3F-EBA8-7B2B-93A0-0248682F5E2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82BBBA5E-D2BF-F7BD-96E0-6AF328B4BE20}"/>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0C627F61-2C9B-A051-EAF6-029FE4D2788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6AD0A76B-9F9C-E409-6F61-134383D9EF07}"/>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725B97A-EE3F-00C1-8D1B-3E37E362FF6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6F872812-4E74-5D0A-B930-2936F9AB082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43A2B8E2-CE7C-A3D3-963D-102FA929D959}"/>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3AEFA91-4A3B-0A0A-8F38-D585E7F37D35}"/>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C0E30FDE-1E0B-EC3C-B755-4F1F77927F0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E7CBC889-FE60-5F66-6437-A4ACD888B052}"/>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DB07CE2-C436-CAA3-914A-D7F4CD4AE98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D406BF4-59DE-060D-9A5A-2213144FD602}"/>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4886091-C988-750A-535B-52B029A64EE0}"/>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F011E8E6-445E-8F71-E46B-7258CADD90C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E743812C-F0EB-E827-E9E1-B0C734A5339C}"/>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0AE77BC7-8FD2-DBC0-F0C6-48F1D99392B7}"/>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6DA3B44-1462-754E-BFD2-BDC2BB429B78}"/>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DC5B4A9A-F22F-902A-9A81-106754536851}"/>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38F58EE-8788-FD78-12C9-52F29590800D}"/>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86B61115-8CDF-5AD2-0D28-94C67C85CD36}"/>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1E4426D0-C3BB-7877-13D0-0C2401B5683D}"/>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3AF3CF8-31E2-A894-4022-42AE8F42349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B677767-AA97-2640-42F2-5D4FFF779CE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16F6BB31-BCB9-0FBD-6A25-BB4F7BF9C58E}"/>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6E24429C-D6F7-0457-8845-DA516B237D2E}"/>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5F3664F-DA2E-7D85-FCEF-981CAF5EC43F}"/>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FD07E052-3C6D-9E35-D3BD-956D1A6F25D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6253BB2C-68B8-2517-EDA2-662D0BA2152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5624EAE-CFE8-8AF1-9EC2-DBB3387E2D68}"/>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1E5CBE5C-721C-2DDE-50E7-F045D54DFFEB}"/>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50E32A25-4C8C-662C-2A2C-800BABBCFBFB}"/>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55C95BE9-2EDF-900D-0EB3-F815D6F06EF4}"/>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CC8BE167-5875-CA74-4C82-755F921BE3FC}"/>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05DEA6C-9100-CBBD-6E0B-A94F43F05E64}"/>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729B4B4D-FDBF-B85C-6AA7-41F1B0169E3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DEA19AE7-89F2-88EA-3F51-3F8177E7B0F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DA761857-C610-DA19-BB42-95280C3D177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BFE137CC-D7E4-2A86-0E7C-C83D810231DD}"/>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0234A72-1D62-EB19-724A-4F18CC055B82}"/>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160478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6BB8D-70E7-A172-B9C6-C076BA465EE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3C23E57-ECF6-938C-B50F-4905CD9F8209}"/>
              </a:ext>
            </a:extLst>
          </p:cNvPr>
          <p:cNvSpPr>
            <a:spLocks noGrp="1"/>
          </p:cNvSpPr>
          <p:nvPr>
            <p:ph sz="half" idx="1"/>
          </p:nvPr>
        </p:nvSpPr>
        <p:spPr/>
        <p:txBody>
          <a:bodyPr>
            <a:normAutofit/>
          </a:bodyPr>
          <a:lstStyle/>
          <a:p>
            <a:r>
              <a:rPr lang="en-US" dirty="0"/>
              <a:t>Complete Row 4.</a:t>
            </a:r>
          </a:p>
        </p:txBody>
      </p:sp>
      <p:pic>
        <p:nvPicPr>
          <p:cNvPr id="4" name="Picture 3" descr="A grid of sudoku puzzle&#10;&#10;Description automatically generated">
            <a:extLst>
              <a:ext uri="{FF2B5EF4-FFF2-40B4-BE49-F238E27FC236}">
                <a16:creationId xmlns:a16="http://schemas.microsoft.com/office/drawing/2014/main" id="{459C2E10-12C2-9581-054F-0CCEBC906FE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9F9F9E2-1246-3430-7098-75077D2BB6A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3BF6FE8-E511-B3C4-4A26-7241B6A7DD6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BB3C1B6-C4E3-6C6A-2F18-A690ECBB33C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00DF3C4-C321-9B41-83C2-4C02A3A1894B}"/>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7CF7F115-8907-6246-95D5-A35E3B311372}"/>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FE8ACB4F-9521-BEBF-3D4F-136753FDABC5}"/>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1D7309D0-29AC-FD0A-608E-B302DB384E55}"/>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9D92C072-7AB4-FCCC-C436-140681C1044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27D240DF-142A-E92E-1A0F-B4D761F311D2}"/>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E593A509-5112-0B8C-0F20-67BFDA26DB0B}"/>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6E23738D-CD17-3C7C-5AF6-77345EDEBBB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9FA7EB6-91C3-4BA1-2F2A-6D9B7C2EDC0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9CA56E8-1FC3-2283-6AB7-952415620FF5}"/>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6C5A6025-15FE-9AD7-816B-3CEC72C492A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C63F68B5-2DE0-54AC-B943-3531352FDC3F}"/>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E1AEB8CA-3C10-A747-06C7-8BFB35EEFE3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255E2C80-BFDC-AF5B-6B51-FD1283230D94}"/>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F26685BD-F829-BF7D-14C4-6BE3A7114AF9}"/>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42E1E74E-227C-032F-41AB-15AA9D5310A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4BD6403-CE91-F668-1904-EE3B7AEE63E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883A9184-2ED9-4B76-7C02-CFAAC408334B}"/>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D868FA5D-3E0B-94F7-A60E-780D8B7ADA80}"/>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660CF9C-BD54-1A49-E7D8-5CF3B771456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D55AD050-23A3-58FC-B86C-56FACF4709BF}"/>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FA42AEE-C9BC-CCA5-84E5-D4F6335AC60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974340B2-84BC-9209-4A3B-CD5EA8580667}"/>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C8082A1-F610-63DB-E725-37C781F6A9E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8EBB532-E2C9-AC1A-AC4B-21924ABBA52C}"/>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A5C1F55-296F-D5B2-3D45-8EE099C8DFD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A4F52471-DD86-7786-2562-85F20F5C76D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F14F2BDF-214F-3CD8-9C66-7BB3DF94463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9794F5E-1F9A-9FF0-5EE9-2E22D2B0C43A}"/>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34B0BFDC-A81D-4B78-B19D-EE9B1A7CB84E}"/>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DF028493-16F1-12C7-0A90-76D054F64EFC}"/>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15726362-4D19-CECA-ABBC-9C001B6D5B6D}"/>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096F4207-6050-8969-0383-585B0174032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E3FD9B8A-FB3A-2AB3-9D7E-BF6EFDCE7EEE}"/>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28EC72C6-8639-CD33-198C-78232BCE598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CEAE9C05-28D8-B1B3-4210-55CC8BE1745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7C2A366D-9246-EFA4-DA8B-6AD77B6AFE20}"/>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146B70E8-35D2-57B3-95AB-D3B2FF786B4F}"/>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692462DE-6065-E40C-8910-4E0F6489CE3B}"/>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A069B982-CFBE-0BC4-EF88-DCA85804C05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556E7E32-AA22-51D1-DC8C-704B9C9C01C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ACA1703B-CD98-5B65-C9BB-61D0C1CCE6CD}"/>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00CF64B5-423B-52FC-7CAD-BC5BB19299BE}"/>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9FD30662-EEEC-E96B-ADF7-742EEF6C68B2}"/>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11C3C70A-3F20-1748-9A1D-85A301AEE23D}"/>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DBC2A37-E58B-0752-FDD3-52912A281C10}"/>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89B9ED9-35C4-07A8-6DA8-5E7AFFE9A037}"/>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76C5AB7-CC22-19F8-0F6C-E69518CB0FA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EDCE24B-AC18-C4D1-4AF4-302ECBFE907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A5DB936-6448-DCD1-FF4C-96F42D7F03D7}"/>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6B3EAF8C-7D90-E88E-CB03-01356989DE6D}"/>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3E8924D9-324A-6115-80BA-710EA6FECF28}"/>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E825658F-A329-377E-0B9A-97B80A664446}"/>
              </a:ext>
            </a:extLst>
          </p:cNvPr>
          <p:cNvSpPr txBox="1"/>
          <p:nvPr/>
        </p:nvSpPr>
        <p:spPr>
          <a:xfrm>
            <a:off x="4143022" y="2404765"/>
            <a:ext cx="570089" cy="230832"/>
          </a:xfrm>
          <a:prstGeom prst="rect">
            <a:avLst/>
          </a:prstGeom>
          <a:noFill/>
        </p:spPr>
        <p:txBody>
          <a:bodyPr wrap="square" rtlCol="0">
            <a:spAutoFit/>
          </a:bodyPr>
          <a:lstStyle/>
          <a:p>
            <a:pPr algn="ctr"/>
            <a:r>
              <a:rPr lang="en-US" sz="900" dirty="0"/>
              <a:t>94</a:t>
            </a:r>
          </a:p>
        </p:txBody>
      </p:sp>
      <p:sp>
        <p:nvSpPr>
          <p:cNvPr id="31" name="TextBox 30">
            <a:extLst>
              <a:ext uri="{FF2B5EF4-FFF2-40B4-BE49-F238E27FC236}">
                <a16:creationId xmlns:a16="http://schemas.microsoft.com/office/drawing/2014/main" id="{01546564-694A-91A8-03B2-2BBD32575814}"/>
              </a:ext>
            </a:extLst>
          </p:cNvPr>
          <p:cNvSpPr txBox="1"/>
          <p:nvPr/>
        </p:nvSpPr>
        <p:spPr>
          <a:xfrm>
            <a:off x="3138310" y="2404765"/>
            <a:ext cx="570089" cy="230832"/>
          </a:xfrm>
          <a:prstGeom prst="rect">
            <a:avLst/>
          </a:prstGeom>
          <a:noFill/>
        </p:spPr>
        <p:txBody>
          <a:bodyPr wrap="square" rtlCol="0">
            <a:spAutoFit/>
          </a:bodyPr>
          <a:lstStyle/>
          <a:p>
            <a:pPr algn="ctr"/>
            <a:r>
              <a:rPr lang="en-US" sz="900" dirty="0"/>
              <a:t>49</a:t>
            </a:r>
          </a:p>
        </p:txBody>
      </p:sp>
    </p:spTree>
    <p:extLst>
      <p:ext uri="{BB962C8B-B14F-4D97-AF65-F5344CB8AC3E}">
        <p14:creationId xmlns:p14="http://schemas.microsoft.com/office/powerpoint/2010/main" val="5369957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8BA2AA-163C-00E6-F458-8D9F1692760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FFD720-B17B-9AC9-9109-5C62DF142305}"/>
              </a:ext>
            </a:extLst>
          </p:cNvPr>
          <p:cNvSpPr>
            <a:spLocks noGrp="1"/>
          </p:cNvSpPr>
          <p:nvPr>
            <p:ph sz="half" idx="1"/>
          </p:nvPr>
        </p:nvSpPr>
        <p:spPr/>
        <p:txBody>
          <a:bodyPr>
            <a:normAutofit/>
          </a:bodyPr>
          <a:lstStyle/>
          <a:p>
            <a:r>
              <a:rPr lang="en-US" dirty="0"/>
              <a:t>Complete left center block.</a:t>
            </a:r>
          </a:p>
        </p:txBody>
      </p:sp>
      <p:pic>
        <p:nvPicPr>
          <p:cNvPr id="4" name="Picture 3" descr="A grid of sudoku puzzle&#10;&#10;Description automatically generated">
            <a:extLst>
              <a:ext uri="{FF2B5EF4-FFF2-40B4-BE49-F238E27FC236}">
                <a16:creationId xmlns:a16="http://schemas.microsoft.com/office/drawing/2014/main" id="{25F5B831-A0D5-0C27-D192-F6BABE6DB45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DEAB2D8-7FF0-478B-898F-F3F4C0FAEF7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17D8E4D-67E1-06DE-47C0-969851C796D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825A656-8079-BD56-322D-5E683E8840D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1AFF409-3DD4-1B1D-2F0C-00976EBFD865}"/>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001E3405-0098-B438-857F-F235B6E0BB5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543A6455-20A6-C522-D5ED-31267A71AFC2}"/>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EF6BE0E6-F59B-BE6C-869F-57EB8C100980}"/>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01068B17-8EF1-8915-A221-6E8FC8EFCE33}"/>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8CDBCA28-D31C-5774-783B-5E3865A065E1}"/>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8FC9269A-0900-83FE-B1D7-9EDD4DD57A93}"/>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34E67749-E9C3-5855-3F65-280D2146D5F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B38FF0D2-FDAA-3EC6-8A43-1A4BAE74C06D}"/>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16B3AD1-3DFD-D3DC-0FA5-697CFDE33C31}"/>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DFFCAD52-5B5D-741F-2A51-C964E1FAE54E}"/>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44645C4D-780B-C615-93E9-0D83B4EF4533}"/>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6CACAEF-2038-857A-1C2D-50D126E8527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396D38AA-51A5-CD36-1B19-7B2BF5FC1EE2}"/>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B87FB5C3-E0C9-318E-D1A1-8D084EA01F0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158FECD1-08E0-ED3D-C0CC-4DE1A150793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807625EC-75A5-0D2C-563E-2E5A4D961D7D}"/>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77DAABC-036C-71EC-4852-14DB85ED717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44C4BE65-3B91-50BA-EB0C-D719F460B45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6FA377CB-51C2-1A3C-BC60-63D624C4A3CA}"/>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E8780CCF-6685-99B2-6C90-70E0EE80FD4F}"/>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977C4BF-05F9-2B68-6AC0-362FB02DAD1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E93C149C-1BDE-31D0-0AA3-B315E08FB9DC}"/>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C43CED7B-CD70-DA40-41F4-A04E80F627B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8F3EA36-CC0C-4159-0EEB-AD72866B94C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393E031-F34F-5520-EA72-91E0389679A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F0BC2912-70CA-2B29-B292-A1CF7A927B80}"/>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84A3813F-46C8-65C5-99A3-7399796B3D1C}"/>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0998F5EB-8625-5186-420A-8A0C6BFD46CA}"/>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DD6D469-521E-653F-C6F7-2FE9F2709AB4}"/>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75BC9891-378C-5FA8-B911-CE5021C2B6C8}"/>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57253E7F-CED6-09FB-997E-FBB8628AC30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2E193EB1-2BE9-3C4B-ADC1-3C7FF200C8C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62C4FE78-408E-445A-CBAB-DA0D0583E970}"/>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80F2B33-EA56-1ADA-8E83-9A415556BC1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543FE0AC-DC52-8675-3F1E-6079F69E686B}"/>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94406605-6B17-504A-E9F1-ABE2E1A5D99D}"/>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55ABD7C4-287D-28B2-D822-59BD21BCF73E}"/>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016D5814-A091-8BF8-8F22-09DBCCD2BD2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6A25C61B-A28F-AC85-08FF-27E7DE4D60B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9E44F136-E60A-D81A-98A8-3124B1079F9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42C9E968-2A56-24BA-0145-931597BD2CA4}"/>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D2A5AAE0-9F37-754D-AB95-5F14419DCF5D}"/>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A552A22E-C934-34D0-82B5-345F71E09158}"/>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E1D58BC5-480C-81A2-9437-B88F2A53BE66}"/>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62B826D-9456-9766-8F95-5DFEFFA3B867}"/>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0BDD6EB8-5975-C31B-55FB-C4F83330D585}"/>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4A6DA91-DAF7-D5DC-478F-9343401EEF8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4CFDC5BF-3219-D735-08B3-7EE7D4B0D12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2000894C-9A62-31FC-ED12-CE44D512447B}"/>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6FC344D-F43D-3B4F-2D4C-605C0488938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67F4A37F-C49E-A60C-DFF4-65C6F48FDAAD}"/>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751C478E-9A65-5892-CFA8-22AA0532B619}"/>
              </a:ext>
            </a:extLst>
          </p:cNvPr>
          <p:cNvSpPr txBox="1"/>
          <p:nvPr/>
        </p:nvSpPr>
        <p:spPr>
          <a:xfrm>
            <a:off x="4143022" y="2404765"/>
            <a:ext cx="570089" cy="230832"/>
          </a:xfrm>
          <a:prstGeom prst="rect">
            <a:avLst/>
          </a:prstGeom>
          <a:noFill/>
        </p:spPr>
        <p:txBody>
          <a:bodyPr wrap="square" rtlCol="0">
            <a:spAutoFit/>
          </a:bodyPr>
          <a:lstStyle/>
          <a:p>
            <a:pPr algn="ctr"/>
            <a:r>
              <a:rPr lang="en-US" sz="900" dirty="0"/>
              <a:t>94</a:t>
            </a:r>
          </a:p>
        </p:txBody>
      </p:sp>
      <p:sp>
        <p:nvSpPr>
          <p:cNvPr id="31" name="TextBox 30">
            <a:extLst>
              <a:ext uri="{FF2B5EF4-FFF2-40B4-BE49-F238E27FC236}">
                <a16:creationId xmlns:a16="http://schemas.microsoft.com/office/drawing/2014/main" id="{607CC85B-A136-6836-B2B2-8D7BB1BD0D06}"/>
              </a:ext>
            </a:extLst>
          </p:cNvPr>
          <p:cNvSpPr txBox="1"/>
          <p:nvPr/>
        </p:nvSpPr>
        <p:spPr>
          <a:xfrm>
            <a:off x="3138310" y="2404765"/>
            <a:ext cx="570089" cy="230832"/>
          </a:xfrm>
          <a:prstGeom prst="rect">
            <a:avLst/>
          </a:prstGeom>
          <a:noFill/>
        </p:spPr>
        <p:txBody>
          <a:bodyPr wrap="square" rtlCol="0">
            <a:spAutoFit/>
          </a:bodyPr>
          <a:lstStyle/>
          <a:p>
            <a:pPr algn="ctr"/>
            <a:r>
              <a:rPr lang="en-US" sz="900" dirty="0"/>
              <a:t>49</a:t>
            </a:r>
          </a:p>
        </p:txBody>
      </p:sp>
      <p:sp>
        <p:nvSpPr>
          <p:cNvPr id="61" name="TextBox 60">
            <a:extLst>
              <a:ext uri="{FF2B5EF4-FFF2-40B4-BE49-F238E27FC236}">
                <a16:creationId xmlns:a16="http://schemas.microsoft.com/office/drawing/2014/main" id="{46AC7B89-9653-4066-5932-A7C772160FBC}"/>
              </a:ext>
            </a:extLst>
          </p:cNvPr>
          <p:cNvSpPr txBox="1"/>
          <p:nvPr/>
        </p:nvSpPr>
        <p:spPr>
          <a:xfrm>
            <a:off x="3138310" y="2905709"/>
            <a:ext cx="570089" cy="230832"/>
          </a:xfrm>
          <a:prstGeom prst="rect">
            <a:avLst/>
          </a:prstGeom>
          <a:noFill/>
        </p:spPr>
        <p:txBody>
          <a:bodyPr wrap="square" rtlCol="0">
            <a:spAutoFit/>
          </a:bodyPr>
          <a:lstStyle/>
          <a:p>
            <a:pPr algn="ctr"/>
            <a:r>
              <a:rPr lang="en-US" sz="900" dirty="0"/>
              <a:t>5678</a:t>
            </a:r>
          </a:p>
        </p:txBody>
      </p:sp>
      <p:sp>
        <p:nvSpPr>
          <p:cNvPr id="62" name="TextBox 61">
            <a:extLst>
              <a:ext uri="{FF2B5EF4-FFF2-40B4-BE49-F238E27FC236}">
                <a16:creationId xmlns:a16="http://schemas.microsoft.com/office/drawing/2014/main" id="{823947DB-1EA5-1535-AE99-2718677E08DB}"/>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164F397B-A23E-504C-C536-B0C5676156EE}"/>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5678</a:t>
            </a:r>
          </a:p>
        </p:txBody>
      </p:sp>
      <p:sp>
        <p:nvSpPr>
          <p:cNvPr id="64" name="TextBox 63">
            <a:extLst>
              <a:ext uri="{FF2B5EF4-FFF2-40B4-BE49-F238E27FC236}">
                <a16:creationId xmlns:a16="http://schemas.microsoft.com/office/drawing/2014/main" id="{E97A3265-7556-BA30-5DE6-3CEA4830FE28}"/>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Tree>
    <p:extLst>
      <p:ext uri="{BB962C8B-B14F-4D97-AF65-F5344CB8AC3E}">
        <p14:creationId xmlns:p14="http://schemas.microsoft.com/office/powerpoint/2010/main" val="15208210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3258A-163E-CE7F-EE2D-5931E0D2EF0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9AC506-A371-B84F-4705-53E172011B79}"/>
              </a:ext>
            </a:extLst>
          </p:cNvPr>
          <p:cNvSpPr>
            <a:spLocks noGrp="1"/>
          </p:cNvSpPr>
          <p:nvPr>
            <p:ph sz="half" idx="1"/>
          </p:nvPr>
        </p:nvSpPr>
        <p:spPr/>
        <p:txBody>
          <a:bodyPr>
            <a:normAutofit/>
          </a:bodyPr>
          <a:lstStyle/>
          <a:p>
            <a:r>
              <a:rPr lang="en-US" dirty="0"/>
              <a:t>Complete [30 in 5].</a:t>
            </a:r>
          </a:p>
        </p:txBody>
      </p:sp>
      <p:pic>
        <p:nvPicPr>
          <p:cNvPr id="4" name="Picture 3" descr="A grid of sudoku puzzle&#10;&#10;Description automatically generated">
            <a:extLst>
              <a:ext uri="{FF2B5EF4-FFF2-40B4-BE49-F238E27FC236}">
                <a16:creationId xmlns:a16="http://schemas.microsoft.com/office/drawing/2014/main" id="{3439689F-D51F-66B4-59D3-4E76E83E759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444EA03-B296-8C13-6B97-7C8F6F5BC7B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62E2206-C3D6-5B30-B1B6-AB836D2001A1}"/>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00E4271-FBF3-7733-43CE-9BF24CBF0D0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AD90167-74A6-B9D8-A718-36D13BD3BA63}"/>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821C23E9-2994-A8F4-CE75-211536CEE39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B81C46AA-641D-07E2-E593-C0C8A2C37479}"/>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a:t>
            </a:r>
          </a:p>
        </p:txBody>
      </p:sp>
      <p:sp>
        <p:nvSpPr>
          <p:cNvPr id="10" name="TextBox 9">
            <a:extLst>
              <a:ext uri="{FF2B5EF4-FFF2-40B4-BE49-F238E27FC236}">
                <a16:creationId xmlns:a16="http://schemas.microsoft.com/office/drawing/2014/main" id="{CB462E59-BD69-868B-0578-760AC473D1E9}"/>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22116321-54CF-C82D-B20D-3CC26F9903B5}"/>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a:t>
            </a:r>
          </a:p>
        </p:txBody>
      </p:sp>
      <p:sp>
        <p:nvSpPr>
          <p:cNvPr id="14" name="TextBox 13">
            <a:extLst>
              <a:ext uri="{FF2B5EF4-FFF2-40B4-BE49-F238E27FC236}">
                <a16:creationId xmlns:a16="http://schemas.microsoft.com/office/drawing/2014/main" id="{AB9C7A69-CD6B-F7AE-AAD3-EF2E586D5C3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FF11404A-3FCD-1828-853F-B7CC1DF8E7FD}"/>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E3CF578-0830-A4FE-CCB2-26A89E9E9D77}"/>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5DB58F3B-3268-200B-1A32-0DCD065CF69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0FA134F-CE2D-2104-82CB-9068CAD530A2}"/>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B9AA56F-E0C8-57F1-55AE-C80678733B4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14C82C83-A51A-9C13-D98D-07C8480EF70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76E274CA-5EAF-416D-CC14-A3DC19AB76D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0800720-2704-BB0E-0E32-2A72550F054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75BB3F72-1CCA-1E28-8ACD-A85259E0A83B}"/>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14F951A1-9F3A-54CF-1FD9-6FCD12B36907}"/>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85C419D5-93BE-8DA5-97A5-5E0AE2A8009C}"/>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F608BD77-059F-66B2-8289-52F0510CC42C}"/>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8C1476BC-8A0C-4D7B-9838-93C3E1D544DF}"/>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C65AB564-1218-8036-B0B8-B7D2E179D930}"/>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DCC7076D-BDD3-F2D1-C4AC-145E68825F9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708DD6B-078D-A1D9-A25F-4368A7CF0FC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5BFCA088-5EDE-44CC-08E9-C26E30D6E2F0}"/>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E68697ED-A681-9831-0C78-197E1721F72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7A8A4887-BFDF-7C13-8FD0-A827CF835FE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013F978-1FAB-2727-F185-A775A7FD79BB}"/>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4516249C-2E04-9825-1EBD-74205218B09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EDFEEFE-C33E-61DC-CEB9-3B7CB2D5172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50C13AA-93F4-9615-8239-8D33216197FE}"/>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2CFD6295-3CBD-A61D-B552-317FAF7F8B9A}"/>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65C107E1-BE18-4E67-C2BA-DBFC4A8F8F6E}"/>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A80961C6-562A-04C7-EDF9-5B3993C2AF82}"/>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BDDE2B1A-BF19-9738-B14E-46A1D3EFF5CD}"/>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C2714B0F-F241-2D38-3D43-CEDC4791275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E10E645F-3EEE-5400-1CB8-996BC46F9CDF}"/>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4AE534CD-2B69-1680-FB05-3E22F34C0A1E}"/>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65866F4-B86C-CA53-0950-0AEE2759A775}"/>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F2BDAC44-C5B9-C90E-9C89-A1A6639881F3}"/>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4644B67-FB12-88C0-2F2F-E5B507F4DD0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B6BFE5B7-B4D4-E7DC-04F9-08637DE0D05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D2F7D0A6-B451-9417-BEF3-1DAF0A5771A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FE31F0F8-589C-9D70-3B3F-141947E730A9}"/>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3FB7DD15-34D7-EA39-51CF-E104884CA3D8}"/>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3010DF8F-C97D-0251-1B31-4EB162FFCBD2}"/>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D52B341E-172F-A4A2-31FF-9628FC00285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AEA6FAF-D136-F68D-BD26-E6B0BED93365}"/>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33FBD902-33AD-A2EE-B7C7-B637DFCCB80F}"/>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3E771323-F50F-6F8F-CBF5-BB69D39A7D7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C2EFD78A-85D7-A9F3-5327-F175CA7F1D5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74958413-25DA-610B-4D22-9176BE04E942}"/>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7E303A50-CE36-62E2-870F-F8CC52739F44}"/>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2F61B95C-4333-09E3-CAAA-0D6C52421699}"/>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30" name="TextBox 29">
            <a:extLst>
              <a:ext uri="{FF2B5EF4-FFF2-40B4-BE49-F238E27FC236}">
                <a16:creationId xmlns:a16="http://schemas.microsoft.com/office/drawing/2014/main" id="{1A25E744-F73C-7273-E6C3-AC1E5692C017}"/>
              </a:ext>
            </a:extLst>
          </p:cNvPr>
          <p:cNvSpPr txBox="1"/>
          <p:nvPr/>
        </p:nvSpPr>
        <p:spPr>
          <a:xfrm>
            <a:off x="4143022" y="2404765"/>
            <a:ext cx="570089" cy="230832"/>
          </a:xfrm>
          <a:prstGeom prst="rect">
            <a:avLst/>
          </a:prstGeom>
          <a:noFill/>
        </p:spPr>
        <p:txBody>
          <a:bodyPr wrap="square" rtlCol="0">
            <a:spAutoFit/>
          </a:bodyPr>
          <a:lstStyle/>
          <a:p>
            <a:pPr algn="ctr"/>
            <a:r>
              <a:rPr lang="en-US" sz="900" dirty="0"/>
              <a:t>94</a:t>
            </a:r>
          </a:p>
        </p:txBody>
      </p:sp>
      <p:sp>
        <p:nvSpPr>
          <p:cNvPr id="31" name="TextBox 30">
            <a:extLst>
              <a:ext uri="{FF2B5EF4-FFF2-40B4-BE49-F238E27FC236}">
                <a16:creationId xmlns:a16="http://schemas.microsoft.com/office/drawing/2014/main" id="{C19D3ECD-D624-769D-76F7-7EC710EC3907}"/>
              </a:ext>
            </a:extLst>
          </p:cNvPr>
          <p:cNvSpPr txBox="1"/>
          <p:nvPr/>
        </p:nvSpPr>
        <p:spPr>
          <a:xfrm>
            <a:off x="3138310" y="2404765"/>
            <a:ext cx="570089" cy="230832"/>
          </a:xfrm>
          <a:prstGeom prst="rect">
            <a:avLst/>
          </a:prstGeom>
          <a:noFill/>
        </p:spPr>
        <p:txBody>
          <a:bodyPr wrap="square" rtlCol="0">
            <a:spAutoFit/>
          </a:bodyPr>
          <a:lstStyle/>
          <a:p>
            <a:pPr algn="ctr"/>
            <a:r>
              <a:rPr lang="en-US" sz="900" dirty="0"/>
              <a:t>49</a:t>
            </a:r>
          </a:p>
        </p:txBody>
      </p:sp>
      <p:sp>
        <p:nvSpPr>
          <p:cNvPr id="61" name="TextBox 60">
            <a:extLst>
              <a:ext uri="{FF2B5EF4-FFF2-40B4-BE49-F238E27FC236}">
                <a16:creationId xmlns:a16="http://schemas.microsoft.com/office/drawing/2014/main" id="{F3FDA4CA-5E8C-1B78-1C4E-AFC8E00811CF}"/>
              </a:ext>
            </a:extLst>
          </p:cNvPr>
          <p:cNvSpPr txBox="1"/>
          <p:nvPr/>
        </p:nvSpPr>
        <p:spPr>
          <a:xfrm>
            <a:off x="3138310" y="2905709"/>
            <a:ext cx="570089" cy="230832"/>
          </a:xfrm>
          <a:prstGeom prst="rect">
            <a:avLst/>
          </a:prstGeom>
          <a:noFill/>
        </p:spPr>
        <p:txBody>
          <a:bodyPr wrap="square" rtlCol="0">
            <a:spAutoFit/>
          </a:bodyPr>
          <a:lstStyle/>
          <a:p>
            <a:pPr algn="ctr"/>
            <a:r>
              <a:rPr lang="en-US" sz="900" dirty="0"/>
              <a:t>5678</a:t>
            </a:r>
          </a:p>
        </p:txBody>
      </p:sp>
      <p:sp>
        <p:nvSpPr>
          <p:cNvPr id="62" name="TextBox 61">
            <a:extLst>
              <a:ext uri="{FF2B5EF4-FFF2-40B4-BE49-F238E27FC236}">
                <a16:creationId xmlns:a16="http://schemas.microsoft.com/office/drawing/2014/main" id="{6E68E3AB-1859-1A3E-E127-A3DF56724332}"/>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B1218BA7-F901-2E66-9EA7-DE5029C512B8}"/>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5678</a:t>
            </a:r>
          </a:p>
        </p:txBody>
      </p:sp>
      <p:sp>
        <p:nvSpPr>
          <p:cNvPr id="64" name="TextBox 63">
            <a:extLst>
              <a:ext uri="{FF2B5EF4-FFF2-40B4-BE49-F238E27FC236}">
                <a16:creationId xmlns:a16="http://schemas.microsoft.com/office/drawing/2014/main" id="{2701678A-08A5-573B-4140-9637AE645272}"/>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8B7593A6-2D7E-6137-AD31-93051405EEE6}"/>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7473700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1BC82C-6633-1AE8-6AC3-25FE22B16E2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DAF0FB3-5C4C-6E0D-C2EE-FCD7B29B42B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69E0E321-7CEF-3406-DC9E-9E3CACB9BB2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DA3E538-CA67-EF90-A533-4E4928B33B4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B48C708-5FC4-170C-D8E6-6782815F54B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DDF1071-BA02-D8B7-8C65-EAA3840D63B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119AE82-8B56-0CE8-5BAD-E8E19FE386A9}"/>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B03A652E-A282-4169-6E04-6E3E00E8DFA0}"/>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7D330CA6-922C-922C-81A7-0B44B2304D74}"/>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1235</a:t>
            </a:r>
          </a:p>
        </p:txBody>
      </p:sp>
      <p:sp>
        <p:nvSpPr>
          <p:cNvPr id="10" name="TextBox 9">
            <a:extLst>
              <a:ext uri="{FF2B5EF4-FFF2-40B4-BE49-F238E27FC236}">
                <a16:creationId xmlns:a16="http://schemas.microsoft.com/office/drawing/2014/main" id="{79FF2998-F8DA-8602-6A8B-0968D47B55BE}"/>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a:t>
            </a:r>
          </a:p>
        </p:txBody>
      </p:sp>
      <p:sp>
        <p:nvSpPr>
          <p:cNvPr id="11" name="TextBox 10">
            <a:extLst>
              <a:ext uri="{FF2B5EF4-FFF2-40B4-BE49-F238E27FC236}">
                <a16:creationId xmlns:a16="http://schemas.microsoft.com/office/drawing/2014/main" id="{777A8690-95D9-71EE-AFFE-70BF10857543}"/>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a:t>
            </a:r>
          </a:p>
        </p:txBody>
      </p:sp>
      <p:sp>
        <p:nvSpPr>
          <p:cNvPr id="14" name="TextBox 13">
            <a:extLst>
              <a:ext uri="{FF2B5EF4-FFF2-40B4-BE49-F238E27FC236}">
                <a16:creationId xmlns:a16="http://schemas.microsoft.com/office/drawing/2014/main" id="{71014D9C-4217-7745-763E-01A9DA4BB79B}"/>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500EC568-AB63-AD15-7506-6B80E4087F34}"/>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EE5A74CF-AAED-C363-64D2-79C9354733F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52AF7376-376F-83FB-9106-C93957ABDFA5}"/>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76D729A1-F3BD-3D33-DFF2-F1C241C6D6BA}"/>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588969D-7060-65A0-6FD6-EBE88FAA58DF}"/>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09C0849-6258-B9B2-3B83-ADCB6E045E0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07DF93BC-CC37-7D25-782A-F14701581EF3}"/>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6FFB61B9-CA07-7477-84F9-0FCA8A722ED2}"/>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798DB7D1-2E59-DFF2-7213-D5AEDA30F6B7}"/>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064E2F99-0AFF-1DE2-5C10-C8664E2AE9E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7DCB5595-DFF1-02BC-F434-99FC2A3B1E41}"/>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44AFAB75-EA0B-ECB5-43C1-110C9EDEC525}"/>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B58BA515-5E03-52E3-6DD3-0031AFB42E20}"/>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4FD30B60-8C98-2752-3C8F-62B64993E78C}"/>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4B16410-F46C-8BC7-E2B7-DA7D1B3ACD9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CB3B6287-03A2-5046-1AD5-D73EE6C85559}"/>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A6459EDE-6290-409C-8589-CB1AB318A93D}"/>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C75DB9E-75C0-4520-8B6F-E802CED7FE1C}"/>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295EB91-9D11-76BF-A0F8-8CE2D6BE02E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54DC5140-A60A-873E-BE9F-EC71F08E26B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C352AAC7-C83B-8E6C-2F96-4A5D0B6F42E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8A02E0C7-70B2-D8D5-066F-1DB29930945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6787B858-5927-C46E-7FAD-1987A4A262C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6272D236-268C-0BED-003A-620CF85743BE}"/>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868E72E8-CFC1-A269-CDA2-A39680A79C76}"/>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E60C6437-E2DD-5735-4E87-80339547ACFA}"/>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1B39D8E8-32C3-F00B-A095-0A2EB9D6B5F9}"/>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7330CEE0-A6E2-7F14-B4DF-A8982DF56D06}"/>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EF0879F-0F48-4D44-FA67-77FAB571056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8746C05-43F2-B238-BB12-C3DF1A14025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A71CD067-8473-F758-8A04-75216C0C7FB6}"/>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8AA6D8BE-45F4-029B-9646-89B341E12A16}"/>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62F4C77-4637-1948-B876-A626F2981F2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4EBB1E4E-0137-C128-CC90-7A13623A156B}"/>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431AA691-D9C3-42DA-58DC-E386DF1A2B7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13717A7B-5A80-4ABA-A6E3-DA8F9DBB49E1}"/>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93DDEC4B-B868-452D-04E0-7C29DBCF1E89}"/>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8E3C6201-E4A5-D1D3-52A5-EAF5B580E3C3}"/>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8612327E-9142-A548-7189-F6AB1C2A040B}"/>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53A38B7B-09B2-9B60-71B3-BCE847905B77}"/>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8F46633-474A-A0C4-FBBE-A9E7A1F8DDAC}"/>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EEF6CF1B-8018-62A8-06F0-1C895B348F6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44AC6BAB-603C-EE39-2FE7-22E763BA032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5006C1BB-0534-6612-6210-715D7675C082}"/>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B032A51-D70D-0ACF-966E-8067D8BC177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555B94B6-B300-898E-2280-AB7E1BC17904}"/>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0F438C98-F9B5-52EC-E608-01483AA4FE78}"/>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8812DC58-B9EF-236C-6165-E9AC10F87335}"/>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85E0D9C4-F346-7ABF-CD7F-858543B21137}"/>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64" name="TextBox 63">
            <a:extLst>
              <a:ext uri="{FF2B5EF4-FFF2-40B4-BE49-F238E27FC236}">
                <a16:creationId xmlns:a16="http://schemas.microsoft.com/office/drawing/2014/main" id="{34353859-A470-B812-D147-6D980ED50668}"/>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0834A0B6-B89E-F1E1-1DA1-FEF8E6D8A0E1}"/>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806B8318-57BF-A3D6-76FB-AACA9BE75075}"/>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1FBE80E5-A6DF-B074-D622-DBD28687F4C1}"/>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5458879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7D9A4C-4405-AE2F-5CCB-3F6CB06470B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23990A-601F-F65F-9875-9318731CC81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A63565F-E92A-8039-DE33-460D8F6DF65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DEF3EFE-E195-466D-42FA-24D896498C4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634523-76A8-BDD4-32E3-5AF378490F7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963B6100-497B-1660-DDE7-96C67B81FDB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E5A097A7-B696-38BD-8D6D-FDB6F57D7B70}"/>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8" name="TextBox 7">
            <a:extLst>
              <a:ext uri="{FF2B5EF4-FFF2-40B4-BE49-F238E27FC236}">
                <a16:creationId xmlns:a16="http://schemas.microsoft.com/office/drawing/2014/main" id="{B9E7BC86-D867-CD30-431F-51ECE09C9B45}"/>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a:t>
            </a:r>
          </a:p>
        </p:txBody>
      </p:sp>
      <p:sp>
        <p:nvSpPr>
          <p:cNvPr id="9" name="TextBox 8">
            <a:extLst>
              <a:ext uri="{FF2B5EF4-FFF2-40B4-BE49-F238E27FC236}">
                <a16:creationId xmlns:a16="http://schemas.microsoft.com/office/drawing/2014/main" id="{667092F4-EA60-113B-0430-CEF1FC1BD20C}"/>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1235</a:t>
            </a:r>
          </a:p>
        </p:txBody>
      </p:sp>
      <p:sp>
        <p:nvSpPr>
          <p:cNvPr id="10" name="TextBox 9">
            <a:extLst>
              <a:ext uri="{FF2B5EF4-FFF2-40B4-BE49-F238E27FC236}">
                <a16:creationId xmlns:a16="http://schemas.microsoft.com/office/drawing/2014/main" id="{E6C2C8B7-734F-3C70-487E-9ABC6573082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1235</a:t>
            </a:r>
          </a:p>
        </p:txBody>
      </p:sp>
      <p:sp>
        <p:nvSpPr>
          <p:cNvPr id="11" name="TextBox 10">
            <a:extLst>
              <a:ext uri="{FF2B5EF4-FFF2-40B4-BE49-F238E27FC236}">
                <a16:creationId xmlns:a16="http://schemas.microsoft.com/office/drawing/2014/main" id="{9A1719AE-CDAF-25FF-9F5B-C0EF685253D5}"/>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a:t>
            </a:r>
          </a:p>
        </p:txBody>
      </p:sp>
      <p:sp>
        <p:nvSpPr>
          <p:cNvPr id="14" name="TextBox 13">
            <a:extLst>
              <a:ext uri="{FF2B5EF4-FFF2-40B4-BE49-F238E27FC236}">
                <a16:creationId xmlns:a16="http://schemas.microsoft.com/office/drawing/2014/main" id="{E8881979-4C89-75A5-6C62-BC196A4CA272}"/>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088CC9DD-5FBF-D61A-6A88-ACC4BEFCB92D}"/>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2EE1CF4-F256-3A62-F096-DAE066A456E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2C2F988-8E51-78D5-3185-D120FAEA7B3B}"/>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BFFB0B74-0355-130B-34AA-A0B6E56E6AB0}"/>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B6BE1C4D-1844-A57A-AE24-3E1B497E429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C16488F-5D33-B8D7-608B-13549B72071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7E2633EC-13DA-B049-29B3-6E487753622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4DB4931-3085-8725-1058-EBE2DEDF7610}"/>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a:t>
            </a:r>
          </a:p>
        </p:txBody>
      </p:sp>
      <p:sp>
        <p:nvSpPr>
          <p:cNvPr id="23" name="TextBox 22">
            <a:extLst>
              <a:ext uri="{FF2B5EF4-FFF2-40B4-BE49-F238E27FC236}">
                <a16:creationId xmlns:a16="http://schemas.microsoft.com/office/drawing/2014/main" id="{143CF226-8FC0-24D3-934E-97E9316D58C2}"/>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a:t>
            </a:r>
          </a:p>
        </p:txBody>
      </p:sp>
      <p:sp>
        <p:nvSpPr>
          <p:cNvPr id="24" name="TextBox 23">
            <a:extLst>
              <a:ext uri="{FF2B5EF4-FFF2-40B4-BE49-F238E27FC236}">
                <a16:creationId xmlns:a16="http://schemas.microsoft.com/office/drawing/2014/main" id="{7BAE034F-5DC1-6B35-A114-D4D5C2BC563D}"/>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7ACC61B0-03E6-B2CB-7999-3620BF7E87D2}"/>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01799D8-5658-B9A7-6DFD-776035AC56E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21F64768-43DA-3017-76DB-244384A51801}"/>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4D90EC55-E8C8-5C3C-811D-5CE853B7D07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5C6CE25-25B2-35E5-B226-CFE2D60508E4}"/>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5BDF13C9-371E-307D-8B23-1B4A380257A2}"/>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DD8F0282-5987-8CE0-822D-91CB058A6C73}"/>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54756DE-D167-734F-1BD8-B401AAAD2EF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531C8E6-BDC8-B64E-BFB0-897D6DE509E8}"/>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C4C8E2C3-1D69-BA8D-ED16-063BB80A6DEC}"/>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A7A06F21-9FA9-33B8-25A4-DF5F45A31C08}"/>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CABF32F8-A757-0602-00D2-AA13D1192B9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AD9D4AE-EDB5-1F3C-724B-F2FB9FC9F8E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2E1F0D4-9241-8536-03CF-34BFAB3192BB}"/>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C4AF7DBC-F05D-B719-053C-B78B1C73528E}"/>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40FAF282-871B-E284-984D-55FD6C0DF0CC}"/>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76ACE287-880A-5DA2-BE38-D512D6D81189}"/>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4A5878C3-D5B4-5E53-4AB9-56D94B46B8D6}"/>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3977350A-615B-40DF-8CE7-588B22FC99E0}"/>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D89587D-F41D-2B66-F0EA-533DFA852BB0}"/>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17543F9D-22DF-F896-DFE8-0F76146B34A5}"/>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6BC08EE6-D427-D7CF-6554-682AA17D9CE7}"/>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45508CA-84BA-AA19-DB85-8A3E66D2F9B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0B7613D6-D027-D829-2305-F5C382090C4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9378890D-F1AD-A174-66C9-08F6397E20CA}"/>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AA87B3EB-CC21-EE15-E521-A046F4650827}"/>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DC51BAB1-7993-EE2C-2D3B-F1F5D8F7F51A}"/>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CA3C09EE-950B-8F8E-97FE-13BD094242F3}"/>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311DDB67-A7D8-A6F0-5633-3646F3714B0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8CB5761D-791B-0F02-85C6-0C3F4B500CFC}"/>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C50628D-9391-B231-F4FD-0C4F0521B08C}"/>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ED217B0F-2555-EEE1-0B77-688C6995B0BE}"/>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2BE28BA-DBC7-B352-76B2-3867EFE2C68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7BC1BCDD-1097-3E83-6174-3FEC9065BA2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A94F31B4-48B0-F002-F51F-910850391F5D}"/>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5396BF9-DE3B-61F3-257D-E4FF8F6CDC03}"/>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A81CFE25-16DB-F15D-65A8-F6C16C2C5A88}"/>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FBCFE646-28DC-4BD2-5FDE-06187B137C12}"/>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18726127-234F-C1A8-7107-5012AFDFE5F5}"/>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64" name="TextBox 63">
            <a:extLst>
              <a:ext uri="{FF2B5EF4-FFF2-40B4-BE49-F238E27FC236}">
                <a16:creationId xmlns:a16="http://schemas.microsoft.com/office/drawing/2014/main" id="{F09B54E9-45AF-9AF1-8320-D6A013EA2374}"/>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22B401DD-689F-320D-E460-CA84EC294718}"/>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F13C4AC6-D83D-6641-E97F-11E3087E5DD2}"/>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613CB2EF-61CB-8E02-07AF-720838099B59}"/>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Tree>
    <p:extLst>
      <p:ext uri="{BB962C8B-B14F-4D97-AF65-F5344CB8AC3E}">
        <p14:creationId xmlns:p14="http://schemas.microsoft.com/office/powerpoint/2010/main" val="12607496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51FE0-139C-B177-9C25-540290C2806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617AA51-6B59-B027-2A18-594E4402DE71}"/>
              </a:ext>
            </a:extLst>
          </p:cNvPr>
          <p:cNvSpPr>
            <a:spLocks noGrp="1"/>
          </p:cNvSpPr>
          <p:nvPr>
            <p:ph sz="half" idx="1"/>
          </p:nvPr>
        </p:nvSpPr>
        <p:spPr/>
        <p:txBody>
          <a:bodyPr>
            <a:normAutofit lnSpcReduction="10000"/>
          </a:bodyPr>
          <a:lstStyle/>
          <a:p>
            <a:r>
              <a:rPr lang="en-US" dirty="0"/>
              <a:t>Last possible 4 in upper left block.</a:t>
            </a:r>
          </a:p>
          <a:p>
            <a:r>
              <a:rPr lang="en-US" dirty="0"/>
              <a:t>Last possible 4 in Row 3.</a:t>
            </a:r>
          </a:p>
          <a:p>
            <a:r>
              <a:rPr lang="en-US" dirty="0"/>
              <a:t>Then, reduce.</a:t>
            </a:r>
          </a:p>
        </p:txBody>
      </p:sp>
      <p:pic>
        <p:nvPicPr>
          <p:cNvPr id="4" name="Picture 3" descr="A grid of sudoku puzzle&#10;&#10;Description automatically generated">
            <a:extLst>
              <a:ext uri="{FF2B5EF4-FFF2-40B4-BE49-F238E27FC236}">
                <a16:creationId xmlns:a16="http://schemas.microsoft.com/office/drawing/2014/main" id="{ACF89E37-3ECB-D4EA-1294-EF74FD2B6CA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C9894AF-5B91-C4D5-D3CC-9D7A83ABC4C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E559F30-B7D4-00D4-A3D9-732714E6F3E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AD113BC8-1D5C-A7D4-44B5-F43E72C3BF4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374EBCA-315E-74D2-6BD5-B3D8ECF2BE9D}"/>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9" name="TextBox 8">
            <a:extLst>
              <a:ext uri="{FF2B5EF4-FFF2-40B4-BE49-F238E27FC236}">
                <a16:creationId xmlns:a16="http://schemas.microsoft.com/office/drawing/2014/main" id="{8775B3C1-A71B-7129-B55B-03E8647C1C00}"/>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1235</a:t>
            </a:r>
          </a:p>
        </p:txBody>
      </p:sp>
      <p:sp>
        <p:nvSpPr>
          <p:cNvPr id="10" name="TextBox 9">
            <a:extLst>
              <a:ext uri="{FF2B5EF4-FFF2-40B4-BE49-F238E27FC236}">
                <a16:creationId xmlns:a16="http://schemas.microsoft.com/office/drawing/2014/main" id="{E4B1C384-75FD-979F-2496-603871EBAC65}"/>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1235</a:t>
            </a:r>
          </a:p>
        </p:txBody>
      </p:sp>
      <p:sp>
        <p:nvSpPr>
          <p:cNvPr id="11" name="TextBox 10">
            <a:extLst>
              <a:ext uri="{FF2B5EF4-FFF2-40B4-BE49-F238E27FC236}">
                <a16:creationId xmlns:a16="http://schemas.microsoft.com/office/drawing/2014/main" id="{DD58A5D0-7ADA-0F5E-30DC-DE16594A59A0}"/>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a:t>
            </a:r>
          </a:p>
        </p:txBody>
      </p:sp>
      <p:sp>
        <p:nvSpPr>
          <p:cNvPr id="14" name="TextBox 13">
            <a:extLst>
              <a:ext uri="{FF2B5EF4-FFF2-40B4-BE49-F238E27FC236}">
                <a16:creationId xmlns:a16="http://schemas.microsoft.com/office/drawing/2014/main" id="{49781C66-0F40-2784-3067-4A2F13704E6A}"/>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1CB54D3C-9E19-5599-C1A4-9FD4A8BB3715}"/>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68DDF04-223D-70F4-4AA1-03F53E395AC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0B615A0A-54D4-01DA-0401-0C7407475DB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8D49E54-86E7-8E54-C92D-0E6A4D8775CD}"/>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7E6FFA19-8D26-AF9B-3347-FF9E6FD52C93}"/>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68EA643-9913-CAB9-D4CA-92D3B925859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470D8674-3706-6767-606C-68B5799C9EB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C4A83FD-C685-85DA-9738-85C6678F20BA}"/>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72B2D749-F66E-3D8C-5C2C-35F483F068E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41B76949-822B-95EB-86C4-748E684C85E0}"/>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0E4E30E9-AAD6-C42D-BA93-5DF18D459CDA}"/>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EA00795C-7EF5-D2F5-7EAC-6BF2729234F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3C3DF6C-B5F7-47D2-E269-DA79142C0674}"/>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3AB1FC6D-3DF7-8085-E144-6C44937DAE18}"/>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785EA7B-418E-C950-1DD8-391E972C4BE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F5CD004C-4D08-2C89-2139-874C9A292DA5}"/>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8D68432D-15DC-AE61-2405-68E0CF5D051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C336383-B58F-F759-92F6-321AFB304797}"/>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9ED7649-79C4-F692-BC24-12D3628C3BF8}"/>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B0A5A80E-CC5A-B4AA-94D2-F1D0A31D277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7CB66C53-D8A3-947D-0B8E-ACBEFD6436B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DCAFA2C0-8385-B1A4-4586-A29D16D75F85}"/>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D4B9CCFD-3BC4-8296-C7CB-1B1AF23AB229}"/>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473B74DF-6633-BDD2-B6D7-A1E4D31D13E6}"/>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7238279F-3162-51EB-7F4C-817668BFE3EF}"/>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BEBBDF4C-0EBC-D093-B5AE-BE6BD32F1EB0}"/>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2C23713F-30F2-9429-8D90-F64E57A7A636}"/>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D4E3FFE6-0DB3-A88B-FD87-4E4AF963F3F4}"/>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17EF50C1-0027-98D2-5AD7-D87DCA58CD7C}"/>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97D432A2-4830-DE88-39F6-A6062881D5D9}"/>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743F5625-A124-6E78-BED0-121047D6ED91}"/>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78D43BB4-BAF8-A281-3089-8960EEBEAA6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344FACA4-F085-9940-58D5-CE9A560A7BF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C8780CAA-0756-E295-002B-D856F167799D}"/>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4FC69410-18D2-2837-183D-D7B92068668F}"/>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BE4816B3-DB08-E11F-2FDA-28E06F1E3A42}"/>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9942AC07-31AB-206C-1620-4025B5A5DB0B}"/>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67AA72DE-BC1B-5FF6-B4D2-451401DAFC7B}"/>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BFD6E7F-77D8-45F7-535A-97FF75E0A71D}"/>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60A48237-A462-DCDF-966D-CB581E486645}"/>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082E13AE-3AFA-37B1-4CFD-8A798FC1CDB8}"/>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A3D22D5-BA06-B4A3-C196-278320F7EDC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20269EB0-38ED-8214-B14F-BAA644BEAE49}"/>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B2D645B7-EE93-0FF3-7876-930728F8FFD7}"/>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F083D3FC-E9C9-F390-955E-448AC9CF5C8B}"/>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82F1FF9F-2AD7-AB8F-71B7-273303A9B433}"/>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9CDB4505-E02B-DD20-9226-2DB6F9FE9647}"/>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3D691404-7961-A498-396A-CC3427422A17}"/>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64" name="TextBox 63">
            <a:extLst>
              <a:ext uri="{FF2B5EF4-FFF2-40B4-BE49-F238E27FC236}">
                <a16:creationId xmlns:a16="http://schemas.microsoft.com/office/drawing/2014/main" id="{9F9FFAF7-2661-8D20-46DA-FB92423AA29A}"/>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FBFE5A24-6EC0-9BB0-BCBD-8828F650D9A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5A533215-6AA8-EC43-5142-8C0D83662F90}"/>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35B3BA5F-693E-298F-7B68-527D3896C5B4}"/>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79ACD6FA-39BA-12FC-F102-1EA545883CDB}"/>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AEAD73C3-E673-BA4A-F16D-3F9AECD1869C}"/>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Tree>
    <p:extLst>
      <p:ext uri="{BB962C8B-B14F-4D97-AF65-F5344CB8AC3E}">
        <p14:creationId xmlns:p14="http://schemas.microsoft.com/office/powerpoint/2010/main" val="27837486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889BF-74FA-6986-7DE5-8A42D76AB9A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3753E3-1406-97A9-2DB9-CB2C44291764}"/>
              </a:ext>
            </a:extLst>
          </p:cNvPr>
          <p:cNvSpPr>
            <a:spLocks noGrp="1"/>
          </p:cNvSpPr>
          <p:nvPr>
            <p:ph sz="half" idx="1"/>
          </p:nvPr>
        </p:nvSpPr>
        <p:spPr/>
        <p:txBody>
          <a:bodyPr>
            <a:normAutofit/>
          </a:bodyPr>
          <a:lstStyle/>
          <a:p>
            <a:r>
              <a:rPr lang="en-US" dirty="0"/>
              <a:t>Complete center block.</a:t>
            </a:r>
          </a:p>
        </p:txBody>
      </p:sp>
      <p:pic>
        <p:nvPicPr>
          <p:cNvPr id="4" name="Picture 3" descr="A grid of sudoku puzzle&#10;&#10;Description automatically generated">
            <a:extLst>
              <a:ext uri="{FF2B5EF4-FFF2-40B4-BE49-F238E27FC236}">
                <a16:creationId xmlns:a16="http://schemas.microsoft.com/office/drawing/2014/main" id="{B96141F9-23AB-12AE-709E-12339036F3F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573876D-4776-ACDB-1C0F-5C0D68928A9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4274957-53AC-26AC-5336-24CD2EAB18CF}"/>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7338BB4-6F69-7D92-081E-40C6DC11D61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03AD571-A31B-0174-F09F-355FF09E8B6F}"/>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9" name="TextBox 8">
            <a:extLst>
              <a:ext uri="{FF2B5EF4-FFF2-40B4-BE49-F238E27FC236}">
                <a16:creationId xmlns:a16="http://schemas.microsoft.com/office/drawing/2014/main" id="{33D67A36-FD4A-A35A-20A9-20262527CB53}"/>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1235</a:t>
            </a:r>
          </a:p>
        </p:txBody>
      </p:sp>
      <p:sp>
        <p:nvSpPr>
          <p:cNvPr id="10" name="TextBox 9">
            <a:extLst>
              <a:ext uri="{FF2B5EF4-FFF2-40B4-BE49-F238E27FC236}">
                <a16:creationId xmlns:a16="http://schemas.microsoft.com/office/drawing/2014/main" id="{C84A44D2-1AC6-9497-EDBA-AD8D683FBBFE}"/>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1235</a:t>
            </a:r>
          </a:p>
        </p:txBody>
      </p:sp>
      <p:sp>
        <p:nvSpPr>
          <p:cNvPr id="11" name="TextBox 10">
            <a:extLst>
              <a:ext uri="{FF2B5EF4-FFF2-40B4-BE49-F238E27FC236}">
                <a16:creationId xmlns:a16="http://schemas.microsoft.com/office/drawing/2014/main" id="{05B0418C-D043-8359-5823-6910F0387CE6}"/>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a:t>
            </a:r>
          </a:p>
        </p:txBody>
      </p:sp>
      <p:sp>
        <p:nvSpPr>
          <p:cNvPr id="14" name="TextBox 13">
            <a:extLst>
              <a:ext uri="{FF2B5EF4-FFF2-40B4-BE49-F238E27FC236}">
                <a16:creationId xmlns:a16="http://schemas.microsoft.com/office/drawing/2014/main" id="{142471BE-F3EA-C439-B287-E467AFA2EE1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3FDD32AF-987E-6A0F-E466-C9A8455DB21A}"/>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B9BB9F50-118D-BC4B-B325-5A948BCF16C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7B22BA01-0A41-4F7F-A62D-BA27178A8FE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0A4D85FA-492D-0259-8C70-D0BB5A4FE00B}"/>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06E69FBD-94D8-69EB-8276-08F4A330596F}"/>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35F9D46-E480-B364-0D7A-B9CFC62A3BF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3C495A5-96F9-8FE0-B689-BA3073DFE46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93CC0004-F556-D4E6-7138-BE575582263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5C25C844-D561-D3A6-7DF9-6A6169CFE00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A366F0AF-655F-4EE7-25B6-BAF6E96C12A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59D4BBA2-A23A-A149-6983-105FBB88E603}"/>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564DC845-9532-BEBC-2A4F-1B61526C825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7BCB4A04-93AD-4212-D1BD-471809C523C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DA8ECA62-31D9-8B68-9F96-43F5DCD464B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E806027-45EB-FB4C-E3C4-F519E17344F2}"/>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B2AAA2D-B17F-B52D-E755-07BED6E60737}"/>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C28FBC53-CA4B-AF0F-128A-4A56379414C0}"/>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5F6156AE-2359-F651-45F3-D2CE46CFB7B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A1E32EA1-9BEC-9A9D-71E0-33554FF6AE5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721701E8-52B3-05D2-4BC6-3ECE2EC92B68}"/>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A6F161DD-278D-7B41-10AF-6EA5AEE334B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3DF79616-E6DC-E760-2608-AE52050737D1}"/>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65E39138-9EB8-C21E-6705-AA335BB619AC}"/>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96F5595F-3CED-FECC-8B8F-D3365EBCF2C7}"/>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AE3AAF09-DA7E-A376-3EF5-98F6E9A58991}"/>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1021209C-B36C-BE87-873E-FCA30BB18AF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A8BBC0FB-7836-0C26-6B93-C34460024DB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6BCC0DC0-0564-EE3F-472E-7A624FF1AFBD}"/>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18B9A96C-EBFA-591A-ED64-FEE3BDD01BA7}"/>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41BE014E-5169-F82E-DB3B-F4E194D981C1}"/>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8C5EF475-F987-08F3-7D5F-B24F972E6256}"/>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58F450E-3F7D-1B8C-7BA7-A855424AAC8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C6EA1501-B135-011F-CB16-7F2F89830D3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B0DF16DF-4781-121E-DD28-30102AB035B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93B92439-3FA2-173B-DEB9-8518EEE71FE8}"/>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6F614C57-0BE9-4AF4-4C5F-93220375A44A}"/>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19A0F7E5-3256-311A-D08A-F82507241902}"/>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5702A78-23D2-5A49-1EBC-786BB159338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2C502C77-187B-BF8B-1EE5-A3223B2C4415}"/>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8A8F5716-E26E-9C9B-B0D6-BCEDA98126D5}"/>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6FCB517A-F7AE-3CD1-90E8-8B297227312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6ED82B80-309D-5424-1DBD-A2900ADB320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8945B660-0E78-40C1-0388-A892028130ED}"/>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7009D77-F333-9476-7353-D78F6646AEF6}"/>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71C3C9B0-EFBC-7ECB-050F-0E14E284B44E}"/>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C8CBC52E-6FC8-47F6-DD47-192BAF1A9181}"/>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9C46A5AB-67AB-C61B-CACC-4E5204DA0D1C}"/>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68E26DE0-E33A-FED4-D256-DF4BF0FDE9C0}"/>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64" name="TextBox 63">
            <a:extLst>
              <a:ext uri="{FF2B5EF4-FFF2-40B4-BE49-F238E27FC236}">
                <a16:creationId xmlns:a16="http://schemas.microsoft.com/office/drawing/2014/main" id="{4C0B80D3-A12B-C213-C677-F8523BDA7CA5}"/>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8415812D-00CF-DE48-DC9B-46FE37EB94B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A7D78AD9-E653-9DB3-BDE7-BEC3A0E7D529}"/>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56DCDE0D-3842-8444-5DF6-A12610519B1B}"/>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9F971042-37E2-7C78-B406-6BFCB9CC2660}"/>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41952C62-D19E-339C-3C4F-E9452E9E24DC}"/>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B59EFDA-CE6D-D58A-0886-8A69C67BB774}"/>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4B2CEBDF-C6D0-8500-FF7F-24929C206B76}"/>
              </a:ext>
            </a:extLst>
          </p:cNvPr>
          <p:cNvSpPr txBox="1"/>
          <p:nvPr/>
        </p:nvSpPr>
        <p:spPr>
          <a:xfrm>
            <a:off x="5650090" y="2905709"/>
            <a:ext cx="570089" cy="230832"/>
          </a:xfrm>
          <a:prstGeom prst="rect">
            <a:avLst/>
          </a:prstGeom>
          <a:noFill/>
        </p:spPr>
        <p:txBody>
          <a:bodyPr wrap="square" rtlCol="0">
            <a:spAutoFit/>
          </a:bodyPr>
          <a:lstStyle/>
          <a:p>
            <a:pPr algn="ctr"/>
            <a:r>
              <a:rPr lang="en-US" sz="900" dirty="0"/>
              <a:t>6789</a:t>
            </a:r>
          </a:p>
        </p:txBody>
      </p:sp>
      <p:sp>
        <p:nvSpPr>
          <p:cNvPr id="68" name="TextBox 67">
            <a:extLst>
              <a:ext uri="{FF2B5EF4-FFF2-40B4-BE49-F238E27FC236}">
                <a16:creationId xmlns:a16="http://schemas.microsoft.com/office/drawing/2014/main" id="{879E43ED-3422-81E9-4237-85EBD2253D98}"/>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Tree>
    <p:extLst>
      <p:ext uri="{BB962C8B-B14F-4D97-AF65-F5344CB8AC3E}">
        <p14:creationId xmlns:p14="http://schemas.microsoft.com/office/powerpoint/2010/main" val="15643759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3CB4D-A8EA-4F2A-371D-615FE3A6007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CA438A-A6AD-517A-66E7-0D3B262FA788}"/>
              </a:ext>
            </a:extLst>
          </p:cNvPr>
          <p:cNvSpPr>
            <a:spLocks noGrp="1"/>
          </p:cNvSpPr>
          <p:nvPr>
            <p:ph sz="half" idx="1"/>
          </p:nvPr>
        </p:nvSpPr>
        <p:spPr/>
        <p:txBody>
          <a:bodyPr>
            <a:normAutofit/>
          </a:bodyPr>
          <a:lstStyle/>
          <a:p>
            <a:r>
              <a:rPr lang="en-US" dirty="0"/>
              <a:t>Complete [32 in 5].</a:t>
            </a:r>
          </a:p>
        </p:txBody>
      </p:sp>
      <p:pic>
        <p:nvPicPr>
          <p:cNvPr id="4" name="Picture 3" descr="A grid of sudoku puzzle&#10;&#10;Description automatically generated">
            <a:extLst>
              <a:ext uri="{FF2B5EF4-FFF2-40B4-BE49-F238E27FC236}">
                <a16:creationId xmlns:a16="http://schemas.microsoft.com/office/drawing/2014/main" id="{8CA369D4-4657-44D0-FD06-D77E619D053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5DA9755-0449-2A07-33FA-FEEC8BB456A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2E2FC21-26B8-EBE4-CD92-D47ACFC2927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78C33EB-B673-D480-BD3C-7EC7EE9199B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5E42D89-E168-9D62-BEE9-4A5B7586D4A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9" name="TextBox 8">
            <a:extLst>
              <a:ext uri="{FF2B5EF4-FFF2-40B4-BE49-F238E27FC236}">
                <a16:creationId xmlns:a16="http://schemas.microsoft.com/office/drawing/2014/main" id="{42827704-79B4-4C3D-2F68-CF7D08279410}"/>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1235</a:t>
            </a:r>
          </a:p>
        </p:txBody>
      </p:sp>
      <p:sp>
        <p:nvSpPr>
          <p:cNvPr id="10" name="TextBox 9">
            <a:extLst>
              <a:ext uri="{FF2B5EF4-FFF2-40B4-BE49-F238E27FC236}">
                <a16:creationId xmlns:a16="http://schemas.microsoft.com/office/drawing/2014/main" id="{A8CE2E89-D773-5184-95A9-8590CD295A89}"/>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1235</a:t>
            </a:r>
          </a:p>
        </p:txBody>
      </p:sp>
      <p:sp>
        <p:nvSpPr>
          <p:cNvPr id="11" name="TextBox 10">
            <a:extLst>
              <a:ext uri="{FF2B5EF4-FFF2-40B4-BE49-F238E27FC236}">
                <a16:creationId xmlns:a16="http://schemas.microsoft.com/office/drawing/2014/main" id="{36D88E97-9FDE-D132-C01F-6A4739CB8B8D}"/>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a:t>
            </a:r>
          </a:p>
        </p:txBody>
      </p:sp>
      <p:sp>
        <p:nvSpPr>
          <p:cNvPr id="14" name="TextBox 13">
            <a:extLst>
              <a:ext uri="{FF2B5EF4-FFF2-40B4-BE49-F238E27FC236}">
                <a16:creationId xmlns:a16="http://schemas.microsoft.com/office/drawing/2014/main" id="{2C9CD59D-8ECD-EED9-0FF2-F6EB3AB7A424}"/>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2B1F896-3437-4788-4263-1540071C8BC3}"/>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CEC7309-5DFB-F9BD-4544-4336EA2A294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B2E0A57-268F-8571-DCCB-066A2CC3E29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C652297A-DFD0-FA78-5411-60C8C30D78E6}"/>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a:t>
            </a:r>
          </a:p>
        </p:txBody>
      </p:sp>
      <p:sp>
        <p:nvSpPr>
          <p:cNvPr id="19" name="TextBox 18">
            <a:extLst>
              <a:ext uri="{FF2B5EF4-FFF2-40B4-BE49-F238E27FC236}">
                <a16:creationId xmlns:a16="http://schemas.microsoft.com/office/drawing/2014/main" id="{242ED54D-A38F-A767-F9A6-24B9672C50D8}"/>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F0B6CE6-3C3B-5C15-5062-432BD095BDF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7E9EE9FE-2B28-9AE9-E51F-B58634F3892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E4DCB47-C775-EBC1-1BB1-1589C8B232E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F81334FD-8621-F35B-05C8-6B642F611D65}"/>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7540A301-7047-4F88-537F-BEBCD34601A8}"/>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711A028-BDA2-94E7-51C9-841232110E93}"/>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CD40CE5D-164D-F484-C966-55E8EB45CE7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899A9D00-EC85-D6A3-AD70-9D2B930E2693}"/>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0CDCD5C9-5B6D-F261-7F3A-EB6E6C3E7ACE}"/>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23DDBFDC-EC17-860C-DEE8-D87C6BEFE98E}"/>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A212977-3DE9-1B3C-6B64-E788DA9FEFF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DAAA8D9-06B9-ED3F-D2A4-2065DA2F399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2B7AF32A-3B5A-E482-765C-F6F2DB8C3677}"/>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B2992D0-4026-6741-AC02-0B1038BE4780}"/>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5E7BA772-23EB-8E36-2ECA-E5B5A9FB40E3}"/>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B87A6080-AAC8-EFF9-D179-C8300347489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D41B678B-FF11-C6C7-5B4D-1354AC047768}"/>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CBFA7FBB-F7F1-0F29-BC71-0B2D97A70637}"/>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675F7B8-5AB2-73B6-DF91-902B505FFF6A}"/>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DF001B9B-FD71-AE5B-3C6A-445493CB8858}"/>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5F163393-462A-1280-E012-3814617E8ACA}"/>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83973090-8A91-BF9A-0D3E-E1508DA39CAD}"/>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0DA3A87C-0F4F-C38C-BCBD-8AC07DD997FE}"/>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028C651B-85D4-52B1-20AC-B224B6B89949}"/>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9A43795-2FC2-1C19-F491-FBD13A2E0A91}"/>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15814754-E9D7-4C54-9659-2A572A116ED0}"/>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EB1F010-89B0-AA9E-18E7-AB1235C23952}"/>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B260C98C-437B-26DB-076A-9AC16C7BE97D}"/>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19B3A291-0A65-09B0-5C81-703EABFCB72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F6529815-9FC0-5EC2-4E87-3FCB1DF25E35}"/>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7935A036-2F78-6126-AB8D-79A8C1206D35}"/>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B61C5206-6E60-EE7C-CB38-84728ED91C45}"/>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9F37A26-B0CB-504F-E796-E10B9EF490D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CF65DF6C-B843-8477-B42C-B6B6F5285E10}"/>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F815AD15-A023-376B-265F-8A0618D4AD2E}"/>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FBB4E746-DA84-A537-B006-6EB50BB75376}"/>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99110825-D3E4-7D11-A5D1-0F43AB435DF6}"/>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F22D29AB-4947-439F-2ADD-7B41C5A0075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02F45D35-2732-83CA-F4ED-8422B731F653}"/>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5F76A325-D307-C317-FAF0-1756E3A69922}"/>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CB6C9242-91E2-F00B-AC2C-8DFF515D452D}"/>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470B3930-E61B-A815-823C-1FEF3C0DE927}"/>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05B6640B-8A8E-9EFF-34AC-D23BFED3EA19}"/>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64" name="TextBox 63">
            <a:extLst>
              <a:ext uri="{FF2B5EF4-FFF2-40B4-BE49-F238E27FC236}">
                <a16:creationId xmlns:a16="http://schemas.microsoft.com/office/drawing/2014/main" id="{A6E697E9-BC4F-E40F-68DC-3D8A6C8F6A7C}"/>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11AC4C27-A05A-D9AA-389D-48CC2F578FB1}"/>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851E85B8-AA1B-059A-3292-5C03195CE39A}"/>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40C2757B-8FA3-D838-0014-296E9B9740D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916C3309-D09C-9916-A6BA-A7A2165DA6AE}"/>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6DAF9030-F7F5-1BFB-F02E-AB218A882A7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36DFAF3-B15D-7B29-6714-911C2F0C428E}"/>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6789</a:t>
            </a:r>
          </a:p>
        </p:txBody>
      </p:sp>
      <p:sp>
        <p:nvSpPr>
          <p:cNvPr id="23" name="TextBox 22">
            <a:extLst>
              <a:ext uri="{FF2B5EF4-FFF2-40B4-BE49-F238E27FC236}">
                <a16:creationId xmlns:a16="http://schemas.microsoft.com/office/drawing/2014/main" id="{C88E24AB-EF18-620A-EF58-282BDD3DA0D9}"/>
              </a:ext>
            </a:extLst>
          </p:cNvPr>
          <p:cNvSpPr txBox="1"/>
          <p:nvPr/>
        </p:nvSpPr>
        <p:spPr>
          <a:xfrm>
            <a:off x="5650090" y="2905709"/>
            <a:ext cx="570089" cy="230832"/>
          </a:xfrm>
          <a:prstGeom prst="rect">
            <a:avLst/>
          </a:prstGeom>
          <a:noFill/>
        </p:spPr>
        <p:txBody>
          <a:bodyPr wrap="square" rtlCol="0">
            <a:spAutoFit/>
          </a:bodyPr>
          <a:lstStyle/>
          <a:p>
            <a:pPr algn="ctr"/>
            <a:r>
              <a:rPr lang="en-US" sz="900" dirty="0"/>
              <a:t>6789</a:t>
            </a:r>
          </a:p>
        </p:txBody>
      </p:sp>
      <p:sp>
        <p:nvSpPr>
          <p:cNvPr id="68" name="TextBox 67">
            <a:extLst>
              <a:ext uri="{FF2B5EF4-FFF2-40B4-BE49-F238E27FC236}">
                <a16:creationId xmlns:a16="http://schemas.microsoft.com/office/drawing/2014/main" id="{E5C6A754-A3B8-001D-0B7E-67FA6E6FCBD2}"/>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816959D5-84A0-797A-A2B4-DA970C73DD6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1493663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865CE-7CD4-2E73-7BD7-6EDDB8212D7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A09A713-20A0-E0DF-E40C-0FAF954797ED}"/>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F55ACF93-BAD2-EA44-3858-5E91F747068D}"/>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8D88C88-70C8-FA35-936B-92D98532E7F5}"/>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338F3F7-87F7-2B80-D0A8-8E8DD2E4E1E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DAFC1AF-B6CB-F8F1-8A1B-9A17C02724CD}"/>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15EA5AF-3DDC-9D9A-E51D-22E75A31E4E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9" name="TextBox 8">
            <a:extLst>
              <a:ext uri="{FF2B5EF4-FFF2-40B4-BE49-F238E27FC236}">
                <a16:creationId xmlns:a16="http://schemas.microsoft.com/office/drawing/2014/main" id="{6583FCC4-0518-E2F2-3933-9F9858BE4C29}"/>
              </a:ext>
            </a:extLst>
          </p:cNvPr>
          <p:cNvSpPr txBox="1"/>
          <p:nvPr/>
        </p:nvSpPr>
        <p:spPr>
          <a:xfrm>
            <a:off x="4143022" y="1402877"/>
            <a:ext cx="570089" cy="230832"/>
          </a:xfrm>
          <a:prstGeom prst="rect">
            <a:avLst/>
          </a:prstGeom>
          <a:noFill/>
        </p:spPr>
        <p:txBody>
          <a:bodyPr wrap="square" rtlCol="0">
            <a:spAutoFit/>
          </a:bodyPr>
          <a:lstStyle/>
          <a:p>
            <a:pPr algn="ctr"/>
            <a:r>
              <a:rPr lang="en-US" sz="900" dirty="0"/>
              <a:t>135</a:t>
            </a:r>
          </a:p>
        </p:txBody>
      </p:sp>
      <p:sp>
        <p:nvSpPr>
          <p:cNvPr id="10" name="TextBox 9">
            <a:extLst>
              <a:ext uri="{FF2B5EF4-FFF2-40B4-BE49-F238E27FC236}">
                <a16:creationId xmlns:a16="http://schemas.microsoft.com/office/drawing/2014/main" id="{4D365FF0-251C-6F87-123C-CB5F3CB044AC}"/>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1235</a:t>
            </a:r>
          </a:p>
        </p:txBody>
      </p:sp>
      <p:sp>
        <p:nvSpPr>
          <p:cNvPr id="11" name="TextBox 10">
            <a:extLst>
              <a:ext uri="{FF2B5EF4-FFF2-40B4-BE49-F238E27FC236}">
                <a16:creationId xmlns:a16="http://schemas.microsoft.com/office/drawing/2014/main" id="{6DE35A0C-E45E-4262-985C-A778ADBB03B0}"/>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2E9FCA59-656E-1231-F1C5-11061A6E2DA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93B6D15E-97B8-E813-5E6C-D58526F56159}"/>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4D99707-C47C-55C3-8041-F9DF899A58DB}"/>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1DD6E83A-984B-CEEE-E348-A65943760B22}"/>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E2DD51F4-F8A7-B03E-7E7E-081BD6E416B3}"/>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3C919382-6DBE-AD0C-3D4A-3AAC3761C91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E81C02A-5F14-82EC-E58D-B300ED7D6976}"/>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14A39C1-477B-24B0-1D1A-4052D6D5AF56}"/>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FB8DCDF-B824-69F4-BD12-9A35ADE481F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48D4694D-A7C1-CC09-037E-BC4AD7E6BF5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21CAAA22-B3E5-AA44-7DC7-D49B065234DF}"/>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BF303E3A-61D7-ABCC-1A2A-688DDC7C319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C4F5B9E2-FB2E-09F5-9FAF-1F79E281F55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2F82B82-AEDF-E725-C7D1-57BBF8315F51}"/>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DD4BFE9-EDB6-1E15-2A1E-B6654A2DD4C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EF96F1B8-4A81-8A0B-6E2A-12802301899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23D1CF85-9D02-C37E-0A35-1C4B2CE66AB3}"/>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2D13034-13FB-FED1-068D-846B3CDB442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DC321795-A1EC-59CE-FB61-DBBD27EC19A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6302749-E2FC-1DDC-3BC3-48F9DA73A47A}"/>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24B66F3F-0D7D-C948-6E45-E8FF9CB003C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A0B38CC0-2E8A-E52B-AB81-5FA776A9BB8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A0CD5C1B-FD15-3A69-EAA3-82A547404DA5}"/>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BECC53F5-3075-D84C-242F-F5A6DD201FD4}"/>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E13CE828-BCE1-FF56-4159-CFC7804BADA4}"/>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DF7545EB-0677-6B6B-6D3E-DCBE2DF346B2}"/>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00F2F2A3-BE61-69E6-0EC1-87FB2F5CB3FE}"/>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338B5434-C91F-E442-3559-7F132D749731}"/>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291511F-7331-76E6-431F-14E068C87F44}"/>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E183E6BB-7F41-CBAB-1973-98E6998C9C1E}"/>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CA87B578-9166-6252-A6EE-2B9CD87C5A71}"/>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20EFC352-55DC-4DD6-313A-8CACAEC2ACDB}"/>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18CD85E-22B3-27BB-2B3E-2C623D11704E}"/>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B4C1DDAB-0DE4-0EC2-C0B1-8C5968EB349B}"/>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922BAD79-BF96-7175-A540-818ABEC044B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AD57A4BD-D471-DCBD-2E83-43769E0EB9D9}"/>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462306AB-6DC2-1FB9-46B7-D1F6BCF4D88D}"/>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5B627A89-F216-D6B6-5FA7-259CF8B8CE77}"/>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9016462C-8E03-C82A-9FDD-2F8808FA61A4}"/>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DC977549-1DD5-C0D0-E983-80FD36ACFA6B}"/>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7B89C88-F2A2-2D3E-8F27-02767DF53506}"/>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A59EEE78-A3FC-511A-F8E8-5AC4D3489AF1}"/>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100F2A33-8738-8682-0007-63DD5C3A2E6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5E7A8069-D9AA-7036-36E8-E352719D8EFA}"/>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11991F6E-30DA-B299-0956-932F6D6CA549}"/>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F887BC24-A0C7-2CAA-A0EE-762097F34A24}"/>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DCFC9152-370D-EF4D-7B7C-7FF6576340E0}"/>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6F15E2C6-B9F3-A364-CD5A-665FA1A0A5F7}"/>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2860A886-B907-B11B-1D91-3E2865452DD0}"/>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64" name="TextBox 63">
            <a:extLst>
              <a:ext uri="{FF2B5EF4-FFF2-40B4-BE49-F238E27FC236}">
                <a16:creationId xmlns:a16="http://schemas.microsoft.com/office/drawing/2014/main" id="{0D55B56A-A785-0BDC-A31B-16B9439491E1}"/>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F65A401D-E39A-BCD9-787A-E6181A48C283}"/>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A468BEB6-A91E-6ED5-5677-DA5F3F131FB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FD97BA98-C95F-2BF2-F164-58E4748713D5}"/>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09D7F8E0-291E-AF1E-541C-C3F1144CEF8D}"/>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63A469F5-A7FD-8598-8A21-1BDF9CF51A3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CEF51869-E00D-DC42-51EC-528EE8D72530}"/>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4FBF83A7-56EA-7218-2072-B9DB5D6EC46F}"/>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2F6494FB-F21F-10D2-0090-9EA758110A18}"/>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EFA4A5E-E474-93CE-23AB-237BA24DC85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2551064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52F7-6A70-960A-DFDB-A8911CC09D7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604442C-3145-F8B8-AE01-424D3BE8CD4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3B743A0-A0FE-258C-1BFD-23419D4A01E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0AE939A-7CA6-CEC1-6E71-F705D94D524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6028915E-3A25-9B85-5F66-7A847FC4BF48}"/>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D9AF26C-A2C0-8806-3970-757AF5D76870}"/>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039C7C-54F9-3E2E-3EBA-12F4654291C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C745E053-5A6F-1B2D-C20C-18C67D82B51E}"/>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1235</a:t>
            </a:r>
          </a:p>
        </p:txBody>
      </p:sp>
      <p:sp>
        <p:nvSpPr>
          <p:cNvPr id="11" name="TextBox 10">
            <a:extLst>
              <a:ext uri="{FF2B5EF4-FFF2-40B4-BE49-F238E27FC236}">
                <a16:creationId xmlns:a16="http://schemas.microsoft.com/office/drawing/2014/main" id="{0230A7BC-890A-44A8-B7CC-E9CB915E50C8}"/>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032B33A6-7DCD-F471-9660-0AA6B7590407}"/>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B50EDB9D-01B7-E84E-FE5F-12D19C3D6493}"/>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9761F99-B83F-BE47-0444-E4698B7D16E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18CC4D53-A824-B588-452E-64B6AE92368F}"/>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722FA56A-6F43-4D77-3555-28F93F1D0FEF}"/>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2CD0B481-0CF9-9F6F-3B1A-F5322887D3B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C8A97DFC-D3B3-C00E-6630-8C37C753817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F2B727F-6CC0-BB31-2F15-D2C4C6C82BAA}"/>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D7E3945A-2838-226A-0A2C-643745B9A03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7C6F8779-F59F-1AAF-4D79-7F09C91A4CA6}"/>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62C18480-43BA-6D6F-F9F3-39D8D94C7D5F}"/>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44584B31-E65E-EA22-058D-FFC8631FC909}"/>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3D9CFAB8-9838-05B5-1FFC-15353CB8223F}"/>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EF6D998F-D9F5-0027-DD69-C698B544FD01}"/>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357EFB67-936C-2AE8-951A-5BC4DBB93A5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5690AA18-5CF4-30FA-DB5A-EE25B16476D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9D46737B-E8D6-CCD2-E4DB-0BD03EDC9AE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DBA7388-7EC1-256F-59FD-145C34FB05B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60B6322F-9BB0-39D7-E070-E6AD642C5E84}"/>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28BB5B37-C79F-C649-DEE0-5403E5DFD0A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FB005610-39C4-9481-E250-B6FEB2C227C2}"/>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382E476-1136-A27E-4969-25A6BB57503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31108657-B9F2-6D56-A42A-1D078CE95AC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8FBD459F-A262-AE3D-E039-5107FCC3765A}"/>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9F9B594B-9093-5F00-141E-11C999AA6AEC}"/>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971EB389-00F6-3364-5155-8D559E88BD0F}"/>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F7B55097-052B-8B2B-3DEF-B19C6581FC79}"/>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E1DF7988-C17B-6B58-0E3B-E16EAEEE400A}"/>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D5EDB72-FA14-144B-A18C-E4271C50A98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2893B202-03A1-1542-24B8-9DF132762BCE}"/>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275435EB-7B64-FED4-2015-7DE1701A84F9}"/>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BDC4E2D4-27E9-1A0C-B01E-19B4B356313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3AD1ED8-B3B4-2939-E59B-C0BA5633AE2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6B70344F-E56D-5231-2955-6A419FE3E0B6}"/>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24458D69-7E11-8AA7-44F7-1EE578339CE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2200C585-908F-F885-99B3-B459E284F031}"/>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11BA00E8-38D5-E461-16FE-0AF33282BD79}"/>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6DD56D05-9B34-5B97-EEB1-1BE936897A78}"/>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1E87E8C7-1C92-62E2-09DF-4B64CC43B9B9}"/>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2CC5062F-2737-B433-7E3B-FA612BBCCD96}"/>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ADE413BD-7A1A-88BB-79E5-A05B053B2893}"/>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36CC9848-A180-A4DB-3343-B8812973B7FF}"/>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2FDDD145-FABE-D45A-BCE3-EAF00ECC539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27AA59FA-B0F6-60A7-67A9-3CA6BDFCB01B}"/>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1AE5877A-9CCB-BDD5-042A-6FF1404FB797}"/>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B07E710B-B7B9-8DA2-14E0-8D682EC23AEA}"/>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F71D3DFE-EC05-36A1-C574-8499AC303412}"/>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9B79717E-6286-5255-2CBB-9282E4382F6E}"/>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F378181E-B53C-F605-508F-52E213E0180C}"/>
              </a:ext>
            </a:extLst>
          </p:cNvPr>
          <p:cNvSpPr txBox="1"/>
          <p:nvPr/>
        </p:nvSpPr>
        <p:spPr>
          <a:xfrm>
            <a:off x="4143022" y="3406653"/>
            <a:ext cx="570089" cy="230832"/>
          </a:xfrm>
          <a:prstGeom prst="rect">
            <a:avLst/>
          </a:prstGeom>
          <a:noFill/>
        </p:spPr>
        <p:txBody>
          <a:bodyPr wrap="square" rtlCol="0">
            <a:spAutoFit/>
          </a:bodyPr>
          <a:lstStyle/>
          <a:p>
            <a:pPr algn="ctr"/>
            <a:r>
              <a:rPr lang="en-US" sz="900" dirty="0"/>
              <a:t>567</a:t>
            </a:r>
          </a:p>
        </p:txBody>
      </p:sp>
      <p:sp>
        <p:nvSpPr>
          <p:cNvPr id="64" name="TextBox 63">
            <a:extLst>
              <a:ext uri="{FF2B5EF4-FFF2-40B4-BE49-F238E27FC236}">
                <a16:creationId xmlns:a16="http://schemas.microsoft.com/office/drawing/2014/main" id="{FCB7CEE0-2B1B-6FAE-8265-E4EFFF28A3E4}"/>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6412597A-FB7D-93C3-704C-CD3B76FDB02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5821B20-CC97-5993-DF94-01E86C4EE990}"/>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F20BFFE5-6404-9269-9DDE-74DDE21EBAC0}"/>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36338968-19A8-578C-A2D1-6F315549D6CC}"/>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615E2391-18A8-9BFE-5479-2D9B3E04900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34A478D0-C080-667F-EEA1-1CAC324395BF}"/>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434BF91C-4F75-16B8-4D14-28D8CA9C062E}"/>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CE576757-F1BB-2A55-5E3A-876BCBF9A51F}"/>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2146E199-0407-845B-FC8F-D722BDA09A62}"/>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67F8AF00-4041-E2D2-66A4-7CE3C67E92B5}"/>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3961157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CD911-5091-4B6B-1EF5-DDFECE3E1F4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04B483-894E-B133-E774-9B6A2B4267C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9AE86207-993F-14C4-DB78-8B162060339C}"/>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CC87666-E97C-276F-4AE9-D1BA9D12080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37FB5CB-0030-A757-3A3F-3D9E75E9A49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B08798F-97D9-0EEC-9CE6-9A0C030423D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A5C00CF-E1CB-AAD1-DBB7-5269EE93266D}"/>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52D5D130-0F9A-E389-F005-20BB5919A7E5}"/>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31AF317D-04E7-5B20-C49F-88DF5B9BA108}"/>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84C1CF7C-C826-00C1-BF15-6D4D1A314A1E}"/>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1249E746-D516-67E9-95A1-11E98663771C}"/>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407B9E0-5252-961C-3F77-8903699EB71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E34E5C09-E668-5AE0-6342-DAEFFD884BBD}"/>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733708D6-EF0C-48C8-008B-B694D8C8B730}"/>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004D9BCC-326B-C8B7-709E-FA203C75419C}"/>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8FD04B16-C85D-18C9-E14A-86BE2B1C4A3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01E74A13-1DC3-CFA4-3207-5815A831EB4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A0AAA224-1FAE-31CA-B7BE-C8D873E04F0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ED1E7649-FC66-807C-F744-952CFC96EFC0}"/>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F82FF964-2C6B-46B6-7600-953C2C2BE448}"/>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F34B0D48-903F-A521-A38C-C377662881BE}"/>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DA58CECE-EEA3-70DA-C5D1-F6E38298F530}"/>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85AA0058-719B-87E6-CA72-E205D09BF00A}"/>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C4C4726B-288D-5F6B-AF39-D5F59CA58D74}"/>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80F67C07-B62C-427F-8039-51A3B118B7C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F7F576B-241C-88D5-97E7-570A294A0A0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089408D-0224-043C-646B-BAC506D4BA8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80B5A0D-8D34-C7F6-4DF9-DEE0ED4A23F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6D685BD0-CEDC-3C70-368E-02A9FA987B83}"/>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09EF3647-505F-A7E4-DC60-2ABAE20E69D1}"/>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6DAED98F-BCE2-82C3-EFF0-58338256B3EE}"/>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0A433920-7108-FB53-E93A-799F4604A76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E899A271-5F9D-DB86-F877-AD13A6AEEF9D}"/>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9F7EE15C-F39C-EDCD-2A4B-8538E8CD3865}"/>
              </a:ext>
            </a:extLst>
          </p:cNvPr>
          <p:cNvSpPr txBox="1"/>
          <p:nvPr/>
        </p:nvSpPr>
        <p:spPr>
          <a:xfrm>
            <a:off x="4645378" y="3907597"/>
            <a:ext cx="570089" cy="230832"/>
          </a:xfrm>
          <a:prstGeom prst="rect">
            <a:avLst/>
          </a:prstGeom>
          <a:noFill/>
        </p:spPr>
        <p:txBody>
          <a:bodyPr wrap="square" rtlCol="0">
            <a:spAutoFit/>
          </a:bodyPr>
          <a:lstStyle/>
          <a:p>
            <a:pPr algn="ctr"/>
            <a:r>
              <a:rPr lang="en-US" sz="900" dirty="0"/>
              <a:t>789</a:t>
            </a:r>
          </a:p>
        </p:txBody>
      </p:sp>
      <p:sp>
        <p:nvSpPr>
          <p:cNvPr id="43" name="TextBox 42">
            <a:extLst>
              <a:ext uri="{FF2B5EF4-FFF2-40B4-BE49-F238E27FC236}">
                <a16:creationId xmlns:a16="http://schemas.microsoft.com/office/drawing/2014/main" id="{DF9E0F58-6EA3-4AB1-0806-B7D0F73FB55C}"/>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6789</a:t>
            </a:r>
          </a:p>
        </p:txBody>
      </p:sp>
      <p:sp>
        <p:nvSpPr>
          <p:cNvPr id="44" name="TextBox 43">
            <a:extLst>
              <a:ext uri="{FF2B5EF4-FFF2-40B4-BE49-F238E27FC236}">
                <a16:creationId xmlns:a16="http://schemas.microsoft.com/office/drawing/2014/main" id="{14F66257-614B-DE26-0B4A-3D53EC0FC844}"/>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93D0B9FD-6B31-A228-1303-9987F01D1AC8}"/>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DA3D7F54-C692-E8E3-7176-EE31EA20BE91}"/>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93D861C-5678-00B7-89C2-157034C663CA}"/>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C86B12F1-E81D-D992-FB68-8911181B9DC9}"/>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2713BBD4-D2DB-1EFC-AC25-C7B7B051D5F0}"/>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9CF6255-0295-33EB-FCCB-D27AEC35D624}"/>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2E76172C-5DE7-DE00-88C8-3840A1D74D3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55C7EF03-1682-BB98-C60E-4B77A7BC8D49}"/>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47B3F526-8E04-D4FE-C46A-134981DCC670}"/>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584F4266-0F8E-EFBC-DC9F-65F6F3359813}"/>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A987DAB4-3872-2BED-A234-14EBEC3DE14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8DA59AD3-CB9C-D076-5C6C-651EA0F1C93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BF2DB3A5-B4F2-31A0-38A8-7710AC364E52}"/>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749DB70-DA27-25DA-A1F5-255DA7641643}"/>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F892C960-CB52-10BF-1D84-322E7AC666CD}"/>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04703200-5D31-374C-4608-6B1FE3A1C90D}"/>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8BE1FB33-B7C2-F2C0-5F13-739AE83D97AE}"/>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D7B4A44A-71F2-9CD5-2168-11D301A00440}"/>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4AFE743C-A105-F590-9444-70B9DDD00194}"/>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CDE71954-4C9A-EA02-1542-6DBA53E07599}"/>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94412A07-EBDE-0CF8-8E5A-EB8B7B168B5A}"/>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1627E826-C7B7-B472-A068-9BB6B12E5619}"/>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AF697743-04BE-31EA-3C6F-EA24129DF5C8}"/>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62347674-5610-73AE-6615-61D820205FA4}"/>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F9DF0002-85A8-3013-76DC-E304D4E8DDD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5BE45E92-1FFB-B837-A80E-7ECB21DF5845}"/>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B81E889C-D3ED-BFD4-28B3-53515610CF8D}"/>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4481C04-402B-63DB-FB36-EF2E5106F0B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BBBAD219-09B8-A7B5-E182-B26F41B5A5F4}"/>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FEACF430-CF2D-B9EF-7877-89AA9793546D}"/>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96498922-7AF6-C278-50F4-342749F33162}"/>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1275422-1393-E8C2-AEE0-BDDD91203BA3}"/>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4EA032F1-512B-7095-9245-4A6C5454C197}"/>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80959866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64AA5-A7C5-FBC0-C3E6-B619D2056E2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758F66-635E-BA40-0ECE-C17DA69BC305}"/>
              </a:ext>
            </a:extLst>
          </p:cNvPr>
          <p:cNvSpPr>
            <a:spLocks noGrp="1"/>
          </p:cNvSpPr>
          <p:nvPr>
            <p:ph sz="half" idx="1"/>
          </p:nvPr>
        </p:nvSpPr>
        <p:spPr/>
        <p:txBody>
          <a:bodyPr>
            <a:normAutofit/>
          </a:bodyPr>
          <a:lstStyle/>
          <a:p>
            <a:r>
              <a:rPr lang="en-US" dirty="0"/>
              <a:t>In the center block, 9 is in [32 in 5].</a:t>
            </a:r>
          </a:p>
        </p:txBody>
      </p:sp>
      <p:pic>
        <p:nvPicPr>
          <p:cNvPr id="4" name="Picture 3" descr="A grid of sudoku puzzle&#10;&#10;Description automatically generated">
            <a:extLst>
              <a:ext uri="{FF2B5EF4-FFF2-40B4-BE49-F238E27FC236}">
                <a16:creationId xmlns:a16="http://schemas.microsoft.com/office/drawing/2014/main" id="{7E6AEF98-7476-993B-59D5-67A245F3AEB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E92F722-08BE-B9F5-6EDB-40968989073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2858E2F-0095-A740-9A5E-8BA835DDCD6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8216E77-8805-A73A-0F9E-3283DC8B8F1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20C0E10-F583-6CFB-8EAA-48FDC68A751F}"/>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AD08B504-6FC6-82C1-4033-D5AE194A4BF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32481010-228D-9533-9991-7F9087EC8223}"/>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D1B5F4ED-E2CC-7DAD-1743-7C4F76A4CB1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464F807F-8A30-1E96-A8BD-A0672FE99F33}"/>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1FAF2012-0AB8-CAB8-016A-97D150058AB7}"/>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B8D6D3B4-F567-751E-704B-2F590D6FCA6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F885070-E5C7-FEB6-FE65-E47D95D48A84}"/>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CF35974B-1EA6-68B9-4611-6EE3EC72EE77}"/>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411C1ECA-9B28-72DD-7831-B4D718FAE41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86EAE30-B1D4-87B4-943A-168B0A872C23}"/>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F1F1F2BD-DE27-079B-3155-F28B075B41FA}"/>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F2F7DB82-19A1-F2FF-C478-B8593AE3D39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23A95D99-2F2D-4514-DF2D-3102E6BF7DC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8F0DDB56-96FA-4BF6-8BF4-60CC83C7DFA2}"/>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C81636A6-DD3B-A9A4-398E-4D424FD56AA0}"/>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E06CBBF5-4CEF-44FC-DEAE-1944E31F29D4}"/>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4EE2BF1A-0325-74DD-190C-538C4488245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A80067C-E115-C878-CE5F-47B8C7641A9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40A83FF-F55C-A382-6173-E9EDD174633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CE28C80A-705D-029A-413E-36A2B41D27F2}"/>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2BFF84C6-FFAD-33FD-DAC1-2278D8AC37C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134BB966-1C92-1112-C9B8-C9FE627794B3}"/>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BA9B255B-3B3F-EDA8-1848-F76C23515B74}"/>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4DE3E619-77E9-F14E-F1DB-68C931BA1BA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79B4A49-C327-89CF-648B-3E5F90C4D55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6BE15060-BD4E-7C0D-8002-FE120F1EBD41}"/>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7BD2D94D-DCAA-ED30-FCA0-EE0F4201658E}"/>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AF7D855C-A3BD-3FCD-E017-7358972CBBE3}"/>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F254422E-2239-24C4-01FC-74042F7591D3}"/>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ED769B54-8F44-20EB-D0F9-0A16FCE38597}"/>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24D70F83-5415-64D5-060A-B5C4D59DC46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4F896B8-50CC-2CFD-4E4E-C7AD33735F39}"/>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DA781A11-3A5D-3554-7094-05FED569E099}"/>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E6D013A1-A122-F621-1BD7-C6608C9F016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5CD919E-4047-A13C-BE16-4C6265C0A81A}"/>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B92769E9-36E3-ED19-D27D-9602D81CE2C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9E2DD0AE-9D20-9BEA-7115-E8E331E361B9}"/>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17F7381D-19F0-CBAF-B1CF-C63969C079ED}"/>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4D37F851-1EDB-04D4-F85E-B450D8E6BDDF}"/>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A47C1F93-F234-7789-7751-21CF59F1EAF8}"/>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F9E01A0-BA95-C84D-E11D-19FAA817D570}"/>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28C6A927-0E8A-2D1E-BC92-7C6E854304EF}"/>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E5B90A07-A36C-EDBE-33DA-3BEEB73308B3}"/>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50C0F6D2-FFAD-F5B7-C2F0-A53690088485}"/>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A31BF93-C7D7-2189-CED6-AA028AECC009}"/>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EE6950CC-0E52-52F1-F5AC-124F3E7A3DD2}"/>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6DF905CF-64C4-557A-C90D-EF7479DCFC00}"/>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31171708-DC0B-4F91-261E-FB944C7571D0}"/>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CEBF3FBD-2348-F0D3-A747-0D94512EF7A4}"/>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2BA1A186-1988-E94C-8B50-5F8C45862989}"/>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8DD1E5AF-D9A1-1C2C-36CC-0F040CCEEC7A}"/>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DEE0E68B-D8B0-176C-E257-1FEEF71DB682}"/>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EC3B981B-DD4C-F6A8-3BEF-7F94BDB63A64}"/>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F897C9C9-4611-855C-9B54-962EC1A75CF2}"/>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DC32F8F9-ADAD-9411-1FCF-2CAD4A9B722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A4631AD9-F450-0A97-DBC9-9EC1504103E4}"/>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897F2DE9-5BAA-CB39-4CC6-5DE2B42D2E1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9536501-966E-051E-4FB9-2E3F30D146B8}"/>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8976EEF9-7B6D-69B8-277A-2869B470E497}"/>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F8704031-38F5-7016-41E4-35841547035C}"/>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574DFA51-556F-A539-9EC0-075236238BCC}"/>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0859D839-A8A2-300B-D9A2-054929005203}"/>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2324846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797DE-39DB-BE98-E0FA-A11C37EB83D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339CD3-AF91-DE0B-4817-C291626B4E73}"/>
              </a:ext>
            </a:extLst>
          </p:cNvPr>
          <p:cNvSpPr>
            <a:spLocks noGrp="1"/>
          </p:cNvSpPr>
          <p:nvPr>
            <p:ph sz="half" idx="1"/>
          </p:nvPr>
        </p:nvSpPr>
        <p:spPr/>
        <p:txBody>
          <a:bodyPr>
            <a:normAutofit/>
          </a:bodyPr>
          <a:lstStyle/>
          <a:p>
            <a:r>
              <a:rPr lang="en-US" dirty="0"/>
              <a:t>In the bottom left block, 45–(25+4+2) = 14, in 2.</a:t>
            </a:r>
          </a:p>
        </p:txBody>
      </p:sp>
      <p:pic>
        <p:nvPicPr>
          <p:cNvPr id="4" name="Picture 3" descr="A grid of sudoku puzzle&#10;&#10;Description automatically generated">
            <a:extLst>
              <a:ext uri="{FF2B5EF4-FFF2-40B4-BE49-F238E27FC236}">
                <a16:creationId xmlns:a16="http://schemas.microsoft.com/office/drawing/2014/main" id="{55AC76C9-74ED-42AA-E75D-25E70422D06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2A7DB1B-08C5-2DE0-57EA-8F7179E96EF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7562BC5-49F3-0690-7AEE-7E94A845F5C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899CA2F-EE10-6A1C-7861-8F0BC4F150B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B74501C-CE2F-1367-5B2E-9DC7A77C682C}"/>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810742C2-D22C-552B-B63B-3238449180C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092B6BDD-0ACF-8C81-F3F1-EF1D04575335}"/>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91D88EBD-B13C-5C09-89E2-A375C3B29C0E}"/>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8B3D2F8B-41ED-8DA0-15D5-FA5370C6B57D}"/>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2FECF3A-7E94-B6FF-F9CA-DA0AFB1D1290}"/>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66674953-C48F-58C7-ECDB-1F751CF72D06}"/>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BC373EAC-21A1-BA1D-650B-75D91823D9CE}"/>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F8E73145-774C-2C3F-FB01-CA2252440E0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BCC88B71-BAA5-8092-E291-656919E3393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4D7738D-027F-79BD-E880-2B645B55EF89}"/>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B54F5BD8-9912-20AF-C789-04810C31A2C3}"/>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6A303934-092B-CDC6-E415-C443501FA53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6983CF90-D167-21AA-644A-30577E20EC0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AD88B7CE-DE8F-ADB0-B14A-ECA8D093B137}"/>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6622FB09-63EE-8E42-CBD2-D865BA059CC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ADDFD0B2-3131-DF54-27F5-D73CC78994B9}"/>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219C39D-0E30-53C2-EE26-8806CEC7CCE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CF82866-6512-6CB6-C827-C779ED9A457A}"/>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2377731D-51E6-E336-69CC-7CB12040DCEE}"/>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7003EB19-28E4-8501-A00B-5E3F016B94E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BFE932A-CAE0-6B3B-0391-835C7C8F1542}"/>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4811129-B7B9-15AF-16AC-E7C65072B748}"/>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5A3851B-997A-D023-447C-7AE0DE7F23CC}"/>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2C45F9F4-F657-2BF2-2FEF-A0818A357BE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63E5BAB-6B3C-C353-F07D-F6F9DAB8675C}"/>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E9DB8196-A769-C5AC-B121-5EA245878C5C}"/>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A81C92F4-9B8C-0557-D49F-1912AB48BDD9}"/>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F6274910-CEEE-3857-312A-375538DD04F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ECD92F77-0BF7-85E9-B851-5E842367BDCC}"/>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3A8F9592-EA8C-F1C4-61FE-0661916DB19B}"/>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2534637-5751-147F-444F-5B31879FA6A5}"/>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D1F4F4B5-42B2-B844-AF75-D1113D4236F5}"/>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A414AA8A-CB7C-EC9E-E1F3-E158C4029FC1}"/>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098D180D-6D6D-4E17-C9B8-0F5E6ED25B70}"/>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33FD423-FA41-6C89-E214-A36ABB51746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667F12DE-5775-1FCE-E67F-7BDFDA888647}"/>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3CF4DF4D-E7E8-C82B-2A21-23FEB354E7B8}"/>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45D4C4BF-40D7-83FB-C4F1-A8B0B2CAA88A}"/>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50E4CC75-AA2D-1610-4053-A0DA55ACD685}"/>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778A774F-53BC-75BB-1442-FF766C65C402}"/>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16D1F9DB-1EA9-8905-B630-CE6B4161C807}"/>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B93067E-B03E-818F-0B70-9922029C0936}"/>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58E95E3D-D03E-2259-A9B4-4975BD662BDA}"/>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20904A55-5246-9F87-8FE4-372E29B75703}"/>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4BFCA083-3145-CCB4-380C-6CAABA7A925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5140B8FB-9F02-5245-A2A7-B1EC38D061F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0AFED3A-4006-4B37-2D11-B8741DE99210}"/>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7BA5C89B-05CC-C597-C591-1E0FFDEF393D}"/>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2A2110C5-68BE-9361-F894-1AECED9AD8D7}"/>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3B8AD838-F0B1-7909-1894-EAAC5365B9C0}"/>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0BC9B9EA-83B7-1C7F-3C9C-4646545E1C04}"/>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09F7C9B4-A0E5-E18A-B476-4EE1D63C9ABB}"/>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4905EE40-A745-B161-BCBE-2746FEE4394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005EDBF0-AE3B-2B5D-BD2D-8F24D2082524}"/>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7A5F5DBC-CE1E-A0E2-FE7B-E48C36E8B0C6}"/>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745DE9E7-94A0-E82A-A281-D1424B90EC44}"/>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D8B8D335-04EA-382F-B839-FF0F3366548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A9C5DD83-4B3E-31E6-9B26-C72DE1EE807E}"/>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7D915CB6-C8EC-69C3-AB01-423B3BEA7014}"/>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8C2249C6-F3DA-8844-6C79-C13613F38644}"/>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FA4CD822-5FD1-9823-28C6-772DD59C7BA2}"/>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20D34F38-CB27-001D-7134-05F1EAB43C04}"/>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E50761F9-EE50-826B-7CD6-B4785AD952D1}"/>
              </a:ext>
            </a:extLst>
          </p:cNvPr>
          <p:cNvSpPr txBox="1"/>
          <p:nvPr/>
        </p:nvSpPr>
        <p:spPr>
          <a:xfrm>
            <a:off x="3138310" y="4408541"/>
            <a:ext cx="570089" cy="230832"/>
          </a:xfrm>
          <a:prstGeom prst="rect">
            <a:avLst/>
          </a:prstGeom>
          <a:noFill/>
        </p:spPr>
        <p:txBody>
          <a:bodyPr wrap="square" rtlCol="0">
            <a:spAutoFit/>
          </a:bodyPr>
          <a:lstStyle/>
          <a:p>
            <a:pPr algn="ctr"/>
            <a:r>
              <a:rPr lang="en-US" sz="900" dirty="0"/>
              <a:t>5689</a:t>
            </a:r>
          </a:p>
        </p:txBody>
      </p:sp>
      <p:sp>
        <p:nvSpPr>
          <p:cNvPr id="71" name="TextBox 70">
            <a:extLst>
              <a:ext uri="{FF2B5EF4-FFF2-40B4-BE49-F238E27FC236}">
                <a16:creationId xmlns:a16="http://schemas.microsoft.com/office/drawing/2014/main" id="{B073EBFF-A736-663B-B0D4-8E696BEFB506}"/>
              </a:ext>
            </a:extLst>
          </p:cNvPr>
          <p:cNvSpPr txBox="1"/>
          <p:nvPr/>
        </p:nvSpPr>
        <p:spPr>
          <a:xfrm>
            <a:off x="3138310" y="4909484"/>
            <a:ext cx="570089" cy="230832"/>
          </a:xfrm>
          <a:prstGeom prst="rect">
            <a:avLst/>
          </a:prstGeom>
          <a:noFill/>
        </p:spPr>
        <p:txBody>
          <a:bodyPr wrap="square" rtlCol="0">
            <a:spAutoFit/>
          </a:bodyPr>
          <a:lstStyle/>
          <a:p>
            <a:pPr algn="ctr"/>
            <a:r>
              <a:rPr lang="en-US" sz="900" dirty="0"/>
              <a:t>9865</a:t>
            </a:r>
          </a:p>
        </p:txBody>
      </p:sp>
    </p:spTree>
    <p:extLst>
      <p:ext uri="{BB962C8B-B14F-4D97-AF65-F5344CB8AC3E}">
        <p14:creationId xmlns:p14="http://schemas.microsoft.com/office/powerpoint/2010/main" val="13430684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1ACE7-8224-B1A9-F010-B6E2FCFB6F9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EA00E30-F089-E2BF-C8C1-C39E32C73157}"/>
              </a:ext>
            </a:extLst>
          </p:cNvPr>
          <p:cNvSpPr>
            <a:spLocks noGrp="1"/>
          </p:cNvSpPr>
          <p:nvPr>
            <p:ph sz="half" idx="1"/>
          </p:nvPr>
        </p:nvSpPr>
        <p:spPr/>
        <p:txBody>
          <a:bodyPr>
            <a:normAutofit/>
          </a:bodyPr>
          <a:lstStyle/>
          <a:p>
            <a:r>
              <a:rPr lang="en-US" dirty="0"/>
              <a:t>Complete Column 1.</a:t>
            </a:r>
          </a:p>
        </p:txBody>
      </p:sp>
      <p:pic>
        <p:nvPicPr>
          <p:cNvPr id="4" name="Picture 3" descr="A grid of sudoku puzzle&#10;&#10;Description automatically generated">
            <a:extLst>
              <a:ext uri="{FF2B5EF4-FFF2-40B4-BE49-F238E27FC236}">
                <a16:creationId xmlns:a16="http://schemas.microsoft.com/office/drawing/2014/main" id="{A04B8EA3-C931-E134-D668-F1B6664E387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22E9FFD-F8B5-7999-B36F-D5772C67773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5280301-4286-3D89-231E-54EE24BE046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A0C6FA9-06BC-974E-0908-A2E9A72AC3C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4B8DCD9-1162-AB4E-F588-CE83022EB982}"/>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D66CCAC7-37FF-D4AB-7B62-CFC3F647B78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02EC741E-6FFC-D1BD-0036-C01471CD571B}"/>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CA5DF2F1-BB68-17A7-1DC8-E9560A916BBE}"/>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D2DA7111-0D43-61A1-9849-28EDE4867E7F}"/>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2279FD9E-01FA-FF10-149F-889C94908D62}"/>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40838855-67AB-E56D-9115-CDC488F8897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2ADBB80F-2377-7F7A-90A1-74735C5F3DC7}"/>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19193F72-7340-0652-A825-4342664234D1}"/>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C402E1D-6979-3552-B39F-3F2D8C7F15C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740EAF29-6A22-F201-8B4C-367B04048DFD}"/>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FF75A91-EC9E-161F-40D5-B5D6216E2D0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B1A44B74-A54D-9661-19A3-05803E1AA3C3}"/>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CF78CBAA-8327-AB24-8F4F-066686A3F5A8}"/>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0D0B0F4-AFF5-1745-92A8-94EF508C2EE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0BF95556-824B-AB13-E849-200F585979EB}"/>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74D7F2FF-6886-A542-A78E-232C8F264BF0}"/>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38B1E4B-A917-BBE0-E520-4EEAE0B5504B}"/>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8D25235E-123C-43AA-153A-316BDBAE7C4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4B1EEC48-3A88-3422-294F-07DE85C5A39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8F1B03FB-5F92-07C6-5D95-3B740214645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FFEA19D5-BDB7-5A26-3517-99DB11746F5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2021713-D29A-E552-64D0-3E1583CA8684}"/>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3E5CBD35-84C2-E664-36DA-6C1DAAAA304C}"/>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325B38D-1E9A-C884-508D-B682790713F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EF8F208D-EA2D-E171-281E-7050D28FA74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7D08ED9B-3521-EEC7-5282-3073791271DA}"/>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26D552AE-4738-19CC-D252-67EF230A0B77}"/>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34856B8A-F8DD-FECB-A4FF-C121278DEAC5}"/>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D5B0BE50-CA67-3575-3D6E-4B045E69C57B}"/>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C2D1D115-F054-BEB0-7C72-6E43FA0E397A}"/>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76912423-3BB0-4FAC-0476-866977DAAE51}"/>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B13F0EDF-45A2-00B7-8D12-9A69A2A51977}"/>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A3B5A69C-33E8-317F-95AD-FBEA791F31D7}"/>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33DF9128-1907-46DD-33D8-1948C43F00AF}"/>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1CA1F68-8145-6107-AA7D-6CB05E0E6EEE}"/>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5A56BAA5-E7FA-926E-DA5A-1407481D0C1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F67939F8-5724-D267-A2D9-EA10FBA63F8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0A74EC5B-4B29-5CA5-44D2-13FDC641D5D1}"/>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4640D021-81C1-502C-842E-980791834E17}"/>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20047138-0C23-109D-D889-3326CB958150}"/>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B19D9827-0E11-6CA1-455A-4EF19A854E8F}"/>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7CCA6DFF-24E3-F8EB-CDA4-DA24FEAEDD3A}"/>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AA7820A2-71EC-C18D-E8BF-FE588117E5C2}"/>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632257A7-CC21-7A36-8F6F-7ED58F41B0B3}"/>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18EF263C-8317-819E-865F-2746A2D3F7C0}"/>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3CA7B893-6484-B3E9-FA95-7DDB1104050B}"/>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3FB9491-FED5-8165-1081-C3932AF25514}"/>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2E8F5F31-A987-3F52-EEA2-72558E2F62C2}"/>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CDF530CF-641C-D4F7-F3DB-E39536C10785}"/>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B203051D-CF0F-B637-DC16-2D07D75743D2}"/>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C9692B54-CCDC-A150-3E6A-D5F38023988F}"/>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C60345CD-974D-EBA3-68B3-63167ED2260E}"/>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0FEC9913-0680-69D8-A13E-A5689CA81AD4}"/>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0849389-6882-53B5-139A-6D02DDB5E15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F768561D-7EA2-85DD-8DC6-20054A0E22EB}"/>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AB8DD64E-3CC5-01BC-AE05-82F666AC6225}"/>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4DECB71-CCBB-41DE-DC99-1B64A8D5523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3998630-ECD9-93F7-CA51-8D5ECDC92030}"/>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B0C12370-0DB3-02C0-DE20-8BAF7A667719}"/>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FE1EFECA-996F-7BF1-AACA-B20A70AC4362}"/>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242552E-CBE5-0AB4-9D69-733718A99C1D}"/>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31E7B33E-624C-FC6D-5746-F052DBBFD3E2}"/>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F4D3348-A783-3032-B7CC-008D5BFC7444}"/>
              </a:ext>
            </a:extLst>
          </p:cNvPr>
          <p:cNvSpPr txBox="1"/>
          <p:nvPr/>
        </p:nvSpPr>
        <p:spPr>
          <a:xfrm>
            <a:off x="3138310" y="4408541"/>
            <a:ext cx="570089" cy="230832"/>
          </a:xfrm>
          <a:prstGeom prst="rect">
            <a:avLst/>
          </a:prstGeom>
          <a:noFill/>
        </p:spPr>
        <p:txBody>
          <a:bodyPr wrap="square" rtlCol="0">
            <a:spAutoFit/>
          </a:bodyPr>
          <a:lstStyle/>
          <a:p>
            <a:pPr algn="ctr"/>
            <a:r>
              <a:rPr lang="en-US" sz="900" dirty="0"/>
              <a:t>5689</a:t>
            </a:r>
          </a:p>
        </p:txBody>
      </p:sp>
      <p:sp>
        <p:nvSpPr>
          <p:cNvPr id="71" name="TextBox 70">
            <a:extLst>
              <a:ext uri="{FF2B5EF4-FFF2-40B4-BE49-F238E27FC236}">
                <a16:creationId xmlns:a16="http://schemas.microsoft.com/office/drawing/2014/main" id="{32DD2871-F285-E9E8-D022-D466F1266257}"/>
              </a:ext>
            </a:extLst>
          </p:cNvPr>
          <p:cNvSpPr txBox="1"/>
          <p:nvPr/>
        </p:nvSpPr>
        <p:spPr>
          <a:xfrm>
            <a:off x="3138310" y="4909484"/>
            <a:ext cx="570089" cy="230832"/>
          </a:xfrm>
          <a:prstGeom prst="rect">
            <a:avLst/>
          </a:prstGeom>
          <a:noFill/>
        </p:spPr>
        <p:txBody>
          <a:bodyPr wrap="square" rtlCol="0">
            <a:spAutoFit/>
          </a:bodyPr>
          <a:lstStyle/>
          <a:p>
            <a:pPr algn="ctr"/>
            <a:r>
              <a:rPr lang="en-US" sz="900" dirty="0"/>
              <a:t>9865</a:t>
            </a:r>
          </a:p>
        </p:txBody>
      </p:sp>
      <p:sp>
        <p:nvSpPr>
          <p:cNvPr id="72" name="TextBox 71">
            <a:extLst>
              <a:ext uri="{FF2B5EF4-FFF2-40B4-BE49-F238E27FC236}">
                <a16:creationId xmlns:a16="http://schemas.microsoft.com/office/drawing/2014/main" id="{F20AB0A0-A7B4-1867-6CA0-0FA5A3CB6599}"/>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Tree>
    <p:extLst>
      <p:ext uri="{BB962C8B-B14F-4D97-AF65-F5344CB8AC3E}">
        <p14:creationId xmlns:p14="http://schemas.microsoft.com/office/powerpoint/2010/main" val="112357804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E2ACF-FAA8-B73F-A781-56A3326FE46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0198EE5-9AE2-D120-2D7C-AF4EE12DC78F}"/>
              </a:ext>
            </a:extLst>
          </p:cNvPr>
          <p:cNvSpPr>
            <a:spLocks noGrp="1"/>
          </p:cNvSpPr>
          <p:nvPr>
            <p:ph sz="half" idx="1"/>
          </p:nvPr>
        </p:nvSpPr>
        <p:spPr/>
        <p:txBody>
          <a:bodyPr>
            <a:normAutofit/>
          </a:bodyPr>
          <a:lstStyle/>
          <a:p>
            <a:r>
              <a:rPr lang="en-US" dirty="0"/>
              <a:t>Last possible 9 in Column 1.</a:t>
            </a:r>
          </a:p>
        </p:txBody>
      </p:sp>
      <p:pic>
        <p:nvPicPr>
          <p:cNvPr id="4" name="Picture 3" descr="A grid of sudoku puzzle&#10;&#10;Description automatically generated">
            <a:extLst>
              <a:ext uri="{FF2B5EF4-FFF2-40B4-BE49-F238E27FC236}">
                <a16:creationId xmlns:a16="http://schemas.microsoft.com/office/drawing/2014/main" id="{239D63A5-D647-DD1C-7351-5F144EA1D48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8E005F2-F93E-4AB6-D263-B7E3FF85266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346EFE1-F610-0D2F-3268-D5768D2DBD3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646D2B0-E72C-B026-6C27-D0B00B8C20B5}"/>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0C578E6-2F1D-B665-7355-A1116A704F4E}"/>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EDC357E5-CA2E-4948-2908-50CE10624C15}"/>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343D29F1-8639-D1D7-D13F-7674D6979568}"/>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C0FB6521-7E8A-83A4-5996-1BD8C195781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4E318E2-42F6-57BD-B0C5-F8129FB22409}"/>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57E39367-75FA-DDB1-9B8E-5CB3BBE4CBE1}"/>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4D1162F0-ECA6-8D02-6283-D1813FA331D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15915003-B845-3269-BEC5-0D57AE9290FB}"/>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F9D397F1-4271-3277-BE56-153211D348B1}"/>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17640905-6BEB-E6BE-4434-C938615B4639}"/>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8BB44CCD-FF32-E6EF-9B72-63DE3FDC3499}"/>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AF20DDB1-8997-C0D9-5B74-2029F5340FEA}"/>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4375DFD8-6CB4-C6EC-91E4-FD51AA5EE741}"/>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A7E4963A-AA5E-7DF7-4F68-386395DDC519}"/>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CECCDF96-7151-9E48-8687-C3FA2C2CD337}"/>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7F20BCB4-EE12-D9C7-C354-49B1C7F7D3D1}"/>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DD12C89B-8EC7-B568-9798-3E0D80E3EDAD}"/>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2952C8A-0F01-60B6-315E-0BFB9879298F}"/>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801A9A44-AED8-5B03-7664-648F84447A17}"/>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4C336E87-C593-3C26-1C07-FFF4DF39314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AFC1E9D-78CA-EF26-9515-43188F19477B}"/>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92920865-99B1-FA33-79A8-D8EDDF45B60A}"/>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F2F1D21-C9B4-EB00-B4A8-5BA6519D36C0}"/>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C4A88999-35D0-8A60-5C39-52025A645E3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86BB1953-3B65-42CF-26AF-8463D03D65C8}"/>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3E4A76C-1C7A-8731-690C-0FE6456CA27E}"/>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DF4112AD-BFA8-D9FA-424E-018BCEA68F12}"/>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9D8CC78E-F07D-30BA-74D3-0901F3282AC8}"/>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3E0B8D70-561E-6C13-B0E9-1CFEB186E6CE}"/>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79876A7-F6DF-2531-6131-A3B68DE553B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552DE43B-0F71-328B-03F0-C3C1F21E826E}"/>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32B457C8-8361-CE45-DE27-9FC6AB1D0081}"/>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9D80D08E-5E30-31E4-F1BF-685AD4A2A398}"/>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99119FA4-300B-CA54-08CD-B394B7BAAF0B}"/>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8A8453EA-9304-DA19-1911-BB23E50A3D17}"/>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405FBD0C-24E4-B56B-770C-B475DF3F9C79}"/>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EC58C0F2-A002-FD9A-ADE1-F95A29DF40F6}"/>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23544D3B-20B1-2E3D-38A5-872F0B130D1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0CAB1FDF-D44A-3C18-1B0A-DB068069CC19}"/>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4821F8F5-550C-BC46-1EC2-8F6DEADD1A49}"/>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EE829A4E-BAFC-D883-7B83-F6989D34D64D}"/>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2543C20-00CF-85E4-9CEB-17E154181831}"/>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11ACA06-92F5-0D68-8BD4-D7F5047E3D50}"/>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09C87B47-8B0C-F1D6-A38C-1026528F9A5C}"/>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F75D697-0D6E-9399-3FB0-7D0BE1A65B1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2B8D3D49-3962-9F78-13B9-7B8EF550D17F}"/>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02523FB-6928-B741-ADDA-A97091299A9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10D1894-E7E3-A655-5C4F-626C32C1063B}"/>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CF90BE1-F20B-FBF8-7227-BCBF200DE0BE}"/>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CF11DAFA-8B07-8F11-8654-99A7CF54B828}"/>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2" name="TextBox 61">
            <a:extLst>
              <a:ext uri="{FF2B5EF4-FFF2-40B4-BE49-F238E27FC236}">
                <a16:creationId xmlns:a16="http://schemas.microsoft.com/office/drawing/2014/main" id="{99EC098F-4D42-76A0-A24B-4D7E1EE04AF2}"/>
              </a:ext>
            </a:extLst>
          </p:cNvPr>
          <p:cNvSpPr txBox="1"/>
          <p:nvPr/>
        </p:nvSpPr>
        <p:spPr>
          <a:xfrm>
            <a:off x="3640666" y="3406653"/>
            <a:ext cx="570089" cy="230832"/>
          </a:xfrm>
          <a:prstGeom prst="rect">
            <a:avLst/>
          </a:prstGeom>
          <a:noFill/>
        </p:spPr>
        <p:txBody>
          <a:bodyPr wrap="square" rtlCol="0">
            <a:spAutoFit/>
          </a:bodyPr>
          <a:lstStyle/>
          <a:p>
            <a:pPr algn="ctr"/>
            <a:r>
              <a:rPr lang="en-US" sz="900" dirty="0"/>
              <a:t>5678</a:t>
            </a:r>
          </a:p>
        </p:txBody>
      </p:sp>
      <p:sp>
        <p:nvSpPr>
          <p:cNvPr id="63" name="TextBox 62">
            <a:extLst>
              <a:ext uri="{FF2B5EF4-FFF2-40B4-BE49-F238E27FC236}">
                <a16:creationId xmlns:a16="http://schemas.microsoft.com/office/drawing/2014/main" id="{5980A69E-3539-DF55-F4A7-D613B40D5C9E}"/>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F0738C03-096D-3F7D-ED75-90F27218843F}"/>
              </a:ext>
            </a:extLst>
          </p:cNvPr>
          <p:cNvSpPr txBox="1"/>
          <p:nvPr/>
        </p:nvSpPr>
        <p:spPr>
          <a:xfrm>
            <a:off x="3138310" y="3406653"/>
            <a:ext cx="570089" cy="230832"/>
          </a:xfrm>
          <a:prstGeom prst="rect">
            <a:avLst/>
          </a:prstGeom>
          <a:noFill/>
        </p:spPr>
        <p:txBody>
          <a:bodyPr wrap="square" rtlCol="0">
            <a:spAutoFit/>
          </a:bodyPr>
          <a:lstStyle/>
          <a:p>
            <a:pPr algn="ctr"/>
            <a:r>
              <a:rPr lang="en-US" sz="900" dirty="0"/>
              <a:t>5678</a:t>
            </a:r>
          </a:p>
        </p:txBody>
      </p:sp>
      <p:sp>
        <p:nvSpPr>
          <p:cNvPr id="65" name="TextBox 64">
            <a:extLst>
              <a:ext uri="{FF2B5EF4-FFF2-40B4-BE49-F238E27FC236}">
                <a16:creationId xmlns:a16="http://schemas.microsoft.com/office/drawing/2014/main" id="{B7117AF8-4642-1094-46C4-786E879EB8D6}"/>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022C71E5-0D93-D9D9-980A-2B2B4133535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EF59BE56-8E8D-D488-A16B-216EFCE36BB2}"/>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F5A27D4D-AC3B-DC5A-0277-B70F7260EEDB}"/>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680F090-3E7F-31DC-7BA5-D93568458DD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9740587B-D92B-2D67-245B-6989E2C2640B}"/>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09F91219-14DA-D189-ECB4-6566AC6195F5}"/>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D1F2DCEB-08D4-691E-D5E5-D3F71413E4F2}"/>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3AB5E14B-51E1-4879-49E6-23776305641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C79B1F02-0903-FD54-F017-252564E0C6D4}"/>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1055B446-927D-A69A-27A9-6F31605C9148}"/>
              </a:ext>
            </a:extLst>
          </p:cNvPr>
          <p:cNvSpPr txBox="1"/>
          <p:nvPr/>
        </p:nvSpPr>
        <p:spPr>
          <a:xfrm>
            <a:off x="3138310" y="4408541"/>
            <a:ext cx="570089" cy="230832"/>
          </a:xfrm>
          <a:prstGeom prst="rect">
            <a:avLst/>
          </a:prstGeom>
          <a:noFill/>
        </p:spPr>
        <p:txBody>
          <a:bodyPr wrap="square" rtlCol="0">
            <a:spAutoFit/>
          </a:bodyPr>
          <a:lstStyle/>
          <a:p>
            <a:pPr algn="ctr"/>
            <a:r>
              <a:rPr lang="en-US" sz="900" dirty="0"/>
              <a:t>59</a:t>
            </a:r>
          </a:p>
        </p:txBody>
      </p:sp>
      <p:sp>
        <p:nvSpPr>
          <p:cNvPr id="71" name="TextBox 70">
            <a:extLst>
              <a:ext uri="{FF2B5EF4-FFF2-40B4-BE49-F238E27FC236}">
                <a16:creationId xmlns:a16="http://schemas.microsoft.com/office/drawing/2014/main" id="{C7C27821-73FF-48E9-CC60-109DC2D17DDE}"/>
              </a:ext>
            </a:extLst>
          </p:cNvPr>
          <p:cNvSpPr txBox="1"/>
          <p:nvPr/>
        </p:nvSpPr>
        <p:spPr>
          <a:xfrm>
            <a:off x="3138310" y="4909484"/>
            <a:ext cx="570089" cy="230832"/>
          </a:xfrm>
          <a:prstGeom prst="rect">
            <a:avLst/>
          </a:prstGeom>
          <a:noFill/>
        </p:spPr>
        <p:txBody>
          <a:bodyPr wrap="square" rtlCol="0">
            <a:spAutoFit/>
          </a:bodyPr>
          <a:lstStyle/>
          <a:p>
            <a:pPr algn="ctr"/>
            <a:r>
              <a:rPr lang="en-US" sz="900" dirty="0"/>
              <a:t>95</a:t>
            </a:r>
          </a:p>
        </p:txBody>
      </p:sp>
      <p:sp>
        <p:nvSpPr>
          <p:cNvPr id="72" name="TextBox 71">
            <a:extLst>
              <a:ext uri="{FF2B5EF4-FFF2-40B4-BE49-F238E27FC236}">
                <a16:creationId xmlns:a16="http://schemas.microsoft.com/office/drawing/2014/main" id="{1372067A-8367-B947-D4F4-EDFFA947CC40}"/>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Tree>
    <p:extLst>
      <p:ext uri="{BB962C8B-B14F-4D97-AF65-F5344CB8AC3E}">
        <p14:creationId xmlns:p14="http://schemas.microsoft.com/office/powerpoint/2010/main" val="24085554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69CE39-E41B-FD56-96E4-0A1CD1388CD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B77C442-DFCE-962B-4F42-F6D38AA029AD}"/>
              </a:ext>
            </a:extLst>
          </p:cNvPr>
          <p:cNvSpPr>
            <a:spLocks noGrp="1"/>
          </p:cNvSpPr>
          <p:nvPr>
            <p:ph sz="half" idx="1"/>
          </p:nvPr>
        </p:nvSpPr>
        <p:spPr/>
        <p:txBody>
          <a:bodyPr>
            <a:normAutofit/>
          </a:bodyPr>
          <a:lstStyle/>
          <a:p>
            <a:r>
              <a:rPr lang="en-US" dirty="0"/>
              <a:t>Reduce.</a:t>
            </a:r>
          </a:p>
          <a:p>
            <a:r>
              <a:rPr lang="en-US" dirty="0"/>
              <a:t>Then, last possible 5 in left center block (Row 6).</a:t>
            </a:r>
          </a:p>
        </p:txBody>
      </p:sp>
      <p:pic>
        <p:nvPicPr>
          <p:cNvPr id="4" name="Picture 3" descr="A grid of sudoku puzzle&#10;&#10;Description automatically generated">
            <a:extLst>
              <a:ext uri="{FF2B5EF4-FFF2-40B4-BE49-F238E27FC236}">
                <a16:creationId xmlns:a16="http://schemas.microsoft.com/office/drawing/2014/main" id="{04204BCA-DD4B-7FA3-9CDB-F9B4F1B335A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1D90812-FA8B-B948-F993-452D48BA540A}"/>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3BAB1287-7377-A745-2057-C6AF1A6AAE7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46E9456-4175-681B-31A9-D58BB2DA173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423B21F7-C50D-B7AF-E245-40BAC855CCB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736E7D5A-C00B-6A70-9423-8686B1F104AF}"/>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CA08B3D7-71A9-0DB8-9E18-329642E702DB}"/>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1BDA819A-4991-3D15-C5BD-E9A53EC0BC58}"/>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6DA93B1D-3D8A-BC94-B178-3323F0E3215D}"/>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4DBB3ED3-51A2-313D-3BFA-5608FB47F6F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6C7DE8A7-47F6-B63B-9AE1-302F06EC30B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5700C522-645A-331B-EA59-64080BB366FD}"/>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5A7DCDD6-CCDE-1D84-672A-2CD03EDD40C1}"/>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D9A5334-8999-1E3B-D924-875753E208F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E42C9099-B578-6F79-B273-35099F3F21CB}"/>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1EB77789-2A12-BBC5-0267-928B560032A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2EABC1DD-F148-D857-9A37-40834A7C75C2}"/>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852A224A-B48B-F52D-06D7-EB44DE6D1306}"/>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FE6AE44-1B88-E5DE-399D-37A072DD412E}"/>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E958D6F7-81E3-70DE-6ADB-842DF6CEE371}"/>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0911DE07-DED7-A110-11D6-DE6E30141A31}"/>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C0A8C3CF-7485-F984-089D-6F6E04E5D6B9}"/>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B6F0A95-4D9B-8A9E-4D9B-C0568334D16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7CDE05FD-85D8-7EB0-013C-29E1E2FC43CC}"/>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A63BD90-0F04-4E89-7E6B-093FA6CB70F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87C44AE9-78E3-10D6-F6A5-9FC45F82D93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B2D1EFD-8256-F01E-8A5C-C3B1C31B6151}"/>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A5A9CBF5-6EDD-F95D-AB2B-FB79E5A51E5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1E937A6B-8AC1-C443-4C58-5046AB02BA1A}"/>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9E789681-AF68-2356-D555-33E8B28E3A2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4ACE8F7E-02D2-F600-DF21-3B8A98B0E503}"/>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AFAAF1D-60F0-98EB-F43D-1C5BDD829FF1}"/>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28BBF5F0-481A-F717-D09A-0D63647264DA}"/>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A582533-DB74-2D05-59FE-54B200247862}"/>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A87B3F8D-2085-20C1-4A79-DAB62344D97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2A809ACA-EC30-AB86-3CC6-95C7532BF08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D915F818-4B10-6271-435A-C40B44E29BB1}"/>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23CD2570-7E9E-3383-AF8B-2EAE52C9EAA0}"/>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E578BF70-6CDD-399A-E85A-7557BD47EE35}"/>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4F23407-BFA2-B5BB-192F-DDDEA0B94CB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5E7DD7AB-0CF1-4E8D-6975-118C06A9F8BA}"/>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36EF1F5D-4A21-E7CF-8730-5338D1287EE1}"/>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345EAB7-D071-D074-5464-72BA96747FB2}"/>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77C81842-6948-DC21-51BE-A4D472937D09}"/>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A9569EBD-034F-0767-F093-8D59D5CD6386}"/>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30E4A29A-1933-F9AD-A82A-0EB47920E0B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FD1D967F-8730-D342-8E8F-C2DCEA7F78C1}"/>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D35D3610-42CE-9E62-BD39-E99524E07AA0}"/>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E53DD0B7-E13E-8310-B6A9-86BD80EF146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3462A6DC-C2A8-AEB1-4F17-6C2C790A9C4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2BD5095D-8D8D-5A03-C5BF-6B275DD2990D}"/>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70B03C3-A74F-63DA-CA32-C1EA1B96982D}"/>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81CCE1E-AD0E-EB13-1FD3-BB67AC8B12EE}"/>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171CC2E6-23A0-7607-FCD2-7C14A8B31D72}"/>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3" name="TextBox 62">
            <a:extLst>
              <a:ext uri="{FF2B5EF4-FFF2-40B4-BE49-F238E27FC236}">
                <a16:creationId xmlns:a16="http://schemas.microsoft.com/office/drawing/2014/main" id="{FBE1D8C6-79FB-EF2A-3F0A-6D97C32D3789}"/>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3E58CC8E-3146-9965-92F6-F3511B0D312A}"/>
              </a:ext>
            </a:extLst>
          </p:cNvPr>
          <p:cNvSpPr txBox="1"/>
          <p:nvPr/>
        </p:nvSpPr>
        <p:spPr>
          <a:xfrm>
            <a:off x="3138310" y="3406653"/>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BEA48A8D-B4B7-3EC2-1297-7F83CC3C9818}"/>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DED3F270-3A5D-22C9-3D14-CA9FEE0B406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06A7F307-77E7-7B3E-8674-F07E070FCDC6}"/>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8CCB3025-79B2-CE36-4356-2C60C9BDDE38}"/>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0607C14B-6A55-F283-553B-268482857E0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9AA8490-E1E2-077D-EA07-72E525865214}"/>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562B854C-732C-78BC-606F-46AE6ACC4215}"/>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4BC02168-7A5D-4081-167C-9D6BB4C23095}"/>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E6CF1A8F-C6FB-669B-0D78-E7E13374893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B366B0CE-312D-0C90-1A0D-01A7CFC1EB67}"/>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69633C68-2E57-A44D-5FC8-24BBE6ABDDE1}"/>
              </a:ext>
            </a:extLst>
          </p:cNvPr>
          <p:cNvSpPr txBox="1"/>
          <p:nvPr/>
        </p:nvSpPr>
        <p:spPr>
          <a:xfrm>
            <a:off x="3138310" y="4408541"/>
            <a:ext cx="570089" cy="230832"/>
          </a:xfrm>
          <a:prstGeom prst="rect">
            <a:avLst/>
          </a:prstGeom>
          <a:noFill/>
        </p:spPr>
        <p:txBody>
          <a:bodyPr wrap="square" rtlCol="0">
            <a:spAutoFit/>
          </a:bodyPr>
          <a:lstStyle/>
          <a:p>
            <a:pPr algn="ctr"/>
            <a:r>
              <a:rPr lang="en-US" sz="900" dirty="0"/>
              <a:t>59</a:t>
            </a:r>
          </a:p>
        </p:txBody>
      </p:sp>
      <p:sp>
        <p:nvSpPr>
          <p:cNvPr id="71" name="TextBox 70">
            <a:extLst>
              <a:ext uri="{FF2B5EF4-FFF2-40B4-BE49-F238E27FC236}">
                <a16:creationId xmlns:a16="http://schemas.microsoft.com/office/drawing/2014/main" id="{A36DFE2E-D998-F3B4-BF1F-D7ED3E243898}"/>
              </a:ext>
            </a:extLst>
          </p:cNvPr>
          <p:cNvSpPr txBox="1"/>
          <p:nvPr/>
        </p:nvSpPr>
        <p:spPr>
          <a:xfrm>
            <a:off x="3138310" y="4909484"/>
            <a:ext cx="570089" cy="230832"/>
          </a:xfrm>
          <a:prstGeom prst="rect">
            <a:avLst/>
          </a:prstGeom>
          <a:noFill/>
        </p:spPr>
        <p:txBody>
          <a:bodyPr wrap="square" rtlCol="0">
            <a:spAutoFit/>
          </a:bodyPr>
          <a:lstStyle/>
          <a:p>
            <a:pPr algn="ctr"/>
            <a:r>
              <a:rPr lang="en-US" sz="900" dirty="0"/>
              <a:t>95</a:t>
            </a:r>
          </a:p>
        </p:txBody>
      </p:sp>
      <p:sp>
        <p:nvSpPr>
          <p:cNvPr id="72" name="TextBox 71">
            <a:extLst>
              <a:ext uri="{FF2B5EF4-FFF2-40B4-BE49-F238E27FC236}">
                <a16:creationId xmlns:a16="http://schemas.microsoft.com/office/drawing/2014/main" id="{242D61FC-E5E3-52E1-B35E-5DEEA86B5D75}"/>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2B82E10E-13A1-CCF7-A29C-12390FFEBD64}"/>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Tree>
    <p:extLst>
      <p:ext uri="{BB962C8B-B14F-4D97-AF65-F5344CB8AC3E}">
        <p14:creationId xmlns:p14="http://schemas.microsoft.com/office/powerpoint/2010/main" val="398126896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5D961B-7288-C224-4536-FD135A1FB21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CA7FF8-B483-10D9-1C5D-0C0074F96B2F}"/>
              </a:ext>
            </a:extLst>
          </p:cNvPr>
          <p:cNvSpPr>
            <a:spLocks noGrp="1"/>
          </p:cNvSpPr>
          <p:nvPr>
            <p:ph sz="half" idx="1"/>
          </p:nvPr>
        </p:nvSpPr>
        <p:spPr/>
        <p:txBody>
          <a:bodyPr>
            <a:normAutofit/>
          </a:bodyPr>
          <a:lstStyle/>
          <a:p>
            <a:r>
              <a:rPr lang="en-US" dirty="0"/>
              <a:t>Complete Columns 2 and 3 (and [25 in 5]).</a:t>
            </a:r>
          </a:p>
        </p:txBody>
      </p:sp>
      <p:pic>
        <p:nvPicPr>
          <p:cNvPr id="4" name="Picture 3" descr="A grid of sudoku puzzle&#10;&#10;Description automatically generated">
            <a:extLst>
              <a:ext uri="{FF2B5EF4-FFF2-40B4-BE49-F238E27FC236}">
                <a16:creationId xmlns:a16="http://schemas.microsoft.com/office/drawing/2014/main" id="{5E10934D-9CF2-C683-8747-E997CDDB323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81582530-AAC9-F3D9-170D-BB06BACBE2B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890ACDA6-AE80-F92A-6D9C-6F64562FB0C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3982652-F1E8-736B-E62A-E5416F0A5B02}"/>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2A6E211-FA2B-0A3B-C344-D0CAA7530BED}"/>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24DF457A-821E-F0F4-BE8F-E455E9EF1506}"/>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DBF0DAF6-2350-474D-9894-214C1B110006}"/>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59BB1A2A-AFE9-3526-7E74-C6DEE6F72FCE}"/>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531320FA-3E20-7A6C-E11D-B4F9C102A131}"/>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6A81B4C-C826-20A3-B96D-7554E2199B7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6EA0932B-8F76-63B7-100F-453357C66D72}"/>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E2E8BC8-3DA0-8E34-F876-5F618E593CC0}"/>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FC027177-716E-5E64-E03D-54C026FFFD3E}"/>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9F9593E0-9B68-DFF1-CAC8-0F0DE3DF5E66}"/>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D0E049D1-9216-045B-3515-B7B492420D5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4A4F7851-B6C7-AF38-D2F0-C2C8D83C7A79}"/>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F79B7F06-A0AB-4056-74AE-57F175C23F99}"/>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FDF169A6-6E91-329F-1CF3-431E768D1ADE}"/>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4FA4574-7DE0-C050-4110-489516C39518}"/>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0B970ED1-F30B-8218-FAE3-3F7BDC750A4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862D22C3-B1A7-4478-1302-51AB36514162}"/>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B177DA6-4461-2C0E-EDE7-273F1B426318}"/>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B96E69A-884F-F113-8F2D-0FAEFE179322}"/>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9FCC0B7-4898-6E12-2512-D4A6B628BD2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8F006E1-15D3-B5E8-BE73-EC7EF1194DE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0A84AB4-3A39-64F5-BC99-24098C079B6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0A4BBCF3-256A-184F-B6D2-DD01A688982B}"/>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89D14575-F6FF-2A35-803F-5C3878ABA79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E951BA84-DC94-E28A-9C04-63A89ABC810F}"/>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607694DC-5C4A-DB16-9C03-8A47F1E4BA52}"/>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1C91EA55-DE56-0925-02E5-054E2D06B1A2}"/>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A944BEEF-E907-8728-4298-3B0115BCE573}"/>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5DBDBB3B-FEB3-93C4-B7AA-DC907CA78090}"/>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A71A1EE1-25A5-286F-FB62-23177435C3DF}"/>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5FCD65D3-BF1D-5A33-6697-1CCF19101758}"/>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07340054-F760-FED0-9EBC-E4D2138BD696}"/>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1FE964B-E08D-B8BD-768F-CC5320AEF3F9}"/>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8B9179FF-3BB1-2A8A-F296-A4C39409FCCA}"/>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2C105CBC-9292-0811-8E2E-2EC49218EAE7}"/>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0BB4ACD-E432-6876-32D2-0B92540DBD4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2FD216BC-F80F-A804-90F7-81FBD2DA5FD2}"/>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581A265F-6F93-C8DC-7940-E8DE3D2674E1}"/>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4B9C6C2-2BD4-467C-ED09-E75B8BCFC906}"/>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7BD2EC46-9684-F63A-6C67-2C252E721D82}"/>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A8D5BD2-39FD-DFCF-296C-70EAD2C1335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6079DBD4-53A7-CF4D-CF8E-DD38FD269916}"/>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018DDAE5-02FA-DB55-ABDC-62F33CA79A0D}"/>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0AA6F40-6502-E1C1-501B-5BFCABF3A05C}"/>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E1F38227-06F0-3252-3009-2BEAE87668DF}"/>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B8D05A27-3CBA-3AEC-0582-CE4BBE1D8DC2}"/>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AD03FDA8-ADBB-A534-DBA1-9DFE0AAC91E6}"/>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BEF1358-30E1-22EC-84B9-652929621943}"/>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8222B0F-A7A5-F77F-22BB-C994E5D580F9}"/>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FFF5898A-6556-AAD3-8C64-797058732419}"/>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3" name="TextBox 62">
            <a:extLst>
              <a:ext uri="{FF2B5EF4-FFF2-40B4-BE49-F238E27FC236}">
                <a16:creationId xmlns:a16="http://schemas.microsoft.com/office/drawing/2014/main" id="{8F63427D-E4B2-27A7-67AF-3B272D8EE4BA}"/>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9AE2F10E-3B9B-F82E-BA20-ADD59387B5B1}"/>
              </a:ext>
            </a:extLst>
          </p:cNvPr>
          <p:cNvSpPr txBox="1"/>
          <p:nvPr/>
        </p:nvSpPr>
        <p:spPr>
          <a:xfrm>
            <a:off x="3138310" y="3406653"/>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52304075-F7DF-5121-9D98-97057EDAB431}"/>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BAF7A070-30D5-8F69-884C-B81456547E4B}"/>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F4EE390C-69D4-8EE3-8B90-5C9E1A395DD1}"/>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895968DC-36F1-FE3E-19A0-6AB0075DEC6A}"/>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53B7762F-39E7-D458-3F8D-04B389F58FD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85DC119F-EFD1-0FE5-E48F-4287D89C2107}"/>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1DBF487B-F2C0-E0BB-5616-6E64210C4709}"/>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B6F6E0B5-CC76-73DF-8766-CF080500DAD7}"/>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EFE9050-833D-A2EE-CC69-8D8F8EDA5725}"/>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2A066BC1-8D92-1FEC-80E5-B76485990035}"/>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CE656457-1458-15E1-E7E9-B899C9567E65}"/>
              </a:ext>
            </a:extLst>
          </p:cNvPr>
          <p:cNvSpPr txBox="1"/>
          <p:nvPr/>
        </p:nvSpPr>
        <p:spPr>
          <a:xfrm>
            <a:off x="3138310" y="4408541"/>
            <a:ext cx="570089" cy="230832"/>
          </a:xfrm>
          <a:prstGeom prst="rect">
            <a:avLst/>
          </a:prstGeom>
          <a:noFill/>
        </p:spPr>
        <p:txBody>
          <a:bodyPr wrap="square" rtlCol="0">
            <a:spAutoFit/>
          </a:bodyPr>
          <a:lstStyle/>
          <a:p>
            <a:pPr algn="ctr"/>
            <a:r>
              <a:rPr lang="en-US" sz="900" dirty="0"/>
              <a:t>59</a:t>
            </a:r>
          </a:p>
        </p:txBody>
      </p:sp>
      <p:sp>
        <p:nvSpPr>
          <p:cNvPr id="71" name="TextBox 70">
            <a:extLst>
              <a:ext uri="{FF2B5EF4-FFF2-40B4-BE49-F238E27FC236}">
                <a16:creationId xmlns:a16="http://schemas.microsoft.com/office/drawing/2014/main" id="{7EA1CD9D-9592-4501-F07F-1AF983BD2462}"/>
              </a:ext>
            </a:extLst>
          </p:cNvPr>
          <p:cNvSpPr txBox="1"/>
          <p:nvPr/>
        </p:nvSpPr>
        <p:spPr>
          <a:xfrm>
            <a:off x="3138310" y="4909484"/>
            <a:ext cx="570089" cy="230832"/>
          </a:xfrm>
          <a:prstGeom prst="rect">
            <a:avLst/>
          </a:prstGeom>
          <a:noFill/>
        </p:spPr>
        <p:txBody>
          <a:bodyPr wrap="square" rtlCol="0">
            <a:spAutoFit/>
          </a:bodyPr>
          <a:lstStyle/>
          <a:p>
            <a:pPr algn="ctr"/>
            <a:r>
              <a:rPr lang="en-US" sz="900" dirty="0"/>
              <a:t>95</a:t>
            </a:r>
          </a:p>
        </p:txBody>
      </p:sp>
      <p:sp>
        <p:nvSpPr>
          <p:cNvPr id="72" name="TextBox 71">
            <a:extLst>
              <a:ext uri="{FF2B5EF4-FFF2-40B4-BE49-F238E27FC236}">
                <a16:creationId xmlns:a16="http://schemas.microsoft.com/office/drawing/2014/main" id="{C913E151-20AF-FEB4-480F-5C9167142B3F}"/>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F8D24BCB-F731-E5B3-9D96-497547901F97}"/>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C273C3BF-6F65-D211-F146-5C864C727F78}"/>
              </a:ext>
            </a:extLst>
          </p:cNvPr>
          <p:cNvSpPr txBox="1"/>
          <p:nvPr/>
        </p:nvSpPr>
        <p:spPr>
          <a:xfrm>
            <a:off x="4143022" y="4909484"/>
            <a:ext cx="570089" cy="230832"/>
          </a:xfrm>
          <a:prstGeom prst="rect">
            <a:avLst/>
          </a:prstGeom>
          <a:noFill/>
        </p:spPr>
        <p:txBody>
          <a:bodyPr wrap="square" rtlCol="0">
            <a:spAutoFit/>
          </a:bodyPr>
          <a:lstStyle/>
          <a:p>
            <a:pPr algn="ctr"/>
            <a:r>
              <a:rPr lang="en-US" sz="900" dirty="0"/>
              <a:t>76</a:t>
            </a:r>
          </a:p>
        </p:txBody>
      </p:sp>
      <p:sp>
        <p:nvSpPr>
          <p:cNvPr id="74" name="TextBox 73">
            <a:extLst>
              <a:ext uri="{FF2B5EF4-FFF2-40B4-BE49-F238E27FC236}">
                <a16:creationId xmlns:a16="http://schemas.microsoft.com/office/drawing/2014/main" id="{2BC63ECB-5FA2-CD08-257E-449E756C6A6B}"/>
              </a:ext>
            </a:extLst>
          </p:cNvPr>
          <p:cNvSpPr txBox="1"/>
          <p:nvPr/>
        </p:nvSpPr>
        <p:spPr>
          <a:xfrm>
            <a:off x="3640666" y="3907597"/>
            <a:ext cx="570089" cy="230832"/>
          </a:xfrm>
          <a:prstGeom prst="rect">
            <a:avLst/>
          </a:prstGeom>
          <a:noFill/>
        </p:spPr>
        <p:txBody>
          <a:bodyPr wrap="square" rtlCol="0">
            <a:spAutoFit/>
          </a:bodyPr>
          <a:lstStyle/>
          <a:p>
            <a:pPr algn="ctr"/>
            <a:r>
              <a:rPr lang="en-US" sz="900" dirty="0"/>
              <a:t>13678</a:t>
            </a:r>
          </a:p>
        </p:txBody>
      </p:sp>
      <p:sp>
        <p:nvSpPr>
          <p:cNvPr id="75" name="TextBox 74">
            <a:extLst>
              <a:ext uri="{FF2B5EF4-FFF2-40B4-BE49-F238E27FC236}">
                <a16:creationId xmlns:a16="http://schemas.microsoft.com/office/drawing/2014/main" id="{D48EA42A-7994-A7B6-8169-1E240E92F606}"/>
              </a:ext>
            </a:extLst>
          </p:cNvPr>
          <p:cNvSpPr txBox="1"/>
          <p:nvPr/>
        </p:nvSpPr>
        <p:spPr>
          <a:xfrm>
            <a:off x="3640666" y="4408541"/>
            <a:ext cx="570089" cy="230832"/>
          </a:xfrm>
          <a:prstGeom prst="rect">
            <a:avLst/>
          </a:prstGeom>
          <a:noFill/>
        </p:spPr>
        <p:txBody>
          <a:bodyPr wrap="square" rtlCol="0">
            <a:spAutoFit/>
          </a:bodyPr>
          <a:lstStyle/>
          <a:p>
            <a:pPr algn="ctr"/>
            <a:r>
              <a:rPr lang="en-US" sz="900" dirty="0"/>
              <a:t>13678</a:t>
            </a:r>
          </a:p>
        </p:txBody>
      </p:sp>
      <p:sp>
        <p:nvSpPr>
          <p:cNvPr id="76" name="TextBox 75">
            <a:extLst>
              <a:ext uri="{FF2B5EF4-FFF2-40B4-BE49-F238E27FC236}">
                <a16:creationId xmlns:a16="http://schemas.microsoft.com/office/drawing/2014/main" id="{FEAF8166-AB99-51D3-9A48-13F952CF04B9}"/>
              </a:ext>
            </a:extLst>
          </p:cNvPr>
          <p:cNvSpPr txBox="1"/>
          <p:nvPr/>
        </p:nvSpPr>
        <p:spPr>
          <a:xfrm>
            <a:off x="3640666" y="4909484"/>
            <a:ext cx="570089" cy="230832"/>
          </a:xfrm>
          <a:prstGeom prst="rect">
            <a:avLst/>
          </a:prstGeom>
          <a:noFill/>
        </p:spPr>
        <p:txBody>
          <a:bodyPr wrap="square" rtlCol="0">
            <a:spAutoFit/>
          </a:bodyPr>
          <a:lstStyle/>
          <a:p>
            <a:pPr algn="ctr"/>
            <a:r>
              <a:rPr lang="en-US" sz="900" dirty="0"/>
              <a:t>13678</a:t>
            </a:r>
          </a:p>
        </p:txBody>
      </p:sp>
    </p:spTree>
    <p:extLst>
      <p:ext uri="{BB962C8B-B14F-4D97-AF65-F5344CB8AC3E}">
        <p14:creationId xmlns:p14="http://schemas.microsoft.com/office/powerpoint/2010/main" val="22223557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7059AA-EE5D-D0B1-5FBC-2D7D81395E7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C899607-BC62-5095-98AF-2E6035298A0E}"/>
              </a:ext>
            </a:extLst>
          </p:cNvPr>
          <p:cNvSpPr>
            <a:spLocks noGrp="1"/>
          </p:cNvSpPr>
          <p:nvPr>
            <p:ph sz="half" idx="1"/>
          </p:nvPr>
        </p:nvSpPr>
        <p:spPr/>
        <p:txBody>
          <a:bodyPr>
            <a:normAutofit/>
          </a:bodyPr>
          <a:lstStyle/>
          <a:p>
            <a:r>
              <a:rPr lang="en-US" dirty="0"/>
              <a:t>Complete Columns 8 and 9.</a:t>
            </a:r>
          </a:p>
        </p:txBody>
      </p:sp>
      <p:pic>
        <p:nvPicPr>
          <p:cNvPr id="4" name="Picture 3" descr="A grid of sudoku puzzle&#10;&#10;Description automatically generated">
            <a:extLst>
              <a:ext uri="{FF2B5EF4-FFF2-40B4-BE49-F238E27FC236}">
                <a16:creationId xmlns:a16="http://schemas.microsoft.com/office/drawing/2014/main" id="{28851EDD-5FB1-05C8-689A-531739D335C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9A449B7-A521-0E8A-D5EB-BD13E7A6D00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9C69ABA-1DAB-1120-8387-A70D6C66E8F3}"/>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6DC8D3F-D0DF-0796-D463-15A672BF146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57BD7FB-96F4-16B5-D0B7-F4533FBD80BA}"/>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39294D8B-0425-26C2-B49E-0D6F92CBCA3F}"/>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F4218F2F-0B18-C454-2EA8-ED46917C9724}"/>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F93A18D0-BC38-65B7-23BE-AB5AA0AE6D9D}"/>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3449FD4E-4A90-7D9E-C839-2613E49B8FF1}"/>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07774912-E81D-EC46-AC37-A867725DBC7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B146E01-A405-71D4-3A90-D000F9EA439E}"/>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89CEACCF-7E48-812F-D0A1-75C43B6541B1}"/>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C84A4DCD-86FE-D95C-A392-C9082EDEBFD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24176451-E35B-2F85-5428-07260769BD16}"/>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B0917179-AD06-A54F-9119-F37FD15CAAF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6C300322-C87A-21FE-1935-07A38FA3377A}"/>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3682CEA8-712C-19D2-E39A-A0A0A5B4BD0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6481E231-2322-544E-4705-5F2EFC09426E}"/>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E2489A3B-7514-561C-3461-9C53220F7B1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1F62FB86-5F49-7C4F-628C-C0B03D0B17A2}"/>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F33390E-672F-02EB-9544-12109B1B407A}"/>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B7AC6DDA-DB50-D736-6DD4-CE3DD2775B74}"/>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58B65CE-92F2-C54F-BD0E-898F5D882FB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388C5B11-E895-1FE4-3671-195204B7BB6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A69A7C2A-7F59-7927-EDB4-76C668AC2F9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B9E9F8E-1AFB-482E-85A7-F863B9D29410}"/>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A00FA195-9773-3839-A949-3E95FECCE14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B1A27F0B-0B1D-6A45-54F4-78066C0158E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1E115117-5436-2F89-EF06-F925EE89C39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97032968-D0D1-3FCB-5AA5-96C63AEAFB29}"/>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271DC0FB-2E38-424C-1551-3B14789200D3}"/>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FD45F429-6DC4-6671-2453-5075EFA50271}"/>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F2046FE4-8A03-3137-637A-3F753F5B522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481CDCE3-4ED1-2209-3697-89E9A834DD29}"/>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A959E0B4-F6D3-C432-6CFA-C57630046C1A}"/>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22E84A6-2C85-E652-59BD-6CDFC93D2AA3}"/>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2D738B6-A4DF-3EAE-ADE8-4E00556A2A88}"/>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04C400B1-E561-EFAF-5BBF-6BEE31D7EE3A}"/>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382C5920-95F4-309E-36C6-FF57FDE89BA2}"/>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E94F2BB7-1754-3F1A-8078-B624DF49757F}"/>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A8C3597B-8D97-91D9-D7CF-756ADFA80C04}"/>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07EDF409-01E9-2E18-895F-1D9F1C7C12D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FE94FA55-4539-1EE7-7840-8CBB532FA603}"/>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AEFA3426-1BB8-4E36-9213-83B6AEB554BB}"/>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1745C04E-13AB-3C9C-43D4-DDFD669AECFD}"/>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642964FB-8D4F-E83A-C56C-B2524814B2F8}"/>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CF05AC19-0DA5-9593-1476-DA630628182F}"/>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4EBD1AB4-E5B2-38EF-EB1E-406E7135E3BF}"/>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CCDCAC19-F08D-966F-5720-9BE095D984A3}"/>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9178AE30-87D7-FD01-DA28-B5DCBF3004A9}"/>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0F64519C-A887-AB80-10A5-01A1600B91C9}"/>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0B995B91-A7CE-5A08-12EC-B7FBBCE3DC7B}"/>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5340473-4A89-26C1-DE99-56561960D021}"/>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F26E0C78-029D-82E0-5A5B-E9E0EB1B03FF}"/>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3" name="TextBox 62">
            <a:extLst>
              <a:ext uri="{FF2B5EF4-FFF2-40B4-BE49-F238E27FC236}">
                <a16:creationId xmlns:a16="http://schemas.microsoft.com/office/drawing/2014/main" id="{91B14F4B-D4E7-F690-FB6B-84D7C43F32DE}"/>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BC4AE579-2123-A5AA-6755-0448B7D99B66}"/>
              </a:ext>
            </a:extLst>
          </p:cNvPr>
          <p:cNvSpPr txBox="1"/>
          <p:nvPr/>
        </p:nvSpPr>
        <p:spPr>
          <a:xfrm>
            <a:off x="3138310" y="3406653"/>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FA7C845F-1B0C-3419-0205-8FFB3080DEE7}"/>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71401FBB-89FA-1A97-9C7E-55792633ABAE}"/>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68002CAF-8B2A-A197-6916-281B3F54056C}"/>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63AD7975-7136-5AA3-B62A-C50241777682}"/>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39CE8E59-49D2-5BA6-2CF8-6BAECF8A557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EF4231E-299C-2DDA-5757-AF6C9DCCF847}"/>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C5BAB7DE-7331-ED3E-AE25-29593FC744DB}"/>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56AFD58F-DFC6-A578-AA82-452E0A3228B2}"/>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DED59E8A-6AB6-15DC-A72F-66EC49FCC8FC}"/>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672078FC-0E92-CD39-07BE-753EDA50CDF8}"/>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AEC4A38-C931-F3C1-FF2F-789E0BC40DBA}"/>
              </a:ext>
            </a:extLst>
          </p:cNvPr>
          <p:cNvSpPr txBox="1"/>
          <p:nvPr/>
        </p:nvSpPr>
        <p:spPr>
          <a:xfrm>
            <a:off x="3138310" y="4408541"/>
            <a:ext cx="570089" cy="230832"/>
          </a:xfrm>
          <a:prstGeom prst="rect">
            <a:avLst/>
          </a:prstGeom>
          <a:noFill/>
        </p:spPr>
        <p:txBody>
          <a:bodyPr wrap="square" rtlCol="0">
            <a:spAutoFit/>
          </a:bodyPr>
          <a:lstStyle/>
          <a:p>
            <a:pPr algn="ctr"/>
            <a:r>
              <a:rPr lang="en-US" sz="900" dirty="0"/>
              <a:t>59</a:t>
            </a:r>
          </a:p>
        </p:txBody>
      </p:sp>
      <p:sp>
        <p:nvSpPr>
          <p:cNvPr id="71" name="TextBox 70">
            <a:extLst>
              <a:ext uri="{FF2B5EF4-FFF2-40B4-BE49-F238E27FC236}">
                <a16:creationId xmlns:a16="http://schemas.microsoft.com/office/drawing/2014/main" id="{8C1B2D04-DA7A-A86E-CFB6-CA1FE80E7013}"/>
              </a:ext>
            </a:extLst>
          </p:cNvPr>
          <p:cNvSpPr txBox="1"/>
          <p:nvPr/>
        </p:nvSpPr>
        <p:spPr>
          <a:xfrm>
            <a:off x="3138310" y="4909484"/>
            <a:ext cx="570089" cy="230832"/>
          </a:xfrm>
          <a:prstGeom prst="rect">
            <a:avLst/>
          </a:prstGeom>
          <a:noFill/>
        </p:spPr>
        <p:txBody>
          <a:bodyPr wrap="square" rtlCol="0">
            <a:spAutoFit/>
          </a:bodyPr>
          <a:lstStyle/>
          <a:p>
            <a:pPr algn="ctr"/>
            <a:r>
              <a:rPr lang="en-US" sz="900" dirty="0"/>
              <a:t>95</a:t>
            </a:r>
          </a:p>
        </p:txBody>
      </p:sp>
      <p:sp>
        <p:nvSpPr>
          <p:cNvPr id="72" name="TextBox 71">
            <a:extLst>
              <a:ext uri="{FF2B5EF4-FFF2-40B4-BE49-F238E27FC236}">
                <a16:creationId xmlns:a16="http://schemas.microsoft.com/office/drawing/2014/main" id="{46CB7EDF-AB90-E53D-82C9-8EFD907359E8}"/>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655F145A-10DD-A98F-45BD-444329792938}"/>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D964323B-5594-5972-99D4-B4534A681672}"/>
              </a:ext>
            </a:extLst>
          </p:cNvPr>
          <p:cNvSpPr txBox="1"/>
          <p:nvPr/>
        </p:nvSpPr>
        <p:spPr>
          <a:xfrm>
            <a:off x="4143022" y="4909484"/>
            <a:ext cx="570089" cy="230832"/>
          </a:xfrm>
          <a:prstGeom prst="rect">
            <a:avLst/>
          </a:prstGeom>
          <a:noFill/>
        </p:spPr>
        <p:txBody>
          <a:bodyPr wrap="square" rtlCol="0">
            <a:spAutoFit/>
          </a:bodyPr>
          <a:lstStyle/>
          <a:p>
            <a:pPr algn="ctr"/>
            <a:r>
              <a:rPr lang="en-US" sz="900" dirty="0"/>
              <a:t>76</a:t>
            </a:r>
          </a:p>
        </p:txBody>
      </p:sp>
      <p:sp>
        <p:nvSpPr>
          <p:cNvPr id="74" name="TextBox 73">
            <a:extLst>
              <a:ext uri="{FF2B5EF4-FFF2-40B4-BE49-F238E27FC236}">
                <a16:creationId xmlns:a16="http://schemas.microsoft.com/office/drawing/2014/main" id="{D7185D08-4A23-7C3D-78EE-FB37A2B897DC}"/>
              </a:ext>
            </a:extLst>
          </p:cNvPr>
          <p:cNvSpPr txBox="1"/>
          <p:nvPr/>
        </p:nvSpPr>
        <p:spPr>
          <a:xfrm>
            <a:off x="3640666" y="3907597"/>
            <a:ext cx="570089" cy="230832"/>
          </a:xfrm>
          <a:prstGeom prst="rect">
            <a:avLst/>
          </a:prstGeom>
          <a:noFill/>
        </p:spPr>
        <p:txBody>
          <a:bodyPr wrap="square" rtlCol="0">
            <a:spAutoFit/>
          </a:bodyPr>
          <a:lstStyle/>
          <a:p>
            <a:pPr algn="ctr"/>
            <a:r>
              <a:rPr lang="en-US" sz="900" dirty="0"/>
              <a:t>13678</a:t>
            </a:r>
          </a:p>
        </p:txBody>
      </p:sp>
      <p:sp>
        <p:nvSpPr>
          <p:cNvPr id="75" name="TextBox 74">
            <a:extLst>
              <a:ext uri="{FF2B5EF4-FFF2-40B4-BE49-F238E27FC236}">
                <a16:creationId xmlns:a16="http://schemas.microsoft.com/office/drawing/2014/main" id="{8720CBEA-8391-DEEE-4A90-30754A626316}"/>
              </a:ext>
            </a:extLst>
          </p:cNvPr>
          <p:cNvSpPr txBox="1"/>
          <p:nvPr/>
        </p:nvSpPr>
        <p:spPr>
          <a:xfrm>
            <a:off x="3640666" y="4408541"/>
            <a:ext cx="570089" cy="230832"/>
          </a:xfrm>
          <a:prstGeom prst="rect">
            <a:avLst/>
          </a:prstGeom>
          <a:noFill/>
        </p:spPr>
        <p:txBody>
          <a:bodyPr wrap="square" rtlCol="0">
            <a:spAutoFit/>
          </a:bodyPr>
          <a:lstStyle/>
          <a:p>
            <a:pPr algn="ctr"/>
            <a:r>
              <a:rPr lang="en-US" sz="900" dirty="0"/>
              <a:t>13678</a:t>
            </a:r>
          </a:p>
        </p:txBody>
      </p:sp>
      <p:sp>
        <p:nvSpPr>
          <p:cNvPr id="76" name="TextBox 75">
            <a:extLst>
              <a:ext uri="{FF2B5EF4-FFF2-40B4-BE49-F238E27FC236}">
                <a16:creationId xmlns:a16="http://schemas.microsoft.com/office/drawing/2014/main" id="{E7CD1E78-B59C-288E-FE16-D7FA871A389D}"/>
              </a:ext>
            </a:extLst>
          </p:cNvPr>
          <p:cNvSpPr txBox="1"/>
          <p:nvPr/>
        </p:nvSpPr>
        <p:spPr>
          <a:xfrm>
            <a:off x="3640666" y="4909484"/>
            <a:ext cx="570089" cy="230832"/>
          </a:xfrm>
          <a:prstGeom prst="rect">
            <a:avLst/>
          </a:prstGeom>
          <a:noFill/>
        </p:spPr>
        <p:txBody>
          <a:bodyPr wrap="square" rtlCol="0">
            <a:spAutoFit/>
          </a:bodyPr>
          <a:lstStyle/>
          <a:p>
            <a:pPr algn="ctr"/>
            <a:r>
              <a:rPr lang="en-US" sz="900" dirty="0"/>
              <a:t>13678</a:t>
            </a:r>
          </a:p>
        </p:txBody>
      </p:sp>
      <p:sp>
        <p:nvSpPr>
          <p:cNvPr id="77" name="TextBox 76">
            <a:extLst>
              <a:ext uri="{FF2B5EF4-FFF2-40B4-BE49-F238E27FC236}">
                <a16:creationId xmlns:a16="http://schemas.microsoft.com/office/drawing/2014/main" id="{8BA11752-BC49-3F1F-E8C8-E2E37A5D76DD}"/>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1237</a:t>
            </a:r>
          </a:p>
        </p:txBody>
      </p:sp>
      <p:sp>
        <p:nvSpPr>
          <p:cNvPr id="78" name="TextBox 77">
            <a:extLst>
              <a:ext uri="{FF2B5EF4-FFF2-40B4-BE49-F238E27FC236}">
                <a16:creationId xmlns:a16="http://schemas.microsoft.com/office/drawing/2014/main" id="{401A3C7A-E0B2-FD17-356B-5D71D16085AA}"/>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79" name="TextBox 78">
            <a:extLst>
              <a:ext uri="{FF2B5EF4-FFF2-40B4-BE49-F238E27FC236}">
                <a16:creationId xmlns:a16="http://schemas.microsoft.com/office/drawing/2014/main" id="{5B8936B3-60B2-3376-FE60-DFA29C69D8DB}"/>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1237</a:t>
            </a:r>
          </a:p>
        </p:txBody>
      </p:sp>
      <p:sp>
        <p:nvSpPr>
          <p:cNvPr id="80" name="TextBox 79">
            <a:extLst>
              <a:ext uri="{FF2B5EF4-FFF2-40B4-BE49-F238E27FC236}">
                <a16:creationId xmlns:a16="http://schemas.microsoft.com/office/drawing/2014/main" id="{AEEA0E46-B752-D184-9EC7-69BAE1AC8754}"/>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81" name="TextBox 80">
            <a:extLst>
              <a:ext uri="{FF2B5EF4-FFF2-40B4-BE49-F238E27FC236}">
                <a16:creationId xmlns:a16="http://schemas.microsoft.com/office/drawing/2014/main" id="{BA7331CD-3496-852E-1553-E518DFB5CC87}"/>
              </a:ext>
            </a:extLst>
          </p:cNvPr>
          <p:cNvSpPr txBox="1"/>
          <p:nvPr/>
        </p:nvSpPr>
        <p:spPr>
          <a:xfrm>
            <a:off x="7157158" y="4909484"/>
            <a:ext cx="570089" cy="230832"/>
          </a:xfrm>
          <a:prstGeom prst="rect">
            <a:avLst/>
          </a:prstGeom>
          <a:noFill/>
        </p:spPr>
        <p:txBody>
          <a:bodyPr wrap="square" rtlCol="0">
            <a:spAutoFit/>
          </a:bodyPr>
          <a:lstStyle/>
          <a:p>
            <a:pPr algn="ctr"/>
            <a:r>
              <a:rPr lang="en-US" sz="900" dirty="0"/>
              <a:t>1237</a:t>
            </a:r>
          </a:p>
        </p:txBody>
      </p:sp>
    </p:spTree>
    <p:extLst>
      <p:ext uri="{BB962C8B-B14F-4D97-AF65-F5344CB8AC3E}">
        <p14:creationId xmlns:p14="http://schemas.microsoft.com/office/powerpoint/2010/main" val="428678725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CB893-191A-AED8-00B0-37E51C38AD6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A620BE-886B-265B-76C7-CB5F435BBBE1}"/>
              </a:ext>
            </a:extLst>
          </p:cNvPr>
          <p:cNvSpPr>
            <a:spLocks noGrp="1"/>
          </p:cNvSpPr>
          <p:nvPr>
            <p:ph sz="half" idx="1"/>
          </p:nvPr>
        </p:nvSpPr>
        <p:spPr/>
        <p:txBody>
          <a:bodyPr>
            <a:normAutofit/>
          </a:bodyPr>
          <a:lstStyle/>
          <a:p>
            <a:r>
              <a:rPr lang="en-US" dirty="0"/>
              <a:t>The 7 cannot be in the [26 in 4] because 4789 sums to 28, &gt;26.</a:t>
            </a:r>
          </a:p>
        </p:txBody>
      </p:sp>
      <p:pic>
        <p:nvPicPr>
          <p:cNvPr id="4" name="Picture 3" descr="A grid of sudoku puzzle&#10;&#10;Description automatically generated">
            <a:extLst>
              <a:ext uri="{FF2B5EF4-FFF2-40B4-BE49-F238E27FC236}">
                <a16:creationId xmlns:a16="http://schemas.microsoft.com/office/drawing/2014/main" id="{62CC53BC-BDDB-7904-A867-D8DA5BACCDE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B55E927-7C12-9BC2-A877-454E2067F1A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607DD5-AC75-98CF-1983-4F9B59453EE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B431F59-AD6F-285F-A3B6-82FC787BC37E}"/>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DB41D91-73B8-0846-3DE0-455FE515903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7EE8B8AF-C12E-582C-D5A0-D2490D8A2749}"/>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04954DD2-E136-E0C4-D56C-CAB81E1DCCE3}"/>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7A4FA52B-2F1B-A59F-2840-99A0C9E4A4DB}"/>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2673DEB3-A21C-4CCF-D932-D1FC444D2CFA}"/>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C20A149F-AA64-1754-CC5F-C8FFDF9D3BE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0D23D979-8C23-4032-CB25-E22F52B8FBF1}"/>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80452A5-8E61-C3CC-09D1-5C1F75D57C25}"/>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CAFA3AC6-8417-36A1-C310-443C56496A6F}"/>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4208CC82-F5BE-2FF7-1C79-EB4909BFF82D}"/>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1B86F3ED-C732-5CC9-3A9C-EFD4F0E20B8F}"/>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CC60D1A-EDA1-D2F0-CD01-8F2D6356354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F904DEC3-8382-344C-E344-F0A65E2D2E00}"/>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63A09CE2-4219-0DA4-2B24-F3AA8F194A6E}"/>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094C4E7-B829-EE54-F3E4-BF52CE4F2134}"/>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918E7905-5F16-D52A-9D70-9DDB0B70252A}"/>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AEFB3CB0-1FD9-C268-41FD-A373DBAB278C}"/>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4516263-79C4-7A68-ED93-5F3B7B93C273}"/>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1BB45DB-FB5F-3FCD-C7B4-0F0AC149C1A9}"/>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C25786F-B234-C850-DD0D-EA2297BA757E}"/>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689E4B18-ECFF-1A36-AB33-8492DFEE81A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1392FBB5-BAA7-67A3-AA82-FFB9CA12EE9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FA714BE-A920-7CF0-5320-9B85FD586E85}"/>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3266FE55-7CC5-582B-FC60-700FE25DE13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DF89D0E-ED7C-76F9-2219-9A968167DC0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A237360-1FEB-88F7-8B2E-8B3E3322F3FA}"/>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277DB4A-0030-F766-3FA9-23DDC2EFC41A}"/>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E31CF05B-7D6D-B152-8F83-0C51B8159BC3}"/>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C6F9B01F-A32F-241F-2553-0CB38FBF5988}"/>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1A74DD48-1C6B-A5F8-CCCF-B7EE9ABC8487}"/>
              </a:ext>
            </a:extLst>
          </p:cNvPr>
          <p:cNvSpPr txBox="1"/>
          <p:nvPr/>
        </p:nvSpPr>
        <p:spPr>
          <a:xfrm>
            <a:off x="4645378" y="4909484"/>
            <a:ext cx="570089" cy="230832"/>
          </a:xfrm>
          <a:prstGeom prst="rect">
            <a:avLst/>
          </a:prstGeom>
          <a:noFill/>
        </p:spPr>
        <p:txBody>
          <a:bodyPr wrap="square" rtlCol="0">
            <a:spAutoFit/>
          </a:bodyPr>
          <a:lstStyle/>
          <a:p>
            <a:pPr algn="ctr"/>
            <a:r>
              <a:rPr lang="en-US" sz="900" dirty="0"/>
              <a:t>6789</a:t>
            </a:r>
          </a:p>
        </p:txBody>
      </p:sp>
      <p:sp>
        <p:nvSpPr>
          <p:cNvPr id="45" name="TextBox 44">
            <a:extLst>
              <a:ext uri="{FF2B5EF4-FFF2-40B4-BE49-F238E27FC236}">
                <a16:creationId xmlns:a16="http://schemas.microsoft.com/office/drawing/2014/main" id="{762E9155-BFF1-40EA-3AB0-E25FE0118EE1}"/>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BFB547A-B1C3-76E5-FBCB-AFAE4F182E9C}"/>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E9F06784-73A0-24E1-1080-79ADE961B5ED}"/>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18A0A502-22C3-5A41-CBD5-66C54440137C}"/>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08A6CD75-8697-8040-E81A-21B930384427}"/>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581219D-C650-C720-B462-B3E7FE4CF7E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9BE92CC2-1575-5452-8FB6-2FD13A88BF78}"/>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30A20216-443E-7CFA-7AFA-DE285F471E4D}"/>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7966127-FEAA-5C06-7FDD-5C26176A5362}"/>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D861C33A-F0AD-FA21-1CCA-C89BBC5348D6}"/>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045DD5A2-513A-456A-2942-FF02DD01CCF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E92116DB-DEDD-1104-E640-A5F825FB000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4EDFD86-387D-EBA3-C713-E6966F6E5005}"/>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BC185E12-9606-FD20-C191-02239FD5F148}"/>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27CD9D4E-6796-AEB1-87D9-8804C6259ACC}"/>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21CF4062-BFEF-595D-0C16-85405452D70B}"/>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B04C826E-7624-3B86-9DA0-F7A5B2D8092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9DD6A3D-E8AD-BA81-A7AD-1513EB583881}"/>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DDE88BC9-6C93-CDDC-BB7A-BA6AD45F6804}"/>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6477C4CD-107C-0578-5CF5-3FD8E53FB0F2}"/>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3" name="TextBox 62">
            <a:extLst>
              <a:ext uri="{FF2B5EF4-FFF2-40B4-BE49-F238E27FC236}">
                <a16:creationId xmlns:a16="http://schemas.microsoft.com/office/drawing/2014/main" id="{45C005A9-021E-D216-D49B-4A2B536A3D10}"/>
              </a:ext>
            </a:extLst>
          </p:cNvPr>
          <p:cNvSpPr txBox="1"/>
          <p:nvPr/>
        </p:nvSpPr>
        <p:spPr>
          <a:xfrm>
            <a:off x="4143022" y="3406653"/>
            <a:ext cx="570089" cy="230832"/>
          </a:xfrm>
          <a:prstGeom prst="rect">
            <a:avLst/>
          </a:prstGeom>
          <a:noFill/>
        </p:spPr>
        <p:txBody>
          <a:bodyPr wrap="square" rtlCol="0">
            <a:spAutoFit/>
          </a:bodyPr>
          <a:lstStyle/>
          <a:p>
            <a:pPr algn="ctr"/>
            <a:r>
              <a:rPr lang="en-US" sz="900" dirty="0"/>
              <a:t>67</a:t>
            </a:r>
          </a:p>
        </p:txBody>
      </p:sp>
      <p:sp>
        <p:nvSpPr>
          <p:cNvPr id="64" name="TextBox 63">
            <a:extLst>
              <a:ext uri="{FF2B5EF4-FFF2-40B4-BE49-F238E27FC236}">
                <a16:creationId xmlns:a16="http://schemas.microsoft.com/office/drawing/2014/main" id="{D35E2998-93DF-A4E6-0A38-779DE32793AE}"/>
              </a:ext>
            </a:extLst>
          </p:cNvPr>
          <p:cNvSpPr txBox="1"/>
          <p:nvPr/>
        </p:nvSpPr>
        <p:spPr>
          <a:xfrm>
            <a:off x="3138310" y="3406653"/>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EAFC7603-F53D-05B0-094E-57553D851F27}"/>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8309E9ED-0CE6-5BCC-05DE-C96D42E20F31}"/>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408756D4-070F-70A8-DE7C-C6E33A0D4639}"/>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EEA7A6B3-1B22-09EF-335A-4CA4C51DBAE4}"/>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F542C25A-2D80-5D5E-3F78-7DEAB39E724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2E45D159-3A34-5B84-0293-3FC55B08A76F}"/>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B64F8B6B-7D34-5935-D5C1-29CD7AC2F8F5}"/>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AFFB2C92-27F8-BBDE-906B-1E77A77FB55A}"/>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AC82C091-A1D3-DA50-BD55-D5638D98CF43}"/>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1A177F4C-4FC3-BAD8-C0FB-25C5C8AC47D4}"/>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D7D835AC-3E94-A6B3-2FE1-EA2397F18C55}"/>
              </a:ext>
            </a:extLst>
          </p:cNvPr>
          <p:cNvSpPr txBox="1"/>
          <p:nvPr/>
        </p:nvSpPr>
        <p:spPr>
          <a:xfrm>
            <a:off x="3138310" y="4408541"/>
            <a:ext cx="570089" cy="230832"/>
          </a:xfrm>
          <a:prstGeom prst="rect">
            <a:avLst/>
          </a:prstGeom>
          <a:noFill/>
        </p:spPr>
        <p:txBody>
          <a:bodyPr wrap="square" rtlCol="0">
            <a:spAutoFit/>
          </a:bodyPr>
          <a:lstStyle/>
          <a:p>
            <a:pPr algn="ctr"/>
            <a:r>
              <a:rPr lang="en-US" sz="900" dirty="0"/>
              <a:t>59</a:t>
            </a:r>
          </a:p>
        </p:txBody>
      </p:sp>
      <p:sp>
        <p:nvSpPr>
          <p:cNvPr id="71" name="TextBox 70">
            <a:extLst>
              <a:ext uri="{FF2B5EF4-FFF2-40B4-BE49-F238E27FC236}">
                <a16:creationId xmlns:a16="http://schemas.microsoft.com/office/drawing/2014/main" id="{B0AA0DD2-5AAE-FF7F-AF59-BE83C110FEA9}"/>
              </a:ext>
            </a:extLst>
          </p:cNvPr>
          <p:cNvSpPr txBox="1"/>
          <p:nvPr/>
        </p:nvSpPr>
        <p:spPr>
          <a:xfrm>
            <a:off x="3138310" y="4909484"/>
            <a:ext cx="570089" cy="230832"/>
          </a:xfrm>
          <a:prstGeom prst="rect">
            <a:avLst/>
          </a:prstGeom>
          <a:noFill/>
        </p:spPr>
        <p:txBody>
          <a:bodyPr wrap="square" rtlCol="0">
            <a:spAutoFit/>
          </a:bodyPr>
          <a:lstStyle/>
          <a:p>
            <a:pPr algn="ctr"/>
            <a:r>
              <a:rPr lang="en-US" sz="900" dirty="0"/>
              <a:t>95</a:t>
            </a:r>
          </a:p>
        </p:txBody>
      </p:sp>
      <p:sp>
        <p:nvSpPr>
          <p:cNvPr id="72" name="TextBox 71">
            <a:extLst>
              <a:ext uri="{FF2B5EF4-FFF2-40B4-BE49-F238E27FC236}">
                <a16:creationId xmlns:a16="http://schemas.microsoft.com/office/drawing/2014/main" id="{0FC31C56-A119-55A3-3D86-AEA770010FBE}"/>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BE23524A-E62A-AB71-65AA-C95360AB40B1}"/>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62" name="TextBox 61">
            <a:extLst>
              <a:ext uri="{FF2B5EF4-FFF2-40B4-BE49-F238E27FC236}">
                <a16:creationId xmlns:a16="http://schemas.microsoft.com/office/drawing/2014/main" id="{931B1B5F-2A0F-578B-7259-F77049BC980A}"/>
              </a:ext>
            </a:extLst>
          </p:cNvPr>
          <p:cNvSpPr txBox="1"/>
          <p:nvPr/>
        </p:nvSpPr>
        <p:spPr>
          <a:xfrm>
            <a:off x="4143022" y="4909484"/>
            <a:ext cx="570089" cy="230832"/>
          </a:xfrm>
          <a:prstGeom prst="rect">
            <a:avLst/>
          </a:prstGeom>
          <a:noFill/>
        </p:spPr>
        <p:txBody>
          <a:bodyPr wrap="square" rtlCol="0">
            <a:spAutoFit/>
          </a:bodyPr>
          <a:lstStyle/>
          <a:p>
            <a:pPr algn="ctr"/>
            <a:r>
              <a:rPr lang="en-US" sz="900" dirty="0"/>
              <a:t>76</a:t>
            </a:r>
          </a:p>
        </p:txBody>
      </p:sp>
      <p:sp>
        <p:nvSpPr>
          <p:cNvPr id="74" name="TextBox 73">
            <a:extLst>
              <a:ext uri="{FF2B5EF4-FFF2-40B4-BE49-F238E27FC236}">
                <a16:creationId xmlns:a16="http://schemas.microsoft.com/office/drawing/2014/main" id="{3E2E0AF5-E9AB-F20F-B39C-84560FA03CE5}"/>
              </a:ext>
            </a:extLst>
          </p:cNvPr>
          <p:cNvSpPr txBox="1"/>
          <p:nvPr/>
        </p:nvSpPr>
        <p:spPr>
          <a:xfrm>
            <a:off x="3640666" y="3907597"/>
            <a:ext cx="570089" cy="230832"/>
          </a:xfrm>
          <a:prstGeom prst="rect">
            <a:avLst/>
          </a:prstGeom>
          <a:noFill/>
        </p:spPr>
        <p:txBody>
          <a:bodyPr wrap="square" rtlCol="0">
            <a:spAutoFit/>
          </a:bodyPr>
          <a:lstStyle/>
          <a:p>
            <a:pPr algn="ctr"/>
            <a:r>
              <a:rPr lang="en-US" sz="900" dirty="0"/>
              <a:t>13678</a:t>
            </a:r>
          </a:p>
        </p:txBody>
      </p:sp>
      <p:sp>
        <p:nvSpPr>
          <p:cNvPr id="75" name="TextBox 74">
            <a:extLst>
              <a:ext uri="{FF2B5EF4-FFF2-40B4-BE49-F238E27FC236}">
                <a16:creationId xmlns:a16="http://schemas.microsoft.com/office/drawing/2014/main" id="{8121DA63-640E-6066-DFAB-69E33C7B88A1}"/>
              </a:ext>
            </a:extLst>
          </p:cNvPr>
          <p:cNvSpPr txBox="1"/>
          <p:nvPr/>
        </p:nvSpPr>
        <p:spPr>
          <a:xfrm>
            <a:off x="3640666" y="4408541"/>
            <a:ext cx="570089" cy="230832"/>
          </a:xfrm>
          <a:prstGeom prst="rect">
            <a:avLst/>
          </a:prstGeom>
          <a:noFill/>
        </p:spPr>
        <p:txBody>
          <a:bodyPr wrap="square" rtlCol="0">
            <a:spAutoFit/>
          </a:bodyPr>
          <a:lstStyle/>
          <a:p>
            <a:pPr algn="ctr"/>
            <a:r>
              <a:rPr lang="en-US" sz="900" dirty="0"/>
              <a:t>13678</a:t>
            </a:r>
          </a:p>
        </p:txBody>
      </p:sp>
      <p:sp>
        <p:nvSpPr>
          <p:cNvPr id="76" name="TextBox 75">
            <a:extLst>
              <a:ext uri="{FF2B5EF4-FFF2-40B4-BE49-F238E27FC236}">
                <a16:creationId xmlns:a16="http://schemas.microsoft.com/office/drawing/2014/main" id="{A1B91606-560A-FA6C-3898-A9E30E4DFD8B}"/>
              </a:ext>
            </a:extLst>
          </p:cNvPr>
          <p:cNvSpPr txBox="1"/>
          <p:nvPr/>
        </p:nvSpPr>
        <p:spPr>
          <a:xfrm>
            <a:off x="3640666" y="4909484"/>
            <a:ext cx="570089" cy="230832"/>
          </a:xfrm>
          <a:prstGeom prst="rect">
            <a:avLst/>
          </a:prstGeom>
          <a:noFill/>
        </p:spPr>
        <p:txBody>
          <a:bodyPr wrap="square" rtlCol="0">
            <a:spAutoFit/>
          </a:bodyPr>
          <a:lstStyle/>
          <a:p>
            <a:pPr algn="ctr"/>
            <a:r>
              <a:rPr lang="en-US" sz="900" dirty="0"/>
              <a:t>13678</a:t>
            </a:r>
          </a:p>
        </p:txBody>
      </p:sp>
      <p:sp>
        <p:nvSpPr>
          <p:cNvPr id="77" name="TextBox 76">
            <a:extLst>
              <a:ext uri="{FF2B5EF4-FFF2-40B4-BE49-F238E27FC236}">
                <a16:creationId xmlns:a16="http://schemas.microsoft.com/office/drawing/2014/main" id="{3AECC641-D442-188E-C372-34A6B966D194}"/>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8" name="TextBox 77">
            <a:extLst>
              <a:ext uri="{FF2B5EF4-FFF2-40B4-BE49-F238E27FC236}">
                <a16:creationId xmlns:a16="http://schemas.microsoft.com/office/drawing/2014/main" id="{77650D5B-FE39-9FBC-864D-94C560808281}"/>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79" name="TextBox 78">
            <a:extLst>
              <a:ext uri="{FF2B5EF4-FFF2-40B4-BE49-F238E27FC236}">
                <a16:creationId xmlns:a16="http://schemas.microsoft.com/office/drawing/2014/main" id="{730513DD-FB01-A5AB-5911-8320306F708F}"/>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a:t>
            </a:r>
          </a:p>
        </p:txBody>
      </p:sp>
      <p:sp>
        <p:nvSpPr>
          <p:cNvPr id="80" name="TextBox 79">
            <a:extLst>
              <a:ext uri="{FF2B5EF4-FFF2-40B4-BE49-F238E27FC236}">
                <a16:creationId xmlns:a16="http://schemas.microsoft.com/office/drawing/2014/main" id="{F5B4E3BC-DD90-B85A-845A-C3E9F5673354}"/>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82" name="TextBox 81">
            <a:extLst>
              <a:ext uri="{FF2B5EF4-FFF2-40B4-BE49-F238E27FC236}">
                <a16:creationId xmlns:a16="http://schemas.microsoft.com/office/drawing/2014/main" id="{3B3356E1-BF39-10F7-6EEA-F9473B25F419}"/>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3222002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33C0B-9DA3-D039-EA68-4EAF5AF346F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CFF905B-83B2-9536-F4E5-B58A3DB56CA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6F7315C-5360-AB2C-7C2A-5A7D60A5A21A}"/>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52056A33-B769-DF05-52AD-6AC43BE5980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D8FF521-D473-3678-5642-C9C7842BD606}"/>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3C475A47-7F19-0C55-5C84-656970AB751A}"/>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341AAC22-F793-1F12-AAEA-41B0EC458300}"/>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0BEB74FD-4607-C3AC-D818-287F0CB2202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432586E8-A622-5CF3-558E-3E51EB28A1E6}"/>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B142039C-8FE4-C439-2B1C-7BB4BFCB054C}"/>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B97C50C3-DC09-BC40-90E8-58A32D04A06D}"/>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F6313D3D-8621-3B28-5AFB-B130E30631DA}"/>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BD351E2-8D18-FBD3-8A23-5A80903E08DB}"/>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016E7C4E-442B-4296-B947-CAB280D21B25}"/>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815239B5-FA9C-4852-B850-76351E00B574}"/>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BF28A836-DCD9-08A2-BFC5-C37FABF7B04B}"/>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FCA4500F-D4AE-9452-0DB9-AE51BEA2C283}"/>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DF95B3B-EE5C-775D-7AFD-DD0B55028C4E}"/>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949322F3-8694-0B67-FAB5-7B196BAD905A}"/>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EDE02DA3-2D64-7B3D-3B67-5C8E8665FE01}"/>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432E9179-68D6-E778-E3A8-96B73ADD152E}"/>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F0352672-7DE6-2934-7FDC-50AC82B360AD}"/>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788FA833-4F33-F202-8129-D074E57ADDE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43A826D-D639-BDEF-6670-F09B4BB6209A}"/>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744B1FA-C290-29F4-AD04-7562DD7D27E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BEC18946-B7AB-74D2-13C5-12E4C11ED2D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FCA79E0-10BF-B267-2E48-90C901193525}"/>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905E4091-B03F-B336-5C8C-57B7DB55C541}"/>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3F48045E-F57F-693E-8031-4C9444E658EC}"/>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90F6ACB9-2813-848A-5376-D670F248FEC6}"/>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5D2F183E-1DFE-5125-5A98-2FC628E4DF2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1B663377-6994-DFCB-06C0-F0D152EAFBF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E4437DB-7143-7961-60EC-F0F8DDCED1B4}"/>
              </a:ext>
            </a:extLst>
          </p:cNvPr>
          <p:cNvSpPr txBox="1"/>
          <p:nvPr/>
        </p:nvSpPr>
        <p:spPr>
          <a:xfrm>
            <a:off x="4645378" y="3406653"/>
            <a:ext cx="570089" cy="230832"/>
          </a:xfrm>
          <a:prstGeom prst="rect">
            <a:avLst/>
          </a:prstGeom>
          <a:noFill/>
        </p:spPr>
        <p:txBody>
          <a:bodyPr wrap="square" rtlCol="0">
            <a:spAutoFit/>
          </a:bodyPr>
          <a:lstStyle/>
          <a:p>
            <a:pPr algn="ctr"/>
            <a:r>
              <a:rPr lang="en-US" sz="900" dirty="0"/>
              <a:t>6789</a:t>
            </a:r>
          </a:p>
        </p:txBody>
      </p:sp>
      <p:sp>
        <p:nvSpPr>
          <p:cNvPr id="42" name="TextBox 41">
            <a:extLst>
              <a:ext uri="{FF2B5EF4-FFF2-40B4-BE49-F238E27FC236}">
                <a16:creationId xmlns:a16="http://schemas.microsoft.com/office/drawing/2014/main" id="{13552596-3F6F-04D5-2CC4-E686C7416235}"/>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14DFE8A2-A892-CBE7-80C4-32DDC980921D}"/>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1C5D39ED-0B7A-7A46-572C-4D1FCA2E5171}"/>
              </a:ext>
            </a:extLst>
          </p:cNvPr>
          <p:cNvSpPr txBox="1"/>
          <p:nvPr/>
        </p:nvSpPr>
        <p:spPr>
          <a:xfrm>
            <a:off x="4645378" y="4909484"/>
            <a:ext cx="570089" cy="230832"/>
          </a:xfrm>
          <a:prstGeom prst="rect">
            <a:avLst/>
          </a:prstGeom>
          <a:noFill/>
        </p:spPr>
        <p:txBody>
          <a:bodyPr wrap="square" rtlCol="0">
            <a:spAutoFit/>
          </a:bodyPr>
          <a:lstStyle/>
          <a:p>
            <a:pPr algn="ctr"/>
            <a:r>
              <a:rPr lang="en-US" sz="900" dirty="0"/>
              <a:t>689</a:t>
            </a:r>
          </a:p>
        </p:txBody>
      </p:sp>
      <p:sp>
        <p:nvSpPr>
          <p:cNvPr id="45" name="TextBox 44">
            <a:extLst>
              <a:ext uri="{FF2B5EF4-FFF2-40B4-BE49-F238E27FC236}">
                <a16:creationId xmlns:a16="http://schemas.microsoft.com/office/drawing/2014/main" id="{225F7858-E54C-F36E-186A-C5BF2E278106}"/>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0FFA8BF8-780D-EEEC-7901-5F69098039D1}"/>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4471D276-778D-417C-ADA0-D516C8328C44}"/>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3DF87FCA-2402-0030-B5DF-2B3C752CCD1D}"/>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F3C42112-C6AD-DAE1-534F-96B8100311F5}"/>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D20E5D7-7AC0-9D1D-EFEC-B025D00A575B}"/>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92091352-2055-192D-A7A1-C29754681078}"/>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005FF5F-82DC-B6BB-0261-641667F4B0F6}"/>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FED0D67C-0FBF-022D-3789-0731C2A42ACB}"/>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4E2F070B-E8E3-A4D8-5294-12E0A878A357}"/>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6CF33DBA-BEA0-78F3-E885-2A439E9E5777}"/>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0722EC9-6E14-228A-250B-24D55EC2107B}"/>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6726830-D168-8561-124C-3EA8618CB556}"/>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2965C72-9BA0-1090-22D3-5BCDDAF65B2B}"/>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7795B42D-E48F-CEC8-FD3D-27ECE8E585BC}"/>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ED0C6B92-8CEF-59A0-611D-63F2BF3F3F3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B881BC08-AB2F-79A1-B74E-BDE71A230652}"/>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9DBDA93-3840-41F9-64F3-AADEA7133553}"/>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2F3A24DF-3B35-0150-748F-8F0370FF27CE}"/>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7F8B9C5A-D339-5364-2C7E-62E54BBDCB62}"/>
              </a:ext>
            </a:extLst>
          </p:cNvPr>
          <p:cNvSpPr txBox="1"/>
          <p:nvPr/>
        </p:nvSpPr>
        <p:spPr>
          <a:xfrm>
            <a:off x="3138310" y="2905709"/>
            <a:ext cx="570089" cy="230832"/>
          </a:xfrm>
          <a:prstGeom prst="rect">
            <a:avLst/>
          </a:prstGeom>
          <a:noFill/>
        </p:spPr>
        <p:txBody>
          <a:bodyPr wrap="square" rtlCol="0">
            <a:spAutoFit/>
          </a:bodyPr>
          <a:lstStyle/>
          <a:p>
            <a:pPr algn="ctr"/>
            <a:r>
              <a:rPr lang="en-US" sz="900" dirty="0"/>
              <a:t>678</a:t>
            </a:r>
          </a:p>
        </p:txBody>
      </p:sp>
      <p:sp>
        <p:nvSpPr>
          <p:cNvPr id="64" name="TextBox 63">
            <a:extLst>
              <a:ext uri="{FF2B5EF4-FFF2-40B4-BE49-F238E27FC236}">
                <a16:creationId xmlns:a16="http://schemas.microsoft.com/office/drawing/2014/main" id="{23CA43C1-2368-5F6C-A1D3-477208B7A32D}"/>
              </a:ext>
            </a:extLst>
          </p:cNvPr>
          <p:cNvSpPr txBox="1"/>
          <p:nvPr/>
        </p:nvSpPr>
        <p:spPr>
          <a:xfrm>
            <a:off x="3138310" y="3406653"/>
            <a:ext cx="570089" cy="230832"/>
          </a:xfrm>
          <a:prstGeom prst="rect">
            <a:avLst/>
          </a:prstGeom>
          <a:noFill/>
        </p:spPr>
        <p:txBody>
          <a:bodyPr wrap="square" rtlCol="0">
            <a:spAutoFit/>
          </a:bodyPr>
          <a:lstStyle/>
          <a:p>
            <a:pPr algn="ctr"/>
            <a:r>
              <a:rPr lang="en-US" sz="900" dirty="0"/>
              <a:t>678</a:t>
            </a:r>
          </a:p>
        </p:txBody>
      </p:sp>
      <p:sp>
        <p:nvSpPr>
          <p:cNvPr id="65" name="TextBox 64">
            <a:extLst>
              <a:ext uri="{FF2B5EF4-FFF2-40B4-BE49-F238E27FC236}">
                <a16:creationId xmlns:a16="http://schemas.microsoft.com/office/drawing/2014/main" id="{3C06E807-E130-D877-A753-6C303C866474}"/>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925B666E-A08F-9ED9-89D3-927B6055124F}"/>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20809F83-77EC-798F-7435-4FD293F0EED6}"/>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CB8F5877-6996-AEE0-3F6B-2C8C5713624E}"/>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C688EE9D-A5B2-0FD7-972D-BBFCF8FE1CE9}"/>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16E9D4A7-0689-5E71-1D0F-482FE1DB5645}"/>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3A034EF8-69AD-9536-462F-8DCC43FBEA87}"/>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D1F9D956-4342-0560-51FC-C2B2C72AF647}"/>
              </a:ext>
            </a:extLst>
          </p:cNvPr>
          <p:cNvSpPr txBox="1"/>
          <p:nvPr/>
        </p:nvSpPr>
        <p:spPr>
          <a:xfrm>
            <a:off x="5147734" y="3406653"/>
            <a:ext cx="570089" cy="230832"/>
          </a:xfrm>
          <a:prstGeom prst="rect">
            <a:avLst/>
          </a:prstGeom>
          <a:noFill/>
        </p:spPr>
        <p:txBody>
          <a:bodyPr wrap="square" rtlCol="0">
            <a:spAutoFit/>
          </a:bodyPr>
          <a:lstStyle/>
          <a:p>
            <a:pPr algn="ctr"/>
            <a:r>
              <a:rPr lang="en-US" sz="900" dirty="0"/>
              <a:t>6789</a:t>
            </a:r>
          </a:p>
        </p:txBody>
      </p:sp>
      <p:sp>
        <p:nvSpPr>
          <p:cNvPr id="69" name="TextBox 68">
            <a:extLst>
              <a:ext uri="{FF2B5EF4-FFF2-40B4-BE49-F238E27FC236}">
                <a16:creationId xmlns:a16="http://schemas.microsoft.com/office/drawing/2014/main" id="{D04A8311-191B-294E-D888-2261AC15389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E7856EF8-6E47-1B5B-F682-82F9ED7BD100}"/>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4FCD693A-02F8-8450-7F77-CF8659139057}"/>
              </a:ext>
            </a:extLst>
          </p:cNvPr>
          <p:cNvSpPr txBox="1"/>
          <p:nvPr/>
        </p:nvSpPr>
        <p:spPr>
          <a:xfrm>
            <a:off x="3138310" y="4408541"/>
            <a:ext cx="570089" cy="230832"/>
          </a:xfrm>
          <a:prstGeom prst="rect">
            <a:avLst/>
          </a:prstGeom>
          <a:noFill/>
        </p:spPr>
        <p:txBody>
          <a:bodyPr wrap="square" rtlCol="0">
            <a:spAutoFit/>
          </a:bodyPr>
          <a:lstStyle/>
          <a:p>
            <a:pPr algn="ctr"/>
            <a:r>
              <a:rPr lang="en-US" sz="900" dirty="0"/>
              <a:t>59</a:t>
            </a:r>
          </a:p>
        </p:txBody>
      </p:sp>
      <p:sp>
        <p:nvSpPr>
          <p:cNvPr id="71" name="TextBox 70">
            <a:extLst>
              <a:ext uri="{FF2B5EF4-FFF2-40B4-BE49-F238E27FC236}">
                <a16:creationId xmlns:a16="http://schemas.microsoft.com/office/drawing/2014/main" id="{F2BABF12-2AE7-601B-BAC1-5DE0E4D300A6}"/>
              </a:ext>
            </a:extLst>
          </p:cNvPr>
          <p:cNvSpPr txBox="1"/>
          <p:nvPr/>
        </p:nvSpPr>
        <p:spPr>
          <a:xfrm>
            <a:off x="3138310" y="4909484"/>
            <a:ext cx="570089" cy="230832"/>
          </a:xfrm>
          <a:prstGeom prst="rect">
            <a:avLst/>
          </a:prstGeom>
          <a:noFill/>
        </p:spPr>
        <p:txBody>
          <a:bodyPr wrap="square" rtlCol="0">
            <a:spAutoFit/>
          </a:bodyPr>
          <a:lstStyle/>
          <a:p>
            <a:pPr algn="ctr"/>
            <a:r>
              <a:rPr lang="en-US" sz="900" dirty="0"/>
              <a:t>95</a:t>
            </a:r>
          </a:p>
        </p:txBody>
      </p:sp>
      <p:sp>
        <p:nvSpPr>
          <p:cNvPr id="72" name="TextBox 71">
            <a:extLst>
              <a:ext uri="{FF2B5EF4-FFF2-40B4-BE49-F238E27FC236}">
                <a16:creationId xmlns:a16="http://schemas.microsoft.com/office/drawing/2014/main" id="{18D752F6-BE2A-D63E-512D-20B03F50AD8B}"/>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DC1C4221-5410-3CD2-2C40-33462B40B31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4" name="TextBox 73">
            <a:extLst>
              <a:ext uri="{FF2B5EF4-FFF2-40B4-BE49-F238E27FC236}">
                <a16:creationId xmlns:a16="http://schemas.microsoft.com/office/drawing/2014/main" id="{91167B84-4074-5170-D11A-FFEA1BBAFBC5}"/>
              </a:ext>
            </a:extLst>
          </p:cNvPr>
          <p:cNvSpPr txBox="1"/>
          <p:nvPr/>
        </p:nvSpPr>
        <p:spPr>
          <a:xfrm>
            <a:off x="3640666" y="3907597"/>
            <a:ext cx="570089" cy="230832"/>
          </a:xfrm>
          <a:prstGeom prst="rect">
            <a:avLst/>
          </a:prstGeom>
          <a:noFill/>
        </p:spPr>
        <p:txBody>
          <a:bodyPr wrap="square" rtlCol="0">
            <a:spAutoFit/>
          </a:bodyPr>
          <a:lstStyle/>
          <a:p>
            <a:pPr algn="ctr"/>
            <a:r>
              <a:rPr lang="en-US" sz="900" dirty="0"/>
              <a:t>13678</a:t>
            </a:r>
          </a:p>
        </p:txBody>
      </p:sp>
      <p:sp>
        <p:nvSpPr>
          <p:cNvPr id="75" name="TextBox 74">
            <a:extLst>
              <a:ext uri="{FF2B5EF4-FFF2-40B4-BE49-F238E27FC236}">
                <a16:creationId xmlns:a16="http://schemas.microsoft.com/office/drawing/2014/main" id="{AB7B2F30-F662-E4FA-BAD2-D9D838C112A5}"/>
              </a:ext>
            </a:extLst>
          </p:cNvPr>
          <p:cNvSpPr txBox="1"/>
          <p:nvPr/>
        </p:nvSpPr>
        <p:spPr>
          <a:xfrm>
            <a:off x="3640666" y="4408541"/>
            <a:ext cx="570089" cy="230832"/>
          </a:xfrm>
          <a:prstGeom prst="rect">
            <a:avLst/>
          </a:prstGeom>
          <a:noFill/>
        </p:spPr>
        <p:txBody>
          <a:bodyPr wrap="square" rtlCol="0">
            <a:spAutoFit/>
          </a:bodyPr>
          <a:lstStyle/>
          <a:p>
            <a:pPr algn="ctr"/>
            <a:r>
              <a:rPr lang="en-US" sz="900" dirty="0"/>
              <a:t>13678</a:t>
            </a:r>
          </a:p>
        </p:txBody>
      </p:sp>
      <p:sp>
        <p:nvSpPr>
          <p:cNvPr id="76" name="TextBox 75">
            <a:extLst>
              <a:ext uri="{FF2B5EF4-FFF2-40B4-BE49-F238E27FC236}">
                <a16:creationId xmlns:a16="http://schemas.microsoft.com/office/drawing/2014/main" id="{E624E780-6EF7-E911-DCC4-737C83187D05}"/>
              </a:ext>
            </a:extLst>
          </p:cNvPr>
          <p:cNvSpPr txBox="1"/>
          <p:nvPr/>
        </p:nvSpPr>
        <p:spPr>
          <a:xfrm>
            <a:off x="3640666" y="4909484"/>
            <a:ext cx="570089" cy="230832"/>
          </a:xfrm>
          <a:prstGeom prst="rect">
            <a:avLst/>
          </a:prstGeom>
          <a:noFill/>
        </p:spPr>
        <p:txBody>
          <a:bodyPr wrap="square" rtlCol="0">
            <a:spAutoFit/>
          </a:bodyPr>
          <a:lstStyle/>
          <a:p>
            <a:pPr algn="ctr"/>
            <a:r>
              <a:rPr lang="en-US" sz="900" dirty="0"/>
              <a:t>1368</a:t>
            </a:r>
          </a:p>
        </p:txBody>
      </p:sp>
      <p:sp>
        <p:nvSpPr>
          <p:cNvPr id="77" name="TextBox 76">
            <a:extLst>
              <a:ext uri="{FF2B5EF4-FFF2-40B4-BE49-F238E27FC236}">
                <a16:creationId xmlns:a16="http://schemas.microsoft.com/office/drawing/2014/main" id="{B4EADC6D-2CD1-95AA-AF5D-23E963E5D2B8}"/>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8" name="TextBox 77">
            <a:extLst>
              <a:ext uri="{FF2B5EF4-FFF2-40B4-BE49-F238E27FC236}">
                <a16:creationId xmlns:a16="http://schemas.microsoft.com/office/drawing/2014/main" id="{F33BB63D-8860-3C57-9BFC-5F75BE2579E2}"/>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79" name="TextBox 78">
            <a:extLst>
              <a:ext uri="{FF2B5EF4-FFF2-40B4-BE49-F238E27FC236}">
                <a16:creationId xmlns:a16="http://schemas.microsoft.com/office/drawing/2014/main" id="{0BCB96C5-A896-544C-737D-E90C8E9EB5B4}"/>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60CD1913-C48A-C58F-7AB0-35EF81F5AFCC}"/>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82" name="TextBox 81">
            <a:extLst>
              <a:ext uri="{FF2B5EF4-FFF2-40B4-BE49-F238E27FC236}">
                <a16:creationId xmlns:a16="http://schemas.microsoft.com/office/drawing/2014/main" id="{0683D7E3-508F-786D-34A8-0F17FD417AB1}"/>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AD1F8EB1-A32A-8329-2852-B97C23CBDAC6}"/>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4B487B90-8FED-3A90-F0EB-9C471FD59285}"/>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18540871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D41B8-EBA0-26E9-C4C4-BB826F8FD70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0BC29FF-F387-104D-CFC7-2A85888D4E50}"/>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725D816-C7EA-85FB-1687-B4A114C494A5}"/>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603437F3-2319-5B10-AC28-B7E35A515DA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E6A2325-5181-3B10-60D4-550155D2062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CEABDFC8-9AB3-1C3C-2981-08A19F82B32F}"/>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55729772-ABBB-8F94-3F9E-3DE6C7432870}"/>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3F13C101-ABE9-585F-30B5-7C43DFD25D69}"/>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C851CC57-19ED-4F79-9446-34B68FF4DB2C}"/>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4" name="TextBox 13">
            <a:extLst>
              <a:ext uri="{FF2B5EF4-FFF2-40B4-BE49-F238E27FC236}">
                <a16:creationId xmlns:a16="http://schemas.microsoft.com/office/drawing/2014/main" id="{A4A512C9-0995-03F9-087B-94F67203AC8F}"/>
              </a:ext>
            </a:extLst>
          </p:cNvPr>
          <p:cNvSpPr txBox="1"/>
          <p:nvPr/>
        </p:nvSpPr>
        <p:spPr>
          <a:xfrm>
            <a:off x="3640666" y="1903821"/>
            <a:ext cx="570089" cy="230832"/>
          </a:xfrm>
          <a:prstGeom prst="rect">
            <a:avLst/>
          </a:prstGeom>
          <a:noFill/>
        </p:spPr>
        <p:txBody>
          <a:bodyPr wrap="square" rtlCol="0">
            <a:spAutoFit/>
          </a:bodyPr>
          <a:lstStyle/>
          <a:p>
            <a:pPr algn="ctr"/>
            <a:r>
              <a:rPr lang="en-US" sz="900" dirty="0"/>
              <a:t>76</a:t>
            </a:r>
          </a:p>
        </p:txBody>
      </p:sp>
      <p:sp>
        <p:nvSpPr>
          <p:cNvPr id="15" name="TextBox 14">
            <a:extLst>
              <a:ext uri="{FF2B5EF4-FFF2-40B4-BE49-F238E27FC236}">
                <a16:creationId xmlns:a16="http://schemas.microsoft.com/office/drawing/2014/main" id="{7EB0FEF5-852D-907A-6DCE-022FAF600593}"/>
              </a:ext>
            </a:extLst>
          </p:cNvPr>
          <p:cNvSpPr txBox="1"/>
          <p:nvPr/>
        </p:nvSpPr>
        <p:spPr>
          <a:xfrm>
            <a:off x="3138310" y="1903821"/>
            <a:ext cx="570089" cy="230832"/>
          </a:xfrm>
          <a:prstGeom prst="rect">
            <a:avLst/>
          </a:prstGeom>
          <a:noFill/>
        </p:spPr>
        <p:txBody>
          <a:bodyPr wrap="square" rtlCol="0">
            <a:spAutoFit/>
          </a:bodyPr>
          <a:lstStyle/>
          <a:p>
            <a:pPr algn="ctr"/>
            <a:r>
              <a:rPr lang="en-US" sz="900" dirty="0"/>
              <a:t>67</a:t>
            </a:r>
          </a:p>
        </p:txBody>
      </p:sp>
      <p:sp>
        <p:nvSpPr>
          <p:cNvPr id="16" name="TextBox 15">
            <a:extLst>
              <a:ext uri="{FF2B5EF4-FFF2-40B4-BE49-F238E27FC236}">
                <a16:creationId xmlns:a16="http://schemas.microsoft.com/office/drawing/2014/main" id="{8B0DC6AC-7838-F686-3965-FA5CB9D652C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D8D7946-C052-899E-8214-C62628CD2222}"/>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9F290ECC-2E28-36BA-1B94-0279F0C57958}"/>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4127EDD5-1222-799F-47D6-C208C672ACE1}"/>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31BB9EE-0F9D-67AA-9B0F-B00655A91D5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0C404CA8-870F-4A03-5DA5-DD33CD3A3E15}"/>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7311B7B4-02F5-29E6-0CB9-268CA2E6678C}"/>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4747A97B-D8BE-168C-DEE2-32D52E7315A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42C6F1E1-032D-07BD-4023-A3C8F149E660}"/>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CB3E7D2-2D8A-B890-C3C4-36128C823A90}"/>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D33CEDFD-3321-5B2F-6E65-29E3A6A19A40}"/>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D99EA2B-9892-F757-438D-5D8B3A01DC8D}"/>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87DAEDDF-C3AA-E4F1-4B3C-5485035441E1}"/>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606546F7-C988-D463-6733-75EC489F8AB1}"/>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3C4E03B9-FF9C-6068-CA52-A7437C04A84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41925B6C-D080-33A0-6A68-96CF20DEC56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187B6675-2D11-7992-C2E5-575F53CC6884}"/>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6E09871A-7376-4D0B-2657-D638839FCE01}"/>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44343F0E-376C-38AC-FBB0-5A4D09689CE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293B0BC2-C6AF-6239-97A4-ABF8D0C4CBD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2FE0A07E-D987-3075-653D-BEA104E4BF08}"/>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F50DEB73-725C-41CC-69C7-F656B4D8BB91}"/>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1A3ACF5F-5FBF-A214-3752-CA8D0B4E7891}"/>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AAB37D0B-AD65-0183-106E-EDF1A31988C6}"/>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421DDC1D-D55B-0FBC-DD87-6C207CACD988}"/>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737137E6-121A-3132-C804-05D3E8C9C356}"/>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A9FC2A0-3B38-1395-C3B1-61CD61F95454}"/>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7840E79-5C7C-F8A8-34F5-FCA695BD1B44}"/>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96F52A50-3314-4CE6-38F7-C9697D7E93F7}"/>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1921ED30-CB40-7818-A7F6-384A7A006409}"/>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107C539-9A58-A379-2576-C45F1155408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897CBD54-6D2C-4ECF-0745-5AC6073A6BC4}"/>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8B326E04-0189-D767-F553-B18A5E5498BA}"/>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832A85A7-488F-C213-4A9F-585C234CA5BE}"/>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67483357-E84C-E09B-9E55-3F73444CF33E}"/>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E2407C10-B298-6F4F-3BC5-A3F121061FB2}"/>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5BA391F0-D293-E5D2-6790-FE8C35016422}"/>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D9C24B1-0CB8-42CF-9977-526513A96A2E}"/>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0D30120F-2C8D-8272-A88A-5FB308AD39A6}"/>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6F954505-3506-B05F-C7E6-297DFE052CA7}"/>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0EB8245F-533A-E4AE-5FBE-DC60B6F50498}"/>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C44482DB-A5F8-2635-E750-EFA76CD2527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6C90ADA2-5D80-EDFD-C14A-A633F56C6360}"/>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93C83646-85C9-734C-3D69-01F2B884A5D1}"/>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94E936CA-1496-4E65-2998-A10367BB5D94}"/>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64" name="TextBox 63">
            <a:extLst>
              <a:ext uri="{FF2B5EF4-FFF2-40B4-BE49-F238E27FC236}">
                <a16:creationId xmlns:a16="http://schemas.microsoft.com/office/drawing/2014/main" id="{A4345652-7996-41FC-6729-FBCD775ED466}"/>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65" name="TextBox 64">
            <a:extLst>
              <a:ext uri="{FF2B5EF4-FFF2-40B4-BE49-F238E27FC236}">
                <a16:creationId xmlns:a16="http://schemas.microsoft.com/office/drawing/2014/main" id="{61A5BDE2-44F8-E261-126E-C6CEBFE1EAE5}"/>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364A9F46-9A3C-EADF-9B8C-EF1D756FDFB5}"/>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B1B0FD10-1304-E020-15A3-D2A06A12617A}"/>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BE984889-DE3F-6C3E-4E88-036C108A27E9}"/>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DD1C416-5842-5337-D78E-34D84024BBF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8" name="TextBox 7">
            <a:extLst>
              <a:ext uri="{FF2B5EF4-FFF2-40B4-BE49-F238E27FC236}">
                <a16:creationId xmlns:a16="http://schemas.microsoft.com/office/drawing/2014/main" id="{FDD156F1-CD2E-5233-1E27-0E54F9F96302}"/>
              </a:ext>
            </a:extLst>
          </p:cNvPr>
          <p:cNvSpPr txBox="1"/>
          <p:nvPr/>
        </p:nvSpPr>
        <p:spPr>
          <a:xfrm>
            <a:off x="5147734" y="2905709"/>
            <a:ext cx="570089" cy="230832"/>
          </a:xfrm>
          <a:prstGeom prst="rect">
            <a:avLst/>
          </a:prstGeom>
          <a:noFill/>
        </p:spPr>
        <p:txBody>
          <a:bodyPr wrap="square" rtlCol="0">
            <a:spAutoFit/>
          </a:bodyPr>
          <a:lstStyle/>
          <a:p>
            <a:pPr algn="ctr"/>
            <a:r>
              <a:rPr lang="en-US" sz="900" dirty="0"/>
              <a:t>678</a:t>
            </a:r>
          </a:p>
        </p:txBody>
      </p:sp>
      <p:sp>
        <p:nvSpPr>
          <p:cNvPr id="23" name="TextBox 22">
            <a:extLst>
              <a:ext uri="{FF2B5EF4-FFF2-40B4-BE49-F238E27FC236}">
                <a16:creationId xmlns:a16="http://schemas.microsoft.com/office/drawing/2014/main" id="{12557451-AD7F-3B22-D0CE-9E93471059FC}"/>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9D8475CE-E543-65CE-9E73-2034FFE7324B}"/>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9" name="TextBox 68">
            <a:extLst>
              <a:ext uri="{FF2B5EF4-FFF2-40B4-BE49-F238E27FC236}">
                <a16:creationId xmlns:a16="http://schemas.microsoft.com/office/drawing/2014/main" id="{ACEF65E1-D94B-BA42-7008-3D1667D3695F}"/>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CCE63F94-2E9B-8A10-6DD5-6CF2842E16EF}"/>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6BF4F9E-9CAB-F4BA-8E90-928A58B31065}"/>
              </a:ext>
            </a:extLst>
          </p:cNvPr>
          <p:cNvSpPr txBox="1"/>
          <p:nvPr/>
        </p:nvSpPr>
        <p:spPr>
          <a:xfrm>
            <a:off x="3138310" y="4408541"/>
            <a:ext cx="570089" cy="230832"/>
          </a:xfrm>
          <a:prstGeom prst="rect">
            <a:avLst/>
          </a:prstGeom>
          <a:noFill/>
        </p:spPr>
        <p:txBody>
          <a:bodyPr wrap="square" rtlCol="0">
            <a:spAutoFit/>
          </a:bodyPr>
          <a:lstStyle/>
          <a:p>
            <a:pPr algn="ctr"/>
            <a:r>
              <a:rPr lang="en-US" sz="900" dirty="0"/>
              <a:t>59</a:t>
            </a:r>
          </a:p>
        </p:txBody>
      </p:sp>
      <p:sp>
        <p:nvSpPr>
          <p:cNvPr id="71" name="TextBox 70">
            <a:extLst>
              <a:ext uri="{FF2B5EF4-FFF2-40B4-BE49-F238E27FC236}">
                <a16:creationId xmlns:a16="http://schemas.microsoft.com/office/drawing/2014/main" id="{E1B8D63E-A310-788A-70D2-2999CAB7AD89}"/>
              </a:ext>
            </a:extLst>
          </p:cNvPr>
          <p:cNvSpPr txBox="1"/>
          <p:nvPr/>
        </p:nvSpPr>
        <p:spPr>
          <a:xfrm>
            <a:off x="3138310" y="4909484"/>
            <a:ext cx="570089" cy="230832"/>
          </a:xfrm>
          <a:prstGeom prst="rect">
            <a:avLst/>
          </a:prstGeom>
          <a:noFill/>
        </p:spPr>
        <p:txBody>
          <a:bodyPr wrap="square" rtlCol="0">
            <a:spAutoFit/>
          </a:bodyPr>
          <a:lstStyle/>
          <a:p>
            <a:pPr algn="ctr"/>
            <a:r>
              <a:rPr lang="en-US" sz="900" dirty="0"/>
              <a:t>95</a:t>
            </a:r>
          </a:p>
        </p:txBody>
      </p:sp>
      <p:sp>
        <p:nvSpPr>
          <p:cNvPr id="72" name="TextBox 71">
            <a:extLst>
              <a:ext uri="{FF2B5EF4-FFF2-40B4-BE49-F238E27FC236}">
                <a16:creationId xmlns:a16="http://schemas.microsoft.com/office/drawing/2014/main" id="{5766BAA1-3EA2-8982-B747-4A9942A38D50}"/>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52C6DAF1-E60A-47EF-E46F-D62002E9A57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4" name="TextBox 73">
            <a:extLst>
              <a:ext uri="{FF2B5EF4-FFF2-40B4-BE49-F238E27FC236}">
                <a16:creationId xmlns:a16="http://schemas.microsoft.com/office/drawing/2014/main" id="{3AEDF3FD-31F7-FC5A-8919-EDCFA96FCEA2}"/>
              </a:ext>
            </a:extLst>
          </p:cNvPr>
          <p:cNvSpPr txBox="1"/>
          <p:nvPr/>
        </p:nvSpPr>
        <p:spPr>
          <a:xfrm>
            <a:off x="3640666" y="3907597"/>
            <a:ext cx="570089" cy="230832"/>
          </a:xfrm>
          <a:prstGeom prst="rect">
            <a:avLst/>
          </a:prstGeom>
          <a:noFill/>
        </p:spPr>
        <p:txBody>
          <a:bodyPr wrap="square" rtlCol="0">
            <a:spAutoFit/>
          </a:bodyPr>
          <a:lstStyle/>
          <a:p>
            <a:pPr algn="ctr"/>
            <a:r>
              <a:rPr lang="en-US" sz="900" dirty="0"/>
              <a:t>1378</a:t>
            </a:r>
          </a:p>
        </p:txBody>
      </p:sp>
      <p:sp>
        <p:nvSpPr>
          <p:cNvPr id="75" name="TextBox 74">
            <a:extLst>
              <a:ext uri="{FF2B5EF4-FFF2-40B4-BE49-F238E27FC236}">
                <a16:creationId xmlns:a16="http://schemas.microsoft.com/office/drawing/2014/main" id="{6BCA85A4-0F20-42D3-C316-63AE662F5704}"/>
              </a:ext>
            </a:extLst>
          </p:cNvPr>
          <p:cNvSpPr txBox="1"/>
          <p:nvPr/>
        </p:nvSpPr>
        <p:spPr>
          <a:xfrm>
            <a:off x="3640666" y="4408541"/>
            <a:ext cx="570089" cy="230832"/>
          </a:xfrm>
          <a:prstGeom prst="rect">
            <a:avLst/>
          </a:prstGeom>
          <a:noFill/>
        </p:spPr>
        <p:txBody>
          <a:bodyPr wrap="square" rtlCol="0">
            <a:spAutoFit/>
          </a:bodyPr>
          <a:lstStyle/>
          <a:p>
            <a:pPr algn="ctr"/>
            <a:r>
              <a:rPr lang="en-US" sz="900" dirty="0"/>
              <a:t>1378</a:t>
            </a:r>
          </a:p>
        </p:txBody>
      </p:sp>
      <p:sp>
        <p:nvSpPr>
          <p:cNvPr id="76" name="TextBox 75">
            <a:extLst>
              <a:ext uri="{FF2B5EF4-FFF2-40B4-BE49-F238E27FC236}">
                <a16:creationId xmlns:a16="http://schemas.microsoft.com/office/drawing/2014/main" id="{171EDACF-51DC-4DDC-5E48-250EDD6B0C66}"/>
              </a:ext>
            </a:extLst>
          </p:cNvPr>
          <p:cNvSpPr txBox="1"/>
          <p:nvPr/>
        </p:nvSpPr>
        <p:spPr>
          <a:xfrm>
            <a:off x="3640666" y="4909484"/>
            <a:ext cx="570089" cy="230832"/>
          </a:xfrm>
          <a:prstGeom prst="rect">
            <a:avLst/>
          </a:prstGeom>
          <a:noFill/>
        </p:spPr>
        <p:txBody>
          <a:bodyPr wrap="square" rtlCol="0">
            <a:spAutoFit/>
          </a:bodyPr>
          <a:lstStyle/>
          <a:p>
            <a:pPr algn="ctr"/>
            <a:r>
              <a:rPr lang="en-US" sz="900" dirty="0"/>
              <a:t>138</a:t>
            </a:r>
          </a:p>
        </p:txBody>
      </p:sp>
      <p:sp>
        <p:nvSpPr>
          <p:cNvPr id="77" name="TextBox 76">
            <a:extLst>
              <a:ext uri="{FF2B5EF4-FFF2-40B4-BE49-F238E27FC236}">
                <a16:creationId xmlns:a16="http://schemas.microsoft.com/office/drawing/2014/main" id="{40AD4A61-5716-EDD5-CC5A-6F514DDC115A}"/>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8" name="TextBox 77">
            <a:extLst>
              <a:ext uri="{FF2B5EF4-FFF2-40B4-BE49-F238E27FC236}">
                <a16:creationId xmlns:a16="http://schemas.microsoft.com/office/drawing/2014/main" id="{EF2485E7-86AB-364B-CC78-41E18A68E85F}"/>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79" name="TextBox 78">
            <a:extLst>
              <a:ext uri="{FF2B5EF4-FFF2-40B4-BE49-F238E27FC236}">
                <a16:creationId xmlns:a16="http://schemas.microsoft.com/office/drawing/2014/main" id="{910EFE6A-93C9-BED2-F727-7E82F378CA59}"/>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AF400F43-8A71-34EA-D788-AFA588D5421A}"/>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82" name="TextBox 81">
            <a:extLst>
              <a:ext uri="{FF2B5EF4-FFF2-40B4-BE49-F238E27FC236}">
                <a16:creationId xmlns:a16="http://schemas.microsoft.com/office/drawing/2014/main" id="{BA77FA5B-D732-4A05-4055-F31C69FD0481}"/>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98EEBBAC-9B38-ABB0-D40E-D1E9F9712775}"/>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CB257EE6-CF4F-6220-6BB2-014F8C8B7428}"/>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Tree>
    <p:extLst>
      <p:ext uri="{BB962C8B-B14F-4D97-AF65-F5344CB8AC3E}">
        <p14:creationId xmlns:p14="http://schemas.microsoft.com/office/powerpoint/2010/main" val="334287149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1418E-4772-4410-2822-3A5B78D0D5C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37757F4-E625-183A-91FA-7D87B95A3C6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5971EBF5-342D-29A9-7640-6EA1C7A788DE}"/>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9E4C6A3-535B-B275-0BF8-A6E0F2D8C1A3}"/>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2A63D16-82B9-8CD4-6C27-13EF8A84196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1503EB8-6973-77BE-0BE3-F7630ABF9AE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AC509D8F-7BDA-E858-A8EB-1DFCA77A2F56}"/>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A771CC08-1AEF-AD7E-BA3D-3DC0FC49818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2E284B54-ECC0-8633-9A4E-C806696B3989}"/>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7C371C8D-8682-986B-C5C3-C8DA090275E4}"/>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55D02F95-C87E-87F3-8B88-0D0335AA7BD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6067E1CD-9CB2-A797-E69B-FA213C5F30B6}"/>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B46C5EC3-1E94-8A2D-291E-F1FB73C469AF}"/>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EE02A119-6E18-5008-7D8C-64CBA2C775B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1D25B0AF-9908-8B14-0B1E-D0FCE9E3F0F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B8B11410-8386-31D0-9ABA-6359763A267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44376185-B4F0-E26C-9ABE-C00ED52B845C}"/>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388527D0-A1F3-1206-6AB1-23C78BE93605}"/>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9E4C5318-F86D-DC7A-B277-E0DEABC48866}"/>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5C47BEFD-1196-B99E-0C46-EC5642874ECF}"/>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FCB5BFD8-10BF-4066-7476-2B578D851271}"/>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5633AAAE-04D9-165E-D43D-7E5350C2E64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727C051-6ACE-2182-5CA2-E2049738BCD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A7D6A0AD-C6A7-DA8C-39B7-2626964DCB1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53504B37-9F1B-29DC-75A1-D6C8D040B25B}"/>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4F37B20-E51D-17B0-C286-A6FB9AA2E7FC}"/>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E1A4BCE4-0706-8D62-B38F-60C14A9122A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C065C316-BE56-EBB9-0942-EF87C31E271D}"/>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B8BDD3B9-5374-F836-E76E-EC6361F1D057}"/>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CE241FB3-1BED-1B3D-FCFB-4E3AEF2FE071}"/>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4217ED46-0CF9-7CF3-8647-30EFFDEAA35A}"/>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68D716AB-8B71-244E-C9D4-74058AC36D5B}"/>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45B741E1-DCC7-E620-BAB1-2C859D762D47}"/>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1A1420D6-7EBF-1B8D-52C5-C23C68C17884}"/>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F13DEB97-6FC5-E074-6D03-E5A7B4418C8F}"/>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ECC91225-16A5-EB80-142A-DF8284E499C7}"/>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2666B7D0-62C1-0C3F-62C9-C35B8C064658}"/>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8C7BC5EA-330A-5C5E-D5D3-49150B6D325D}"/>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206DAC97-2FD8-C4E6-EC73-78E76F7D4716}"/>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7224250-7826-2FEA-E3CA-487B7537E2E8}"/>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524D8A69-5B19-DE5B-563B-AD5F75F8A6EB}"/>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B5539E28-8125-2D64-A1C0-2F17E951BE57}"/>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0" name="TextBox 49">
            <a:extLst>
              <a:ext uri="{FF2B5EF4-FFF2-40B4-BE49-F238E27FC236}">
                <a16:creationId xmlns:a16="http://schemas.microsoft.com/office/drawing/2014/main" id="{345072E8-C5E1-98B7-9346-6235329D2A1C}"/>
              </a:ext>
            </a:extLst>
          </p:cNvPr>
          <p:cNvSpPr txBox="1"/>
          <p:nvPr/>
        </p:nvSpPr>
        <p:spPr>
          <a:xfrm>
            <a:off x="6152446" y="4408541"/>
            <a:ext cx="570089" cy="230832"/>
          </a:xfrm>
          <a:prstGeom prst="rect">
            <a:avLst/>
          </a:prstGeom>
          <a:noFill/>
        </p:spPr>
        <p:txBody>
          <a:bodyPr wrap="square" rtlCol="0">
            <a:spAutoFit/>
          </a:bodyPr>
          <a:lstStyle/>
          <a:p>
            <a:pPr algn="ctr"/>
            <a:r>
              <a:rPr lang="en-US" sz="900" dirty="0"/>
              <a:t>89</a:t>
            </a:r>
          </a:p>
        </p:txBody>
      </p:sp>
      <p:sp>
        <p:nvSpPr>
          <p:cNvPr id="54" name="TextBox 53">
            <a:extLst>
              <a:ext uri="{FF2B5EF4-FFF2-40B4-BE49-F238E27FC236}">
                <a16:creationId xmlns:a16="http://schemas.microsoft.com/office/drawing/2014/main" id="{62BA757B-8274-3236-C941-326FA9E1E2D1}"/>
              </a:ext>
            </a:extLst>
          </p:cNvPr>
          <p:cNvSpPr txBox="1"/>
          <p:nvPr/>
        </p:nvSpPr>
        <p:spPr>
          <a:xfrm>
            <a:off x="6152446" y="4909484"/>
            <a:ext cx="570089" cy="230832"/>
          </a:xfrm>
          <a:prstGeom prst="rect">
            <a:avLst/>
          </a:prstGeom>
          <a:noFill/>
        </p:spPr>
        <p:txBody>
          <a:bodyPr wrap="square" rtlCol="0">
            <a:spAutoFit/>
          </a:bodyPr>
          <a:lstStyle/>
          <a:p>
            <a:pPr algn="ctr"/>
            <a:r>
              <a:rPr lang="en-US" sz="900" dirty="0"/>
              <a:t>98</a:t>
            </a:r>
          </a:p>
        </p:txBody>
      </p:sp>
      <p:sp>
        <p:nvSpPr>
          <p:cNvPr id="58" name="TextBox 57">
            <a:extLst>
              <a:ext uri="{FF2B5EF4-FFF2-40B4-BE49-F238E27FC236}">
                <a16:creationId xmlns:a16="http://schemas.microsoft.com/office/drawing/2014/main" id="{EF337DE9-4BB2-CE27-D5B5-D65C51B0C5C5}"/>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2A9FCE4-5162-E11A-3910-07E1AE22CA2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54AF3E82-E72B-C023-A96F-FA384E84E1A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7EEB3B83-0E41-B578-188E-3D46E140FA99}"/>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1037CB42-C612-F1A2-1F62-07AAF2FC9AF6}"/>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3A97C75E-A10B-345C-0DB3-033AFE9BDE9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873B2C97-9AD8-72CD-F05E-A05181F3B46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E946098-1BB4-4404-2C90-94D289AD68A3}"/>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BAFC33F9-EB1D-D471-CD1B-21F82D8E80ED}"/>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BE42EF32-EE54-D626-E187-1F0C3062A681}"/>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64" name="TextBox 63">
            <a:extLst>
              <a:ext uri="{FF2B5EF4-FFF2-40B4-BE49-F238E27FC236}">
                <a16:creationId xmlns:a16="http://schemas.microsoft.com/office/drawing/2014/main" id="{5B4784E9-853A-B532-EC26-0F4A286C609C}"/>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65" name="TextBox 64">
            <a:extLst>
              <a:ext uri="{FF2B5EF4-FFF2-40B4-BE49-F238E27FC236}">
                <a16:creationId xmlns:a16="http://schemas.microsoft.com/office/drawing/2014/main" id="{60F385AF-D22E-D0AB-0D32-34CABC20CC40}"/>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52BC2D61-D6D6-2BB8-80DD-B08AB81F5BD3}"/>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753D1F05-356E-D603-E245-C24FAD849407}"/>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D6A01607-BB5E-6678-7410-A77CEFDCF602}"/>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F728AB9D-72DD-41A4-75BB-B51D3D5E5EAA}"/>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1EAE586B-7084-7C40-B65F-36E481F49BB8}"/>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97668F74-529A-FB7B-96A0-16C5037CF4D9}"/>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9" name="TextBox 68">
            <a:extLst>
              <a:ext uri="{FF2B5EF4-FFF2-40B4-BE49-F238E27FC236}">
                <a16:creationId xmlns:a16="http://schemas.microsoft.com/office/drawing/2014/main" id="{BE9CAF32-A128-991C-5CA3-98A726A78EA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00917B3F-3808-3A65-4431-69E1C8D74AD6}"/>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B6C63255-4C0F-558D-5556-C64F6B5D5A59}"/>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9B6322BF-616C-B69C-B728-03E67AB313F0}"/>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4" name="TextBox 73">
            <a:extLst>
              <a:ext uri="{FF2B5EF4-FFF2-40B4-BE49-F238E27FC236}">
                <a16:creationId xmlns:a16="http://schemas.microsoft.com/office/drawing/2014/main" id="{DDAA1D1E-E177-B3D4-16EC-DD5C0B8C002F}"/>
              </a:ext>
            </a:extLst>
          </p:cNvPr>
          <p:cNvSpPr txBox="1"/>
          <p:nvPr/>
        </p:nvSpPr>
        <p:spPr>
          <a:xfrm>
            <a:off x="3640666" y="3907597"/>
            <a:ext cx="570089" cy="230832"/>
          </a:xfrm>
          <a:prstGeom prst="rect">
            <a:avLst/>
          </a:prstGeom>
          <a:noFill/>
        </p:spPr>
        <p:txBody>
          <a:bodyPr wrap="square" rtlCol="0">
            <a:spAutoFit/>
          </a:bodyPr>
          <a:lstStyle/>
          <a:p>
            <a:pPr algn="ctr"/>
            <a:r>
              <a:rPr lang="en-US" sz="900" dirty="0"/>
              <a:t>1378</a:t>
            </a:r>
          </a:p>
        </p:txBody>
      </p:sp>
      <p:sp>
        <p:nvSpPr>
          <p:cNvPr id="75" name="TextBox 74">
            <a:extLst>
              <a:ext uri="{FF2B5EF4-FFF2-40B4-BE49-F238E27FC236}">
                <a16:creationId xmlns:a16="http://schemas.microsoft.com/office/drawing/2014/main" id="{4B24456B-9FA8-A16A-2C5E-650D0A38BB23}"/>
              </a:ext>
            </a:extLst>
          </p:cNvPr>
          <p:cNvSpPr txBox="1"/>
          <p:nvPr/>
        </p:nvSpPr>
        <p:spPr>
          <a:xfrm>
            <a:off x="3640666" y="4408541"/>
            <a:ext cx="570089" cy="230832"/>
          </a:xfrm>
          <a:prstGeom prst="rect">
            <a:avLst/>
          </a:prstGeom>
          <a:noFill/>
        </p:spPr>
        <p:txBody>
          <a:bodyPr wrap="square" rtlCol="0">
            <a:spAutoFit/>
          </a:bodyPr>
          <a:lstStyle/>
          <a:p>
            <a:pPr algn="ctr"/>
            <a:r>
              <a:rPr lang="en-US" sz="900" dirty="0"/>
              <a:t>1378</a:t>
            </a:r>
          </a:p>
        </p:txBody>
      </p:sp>
      <p:sp>
        <p:nvSpPr>
          <p:cNvPr id="76" name="TextBox 75">
            <a:extLst>
              <a:ext uri="{FF2B5EF4-FFF2-40B4-BE49-F238E27FC236}">
                <a16:creationId xmlns:a16="http://schemas.microsoft.com/office/drawing/2014/main" id="{A93862E2-6457-9FA1-E4C0-AB2BC2186847}"/>
              </a:ext>
            </a:extLst>
          </p:cNvPr>
          <p:cNvSpPr txBox="1"/>
          <p:nvPr/>
        </p:nvSpPr>
        <p:spPr>
          <a:xfrm>
            <a:off x="3640666" y="4909484"/>
            <a:ext cx="570089" cy="230832"/>
          </a:xfrm>
          <a:prstGeom prst="rect">
            <a:avLst/>
          </a:prstGeom>
          <a:noFill/>
        </p:spPr>
        <p:txBody>
          <a:bodyPr wrap="square" rtlCol="0">
            <a:spAutoFit/>
          </a:bodyPr>
          <a:lstStyle/>
          <a:p>
            <a:pPr algn="ctr"/>
            <a:r>
              <a:rPr lang="en-US" sz="900" dirty="0"/>
              <a:t>138</a:t>
            </a:r>
          </a:p>
        </p:txBody>
      </p:sp>
      <p:sp>
        <p:nvSpPr>
          <p:cNvPr id="77" name="TextBox 76">
            <a:extLst>
              <a:ext uri="{FF2B5EF4-FFF2-40B4-BE49-F238E27FC236}">
                <a16:creationId xmlns:a16="http://schemas.microsoft.com/office/drawing/2014/main" id="{BE8FCF56-79DA-0961-0BFB-B36DEA5A6799}"/>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8" name="TextBox 77">
            <a:extLst>
              <a:ext uri="{FF2B5EF4-FFF2-40B4-BE49-F238E27FC236}">
                <a16:creationId xmlns:a16="http://schemas.microsoft.com/office/drawing/2014/main" id="{4A399257-F139-F1A1-B295-2F0F4430AA41}"/>
              </a:ext>
            </a:extLst>
          </p:cNvPr>
          <p:cNvSpPr txBox="1"/>
          <p:nvPr/>
        </p:nvSpPr>
        <p:spPr>
          <a:xfrm>
            <a:off x="6654802" y="4408541"/>
            <a:ext cx="570089" cy="230832"/>
          </a:xfrm>
          <a:prstGeom prst="rect">
            <a:avLst/>
          </a:prstGeom>
          <a:noFill/>
        </p:spPr>
        <p:txBody>
          <a:bodyPr wrap="square" rtlCol="0">
            <a:spAutoFit/>
          </a:bodyPr>
          <a:lstStyle/>
          <a:p>
            <a:pPr algn="ctr"/>
            <a:r>
              <a:rPr lang="en-US" sz="900" dirty="0"/>
              <a:t>45</a:t>
            </a:r>
          </a:p>
        </p:txBody>
      </p:sp>
      <p:sp>
        <p:nvSpPr>
          <p:cNvPr id="79" name="TextBox 78">
            <a:extLst>
              <a:ext uri="{FF2B5EF4-FFF2-40B4-BE49-F238E27FC236}">
                <a16:creationId xmlns:a16="http://schemas.microsoft.com/office/drawing/2014/main" id="{9FD53A9D-DE7E-8D85-4D29-7BDB78099CDB}"/>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0" name="TextBox 79">
            <a:extLst>
              <a:ext uri="{FF2B5EF4-FFF2-40B4-BE49-F238E27FC236}">
                <a16:creationId xmlns:a16="http://schemas.microsoft.com/office/drawing/2014/main" id="{DF341654-BDED-7FB4-911A-DC93B1D8033E}"/>
              </a:ext>
            </a:extLst>
          </p:cNvPr>
          <p:cNvSpPr txBox="1"/>
          <p:nvPr/>
        </p:nvSpPr>
        <p:spPr>
          <a:xfrm>
            <a:off x="6654802" y="4909484"/>
            <a:ext cx="570089" cy="230832"/>
          </a:xfrm>
          <a:prstGeom prst="rect">
            <a:avLst/>
          </a:prstGeom>
          <a:noFill/>
        </p:spPr>
        <p:txBody>
          <a:bodyPr wrap="square" rtlCol="0">
            <a:spAutoFit/>
          </a:bodyPr>
          <a:lstStyle/>
          <a:p>
            <a:pPr algn="ctr"/>
            <a:r>
              <a:rPr lang="en-US" sz="900" dirty="0"/>
              <a:t>54</a:t>
            </a:r>
          </a:p>
        </p:txBody>
      </p:sp>
      <p:sp>
        <p:nvSpPr>
          <p:cNvPr id="82" name="TextBox 81">
            <a:extLst>
              <a:ext uri="{FF2B5EF4-FFF2-40B4-BE49-F238E27FC236}">
                <a16:creationId xmlns:a16="http://schemas.microsoft.com/office/drawing/2014/main" id="{2E762AC5-30A0-5FFF-A1DE-EB36CA59CC8C}"/>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5A66A710-92CA-FA49-BB04-B715852564E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741C704F-BCC6-941E-2288-F5B65169B1D6}"/>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3AD54C98-1D7E-FCFA-5BF6-B9236CC5BFBD}"/>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AE91E6FF-4B19-EDFC-F89C-E1BD6783A8F3}"/>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7DF35B4F-D2B3-7283-9451-F3CED7DAF0EC}"/>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5" name="TextBox 84">
            <a:extLst>
              <a:ext uri="{FF2B5EF4-FFF2-40B4-BE49-F238E27FC236}">
                <a16:creationId xmlns:a16="http://schemas.microsoft.com/office/drawing/2014/main" id="{8463328D-5B7D-6032-5577-1BDB7A2CFB1D}"/>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86" name="TextBox 85">
            <a:extLst>
              <a:ext uri="{FF2B5EF4-FFF2-40B4-BE49-F238E27FC236}">
                <a16:creationId xmlns:a16="http://schemas.microsoft.com/office/drawing/2014/main" id="{7F5F5F40-933B-B979-3FE0-EE348357238A}"/>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1216707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4A837-8094-A56D-B759-B0F48031669A}"/>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966BCCE-9486-C1B9-413E-5282CF6AC74B}"/>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73D8870-2052-D839-723E-B12966753366}"/>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0F77F3B-69CE-5329-6E28-07719AE8E791}"/>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D3A383E-86B2-1A04-D1A1-29A2B9FB4F9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D6328AE-F836-8B13-53EE-C25CC6D7E06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8B40FC95-96D1-72B7-DC46-CCCD4659A9EB}"/>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6BA93D20-1EAC-9A88-3525-DC85239C60F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D0F60160-46D0-30F0-FE99-CC29A37AD68C}"/>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E7E1181D-303E-4DA5-D1DC-2C4EC99FEE89}"/>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3B1556D7-A2B5-D439-7BA6-392C978F0BD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2F597E73-4DB3-2960-C7D8-C0015DAFF126}"/>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3A0D0AB5-A385-3005-2B35-39EC2656337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FB90B567-E292-05E4-831F-E8639EE9DE5E}"/>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EF12D1E7-BDE5-7755-84AC-6304A4A0F33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5B753F02-7A08-2D36-4C52-135790E4139B}"/>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AD46BF7C-B449-69F0-59F6-40D2A192AA2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B82D7014-A037-6D5C-A8D0-FEC9F582D1EA}"/>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17BAA86F-6A81-674F-89C6-CCBDF1163E6E}"/>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6B10AC18-B981-1B7F-4E5A-F9AA452EE391}"/>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DD83856C-2C91-4421-8E76-A7AFF1C0914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03DCE3C3-ABB4-0248-63D1-D81AED961A0D}"/>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14BCD830-D5EC-2CAC-34A1-415AB18242D4}"/>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9BEA22A1-8D1F-0606-8208-56185D0DBAA8}"/>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00446E36-4A00-F47C-ACBB-1F340C24F893}"/>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B97E4AA0-6D7E-A7FD-0DFB-084AFB0423BB}"/>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50D4FE3D-CCCA-4323-A88B-4010BE71F5D6}"/>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C0BA5FD-5CE7-7104-2101-F16CDFAE075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D4B5B887-B229-820C-6166-C02F653DADB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AA4E94AA-9BB2-786E-8F18-1DEAF3E1703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6D5C32D7-B9BF-BF55-5C9C-D3EA2347407E}"/>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49C05D5A-2E58-DE56-C097-48A09C1FE3D9}"/>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3A1A21CC-3CC1-733F-A750-DB297F773231}"/>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88D0E524-DA4B-AFBA-BC0C-D2F085D0F204}"/>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711CA5D9-7303-2E29-A67E-BDF3C636E0F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97EAF054-B74D-F762-E996-75FECAA0FF47}"/>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6E79BFF5-81A4-0FB1-674A-5C10F2A14829}"/>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F1217DC1-FB06-9F0F-561C-65306E0C5CC1}"/>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D0F24832-044E-5480-1731-B8A2C4EFD829}"/>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CB167470-5E70-F097-E5DD-58224102130E}"/>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00D50066-4FC5-CE03-0FAA-213C545C9E4B}"/>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9D348665-3463-8DF1-AF55-D1AC9981BA9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54E06A4C-2F8F-6B5E-E829-51AFDC865DBA}"/>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39332A76-19EE-62C5-960C-C8C9D4398CE1}"/>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C9892A0E-E1CD-A28B-5652-DF07C404CA4D}"/>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222DC167-21C5-30F8-F94E-2D913CDC045B}"/>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6174AEFB-3988-15C7-294D-E013C7A48D9D}"/>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C5B641A4-30DE-EE57-1E09-08C2849324A0}"/>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7C28394B-909E-4C90-A69B-561D304D0C3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D0BE3C4F-EE5E-2C94-D9A3-BBEF5CD07728}"/>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313C0D40-9290-AC52-FF37-FB7269FC24AC}"/>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B1370DFC-83C6-04FB-70CC-F8E1F8FFB601}"/>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64" name="TextBox 63">
            <a:extLst>
              <a:ext uri="{FF2B5EF4-FFF2-40B4-BE49-F238E27FC236}">
                <a16:creationId xmlns:a16="http://schemas.microsoft.com/office/drawing/2014/main" id="{6AC6EB2F-155B-CD18-06F7-4DE2FCF8B6FF}"/>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65" name="TextBox 64">
            <a:extLst>
              <a:ext uri="{FF2B5EF4-FFF2-40B4-BE49-F238E27FC236}">
                <a16:creationId xmlns:a16="http://schemas.microsoft.com/office/drawing/2014/main" id="{C38B908F-D462-6BC9-2AF1-5F176E2B352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0DB8442F-3C6C-0D05-35FE-10C19C738698}"/>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F0512ABA-8692-36FE-FF23-73E51D2AF851}"/>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0B35901E-BD2C-E7A7-ABEA-01F1FF835CE5}"/>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EF66FCF-F19F-3060-52F2-B88867A877D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707028F8-6D7B-B4C8-EA82-7DD5D6EE9AF4}"/>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D7252877-DD28-F581-CCF0-5801152C39D7}"/>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9" name="TextBox 68">
            <a:extLst>
              <a:ext uri="{FF2B5EF4-FFF2-40B4-BE49-F238E27FC236}">
                <a16:creationId xmlns:a16="http://schemas.microsoft.com/office/drawing/2014/main" id="{5161BFBE-02FD-FF89-7E09-7AD28113065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1842F32E-B775-0643-9CE0-569EC1B77556}"/>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BF26FA7D-2D16-C2F7-B423-69120C8C83C5}"/>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8C3C21E6-0C66-FEFF-6DC7-248742E2125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4" name="TextBox 73">
            <a:extLst>
              <a:ext uri="{FF2B5EF4-FFF2-40B4-BE49-F238E27FC236}">
                <a16:creationId xmlns:a16="http://schemas.microsoft.com/office/drawing/2014/main" id="{B4D70ED9-7CFB-479E-691A-3597E44DEE0C}"/>
              </a:ext>
            </a:extLst>
          </p:cNvPr>
          <p:cNvSpPr txBox="1"/>
          <p:nvPr/>
        </p:nvSpPr>
        <p:spPr>
          <a:xfrm>
            <a:off x="3640666" y="3907597"/>
            <a:ext cx="570089" cy="230832"/>
          </a:xfrm>
          <a:prstGeom prst="rect">
            <a:avLst/>
          </a:prstGeom>
          <a:noFill/>
        </p:spPr>
        <p:txBody>
          <a:bodyPr wrap="square" rtlCol="0">
            <a:spAutoFit/>
          </a:bodyPr>
          <a:lstStyle/>
          <a:p>
            <a:pPr algn="ctr"/>
            <a:r>
              <a:rPr lang="en-US" sz="900" dirty="0"/>
              <a:t>1378</a:t>
            </a:r>
          </a:p>
        </p:txBody>
      </p:sp>
      <p:sp>
        <p:nvSpPr>
          <p:cNvPr id="75" name="TextBox 74">
            <a:extLst>
              <a:ext uri="{FF2B5EF4-FFF2-40B4-BE49-F238E27FC236}">
                <a16:creationId xmlns:a16="http://schemas.microsoft.com/office/drawing/2014/main" id="{CDC33A90-9FBE-F4A6-908C-340EF3F3FAB4}"/>
              </a:ext>
            </a:extLst>
          </p:cNvPr>
          <p:cNvSpPr txBox="1"/>
          <p:nvPr/>
        </p:nvSpPr>
        <p:spPr>
          <a:xfrm>
            <a:off x="3640666" y="4408541"/>
            <a:ext cx="570089" cy="230832"/>
          </a:xfrm>
          <a:prstGeom prst="rect">
            <a:avLst/>
          </a:prstGeom>
          <a:noFill/>
        </p:spPr>
        <p:txBody>
          <a:bodyPr wrap="square" rtlCol="0">
            <a:spAutoFit/>
          </a:bodyPr>
          <a:lstStyle/>
          <a:p>
            <a:pPr algn="ctr"/>
            <a:r>
              <a:rPr lang="en-US" sz="900" dirty="0"/>
              <a:t>1378</a:t>
            </a:r>
          </a:p>
        </p:txBody>
      </p:sp>
      <p:sp>
        <p:nvSpPr>
          <p:cNvPr id="76" name="TextBox 75">
            <a:extLst>
              <a:ext uri="{FF2B5EF4-FFF2-40B4-BE49-F238E27FC236}">
                <a16:creationId xmlns:a16="http://schemas.microsoft.com/office/drawing/2014/main" id="{93D3B261-C83D-3CA5-BA5D-8198963ADBB4}"/>
              </a:ext>
            </a:extLst>
          </p:cNvPr>
          <p:cNvSpPr txBox="1"/>
          <p:nvPr/>
        </p:nvSpPr>
        <p:spPr>
          <a:xfrm>
            <a:off x="3640666" y="4909484"/>
            <a:ext cx="570089" cy="230832"/>
          </a:xfrm>
          <a:prstGeom prst="rect">
            <a:avLst/>
          </a:prstGeom>
          <a:noFill/>
        </p:spPr>
        <p:txBody>
          <a:bodyPr wrap="square" rtlCol="0">
            <a:spAutoFit/>
          </a:bodyPr>
          <a:lstStyle/>
          <a:p>
            <a:pPr algn="ctr"/>
            <a:r>
              <a:rPr lang="en-US" sz="900" dirty="0"/>
              <a:t>138</a:t>
            </a:r>
          </a:p>
        </p:txBody>
      </p:sp>
      <p:sp>
        <p:nvSpPr>
          <p:cNvPr id="77" name="TextBox 76">
            <a:extLst>
              <a:ext uri="{FF2B5EF4-FFF2-40B4-BE49-F238E27FC236}">
                <a16:creationId xmlns:a16="http://schemas.microsoft.com/office/drawing/2014/main" id="{74FBE1C9-9B32-4E2C-C2BF-BCBC337CF424}"/>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a:t>
            </a:r>
          </a:p>
        </p:txBody>
      </p:sp>
      <p:sp>
        <p:nvSpPr>
          <p:cNvPr id="79" name="TextBox 78">
            <a:extLst>
              <a:ext uri="{FF2B5EF4-FFF2-40B4-BE49-F238E27FC236}">
                <a16:creationId xmlns:a16="http://schemas.microsoft.com/office/drawing/2014/main" id="{B54EF941-81BE-798E-EAC5-D3248779EA5C}"/>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DA4DCB9B-F2CE-BD38-08B1-AA7D0B1F60C7}"/>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EB1FA0BD-CED8-5A87-A427-DA874AA6C058}"/>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61520BAF-7E90-E7D3-C5D5-CA68456B4183}"/>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5896B948-2372-B326-31EF-62F82F4C264C}"/>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E7840F2B-E7FF-BA72-45F0-535590CD9524}"/>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A9F3A702-5D90-70E9-8DAB-576164125C26}"/>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977C7F63-3C40-1CDC-8949-BB8C10BCDDAB}"/>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C3E29550-E835-9DA1-4481-86F21EFD2870}"/>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AEAD7C41-E5FF-7FBC-0100-1F7F93B20760}"/>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68D231C9-CB32-46CD-A4D7-59CA3F8EAA7F}"/>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4AC89F51-3781-323B-060A-EACC2BC4DB0F}"/>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88" name="TextBox 87">
            <a:extLst>
              <a:ext uri="{FF2B5EF4-FFF2-40B4-BE49-F238E27FC236}">
                <a16:creationId xmlns:a16="http://schemas.microsoft.com/office/drawing/2014/main" id="{4941F37E-0350-F2E1-6F44-9BA7A21C492D}"/>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16131737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9709C-250B-B967-31DB-270D6DCA7FC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FB8CBA3-9C62-FA51-403C-AE02B7AF15AD}"/>
              </a:ext>
            </a:extLst>
          </p:cNvPr>
          <p:cNvSpPr>
            <a:spLocks noGrp="1"/>
          </p:cNvSpPr>
          <p:nvPr>
            <p:ph sz="half" idx="1"/>
          </p:nvPr>
        </p:nvSpPr>
        <p:spPr/>
        <p:txBody>
          <a:bodyPr>
            <a:normAutofit/>
          </a:bodyPr>
          <a:lstStyle/>
          <a:p>
            <a:r>
              <a:rPr lang="en-US" dirty="0"/>
              <a:t>In [26 in 5], 26–(5+8+9) = 4, in 2.</a:t>
            </a:r>
          </a:p>
        </p:txBody>
      </p:sp>
      <p:pic>
        <p:nvPicPr>
          <p:cNvPr id="4" name="Picture 3" descr="A grid of sudoku puzzle&#10;&#10;Description automatically generated">
            <a:extLst>
              <a:ext uri="{FF2B5EF4-FFF2-40B4-BE49-F238E27FC236}">
                <a16:creationId xmlns:a16="http://schemas.microsoft.com/office/drawing/2014/main" id="{02B44CB5-63EE-CBE6-858B-D113D1A9838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03C76B97-D538-E989-62B6-2E3061C45B0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7DCE3A10-E03A-C798-A28F-7534895A4A27}"/>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BDDEFDC-5CBE-3791-AD0D-894548AA9C88}"/>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0C16A0FB-9CBB-1B15-3C82-679C7C459BC0}"/>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E235F8B2-AAE9-2D05-B444-1D4807B4FED9}"/>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1986D8FD-3769-1941-0FA0-0A5796C225CF}"/>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F40EBC43-25AF-8721-727E-977BCE92FEAF}"/>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C099DAB-BAE6-35B1-2AB9-90EC9F2FB38F}"/>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2ADFFCEC-5D23-BCA2-FC87-C73581B83924}"/>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DFF91FB4-DA53-EB21-6F0D-12ABE43624EB}"/>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0198EBD-2598-889C-AA86-29D0F40C8B3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9FD8080F-C81A-F34F-29B8-47D28D4182D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5382EF2F-86D4-F2B1-77C0-3864FD894C94}"/>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B6F9D6ED-12E4-AC3B-D6EF-236057EC0FC0}"/>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FC920368-E62A-01DD-3277-EDEEB7FD711D}"/>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C39A9A4-F7AD-B707-3733-1EC51FFCC392}"/>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C626E6BA-1049-932F-DD8D-BEDCEA1C6B16}"/>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067BA01D-14F3-767E-5A59-CE3B97B7F91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1308D646-E82B-5DC0-305F-4BF459AD8EDC}"/>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54F2520-26C2-EF73-3C20-FDC9824BE78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A2678096-6429-A2E4-A077-D1829CF75387}"/>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496D4897-BD8C-1EF3-59E4-AC65895D027A}"/>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5EEF54D-0037-BE8D-0D19-38A5CCDD4759}"/>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A5B5265E-C7DE-ECB4-C816-432906875F1C}"/>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6020779C-89F5-3667-1092-8F661CE72D6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FEA47B18-A933-CDC0-EFEE-943EAB021469}"/>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EEFDE8DF-A604-C031-76BE-B7A40BB0FA13}"/>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3D799C98-1A15-23B8-55BF-6CA4489F199E}"/>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60F8AD0B-E000-827F-6081-F72A5E02BFC3}"/>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375AA508-A7A9-5796-54B5-8D6E67D0B291}"/>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4" name="TextBox 43">
            <a:extLst>
              <a:ext uri="{FF2B5EF4-FFF2-40B4-BE49-F238E27FC236}">
                <a16:creationId xmlns:a16="http://schemas.microsoft.com/office/drawing/2014/main" id="{5929F311-A151-B09C-4E7A-018379E41556}"/>
              </a:ext>
            </a:extLst>
          </p:cNvPr>
          <p:cNvSpPr txBox="1"/>
          <p:nvPr/>
        </p:nvSpPr>
        <p:spPr>
          <a:xfrm>
            <a:off x="4645378" y="4909484"/>
            <a:ext cx="570089" cy="230832"/>
          </a:xfrm>
          <a:prstGeom prst="rect">
            <a:avLst/>
          </a:prstGeom>
          <a:noFill/>
        </p:spPr>
        <p:txBody>
          <a:bodyPr wrap="square" rtlCol="0">
            <a:spAutoFit/>
          </a:bodyPr>
          <a:lstStyle/>
          <a:p>
            <a:pPr algn="ctr"/>
            <a:r>
              <a:rPr lang="en-US" sz="900" dirty="0"/>
              <a:t>89</a:t>
            </a:r>
          </a:p>
        </p:txBody>
      </p:sp>
      <p:sp>
        <p:nvSpPr>
          <p:cNvPr id="45" name="TextBox 44">
            <a:extLst>
              <a:ext uri="{FF2B5EF4-FFF2-40B4-BE49-F238E27FC236}">
                <a16:creationId xmlns:a16="http://schemas.microsoft.com/office/drawing/2014/main" id="{F2EAE425-DB4C-783F-8988-328A84B8713A}"/>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33B0E480-2855-D0EA-1A39-68A3CB499ED4}"/>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ED03F40E-878C-279F-9A0A-E532133F7DFF}"/>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7" name="TextBox 46">
            <a:extLst>
              <a:ext uri="{FF2B5EF4-FFF2-40B4-BE49-F238E27FC236}">
                <a16:creationId xmlns:a16="http://schemas.microsoft.com/office/drawing/2014/main" id="{4BB57733-02F8-0085-DCFD-3F835FE8987A}"/>
              </a:ext>
            </a:extLst>
          </p:cNvPr>
          <p:cNvSpPr txBox="1"/>
          <p:nvPr/>
        </p:nvSpPr>
        <p:spPr>
          <a:xfrm>
            <a:off x="7157158" y="3406653"/>
            <a:ext cx="570089" cy="230832"/>
          </a:xfrm>
          <a:prstGeom prst="rect">
            <a:avLst/>
          </a:prstGeom>
          <a:noFill/>
        </p:spPr>
        <p:txBody>
          <a:bodyPr wrap="square" rtlCol="0">
            <a:spAutoFit/>
          </a:bodyPr>
          <a:lstStyle/>
          <a:p>
            <a:pPr algn="ctr"/>
            <a:r>
              <a:rPr lang="en-US" sz="900" dirty="0"/>
              <a:t>21</a:t>
            </a:r>
          </a:p>
        </p:txBody>
      </p:sp>
      <p:sp>
        <p:nvSpPr>
          <p:cNvPr id="48" name="TextBox 47">
            <a:extLst>
              <a:ext uri="{FF2B5EF4-FFF2-40B4-BE49-F238E27FC236}">
                <a16:creationId xmlns:a16="http://schemas.microsoft.com/office/drawing/2014/main" id="{05252A20-D097-6567-93DE-6C002358C86E}"/>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2D239539-E9B5-6698-B53C-ACAED5DB58C9}"/>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3CE60236-CFCD-415F-E3AE-CD36AB517565}"/>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6344A4E7-BEFD-41C6-1FB3-D389E3C47A32}"/>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B730070A-93A8-B2DA-6B5C-3DC441952B2C}"/>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86AD8426-0C12-3E20-7840-60E9588BEAD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B8C295D3-49C5-9BEB-9E43-84B52D07F458}"/>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6" name="TextBox 55">
            <a:extLst>
              <a:ext uri="{FF2B5EF4-FFF2-40B4-BE49-F238E27FC236}">
                <a16:creationId xmlns:a16="http://schemas.microsoft.com/office/drawing/2014/main" id="{99503B61-EB3A-C44D-CAE6-CDAB98119F4D}"/>
              </a:ext>
            </a:extLst>
          </p:cNvPr>
          <p:cNvSpPr txBox="1"/>
          <p:nvPr/>
        </p:nvSpPr>
        <p:spPr>
          <a:xfrm>
            <a:off x="6654802" y="3907597"/>
            <a:ext cx="570089" cy="230832"/>
          </a:xfrm>
          <a:prstGeom prst="rect">
            <a:avLst/>
          </a:prstGeom>
          <a:noFill/>
        </p:spPr>
        <p:txBody>
          <a:bodyPr wrap="square" rtlCol="0">
            <a:spAutoFit/>
          </a:bodyPr>
          <a:lstStyle/>
          <a:p>
            <a:pPr algn="ctr"/>
            <a:r>
              <a:rPr lang="en-US" sz="900" dirty="0"/>
              <a:t>21</a:t>
            </a:r>
          </a:p>
        </p:txBody>
      </p:sp>
      <p:sp>
        <p:nvSpPr>
          <p:cNvPr id="57" name="TextBox 56">
            <a:extLst>
              <a:ext uri="{FF2B5EF4-FFF2-40B4-BE49-F238E27FC236}">
                <a16:creationId xmlns:a16="http://schemas.microsoft.com/office/drawing/2014/main" id="{879EE0C9-D715-06D7-09C1-614FA967857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711DF4BA-4F17-CC69-86B7-15B67224481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E51A57A7-5073-72BF-7DBD-91C3D35848E1}"/>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DACDD233-AC98-1F42-A157-56A1819FA9D0}"/>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056A7423-1FEA-6850-15E8-B54716B9B898}"/>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A83031DF-C203-6734-6A69-3AA78FAA97DB}"/>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64" name="TextBox 63">
            <a:extLst>
              <a:ext uri="{FF2B5EF4-FFF2-40B4-BE49-F238E27FC236}">
                <a16:creationId xmlns:a16="http://schemas.microsoft.com/office/drawing/2014/main" id="{C17C4C7B-DBE9-2547-90B8-F21A2D72A3DC}"/>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65" name="TextBox 64">
            <a:extLst>
              <a:ext uri="{FF2B5EF4-FFF2-40B4-BE49-F238E27FC236}">
                <a16:creationId xmlns:a16="http://schemas.microsoft.com/office/drawing/2014/main" id="{EFD12E42-9F3C-C7BE-F3C6-0326184B06BF}"/>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67E44FCC-ACAE-323A-B4B0-29D2F6D0886F}"/>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E00EB1D9-4279-9905-9763-C235CADE76AA}"/>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912CC12E-C454-872C-EAE0-FD6020EBED9B}"/>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0803F29B-44A1-922B-5D0B-A96BE96FF9C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23779699-BBBC-1A9E-90C2-16892B1825C7}"/>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AE84B222-17D4-FF81-76C9-5BAA28297396}"/>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9" name="TextBox 68">
            <a:extLst>
              <a:ext uri="{FF2B5EF4-FFF2-40B4-BE49-F238E27FC236}">
                <a16:creationId xmlns:a16="http://schemas.microsoft.com/office/drawing/2014/main" id="{93F651FF-F6EA-4AD1-15CC-85101B2CE1BB}"/>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583713B4-EF3D-C319-F0E1-07DE6DE8D384}"/>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59211C53-71D1-D233-D646-912F5551296F}"/>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20F51503-6FD7-8C1F-3E2D-4837DAA54B4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4" name="TextBox 73">
            <a:extLst>
              <a:ext uri="{FF2B5EF4-FFF2-40B4-BE49-F238E27FC236}">
                <a16:creationId xmlns:a16="http://schemas.microsoft.com/office/drawing/2014/main" id="{9E97D795-9785-106B-CF7D-0B0C2A571EC5}"/>
              </a:ext>
            </a:extLst>
          </p:cNvPr>
          <p:cNvSpPr txBox="1"/>
          <p:nvPr/>
        </p:nvSpPr>
        <p:spPr>
          <a:xfrm>
            <a:off x="3640666" y="3907597"/>
            <a:ext cx="570089" cy="230832"/>
          </a:xfrm>
          <a:prstGeom prst="rect">
            <a:avLst/>
          </a:prstGeom>
          <a:noFill/>
        </p:spPr>
        <p:txBody>
          <a:bodyPr wrap="square" rtlCol="0">
            <a:spAutoFit/>
          </a:bodyPr>
          <a:lstStyle/>
          <a:p>
            <a:pPr algn="ctr"/>
            <a:r>
              <a:rPr lang="en-US" sz="900" dirty="0"/>
              <a:t>1378</a:t>
            </a:r>
          </a:p>
        </p:txBody>
      </p:sp>
      <p:sp>
        <p:nvSpPr>
          <p:cNvPr id="75" name="TextBox 74">
            <a:extLst>
              <a:ext uri="{FF2B5EF4-FFF2-40B4-BE49-F238E27FC236}">
                <a16:creationId xmlns:a16="http://schemas.microsoft.com/office/drawing/2014/main" id="{FBC94B20-6FCB-3BFA-B66C-9D847FA220F4}"/>
              </a:ext>
            </a:extLst>
          </p:cNvPr>
          <p:cNvSpPr txBox="1"/>
          <p:nvPr/>
        </p:nvSpPr>
        <p:spPr>
          <a:xfrm>
            <a:off x="3640666" y="4408541"/>
            <a:ext cx="570089" cy="230832"/>
          </a:xfrm>
          <a:prstGeom prst="rect">
            <a:avLst/>
          </a:prstGeom>
          <a:noFill/>
        </p:spPr>
        <p:txBody>
          <a:bodyPr wrap="square" rtlCol="0">
            <a:spAutoFit/>
          </a:bodyPr>
          <a:lstStyle/>
          <a:p>
            <a:pPr algn="ctr"/>
            <a:r>
              <a:rPr lang="en-US" sz="900" dirty="0"/>
              <a:t>1378</a:t>
            </a:r>
          </a:p>
        </p:txBody>
      </p:sp>
      <p:sp>
        <p:nvSpPr>
          <p:cNvPr id="76" name="TextBox 75">
            <a:extLst>
              <a:ext uri="{FF2B5EF4-FFF2-40B4-BE49-F238E27FC236}">
                <a16:creationId xmlns:a16="http://schemas.microsoft.com/office/drawing/2014/main" id="{A53D138A-5152-8916-AF94-84C5D171D5EC}"/>
              </a:ext>
            </a:extLst>
          </p:cNvPr>
          <p:cNvSpPr txBox="1"/>
          <p:nvPr/>
        </p:nvSpPr>
        <p:spPr>
          <a:xfrm>
            <a:off x="3640666" y="4909484"/>
            <a:ext cx="570089" cy="230832"/>
          </a:xfrm>
          <a:prstGeom prst="rect">
            <a:avLst/>
          </a:prstGeom>
          <a:noFill/>
        </p:spPr>
        <p:txBody>
          <a:bodyPr wrap="square" rtlCol="0">
            <a:spAutoFit/>
          </a:bodyPr>
          <a:lstStyle/>
          <a:p>
            <a:pPr algn="ctr"/>
            <a:r>
              <a:rPr lang="en-US" sz="900" dirty="0"/>
              <a:t>138</a:t>
            </a:r>
          </a:p>
        </p:txBody>
      </p:sp>
      <p:sp>
        <p:nvSpPr>
          <p:cNvPr id="77" name="TextBox 76">
            <a:extLst>
              <a:ext uri="{FF2B5EF4-FFF2-40B4-BE49-F238E27FC236}">
                <a16:creationId xmlns:a16="http://schemas.microsoft.com/office/drawing/2014/main" id="{CA333D64-F0E1-4984-206F-F42C5E586D93}"/>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79" name="TextBox 78">
            <a:extLst>
              <a:ext uri="{FF2B5EF4-FFF2-40B4-BE49-F238E27FC236}">
                <a16:creationId xmlns:a16="http://schemas.microsoft.com/office/drawing/2014/main" id="{D89BB5C2-3ACD-3607-736C-5B04308E88A2}"/>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E8221E6E-00B7-19BB-4F11-BF8A12BCFAC9}"/>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EF2A353E-C691-EA1D-08AA-36562A56BA5D}"/>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DFBE45FD-3A45-1156-1A19-8B93A19A674F}"/>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FC478D31-2BFB-C8C7-325A-DD16EC2D2867}"/>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4D68FA1E-79AD-C62F-8260-11FB4EB55E8B}"/>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021C194-1CCC-A47B-F54B-B24BC33B8121}"/>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1A46DCBC-5615-DD33-299F-CC81201846D5}"/>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33A37557-DEB3-C1A7-B550-57181B581ECE}"/>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E3E88E4E-01E3-41E9-3B56-34AFFA861C27}"/>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76292F64-A664-B28D-DAFB-5F9DC05ED96E}"/>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1010C825-9E9A-6224-9014-C7DB6CCD6031}"/>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88" name="TextBox 87">
            <a:extLst>
              <a:ext uri="{FF2B5EF4-FFF2-40B4-BE49-F238E27FC236}">
                <a16:creationId xmlns:a16="http://schemas.microsoft.com/office/drawing/2014/main" id="{D64AF819-B3B4-6BD8-0CFA-B12B12FC5F0A}"/>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1776321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A882E4-131A-F537-DEA9-3604D487C58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9373C31-AA16-132B-E20B-64A1A89DAE93}"/>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268AE1D2-9786-55F6-7287-12E638C0B6C7}"/>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58FAB8A-626D-C7D8-9E51-19C343FCE140}"/>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1F0FE2C-4DD9-5566-99B5-5F3C7745EAE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6CF4C3A-E59C-AF7A-9037-3EA68645802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9CDD6A2-ABBE-DFE2-F11B-177F9E6342DF}"/>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44E42A85-3D16-79EF-45BF-EEED8023D333}"/>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498AC1D5-989D-45AE-B25F-8D0010883CC9}"/>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485B049D-E356-3ADB-42D0-6EB0F7C68D07}"/>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943D8AFA-C8EE-D87D-9D05-938FEE258A52}"/>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69D34E06-11F1-9776-96BE-021F48F256FF}"/>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63784F1B-A455-0884-63CF-497D0354FB80}"/>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F0A33D40-485A-E544-25F7-F44E9BE9854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872D4BA-2396-BABC-51B4-5D09BA07FE15}"/>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DE46EFF7-CDAB-E9C9-A608-17FE564BD66E}"/>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B9D2DC22-E877-4921-E793-739F8BB01E7F}"/>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DAA192A3-21F2-8393-1622-51FC468736E6}"/>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0A3D86D-5CFE-4148-B91A-041B900B37A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3B7CBA1C-BC82-5919-C00B-E5AE5893F793}"/>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C9DD0295-E8CF-9220-00E5-A264AA5F45D5}"/>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28C4D406-86F9-12E8-0309-CB64528FB6D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ACF31982-557E-C9A4-2D25-8BCF7854200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D22C905-AC34-7CFC-328E-31521AF3D57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98639C12-B829-77CC-DDE2-229780C6227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ECA2532D-73AC-6CEE-FC88-6B1BD6919D23}"/>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AA23E3A6-212C-9E0F-FDE3-E4E9FEDD6B68}"/>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7D21729E-1F18-C8C8-E2D5-9F712D2853A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96911B1B-1FD0-8F58-B2D0-F71D7C129C0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DCFD7293-208D-6271-1687-96B3A6B80771}"/>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6C64313F-316F-14CC-27FD-6FD059F36586}"/>
              </a:ext>
            </a:extLst>
          </p:cNvPr>
          <p:cNvSpPr txBox="1"/>
          <p:nvPr/>
        </p:nvSpPr>
        <p:spPr>
          <a:xfrm>
            <a:off x="4645378" y="3406653"/>
            <a:ext cx="570089" cy="230832"/>
          </a:xfrm>
          <a:prstGeom prst="rect">
            <a:avLst/>
          </a:prstGeom>
          <a:noFill/>
        </p:spPr>
        <p:txBody>
          <a:bodyPr wrap="square" rtlCol="0">
            <a:spAutoFit/>
          </a:bodyPr>
          <a:lstStyle/>
          <a:p>
            <a:pPr algn="ctr"/>
            <a:r>
              <a:rPr lang="en-US" sz="900" dirty="0"/>
              <a:t>689</a:t>
            </a:r>
          </a:p>
        </p:txBody>
      </p:sp>
      <p:sp>
        <p:nvSpPr>
          <p:cNvPr id="42" name="TextBox 41">
            <a:extLst>
              <a:ext uri="{FF2B5EF4-FFF2-40B4-BE49-F238E27FC236}">
                <a16:creationId xmlns:a16="http://schemas.microsoft.com/office/drawing/2014/main" id="{8D3D0A00-177A-E6DF-88E7-81A16E015D81}"/>
              </a:ext>
            </a:extLst>
          </p:cNvPr>
          <p:cNvSpPr txBox="1"/>
          <p:nvPr/>
        </p:nvSpPr>
        <p:spPr>
          <a:xfrm>
            <a:off x="4645378" y="3907597"/>
            <a:ext cx="570089" cy="230832"/>
          </a:xfrm>
          <a:prstGeom prst="rect">
            <a:avLst/>
          </a:prstGeom>
          <a:noFill/>
        </p:spPr>
        <p:txBody>
          <a:bodyPr wrap="square" rtlCol="0">
            <a:spAutoFit/>
          </a:bodyPr>
          <a:lstStyle/>
          <a:p>
            <a:pPr algn="ctr"/>
            <a:r>
              <a:rPr lang="en-US" sz="900" dirty="0"/>
              <a:t>78</a:t>
            </a:r>
          </a:p>
        </p:txBody>
      </p:sp>
      <p:sp>
        <p:nvSpPr>
          <p:cNvPr id="43" name="TextBox 42">
            <a:extLst>
              <a:ext uri="{FF2B5EF4-FFF2-40B4-BE49-F238E27FC236}">
                <a16:creationId xmlns:a16="http://schemas.microsoft.com/office/drawing/2014/main" id="{1BC133DF-7BA1-802A-8207-028900DD1957}"/>
              </a:ext>
            </a:extLst>
          </p:cNvPr>
          <p:cNvSpPr txBox="1"/>
          <p:nvPr/>
        </p:nvSpPr>
        <p:spPr>
          <a:xfrm>
            <a:off x="4645378" y="4408541"/>
            <a:ext cx="570089" cy="230832"/>
          </a:xfrm>
          <a:prstGeom prst="rect">
            <a:avLst/>
          </a:prstGeom>
          <a:noFill/>
        </p:spPr>
        <p:txBody>
          <a:bodyPr wrap="square" rtlCol="0">
            <a:spAutoFit/>
          </a:bodyPr>
          <a:lstStyle/>
          <a:p>
            <a:pPr algn="ctr"/>
            <a:r>
              <a:rPr lang="en-US" sz="900" dirty="0"/>
              <a:t>678</a:t>
            </a:r>
          </a:p>
        </p:txBody>
      </p:sp>
      <p:sp>
        <p:nvSpPr>
          <p:cNvPr id="45" name="TextBox 44">
            <a:extLst>
              <a:ext uri="{FF2B5EF4-FFF2-40B4-BE49-F238E27FC236}">
                <a16:creationId xmlns:a16="http://schemas.microsoft.com/office/drawing/2014/main" id="{299D82D5-D344-48F5-E1A2-1B2392C87EED}"/>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BDAC236C-799F-5397-2229-4CB4BF54423C}"/>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6" name="TextBox 45">
            <a:extLst>
              <a:ext uri="{FF2B5EF4-FFF2-40B4-BE49-F238E27FC236}">
                <a16:creationId xmlns:a16="http://schemas.microsoft.com/office/drawing/2014/main" id="{5E81C69C-E374-4234-3B95-050E416BB8C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a:t>
            </a:r>
          </a:p>
        </p:txBody>
      </p:sp>
      <p:sp>
        <p:nvSpPr>
          <p:cNvPr id="48" name="TextBox 47">
            <a:extLst>
              <a:ext uri="{FF2B5EF4-FFF2-40B4-BE49-F238E27FC236}">
                <a16:creationId xmlns:a16="http://schemas.microsoft.com/office/drawing/2014/main" id="{9A1D52A0-34C6-AF37-7DBC-409CD96B24F6}"/>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DE5B1A43-355D-305D-A453-9EE2DB9CCE21}"/>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AA73D313-A96C-5A48-3FEA-5C7BE3532F2B}"/>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83003822-E63D-8A12-9B0A-44B2F1580FE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6A2038A1-1A9C-2181-429B-226530C17494}"/>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E8A270DF-78CC-A3AB-7DDE-622FD45BEE64}"/>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2BAB1007-B67F-BB9D-7582-8F1E83818F30}"/>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D43C4D62-D56F-7D73-8341-ED759FD8156D}"/>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E94006B2-8AEB-86DE-2C8B-09E41E5FA06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D5BA9A52-EFA3-AF07-9AFF-92C78F8EE5B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774E2358-04D8-BCE5-8D42-887A9210B9C4}"/>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578DE954-7F85-B61B-56F1-9A5F8F4D82A7}"/>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8C4077A7-342A-38C7-F661-545C72F21074}"/>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64" name="TextBox 63">
            <a:extLst>
              <a:ext uri="{FF2B5EF4-FFF2-40B4-BE49-F238E27FC236}">
                <a16:creationId xmlns:a16="http://schemas.microsoft.com/office/drawing/2014/main" id="{9394B032-3183-10DF-36D9-F349AA95CEA6}"/>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65" name="TextBox 64">
            <a:extLst>
              <a:ext uri="{FF2B5EF4-FFF2-40B4-BE49-F238E27FC236}">
                <a16:creationId xmlns:a16="http://schemas.microsoft.com/office/drawing/2014/main" id="{E990CCC0-1F71-C60C-9540-10553C8BA917}"/>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B1F16D79-1376-5A84-58EB-264694C830F0}"/>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829DB491-7A65-59C8-7F15-0D0F8F2B1DAB}"/>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18426820-7301-8A82-B5C7-23657B6AD1F9}"/>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D6CE551C-6E5B-BDBD-CE72-527946FC4F7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E804E603-2F15-E2CA-23DE-EC0CF6F74D85}"/>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FC09B50D-C494-F423-EA5C-2118BA211C51}"/>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9" name="TextBox 68">
            <a:extLst>
              <a:ext uri="{FF2B5EF4-FFF2-40B4-BE49-F238E27FC236}">
                <a16:creationId xmlns:a16="http://schemas.microsoft.com/office/drawing/2014/main" id="{6F26DAC3-B070-C68B-C108-08EEF696F9F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26E5CF45-69B4-774D-C78E-9DC5DBAEEDF4}"/>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CCE7DB0F-BFE6-175A-618D-94E37B21B953}"/>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61890361-E8A0-48A3-6EF7-1449BA6E97D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4" name="TextBox 73">
            <a:extLst>
              <a:ext uri="{FF2B5EF4-FFF2-40B4-BE49-F238E27FC236}">
                <a16:creationId xmlns:a16="http://schemas.microsoft.com/office/drawing/2014/main" id="{B50F4CBC-53E4-BC1D-F152-B005F5E97D35}"/>
              </a:ext>
            </a:extLst>
          </p:cNvPr>
          <p:cNvSpPr txBox="1"/>
          <p:nvPr/>
        </p:nvSpPr>
        <p:spPr>
          <a:xfrm>
            <a:off x="3640666" y="3907597"/>
            <a:ext cx="570089" cy="230832"/>
          </a:xfrm>
          <a:prstGeom prst="rect">
            <a:avLst/>
          </a:prstGeom>
          <a:noFill/>
        </p:spPr>
        <p:txBody>
          <a:bodyPr wrap="square" rtlCol="0">
            <a:spAutoFit/>
          </a:bodyPr>
          <a:lstStyle/>
          <a:p>
            <a:pPr algn="ctr"/>
            <a:r>
              <a:rPr lang="en-US" sz="900" dirty="0"/>
              <a:t>87</a:t>
            </a:r>
          </a:p>
        </p:txBody>
      </p:sp>
      <p:sp>
        <p:nvSpPr>
          <p:cNvPr id="75" name="TextBox 74">
            <a:extLst>
              <a:ext uri="{FF2B5EF4-FFF2-40B4-BE49-F238E27FC236}">
                <a16:creationId xmlns:a16="http://schemas.microsoft.com/office/drawing/2014/main" id="{0E520637-3425-69D2-EF0D-0B37336FD707}"/>
              </a:ext>
            </a:extLst>
          </p:cNvPr>
          <p:cNvSpPr txBox="1"/>
          <p:nvPr/>
        </p:nvSpPr>
        <p:spPr>
          <a:xfrm>
            <a:off x="3640666" y="4408541"/>
            <a:ext cx="570089" cy="230832"/>
          </a:xfrm>
          <a:prstGeom prst="rect">
            <a:avLst/>
          </a:prstGeom>
          <a:noFill/>
        </p:spPr>
        <p:txBody>
          <a:bodyPr wrap="square" rtlCol="0">
            <a:spAutoFit/>
          </a:bodyPr>
          <a:lstStyle/>
          <a:p>
            <a:pPr algn="ctr"/>
            <a:r>
              <a:rPr lang="en-US" sz="900" dirty="0"/>
              <a:t>1378</a:t>
            </a:r>
          </a:p>
        </p:txBody>
      </p:sp>
      <p:sp>
        <p:nvSpPr>
          <p:cNvPr id="76" name="TextBox 75">
            <a:extLst>
              <a:ext uri="{FF2B5EF4-FFF2-40B4-BE49-F238E27FC236}">
                <a16:creationId xmlns:a16="http://schemas.microsoft.com/office/drawing/2014/main" id="{C7B05A14-EB80-7D1B-AE37-D38AD0B6C00A}"/>
              </a:ext>
            </a:extLst>
          </p:cNvPr>
          <p:cNvSpPr txBox="1"/>
          <p:nvPr/>
        </p:nvSpPr>
        <p:spPr>
          <a:xfrm>
            <a:off x="3640666" y="4909484"/>
            <a:ext cx="570089" cy="230832"/>
          </a:xfrm>
          <a:prstGeom prst="rect">
            <a:avLst/>
          </a:prstGeom>
          <a:noFill/>
        </p:spPr>
        <p:txBody>
          <a:bodyPr wrap="square" rtlCol="0">
            <a:spAutoFit/>
          </a:bodyPr>
          <a:lstStyle/>
          <a:p>
            <a:pPr algn="ctr"/>
            <a:r>
              <a:rPr lang="en-US" sz="900" dirty="0"/>
              <a:t>138</a:t>
            </a:r>
          </a:p>
        </p:txBody>
      </p:sp>
      <p:sp>
        <p:nvSpPr>
          <p:cNvPr id="77" name="TextBox 76">
            <a:extLst>
              <a:ext uri="{FF2B5EF4-FFF2-40B4-BE49-F238E27FC236}">
                <a16:creationId xmlns:a16="http://schemas.microsoft.com/office/drawing/2014/main" id="{58434EE9-111B-BB34-53FC-9E061F7F5B12}"/>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79" name="TextBox 78">
            <a:extLst>
              <a:ext uri="{FF2B5EF4-FFF2-40B4-BE49-F238E27FC236}">
                <a16:creationId xmlns:a16="http://schemas.microsoft.com/office/drawing/2014/main" id="{29B278B9-8C6E-69CC-84E3-466D32C712E0}"/>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F3E57577-23D9-94B3-F72A-14DC18B5F7D7}"/>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16C6D8C9-3CF7-E78E-7130-9331AE49E41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A39DF15C-8DB5-60ED-569F-108495BB52E6}"/>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33BEE942-744A-0B73-D68F-5C74682E0B91}"/>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19EFD606-DEBB-713B-6859-06C4BC292C3C}"/>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DA858E93-E859-6EBC-DC16-772344EE009A}"/>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844A8F69-F6E3-4BE4-7F5A-C70552E4F625}"/>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7E6EFFC7-FD0F-5ECC-2527-4670552A593E}"/>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5988FBAE-514A-9D5D-A28A-EFD7484B095B}"/>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0181DE34-BEB3-3488-3117-1C9C746EF011}"/>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4770B9F6-665B-71C3-48A5-F5A02C6DDC8B}"/>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A96EC3F7-EC17-F615-62C6-5602A8FA3F1A}"/>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8624C578-55E1-6F2C-B466-F5AFEAF20BFF}"/>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22564D8C-6238-63D6-FBD9-8BABB78DDF84}"/>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44" name="TextBox 43">
            <a:extLst>
              <a:ext uri="{FF2B5EF4-FFF2-40B4-BE49-F238E27FC236}">
                <a16:creationId xmlns:a16="http://schemas.microsoft.com/office/drawing/2014/main" id="{40BA10D9-FF49-C3C1-3785-7927BFAA5892}"/>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41087866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7449CB-D362-45D4-FBA1-C1C96F3218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7AB2C9-2C4E-4EC8-03EF-945404F5AAEF}"/>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E49941EA-D0D7-6F26-4A9A-CC9BE95B263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967AA365-DB5C-8CE1-E8D9-7A50C2751D7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90CD716-D162-999B-FBD4-5E511A9415C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1DE0A196-6724-0E70-BB7C-3AED20F501A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7F67378D-D140-8B01-2EAF-018E637F12F2}"/>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8E2DD75B-7B26-3B27-613D-9A9C0F1BB08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6C795291-574C-B0C1-643F-6A5EE7836C5B}"/>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5D98DBB7-6CC8-4066-9978-1CC325921455}"/>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4D69C464-2DAA-11CB-22AA-F8DF0C053748}"/>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10273ED-B2AB-244C-3F54-C32BC265F251}"/>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987F183D-8792-A773-4E9C-F3CD4F49B675}"/>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F52CCC5-5B02-7AFD-2915-5366BCD51546}"/>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6A48CB4-1FB3-B2AD-C536-D54966647033}"/>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1884A2E3-C9FA-21D0-147E-5E0ED393FDBD}"/>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8198F01F-6D78-1873-700D-723494D00D5A}"/>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596CB3B3-787F-3F1B-5569-F64C1F038FD8}"/>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26BD8163-55ED-D4BE-30F9-109E302BF7ED}"/>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0B4B550A-6DC1-8F00-D516-2D8EF26B4089}"/>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58113AE8-C915-D7D5-6945-0944DCD823D8}"/>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31618FCB-623C-F47A-0597-39F0ED240A2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27587371-005D-4434-2FAB-F4F99CB0FE68}"/>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89FD961C-5202-1CB7-E579-4758DC864CA3}"/>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84D1F42-0E0B-9F57-C499-2674E199663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468A2FF4-1CE8-A777-D65A-C8D5AF55BF08}"/>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8D7E638-B1E9-2F7D-0F76-6136C7C843F2}"/>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E505A930-6208-63D4-BEB1-C8D2D5D9DFDE}"/>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6AFC518E-4E21-F590-1686-7A2AC9878C1D}"/>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222A8016-8EF9-023C-CD7F-C02E6E43B5E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334541FC-77E2-8DE5-BF4A-03BC9ED0F0F6}"/>
              </a:ext>
            </a:extLst>
          </p:cNvPr>
          <p:cNvSpPr txBox="1"/>
          <p:nvPr/>
        </p:nvSpPr>
        <p:spPr>
          <a:xfrm>
            <a:off x="4645378" y="3406653"/>
            <a:ext cx="570089" cy="230832"/>
          </a:xfrm>
          <a:prstGeom prst="rect">
            <a:avLst/>
          </a:prstGeom>
          <a:noFill/>
        </p:spPr>
        <p:txBody>
          <a:bodyPr wrap="square" rtlCol="0">
            <a:spAutoFit/>
          </a:bodyPr>
          <a:lstStyle/>
          <a:p>
            <a:pPr algn="ctr"/>
            <a:r>
              <a:rPr lang="en-US" sz="900" dirty="0"/>
              <a:t>69</a:t>
            </a:r>
          </a:p>
        </p:txBody>
      </p:sp>
      <p:sp>
        <p:nvSpPr>
          <p:cNvPr id="43" name="TextBox 42">
            <a:extLst>
              <a:ext uri="{FF2B5EF4-FFF2-40B4-BE49-F238E27FC236}">
                <a16:creationId xmlns:a16="http://schemas.microsoft.com/office/drawing/2014/main" id="{BE1ADE5B-68C5-4CDC-B574-AC705E8F6411}"/>
              </a:ext>
            </a:extLst>
          </p:cNvPr>
          <p:cNvSpPr txBox="1"/>
          <p:nvPr/>
        </p:nvSpPr>
        <p:spPr>
          <a:xfrm>
            <a:off x="4645378" y="4408541"/>
            <a:ext cx="570089" cy="230832"/>
          </a:xfrm>
          <a:prstGeom prst="rect">
            <a:avLst/>
          </a:prstGeom>
          <a:noFill/>
        </p:spPr>
        <p:txBody>
          <a:bodyPr wrap="square" rtlCol="0">
            <a:spAutoFit/>
          </a:bodyPr>
          <a:lstStyle/>
          <a:p>
            <a:pPr algn="ctr"/>
            <a:r>
              <a:rPr lang="en-US" sz="900" dirty="0"/>
              <a:t>67</a:t>
            </a:r>
          </a:p>
        </p:txBody>
      </p:sp>
      <p:sp>
        <p:nvSpPr>
          <p:cNvPr id="45" name="TextBox 44">
            <a:extLst>
              <a:ext uri="{FF2B5EF4-FFF2-40B4-BE49-F238E27FC236}">
                <a16:creationId xmlns:a16="http://schemas.microsoft.com/office/drawing/2014/main" id="{69C7E5F1-67CD-18FD-BBAC-1AD248C5673E}"/>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3DE4C8DD-A293-4262-384F-4978F727A3B0}"/>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C7CE2765-A52B-F28D-9C57-526D74C05301}"/>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B114A5AD-2A63-6217-4D1F-FC7DEB37153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C80F44A9-0639-CB26-4B6D-6D2855249EC8}"/>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1C41F9BC-13F6-5F8F-60F5-AF82CB87777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6BB112C4-6496-D874-B34A-0EC2A2FE141F}"/>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C7A15CE3-8FE7-1F76-3312-FAE58C1DD311}"/>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30236273-873B-1636-5B7B-297F9B9E75DF}"/>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67D524F5-8021-1C41-54A3-D54BF3BD2AAA}"/>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43B0FCCA-865A-D6F6-78EB-654078CC82E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A54A754-3621-9CBA-6778-8ED647B67340}"/>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5B8F6797-0166-495E-36A1-9DD373591B15}"/>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095F7376-4B7D-9DFA-6736-B2EEE5D21BD2}"/>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316CFD50-F6BF-177F-4FAE-1D21CB10DEB9}"/>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64" name="TextBox 63">
            <a:extLst>
              <a:ext uri="{FF2B5EF4-FFF2-40B4-BE49-F238E27FC236}">
                <a16:creationId xmlns:a16="http://schemas.microsoft.com/office/drawing/2014/main" id="{686B32F6-73F2-2E3C-0E7F-05BB8B1ED3E4}"/>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65" name="TextBox 64">
            <a:extLst>
              <a:ext uri="{FF2B5EF4-FFF2-40B4-BE49-F238E27FC236}">
                <a16:creationId xmlns:a16="http://schemas.microsoft.com/office/drawing/2014/main" id="{EC78347F-119B-A362-0D51-A24554E8757D}"/>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436E5B4B-B911-604A-C114-17387B465B1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365975B0-5107-207F-A960-6FA184879EB6}"/>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F1C8EF30-49A5-F511-A4CB-9B7F9646F8FB}"/>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51678A11-7F0B-B175-8D12-8F451DFF7822}"/>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786A38FF-56F3-4494-F745-C540511E1977}"/>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96FC0297-20E3-207C-F8C3-26D297EF0B65}"/>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9" name="TextBox 68">
            <a:extLst>
              <a:ext uri="{FF2B5EF4-FFF2-40B4-BE49-F238E27FC236}">
                <a16:creationId xmlns:a16="http://schemas.microsoft.com/office/drawing/2014/main" id="{413E978E-43F8-23E5-80A2-25CD6C660971}"/>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C833143A-A5E0-18E3-1322-DB8FA6B456DB}"/>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3D4391C7-8A88-1636-8220-314A7CDB5A16}"/>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DA4F0CF2-07B8-A7DA-B38F-CDF47DD11331}"/>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5" name="TextBox 74">
            <a:extLst>
              <a:ext uri="{FF2B5EF4-FFF2-40B4-BE49-F238E27FC236}">
                <a16:creationId xmlns:a16="http://schemas.microsoft.com/office/drawing/2014/main" id="{A275D7FA-8B70-0F04-4BCC-1FCF7FC84A09}"/>
              </a:ext>
            </a:extLst>
          </p:cNvPr>
          <p:cNvSpPr txBox="1"/>
          <p:nvPr/>
        </p:nvSpPr>
        <p:spPr>
          <a:xfrm>
            <a:off x="3640666" y="4408541"/>
            <a:ext cx="570089" cy="230832"/>
          </a:xfrm>
          <a:prstGeom prst="rect">
            <a:avLst/>
          </a:prstGeom>
          <a:noFill/>
        </p:spPr>
        <p:txBody>
          <a:bodyPr wrap="square" rtlCol="0">
            <a:spAutoFit/>
          </a:bodyPr>
          <a:lstStyle/>
          <a:p>
            <a:pPr algn="ctr"/>
            <a:r>
              <a:rPr lang="en-US" sz="900" dirty="0"/>
              <a:t>1378</a:t>
            </a:r>
          </a:p>
        </p:txBody>
      </p:sp>
      <p:sp>
        <p:nvSpPr>
          <p:cNvPr id="76" name="TextBox 75">
            <a:extLst>
              <a:ext uri="{FF2B5EF4-FFF2-40B4-BE49-F238E27FC236}">
                <a16:creationId xmlns:a16="http://schemas.microsoft.com/office/drawing/2014/main" id="{F8B9294D-6A23-44D2-7377-41947F454204}"/>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77" name="TextBox 76">
            <a:extLst>
              <a:ext uri="{FF2B5EF4-FFF2-40B4-BE49-F238E27FC236}">
                <a16:creationId xmlns:a16="http://schemas.microsoft.com/office/drawing/2014/main" id="{82000BA0-369A-835C-3F2E-A5B0C0417F71}"/>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79" name="TextBox 78">
            <a:extLst>
              <a:ext uri="{FF2B5EF4-FFF2-40B4-BE49-F238E27FC236}">
                <a16:creationId xmlns:a16="http://schemas.microsoft.com/office/drawing/2014/main" id="{11BC97D5-6FB3-1B56-EA29-B6681034D226}"/>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F58F96F6-738D-D7F9-423F-46F4075C99CD}"/>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550350B1-B2BE-89B7-C525-6BF35E9930A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2A510EC4-120B-BCF4-DE85-F95C06A58036}"/>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7AF70F27-FA66-98A1-3719-4D4055CBADFE}"/>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41BD21B1-013D-C307-7005-B203FFDB33F8}"/>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659D5BFB-2136-1514-7CA0-1E8BAD0E478A}"/>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483122D6-BD75-536B-2280-D6AA51604849}"/>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52990B31-05AE-6987-9552-99A960D15A46}"/>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C5656F20-D8A4-89EA-767C-41A9B95C2CAD}"/>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A56FE4BE-9E4E-23EB-AD68-8E6481210F0A}"/>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BFF291D5-90E5-6F3C-C63F-679B511E12D4}"/>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1E508EBE-2471-ED0F-4553-B2392BB00525}"/>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77AF483E-3754-3FF8-7C51-ACF8BBC51D56}"/>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4" name="TextBox 43">
            <a:extLst>
              <a:ext uri="{FF2B5EF4-FFF2-40B4-BE49-F238E27FC236}">
                <a16:creationId xmlns:a16="http://schemas.microsoft.com/office/drawing/2014/main" id="{88F32329-B14E-0FAD-4241-E146A6F92D7B}"/>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83DF6E3A-5E33-B41F-822A-686A2BF1934E}"/>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42" name="TextBox 41">
            <a:extLst>
              <a:ext uri="{FF2B5EF4-FFF2-40B4-BE49-F238E27FC236}">
                <a16:creationId xmlns:a16="http://schemas.microsoft.com/office/drawing/2014/main" id="{95B0A475-2535-ABDD-7367-4D6FA80E7D0A}"/>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F44948D3-5AB9-2581-0022-2677A613E8CA}"/>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54" name="TextBox 53">
            <a:extLst>
              <a:ext uri="{FF2B5EF4-FFF2-40B4-BE49-F238E27FC236}">
                <a16:creationId xmlns:a16="http://schemas.microsoft.com/office/drawing/2014/main" id="{636C817F-576A-261B-1115-927E016769A6}"/>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4632712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C5B80-C4AE-77AB-3D98-B72B7513453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FF77C9-563E-9996-43F6-F59DB647A77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B6427509-778F-3138-ABA3-C8F5B9ECA05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CB53BAD8-D344-FC35-E172-4025021E0D0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5D96C60-0F9B-5D4A-93AB-72700A749FA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F47BCB85-2FC6-08C9-46BA-9DD1D811F9D6}"/>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D324EA6-D804-F56B-74F4-9CD51EB2657E}"/>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32A206B0-8F8C-FF6A-BCD5-5AA545E1483E}"/>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6E5DF9FC-A00E-C8AD-B889-58F03F730FC6}"/>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818F1978-021D-B58D-2AC5-F6AC1F6B8EEE}"/>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A193BEA-B5C8-33AC-FB26-4DB5F526887A}"/>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4D477DFB-7F8E-167D-0CCF-ACC82207D807}"/>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5E23939B-3E03-9582-8E2E-86400EA6F208}"/>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A8557C38-27D4-377C-1A1F-1E6BBCABF7D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5FD6EDF1-1F51-6BF9-1041-F6D76B0BC85C}"/>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57A4ED78-5D2C-DF12-3574-39FA28B4A86B}"/>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88332C96-41A0-1129-7759-9CF5CD07D50C}"/>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BB555CBE-5CB9-6041-5ECC-CBB4116B1081}"/>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D646821E-886E-2B92-ACFB-876196CFEE5B}"/>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121069EC-D42D-E10E-7E1D-A4A42BAA90C4}"/>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E4E4898B-88E4-1674-B910-23FB2ECAFCCD}"/>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5C067B51-D7FD-C27E-FEFA-D77BF1F9FFB0}"/>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C572C1F4-7165-E4E8-F875-47334D83CC6D}"/>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B131D281-D18D-416C-4EDE-30C530299F1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D8BBCC01-8CAA-3D09-88B1-5376C612213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86D28F27-0854-2D58-E9CA-9AB7A932E3C6}"/>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9BB8015-D243-CB90-3981-FE5AE45ECEEE}"/>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7F459EE0-B041-DCAF-6597-1D4BA6EE6611}"/>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00B7522A-4EA6-3555-753D-1D0F52309C1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96A3184E-05E0-ED93-CCDC-74272043188B}"/>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1" name="TextBox 40">
            <a:extLst>
              <a:ext uri="{FF2B5EF4-FFF2-40B4-BE49-F238E27FC236}">
                <a16:creationId xmlns:a16="http://schemas.microsoft.com/office/drawing/2014/main" id="{9292CC7C-E8C7-CE7F-7BBC-189D516950F6}"/>
              </a:ext>
            </a:extLst>
          </p:cNvPr>
          <p:cNvSpPr txBox="1"/>
          <p:nvPr/>
        </p:nvSpPr>
        <p:spPr>
          <a:xfrm>
            <a:off x="4645378" y="3406653"/>
            <a:ext cx="570089" cy="230832"/>
          </a:xfrm>
          <a:prstGeom prst="rect">
            <a:avLst/>
          </a:prstGeom>
          <a:noFill/>
        </p:spPr>
        <p:txBody>
          <a:bodyPr wrap="square" rtlCol="0">
            <a:spAutoFit/>
          </a:bodyPr>
          <a:lstStyle/>
          <a:p>
            <a:pPr algn="ctr"/>
            <a:r>
              <a:rPr lang="en-US" sz="900" dirty="0"/>
              <a:t>69</a:t>
            </a:r>
          </a:p>
        </p:txBody>
      </p:sp>
      <p:sp>
        <p:nvSpPr>
          <p:cNvPr id="45" name="TextBox 44">
            <a:extLst>
              <a:ext uri="{FF2B5EF4-FFF2-40B4-BE49-F238E27FC236}">
                <a16:creationId xmlns:a16="http://schemas.microsoft.com/office/drawing/2014/main" id="{C79E6AC0-90F2-EEF9-9C98-9CEAB93DA97C}"/>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87D88437-F584-934A-739B-8677C64B867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474D18E6-9845-A67B-595A-5ABBCCBD11ED}"/>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97A4133E-1EF9-EBCB-EB3D-A4256F30B1A6}"/>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0FAA0BFD-7498-B55B-9541-D951F049ADC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97681DD4-F37B-8492-691E-BD303670F07C}"/>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27738A88-42C5-575A-59F8-CF5EC1A026F9}"/>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04A54F7A-D3C8-C7EC-E8CA-E7300C5C7D9E}"/>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085CD5A9-F1E1-1A80-5A37-D1FFB24A9349}"/>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14F6ED36-8E5F-51D6-BFA5-C504DB8D1002}"/>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3F0DC7C-46BC-FFDC-CC1D-2BAD657D683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8034246-5DB5-E9AD-41FE-80760C141A86}"/>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1309DF4F-BD74-B613-9C8D-079E45826130}"/>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2E93A770-64D1-8682-C3AA-D08D347CB158}"/>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3CDCE626-5739-68F1-C81F-FE91DB47D222}"/>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64" name="TextBox 63">
            <a:extLst>
              <a:ext uri="{FF2B5EF4-FFF2-40B4-BE49-F238E27FC236}">
                <a16:creationId xmlns:a16="http://schemas.microsoft.com/office/drawing/2014/main" id="{9A73844D-1A59-D873-A012-EAEC8F8869CB}"/>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65" name="TextBox 64">
            <a:extLst>
              <a:ext uri="{FF2B5EF4-FFF2-40B4-BE49-F238E27FC236}">
                <a16:creationId xmlns:a16="http://schemas.microsoft.com/office/drawing/2014/main" id="{FC2CD7A3-3612-94C0-B61A-96E7572BAD3C}"/>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AD3DCF5-12F7-BFE5-FD41-AB3B741A875E}"/>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462E39C1-2218-E0CF-E46D-898A1AA04474}"/>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9DB942D6-BD50-E12C-AB67-BC9F85176607}"/>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DBF35910-BC06-DCCD-E615-85B62C866B2F}"/>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4F92D87D-E3A5-6457-67DE-E3C856F58F11}"/>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56466F38-6EB3-3ECE-43E1-17A5568BE364}"/>
              </a:ext>
            </a:extLst>
          </p:cNvPr>
          <p:cNvSpPr txBox="1"/>
          <p:nvPr/>
        </p:nvSpPr>
        <p:spPr>
          <a:xfrm>
            <a:off x="5147734" y="3406653"/>
            <a:ext cx="570089" cy="230832"/>
          </a:xfrm>
          <a:prstGeom prst="rect">
            <a:avLst/>
          </a:prstGeom>
          <a:noFill/>
        </p:spPr>
        <p:txBody>
          <a:bodyPr wrap="square" rtlCol="0">
            <a:spAutoFit/>
          </a:bodyPr>
          <a:lstStyle/>
          <a:p>
            <a:pPr algn="ctr"/>
            <a:r>
              <a:rPr lang="en-US" sz="900" dirty="0"/>
              <a:t>689</a:t>
            </a:r>
          </a:p>
        </p:txBody>
      </p:sp>
      <p:sp>
        <p:nvSpPr>
          <p:cNvPr id="69" name="TextBox 68">
            <a:extLst>
              <a:ext uri="{FF2B5EF4-FFF2-40B4-BE49-F238E27FC236}">
                <a16:creationId xmlns:a16="http://schemas.microsoft.com/office/drawing/2014/main" id="{C230FC17-9EDD-8DBD-7B05-E8BEC86BA68C}"/>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51273ADD-4688-A10C-8861-1650AEF628BB}"/>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D3790708-30DC-9789-71AD-B5F4C51B3DB7}"/>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B73F96AA-643E-2B75-A407-2AE8CF7E60EF}"/>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6" name="TextBox 75">
            <a:extLst>
              <a:ext uri="{FF2B5EF4-FFF2-40B4-BE49-F238E27FC236}">
                <a16:creationId xmlns:a16="http://schemas.microsoft.com/office/drawing/2014/main" id="{3BD4246A-6951-24D1-6DC2-B60C7C0BEA46}"/>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77" name="TextBox 76">
            <a:extLst>
              <a:ext uri="{FF2B5EF4-FFF2-40B4-BE49-F238E27FC236}">
                <a16:creationId xmlns:a16="http://schemas.microsoft.com/office/drawing/2014/main" id="{24F8A0F6-A4E7-365B-4ACC-EA39251D781D}"/>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79" name="TextBox 78">
            <a:extLst>
              <a:ext uri="{FF2B5EF4-FFF2-40B4-BE49-F238E27FC236}">
                <a16:creationId xmlns:a16="http://schemas.microsoft.com/office/drawing/2014/main" id="{9EB3A20E-5669-9D67-D08B-86266CAE4AC5}"/>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44974A6B-60D8-DF0A-59DC-13B05D156193}"/>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9A96827C-3ED2-F461-4AA3-12EE6ED9BA43}"/>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6202A5F2-6B22-4A96-9EFD-3B33AC284900}"/>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1AEDFFB3-F38A-282C-E97C-DA4DDB47F4E0}"/>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B83A7BC8-40CF-B8E9-DE6F-CA84DE29D3C0}"/>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766A258-A273-6CF1-CF4E-D8198C04EFBD}"/>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8569E282-1574-9583-E128-750DDBEDAD92}"/>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CFCA058E-5106-9900-BC2D-0D4F1F5C2FCC}"/>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7D32B7F1-6BE7-D8B5-3F62-E8000855A872}"/>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684279C8-F3FF-4072-06EB-A2EC91FECE4A}"/>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0F73538A-BF23-2DD2-791C-50CB303C6E15}"/>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AA6FF981-B696-6101-E117-04B887FDEB86}"/>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166ABEF9-E80B-99F6-D86F-B89C3D69E420}"/>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374191A1-7366-383E-9924-F97640D40F2B}"/>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4" name="TextBox 43">
            <a:extLst>
              <a:ext uri="{FF2B5EF4-FFF2-40B4-BE49-F238E27FC236}">
                <a16:creationId xmlns:a16="http://schemas.microsoft.com/office/drawing/2014/main" id="{5ED640DB-CE66-30F2-7305-84945C3784AE}"/>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371535B2-FE5B-9B2E-39EE-0322A2452715}"/>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43" name="TextBox 42">
            <a:extLst>
              <a:ext uri="{FF2B5EF4-FFF2-40B4-BE49-F238E27FC236}">
                <a16:creationId xmlns:a16="http://schemas.microsoft.com/office/drawing/2014/main" id="{7E2CBA01-04F5-D689-26B0-4E254F0F6873}"/>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50" name="TextBox 49">
            <a:extLst>
              <a:ext uri="{FF2B5EF4-FFF2-40B4-BE49-F238E27FC236}">
                <a16:creationId xmlns:a16="http://schemas.microsoft.com/office/drawing/2014/main" id="{1CF4A180-8A2A-28E8-65EB-AE99BE1C078F}"/>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
        <p:nvSpPr>
          <p:cNvPr id="54" name="TextBox 53">
            <a:extLst>
              <a:ext uri="{FF2B5EF4-FFF2-40B4-BE49-F238E27FC236}">
                <a16:creationId xmlns:a16="http://schemas.microsoft.com/office/drawing/2014/main" id="{87BAB660-956B-115F-03C3-4F7024E62E20}"/>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78" name="TextBox 77">
            <a:extLst>
              <a:ext uri="{FF2B5EF4-FFF2-40B4-BE49-F238E27FC236}">
                <a16:creationId xmlns:a16="http://schemas.microsoft.com/office/drawing/2014/main" id="{41FDDC00-59FD-0E4F-B5DA-AD69702D121C}"/>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Tree>
    <p:extLst>
      <p:ext uri="{BB962C8B-B14F-4D97-AF65-F5344CB8AC3E}">
        <p14:creationId xmlns:p14="http://schemas.microsoft.com/office/powerpoint/2010/main" val="357359826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09452-A1F4-6AB6-29A4-2BA915C0E7B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76B17F-D2DE-3D87-9B84-DB59C85A0051}"/>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CDA45BE-F059-CD0A-4D3C-38791AEE7FA2}"/>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E8BEC1EB-D844-8B56-3CC7-5BC535EE3D9F}"/>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5970EF9E-D024-92C4-ABC2-699AD8C00514}"/>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2CE47F0F-B29F-DCE2-2BD3-4F0A76E9064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E7179F3-0AAB-B0AD-80E1-4D2E419352D9}"/>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F294204F-D059-6AD2-0A96-10904718B671}"/>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AD75DCDB-0FB9-C99F-B2BE-5F18A170E6E4}"/>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6355280A-7C48-1F12-245E-087F327DA67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2764C324-7A59-B857-E554-4A20630900B4}"/>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A508A10F-0A9F-AA2D-4737-BA847CC347DD}"/>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E95E9DD8-A856-4625-8378-2AA811482671}"/>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754312D5-2C80-2F25-DA9C-DDDD9F3DA91A}"/>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3805598-CE89-39F1-988F-E65100475EC0}"/>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5533375C-CE70-A0DD-0E25-DC6FBBC6933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A847BC24-6B92-EDA8-560A-196AE54DD3F5}"/>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5D773696-B7C8-11A1-28C0-3845552A6B56}"/>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885AC148-73A8-EC12-2C6C-3D9B9BA7ABA1}"/>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F3E62591-453E-8601-87BF-508D566E4BFF}"/>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E437907B-B12A-49A7-471C-AD6F5741A099}"/>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E5AB8EAE-D67B-2E57-1529-DC9A9FB7DA02}"/>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B6AC9715-BFAD-1DFD-A157-7BECA9C9BE2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2ED106EA-43B6-D0BD-B076-E1FEB7EF0985}"/>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94A09658-4125-75EB-C0B0-EAC42C87DFEF}"/>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8E7F035C-EEB4-2594-7FC6-8A5C966CBDA0}"/>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FF741D00-E930-1182-2361-732D01AE8C71}"/>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1B231592-EEC7-815E-42A8-2775C528CBD5}"/>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F88C6388-10E3-789B-3AD6-D70879EF8572}"/>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713DF068-E1B0-FF78-451A-32DA2A70BEA9}"/>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C2EC6B08-0CE8-BCC0-E319-43919DCCACA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01EEC9D0-E1BF-56BD-8FBC-2E0013F5CCC2}"/>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EC1823C4-3806-E4FC-97A1-D996C8E2F7F6}"/>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45EC9E42-95EB-F9A8-B9D4-70658CC0316B}"/>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82341330-3C40-A24D-7B1B-44DC7CA90F20}"/>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D31D1CFC-3255-7D7A-DB9D-E66799E8802E}"/>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FE48573F-09BB-DB49-D5D2-B7F6E8554AC3}"/>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5D1B6A45-FD38-A255-9745-5AE64E3DA5C0}"/>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93488C7-5734-0A8B-1275-F5BDF85AD16D}"/>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89C70640-09DE-2DFB-352E-A97F8956EC7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FDA2CABA-2330-36EA-A275-E90EB70506C5}"/>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04C6235F-2192-60A3-FA24-69A61832D54C}"/>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FB1D9D3-B5DA-A258-0ED7-7EBE5F1D082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2EBCF927-261F-D3CC-5CA3-637BBF302D69}"/>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7EEF3F61-8A04-0F41-5152-4D2C366E24E1}"/>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64" name="TextBox 63">
            <a:extLst>
              <a:ext uri="{FF2B5EF4-FFF2-40B4-BE49-F238E27FC236}">
                <a16:creationId xmlns:a16="http://schemas.microsoft.com/office/drawing/2014/main" id="{3E1811EC-A2A2-57DE-CD4B-16E722DB13FE}"/>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65" name="TextBox 64">
            <a:extLst>
              <a:ext uri="{FF2B5EF4-FFF2-40B4-BE49-F238E27FC236}">
                <a16:creationId xmlns:a16="http://schemas.microsoft.com/office/drawing/2014/main" id="{EB03D0CC-6EE0-7470-5170-4533F2D564B6}"/>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E34FA01E-690F-8C41-932C-1B5A5F3D61EC}"/>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AB7A10C4-9844-F77F-C573-E41584320888}"/>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189F07A1-8586-A193-E6DE-50735A230872}"/>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C454A97C-C848-3004-71C9-424812F1D372}"/>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EA18C5DF-9771-7E3E-C526-4D76547294A5}"/>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8" name="TextBox 67">
            <a:extLst>
              <a:ext uri="{FF2B5EF4-FFF2-40B4-BE49-F238E27FC236}">
                <a16:creationId xmlns:a16="http://schemas.microsoft.com/office/drawing/2014/main" id="{1F2C0451-8B58-36A3-04D2-BC89B19B24AC}"/>
              </a:ext>
            </a:extLst>
          </p:cNvPr>
          <p:cNvSpPr txBox="1"/>
          <p:nvPr/>
        </p:nvSpPr>
        <p:spPr>
          <a:xfrm>
            <a:off x="5147734" y="3406653"/>
            <a:ext cx="570089" cy="230832"/>
          </a:xfrm>
          <a:prstGeom prst="rect">
            <a:avLst/>
          </a:prstGeom>
          <a:noFill/>
        </p:spPr>
        <p:txBody>
          <a:bodyPr wrap="square" rtlCol="0">
            <a:spAutoFit/>
          </a:bodyPr>
          <a:lstStyle/>
          <a:p>
            <a:pPr algn="ctr"/>
            <a:r>
              <a:rPr lang="en-US" sz="900" dirty="0"/>
              <a:t>89</a:t>
            </a:r>
          </a:p>
        </p:txBody>
      </p:sp>
      <p:sp>
        <p:nvSpPr>
          <p:cNvPr id="69" name="TextBox 68">
            <a:extLst>
              <a:ext uri="{FF2B5EF4-FFF2-40B4-BE49-F238E27FC236}">
                <a16:creationId xmlns:a16="http://schemas.microsoft.com/office/drawing/2014/main" id="{158080C6-5273-0E69-9D94-0AD55B7FC023}"/>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A614E2F6-70D0-69D0-2F34-74390F030F16}"/>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B2AE74AF-651D-9022-A2FB-B46B21C2F215}"/>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78EF7008-722A-0C02-6EE9-3B77D159511D}"/>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6" name="TextBox 75">
            <a:extLst>
              <a:ext uri="{FF2B5EF4-FFF2-40B4-BE49-F238E27FC236}">
                <a16:creationId xmlns:a16="http://schemas.microsoft.com/office/drawing/2014/main" id="{82E2D361-C527-B5A9-67D8-93258AC5BCF1}"/>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77" name="TextBox 76">
            <a:extLst>
              <a:ext uri="{FF2B5EF4-FFF2-40B4-BE49-F238E27FC236}">
                <a16:creationId xmlns:a16="http://schemas.microsoft.com/office/drawing/2014/main" id="{B28F04BD-FE31-3164-D017-0823D1CEABE4}"/>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79" name="TextBox 78">
            <a:extLst>
              <a:ext uri="{FF2B5EF4-FFF2-40B4-BE49-F238E27FC236}">
                <a16:creationId xmlns:a16="http://schemas.microsoft.com/office/drawing/2014/main" id="{C2CEC32A-9532-2316-7028-A8B2706A61DE}"/>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82075053-0B85-C8C2-E7C6-24D94EBC27D9}"/>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F746EFFC-6368-DF1E-3643-A444BC4AA74A}"/>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0A1D5AAA-D45C-EF40-8931-5567F4D9F71C}"/>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592BC31F-CEB4-59EA-6CA7-5ED3BF442F60}"/>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68481869-ECF8-41E4-D208-603F4C7F9CB5}"/>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29ADBE81-3DF5-7E84-7236-73B20FF39119}"/>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CF4E2DCD-A20B-94DA-79AE-8E5C3C262E6F}"/>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465346E1-3441-762D-FEE5-C1CB297FEE84}"/>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23EBC9F9-B250-9124-304B-9E81CD03D555}"/>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FE2565A3-E116-120E-D602-9BA92C6B516B}"/>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2033F66E-46B0-7E57-EF79-7C78E44BA1B7}"/>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69BC46B5-4083-57C6-F5D2-DC6D054BC3B3}"/>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30919297-D11E-28FF-DE7B-3ED502B896CE}"/>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F59FF615-FAFD-E85F-3FF1-78E9FBFA3A8A}"/>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50BCDADA-B6A4-C278-6C1D-6838423D0114}"/>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58D26308-2C74-DB19-B630-C4F459E9AD7A}"/>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F498A558-F5F1-68AA-723E-774BCBD4C69D}"/>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54" name="TextBox 53">
            <a:extLst>
              <a:ext uri="{FF2B5EF4-FFF2-40B4-BE49-F238E27FC236}">
                <a16:creationId xmlns:a16="http://schemas.microsoft.com/office/drawing/2014/main" id="{D3F7510B-34A4-640D-98A9-7D9038A4A796}"/>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0820C2A8-7951-2862-1B0A-C18A019876FA}"/>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41" name="TextBox 40">
            <a:extLst>
              <a:ext uri="{FF2B5EF4-FFF2-40B4-BE49-F238E27FC236}">
                <a16:creationId xmlns:a16="http://schemas.microsoft.com/office/drawing/2014/main" id="{DF49A374-EB54-86B0-3C20-FDC41BF02BC8}"/>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E56B3148-402C-13E8-1805-B015E7846C35}"/>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30623767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7F608-78AC-C2F2-AEB1-4BFCB0E5F8C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B5CBD31-3231-1AA7-01BB-773021DE8396}"/>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74D04E2D-0767-395B-3BBB-8FF4858A735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DD040EF-221A-354F-21E6-B42254E95C07}"/>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7F63F92-9B61-082C-C0FD-A523490FD099}"/>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4BD2B4D-8BEF-2A48-4C43-D3E57BBACC51}"/>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18EA6E10-3E39-7B76-137C-E41FCB039EF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6B562D82-3A2B-F562-B13D-6036FBB13CC2}"/>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EBFD4E79-D65F-E7B5-0E86-6AB3BD6C3DC9}"/>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5DC8F5B0-13CA-00B7-595C-FD0267E40633}"/>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37A29E5A-04F8-C8EA-5A3A-F1253B5DBB10}"/>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D01BFAED-B00A-C6D2-66AD-43BB01307DC8}"/>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2D15E274-4B9B-3AF2-AD5A-1235FF16A230}"/>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2DF4610A-5CC0-D6D6-247D-BDBBE94DB35C}"/>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04BCC232-BD3C-5524-3B56-72EEB1D61B67}"/>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037611C4-0B9F-08ED-6B60-9820F8945B08}"/>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A22FDC8A-BC28-0098-B0B0-7707F6AAC890}"/>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13" name="TextBox 12">
            <a:extLst>
              <a:ext uri="{FF2B5EF4-FFF2-40B4-BE49-F238E27FC236}">
                <a16:creationId xmlns:a16="http://schemas.microsoft.com/office/drawing/2014/main" id="{9A02266C-B028-07B8-F5DF-AD19A2E59416}"/>
              </a:ext>
            </a:extLst>
          </p:cNvPr>
          <p:cNvSpPr txBox="1"/>
          <p:nvPr/>
        </p:nvSpPr>
        <p:spPr>
          <a:xfrm>
            <a:off x="5147734" y="1402877"/>
            <a:ext cx="570089" cy="230832"/>
          </a:xfrm>
          <a:prstGeom prst="rect">
            <a:avLst/>
          </a:prstGeom>
          <a:noFill/>
        </p:spPr>
        <p:txBody>
          <a:bodyPr wrap="square" rtlCol="0">
            <a:spAutoFit/>
          </a:bodyPr>
          <a:lstStyle/>
          <a:p>
            <a:pPr algn="ctr"/>
            <a:r>
              <a:rPr lang="en-US" sz="900" dirty="0"/>
              <a:t>68</a:t>
            </a:r>
          </a:p>
        </p:txBody>
      </p:sp>
      <p:sp>
        <p:nvSpPr>
          <p:cNvPr id="25" name="TextBox 24">
            <a:extLst>
              <a:ext uri="{FF2B5EF4-FFF2-40B4-BE49-F238E27FC236}">
                <a16:creationId xmlns:a16="http://schemas.microsoft.com/office/drawing/2014/main" id="{5DCCF84D-1C48-443F-6862-3CDD5BC7751E}"/>
              </a:ext>
            </a:extLst>
          </p:cNvPr>
          <p:cNvSpPr txBox="1"/>
          <p:nvPr/>
        </p:nvSpPr>
        <p:spPr>
          <a:xfrm>
            <a:off x="5650090" y="1402877"/>
            <a:ext cx="570089" cy="230832"/>
          </a:xfrm>
          <a:prstGeom prst="rect">
            <a:avLst/>
          </a:prstGeom>
          <a:noFill/>
        </p:spPr>
        <p:txBody>
          <a:bodyPr wrap="square" rtlCol="0">
            <a:spAutoFit/>
          </a:bodyPr>
          <a:lstStyle/>
          <a:p>
            <a:pPr algn="ctr"/>
            <a:r>
              <a:rPr lang="en-US" sz="900" dirty="0"/>
              <a:t>86</a:t>
            </a:r>
          </a:p>
        </p:txBody>
      </p:sp>
      <p:sp>
        <p:nvSpPr>
          <p:cNvPr id="26" name="TextBox 25">
            <a:extLst>
              <a:ext uri="{FF2B5EF4-FFF2-40B4-BE49-F238E27FC236}">
                <a16:creationId xmlns:a16="http://schemas.microsoft.com/office/drawing/2014/main" id="{F367A997-D6BD-D930-81EE-49C1FF5E605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788B8673-F440-38D2-922E-39704434485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E1D1B00D-F410-4B65-9F04-72DA56BEC8EC}"/>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553B42C-19E9-7ABB-3AA7-4F6B862D1529}"/>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E6AB5EEB-17B1-B374-41D7-47B01A202B6B}"/>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1932FB0C-64E1-99AC-20B1-642B83E7CC11}"/>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F4A5C55-FA95-6D29-F75F-EEFFD2BB1CA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42001C0-58FF-FFFD-0509-14F769DD896C}"/>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215382F4-2EA8-B1B3-ABE4-EA63457A50F9}"/>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3CEB3957-7C2D-3BAA-7992-30E0EC95FD21}"/>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99A19FAE-27C8-C989-86CA-6010C71C8EB1}"/>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58D68BE5-CA42-B46F-E850-C69B582E1005}"/>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1919BEC-DFAC-D83C-5841-65C0B41240F6}"/>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AD3228BE-7747-6E18-BB18-CE4DBD443BA9}"/>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12E2C60D-43FF-3A2B-D0D8-0894D3A11A1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4C1BA3CC-75FD-19E1-147A-26780DB74191}"/>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A89BFACE-40D6-04E1-115F-20B0C307BDAF}"/>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5F8D4206-9409-79E5-4E0A-4CCECCCDDC03}"/>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2F7DCF39-05A6-1ACD-25ED-3A0E3DDAE8BC}"/>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C8A5939-4AD4-1231-0B69-0B8AA759F40F}"/>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7198F9DB-0721-7E9B-2E53-5B7374FDEB5D}"/>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D7C0A03B-4CAE-96BE-B706-61A6C63E9D7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B769A925-3715-8100-A268-B3505EFC4D1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29F9DE14-AF58-2111-0EDA-58E4ED3D013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D4177E88-9D8C-3DF9-7D4E-22622385809C}"/>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1" name="TextBox 60">
            <a:extLst>
              <a:ext uri="{FF2B5EF4-FFF2-40B4-BE49-F238E27FC236}">
                <a16:creationId xmlns:a16="http://schemas.microsoft.com/office/drawing/2014/main" id="{DB313546-438D-AB78-AD1C-27210563F47C}"/>
              </a:ext>
            </a:extLst>
          </p:cNvPr>
          <p:cNvSpPr txBox="1"/>
          <p:nvPr/>
        </p:nvSpPr>
        <p:spPr>
          <a:xfrm>
            <a:off x="3138310" y="2905709"/>
            <a:ext cx="570089" cy="230832"/>
          </a:xfrm>
          <a:prstGeom prst="rect">
            <a:avLst/>
          </a:prstGeom>
          <a:noFill/>
        </p:spPr>
        <p:txBody>
          <a:bodyPr wrap="square" rtlCol="0">
            <a:spAutoFit/>
          </a:bodyPr>
          <a:lstStyle/>
          <a:p>
            <a:pPr algn="ctr"/>
            <a:r>
              <a:rPr lang="en-US" sz="900" dirty="0"/>
              <a:t>86</a:t>
            </a:r>
          </a:p>
        </p:txBody>
      </p:sp>
      <p:sp>
        <p:nvSpPr>
          <p:cNvPr id="64" name="TextBox 63">
            <a:extLst>
              <a:ext uri="{FF2B5EF4-FFF2-40B4-BE49-F238E27FC236}">
                <a16:creationId xmlns:a16="http://schemas.microsoft.com/office/drawing/2014/main" id="{63FD6297-DA31-2AC4-1FE9-FD5C77E88407}"/>
              </a:ext>
            </a:extLst>
          </p:cNvPr>
          <p:cNvSpPr txBox="1"/>
          <p:nvPr/>
        </p:nvSpPr>
        <p:spPr>
          <a:xfrm>
            <a:off x="3138310" y="3406653"/>
            <a:ext cx="570089" cy="230832"/>
          </a:xfrm>
          <a:prstGeom prst="rect">
            <a:avLst/>
          </a:prstGeom>
          <a:noFill/>
        </p:spPr>
        <p:txBody>
          <a:bodyPr wrap="square" rtlCol="0">
            <a:spAutoFit/>
          </a:bodyPr>
          <a:lstStyle/>
          <a:p>
            <a:pPr algn="ctr"/>
            <a:r>
              <a:rPr lang="en-US" sz="900" dirty="0"/>
              <a:t>68</a:t>
            </a:r>
          </a:p>
        </p:txBody>
      </p:sp>
      <p:sp>
        <p:nvSpPr>
          <p:cNvPr id="65" name="TextBox 64">
            <a:extLst>
              <a:ext uri="{FF2B5EF4-FFF2-40B4-BE49-F238E27FC236}">
                <a16:creationId xmlns:a16="http://schemas.microsoft.com/office/drawing/2014/main" id="{5A0EA227-5777-A5A8-41FB-6C9333D16B42}"/>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ED6566BE-68D4-73D6-34B7-2D39B3516F48}"/>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11D265B5-292B-44C4-49AF-1705970DB8D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B8B49C91-8C9B-9452-FBF6-6EBA734D830C}"/>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1930A01-4616-574F-E94B-9C63887C55FD}"/>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23" name="TextBox 22">
            <a:extLst>
              <a:ext uri="{FF2B5EF4-FFF2-40B4-BE49-F238E27FC236}">
                <a16:creationId xmlns:a16="http://schemas.microsoft.com/office/drawing/2014/main" id="{DEBC7C1C-8699-CA77-6419-B5EC86A72679}"/>
              </a:ext>
            </a:extLst>
          </p:cNvPr>
          <p:cNvSpPr txBox="1"/>
          <p:nvPr/>
        </p:nvSpPr>
        <p:spPr>
          <a:xfrm>
            <a:off x="5650090" y="2905709"/>
            <a:ext cx="570089" cy="230832"/>
          </a:xfrm>
          <a:prstGeom prst="rect">
            <a:avLst/>
          </a:prstGeom>
          <a:noFill/>
        </p:spPr>
        <p:txBody>
          <a:bodyPr wrap="square" rtlCol="0">
            <a:spAutoFit/>
          </a:bodyPr>
          <a:lstStyle/>
          <a:p>
            <a:pPr algn="ctr"/>
            <a:r>
              <a:rPr lang="en-US" sz="900" dirty="0"/>
              <a:t>68</a:t>
            </a:r>
          </a:p>
        </p:txBody>
      </p:sp>
      <p:sp>
        <p:nvSpPr>
          <p:cNvPr id="69" name="TextBox 68">
            <a:extLst>
              <a:ext uri="{FF2B5EF4-FFF2-40B4-BE49-F238E27FC236}">
                <a16:creationId xmlns:a16="http://schemas.microsoft.com/office/drawing/2014/main" id="{6B536707-9DE0-58F5-EDC3-C1DB0BB9E3AD}"/>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67516BF9-531C-F44F-F1D0-616BB47CF600}"/>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2E9082AA-8FCD-9AEF-2460-C3D976BD8F09}"/>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33E585C3-8AC6-39C8-BADF-4BBF77A0F7ED}"/>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6" name="TextBox 75">
            <a:extLst>
              <a:ext uri="{FF2B5EF4-FFF2-40B4-BE49-F238E27FC236}">
                <a16:creationId xmlns:a16="http://schemas.microsoft.com/office/drawing/2014/main" id="{5588B8F2-1CB0-5C48-1025-F9C26046CF20}"/>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77" name="TextBox 76">
            <a:extLst>
              <a:ext uri="{FF2B5EF4-FFF2-40B4-BE49-F238E27FC236}">
                <a16:creationId xmlns:a16="http://schemas.microsoft.com/office/drawing/2014/main" id="{595E137E-1D85-81FB-61A8-591DE0E612C8}"/>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79" name="TextBox 78">
            <a:extLst>
              <a:ext uri="{FF2B5EF4-FFF2-40B4-BE49-F238E27FC236}">
                <a16:creationId xmlns:a16="http://schemas.microsoft.com/office/drawing/2014/main" id="{7A7E9652-7940-899B-0460-941CFF4644D0}"/>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AECDA13F-FC88-4905-7C15-D2A090F0BF09}"/>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D21313DE-D620-A7FE-EA25-D4D3916901FF}"/>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4C0A6500-01D7-39F4-602C-64CE324847F6}"/>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AE2017D5-64E3-1D5C-A0C2-78C7C7B069C0}"/>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79820BC8-7A2B-2333-2CB4-7168581CE04B}"/>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65EC9D81-9849-5039-251F-3759C31523BA}"/>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C1E2BA47-CC69-9AC2-3C14-04D6AA6F1827}"/>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D95237DC-034F-6690-DB81-7FA590050E29}"/>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10430074-DCDD-E082-AFF7-18465C093B59}"/>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B2F14CF8-2515-0599-9989-E94DC76B2A07}"/>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21FAD2F9-D632-3D56-5245-2D7E2B564D8D}"/>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7F43BDA9-DEC7-B2C2-800B-37FD56FB502A}"/>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A7B10CF8-F7C6-3556-F2CC-46E1EDB301B3}"/>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0DB42288-1568-76D3-4102-E3F6E9A467F9}"/>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9A8293AA-BE39-5EE8-1307-DF8398996E61}"/>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4BDA4A46-C273-8182-A690-2B2D27677FF7}"/>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EC4263D0-CB17-657D-F731-0B30A6D7926F}"/>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886463B3-BA84-A29E-773D-66A6B71C8577}"/>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4231F621-429A-EA23-C7BC-F2F72E9B6492}"/>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8" name="TextBox 7">
            <a:extLst>
              <a:ext uri="{FF2B5EF4-FFF2-40B4-BE49-F238E27FC236}">
                <a16:creationId xmlns:a16="http://schemas.microsoft.com/office/drawing/2014/main" id="{E109BE84-B487-8D38-AE03-C89367F6153F}"/>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68" name="TextBox 67">
            <a:extLst>
              <a:ext uri="{FF2B5EF4-FFF2-40B4-BE49-F238E27FC236}">
                <a16:creationId xmlns:a16="http://schemas.microsoft.com/office/drawing/2014/main" id="{1835DFA6-6F8A-3E02-56A8-4A442264C357}"/>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74" name="TextBox 73">
            <a:extLst>
              <a:ext uri="{FF2B5EF4-FFF2-40B4-BE49-F238E27FC236}">
                <a16:creationId xmlns:a16="http://schemas.microsoft.com/office/drawing/2014/main" id="{E183D9A4-85A4-FE32-8A18-49EC4F060D41}"/>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1026180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AFB27-0818-83C0-9231-27438FF7703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CCD2FF0-2500-4A60-FEB3-9D66B4252794}"/>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37B85464-C376-DC99-4B2F-DEFA7D5D459F}"/>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7D78FCB7-D30F-1CAA-C556-A5342406AA9E}"/>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DF5D5B4A-7012-8F0B-E4E8-FD8BE3BF855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B8A3023C-2525-39FF-9F1A-4C754F1D1EB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6D7EBDAB-ED84-2009-E125-3B5422D803FA}"/>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5D5B7F3F-E552-73EE-49F4-B86D012CC065}"/>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F35572E3-8559-E2C5-1971-2616A01CD63A}"/>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B8B4F7C6-65A0-0406-37BC-B0CB32586C39}"/>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C4FBB305-87CE-4AF2-43B4-6FD35FEA559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75F119A3-3915-CBCD-DFFB-0B0745E68F99}"/>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C553AF53-DABE-B80B-0435-FA645F3C18FF}"/>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66B0BD4D-B179-F75A-CFAA-9C430EAEF0B2}"/>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6259203D-B683-DA28-5062-F97715B32F3D}"/>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F5A4B2E-40C9-7D96-36B4-93AF495A42F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A6CA3CD6-C7A8-8CF3-DC3A-90563019DDD4}"/>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9401592C-B73F-17C4-DC90-0FBA64929689}"/>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31B8FC5E-C8C2-8F91-901E-D7441532BE27}"/>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031FA4DB-CC84-744F-1A91-779B4631B55B}"/>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470EEEFF-539E-E9B5-531E-0150257384A6}"/>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96C6E4BD-0705-017B-0002-D739E37E7483}"/>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E283893-4F50-9358-EF6F-DBE69D3689FE}"/>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BFE9527-6425-9484-E5F0-E6B9765D4DAE}"/>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87771241-E2AF-EDD2-1493-F4E91BD43C57}"/>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E34C341F-C89B-924F-6650-E2627D37622B}"/>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7B40B5DB-87A3-7613-A52E-A0A59B9B072B}"/>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3696B16-C275-CCBB-6F7B-44781067FA27}"/>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DC700CF0-061A-779B-CB76-25A8DD6C1127}"/>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E2B935A-6757-1C9B-74A6-83486C8C6E2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D1A732F7-89D2-BE7B-6566-82D613824CD2}"/>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8FD75893-2168-53ED-2011-5D34B5F82CF3}"/>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E6C79E24-BAF4-8D65-70B4-1CB61CE538AB}"/>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E686E98-843E-F19F-7092-43D54DEB170F}"/>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560330A6-6626-1B25-0DD5-FF093D269AC7}"/>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3090675F-92D4-D0A4-D06D-88D5207AC528}"/>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52527FF6-B73D-1B8E-A2E1-133A8266B9F7}"/>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8FAEDB5C-28A0-C9AB-4181-F62B9DCB30AC}"/>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92CA51FB-7B6F-F19E-EE90-3EB801A7154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73318F2C-76BD-F87A-8BB7-BC557817D4EB}"/>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1C9737B-3F2C-E579-6E78-FF1A481AA0F5}"/>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EE6D5976-2B6D-A0F7-59C4-A40156DE962D}"/>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596521E3-EE71-A2FA-6815-B5A849059EDE}"/>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BD8C4B0E-C515-4D87-5769-93B104E4DD98}"/>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15744EF5-DF60-9414-0E4E-3CC4EF5C763C}"/>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AE6D57FF-038D-6B02-7F50-84D73F4D6F3E}"/>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E8BAB301-6EAA-AC49-7DEE-30A04C01E1D8}"/>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A3FE5A43-AFAF-E69B-AF02-7A7FC10A9E4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4471A6EF-BA04-97A3-73DB-13F526F0F861}"/>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790C3485-1D0F-84CC-AD0D-CFE6CA557216}"/>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1E790FB7-9C2D-EE26-82B1-0BB467FBA29E}"/>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6" name="TextBox 75">
            <a:extLst>
              <a:ext uri="{FF2B5EF4-FFF2-40B4-BE49-F238E27FC236}">
                <a16:creationId xmlns:a16="http://schemas.microsoft.com/office/drawing/2014/main" id="{ED7A215E-7B28-1E17-F3A7-D4CA1E7F1021}"/>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77" name="TextBox 76">
            <a:extLst>
              <a:ext uri="{FF2B5EF4-FFF2-40B4-BE49-F238E27FC236}">
                <a16:creationId xmlns:a16="http://schemas.microsoft.com/office/drawing/2014/main" id="{679FCEB5-61C6-3A9C-6731-E4137DB4BE9B}"/>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79" name="TextBox 78">
            <a:extLst>
              <a:ext uri="{FF2B5EF4-FFF2-40B4-BE49-F238E27FC236}">
                <a16:creationId xmlns:a16="http://schemas.microsoft.com/office/drawing/2014/main" id="{58C44894-AD4A-C07C-E41C-85EA07022EBD}"/>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272BB99F-8691-C6EE-5E8B-9EB0F3FCB0CF}"/>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9FCC4EA4-8C76-F506-4706-3F4E5564B002}"/>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ABDF1A77-A19A-01C2-4FE9-BA4AD89D8A8B}"/>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CF26A40A-FCF2-C68F-FB5A-C5514FDC3EE4}"/>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1C5A9FD6-35E1-A3E5-5C2B-1D35C00A407C}"/>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390DEF6C-2E94-0A27-4D38-E19F63DE6CA8}"/>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2D1E34FB-FC77-F60F-C81A-375C365E2350}"/>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1A6B0923-43E0-D281-FD0C-804080AB120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EF32313C-934D-E8D5-FD5F-E40EED237075}"/>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B1F901DE-DF87-E745-CE79-868525275163}"/>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8D08C5E8-B988-6FEB-7F66-9B20B06148FD}"/>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733C292F-C932-E6BF-F85D-7FE4C4746D41}"/>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4C7174A8-7C6E-30C8-09AA-5A890BA5F566}"/>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5756BB48-9C2E-087A-3C52-55CD09083042}"/>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B231374D-37B4-FF51-15E5-2117525D08B4}"/>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27589572-DAD8-8F04-4608-3211FF52567E}"/>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40839CFD-061A-9B88-9649-09D1FA6B4B5C}"/>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E3661F1E-2C11-A743-6B49-B931A1420AA8}"/>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B06760BC-49E5-661D-663D-42C2EF4C08C9}"/>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5E70F5E1-CB7A-5E3C-671F-8FD2EE50362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4FF65D83-38EB-E905-B35C-8F79C5CC2294}"/>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0C78F584-025C-63E1-25CB-9DE0B28C8E7A}"/>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2F64BB4A-45BE-BF5B-BBD1-17FA95FF225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05CD90B7-C5D3-5414-2F53-A2E3D885F1F8}"/>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59E2E6BE-D1C0-4EF1-BDEB-B46E799CB316}"/>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13" name="TextBox 12">
            <a:extLst>
              <a:ext uri="{FF2B5EF4-FFF2-40B4-BE49-F238E27FC236}">
                <a16:creationId xmlns:a16="http://schemas.microsoft.com/office/drawing/2014/main" id="{F3D86642-1D2B-A51F-7105-BB7DF379A467}"/>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23" name="TextBox 22">
            <a:extLst>
              <a:ext uri="{FF2B5EF4-FFF2-40B4-BE49-F238E27FC236}">
                <a16:creationId xmlns:a16="http://schemas.microsoft.com/office/drawing/2014/main" id="{D8114FD4-197B-43AB-3F3C-E673730DFF22}"/>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34465970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159C5-42B5-1273-7189-74137AF19E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19E814-8BA1-6465-C212-1B6D9EB0ABA3}"/>
              </a:ext>
            </a:extLst>
          </p:cNvPr>
          <p:cNvSpPr>
            <a:spLocks noGrp="1"/>
          </p:cNvSpPr>
          <p:nvPr>
            <p:ph sz="half" idx="1"/>
          </p:nvPr>
        </p:nvSpPr>
        <p:spPr/>
        <p:txBody>
          <a:bodyPr>
            <a:normAutofit/>
          </a:bodyPr>
          <a:lstStyle/>
          <a:p>
            <a:r>
              <a:rPr lang="en-US" dirty="0"/>
              <a:t>In Row 7, the remaining digits (59) fits in only one way.</a:t>
            </a:r>
          </a:p>
        </p:txBody>
      </p:sp>
      <p:pic>
        <p:nvPicPr>
          <p:cNvPr id="4" name="Picture 3" descr="A grid of sudoku puzzle&#10;&#10;Description automatically generated">
            <a:extLst>
              <a:ext uri="{FF2B5EF4-FFF2-40B4-BE49-F238E27FC236}">
                <a16:creationId xmlns:a16="http://schemas.microsoft.com/office/drawing/2014/main" id="{9D101C42-2186-026F-4267-3AF346227AA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FB4F2E07-C796-9294-A166-5FB7C0257CE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2012E007-FA5B-0BEA-17AD-DCB59C09E250}"/>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14DD545-DA54-965A-727E-E8A5C727DD9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D445DF95-8D3C-9FBF-8935-22CF05CEE409}"/>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B8C139ED-5D2A-2F1F-1CBA-644D3E44908E}"/>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0C9A4EBE-3F7D-D463-B124-0FB895E68FCB}"/>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65F0FFF3-A7A9-DEFC-83B9-F9099B5BC628}"/>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8F93DE59-6079-375B-A17F-310DEE5CF3AB}"/>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17B6CBEF-0948-B30B-6EB9-4BBC2858AF38}"/>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C202B46B-0969-6EAD-D185-28843F9DBC3C}"/>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C99BD153-97D3-361F-D735-BA3B63E67DA4}"/>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825EADD-01C1-7515-2050-2B8D7BC39C16}"/>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E804FF13-B795-38D8-A95D-37203FC94F97}"/>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414DB6A7-E2B3-1118-63F0-BDB9513B3634}"/>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66FCA18F-6C87-67C7-D898-754AB00E0A6B}"/>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42D23266-B235-2837-8F55-3FF3866C40FC}"/>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5396261B-888F-528F-A925-202842B9116B}"/>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3392DF26-B785-C3DE-7B19-DE7688F5583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12119F7-CB9B-B875-7486-112838CEA255}"/>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E8C8A094-5F60-B3AA-21D1-42A52CE137B6}"/>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AFF83C22-0AB8-0ADE-3DEB-96663C205079}"/>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A35155BF-DC2B-5F4A-9681-318C8EA73759}"/>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3FC7155B-B8CA-F74B-AE51-30C51423129F}"/>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EE7F577A-27F9-4055-D937-921B329F2B16}"/>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BE76B5FD-3147-58B7-AECB-1F2504942EB9}"/>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31A534A9-F617-D6FC-2EDA-AB3C78BEF1BB}"/>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4D73FF51-8AC6-85E7-41B9-059734449E58}"/>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2D71353B-BE4F-4C29-FC6E-24E5AE69B733}"/>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437CBE9-2A85-6E82-1B56-83C9F05B519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E36A8ED7-8EE8-8968-05D9-6E4AD62A6A04}"/>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33D780D4-AA4A-59D4-7994-6D56209027AD}"/>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9315FCBD-0003-D318-971A-59852D36102F}"/>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8C5DC662-19D4-843F-99FE-6435D04DCBE5}"/>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0410038B-0006-DCBB-71F3-1E8155DE2FD9}"/>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17216D1E-1CAD-B6B9-B36F-7B9CC22E1ED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333FAAF9-BB3F-9608-D6DA-63C3643A89DC}"/>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44B8131E-FFB8-BE37-5BA0-D7C58D3ADD56}"/>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8A78A2E5-69DF-119B-C71F-B46B4D8DAC6B}"/>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1238679E-DB1C-37F9-D8A4-1AD32523FE01}"/>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E0F83E97-7E53-EC1F-C22B-9DBB77251D8A}"/>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B5FF0F53-8459-E1B6-7377-DF5D85D30D0A}"/>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9A006DC4-C7A4-2463-8152-6B40AE4F7B34}"/>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31C1631A-C90B-D6A4-2CBC-963206AC442E}"/>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1CD6B997-0B53-8D38-B059-50CC4C1E6393}"/>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0F267CDE-D016-0728-373F-C6C6DB8A487C}"/>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2F31C5A3-F54F-7506-B731-BD16A9773AC9}"/>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3B737304-1BAA-E6A8-6879-3D04D8664CC9}"/>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168E56F8-7E01-6EF9-24C7-91AD4FB269F6}"/>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6" name="TextBox 75">
            <a:extLst>
              <a:ext uri="{FF2B5EF4-FFF2-40B4-BE49-F238E27FC236}">
                <a16:creationId xmlns:a16="http://schemas.microsoft.com/office/drawing/2014/main" id="{A3BBA62C-A41C-1680-96BE-1D0B0699B204}"/>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77" name="TextBox 76">
            <a:extLst>
              <a:ext uri="{FF2B5EF4-FFF2-40B4-BE49-F238E27FC236}">
                <a16:creationId xmlns:a16="http://schemas.microsoft.com/office/drawing/2014/main" id="{0B601F16-AFD6-1066-4FF7-B8D8F6C5BBDB}"/>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79" name="TextBox 78">
            <a:extLst>
              <a:ext uri="{FF2B5EF4-FFF2-40B4-BE49-F238E27FC236}">
                <a16:creationId xmlns:a16="http://schemas.microsoft.com/office/drawing/2014/main" id="{DCA91271-8891-7873-37CC-AD97735E35A6}"/>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608EDFA9-1B8A-04E2-7D7D-27263B5DBBE2}"/>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DD0D2272-0489-05A5-B88C-CA18971D889E}"/>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55226E69-08A4-2893-3EC3-96F42FE7328E}"/>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A76A3A9D-38D4-7789-5BD0-BB4BBBFEFEF2}"/>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B8968F36-84C8-C1F2-3356-1F9AF35AB649}"/>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8FC1FA15-51D1-41CE-AB14-A52137F006E0}"/>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D49CFDE3-87FD-A72D-379A-498141028E33}"/>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B7C91BDC-369C-F164-CABF-3AD287BA6B74}"/>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64DDFBCB-067C-E7F6-8FFA-E31CB216A6DD}"/>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3C4644D6-6250-6BD2-E825-EB6E4F281A7B}"/>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1FCE0D4A-C633-E6CE-938F-7969C8B3DFAF}"/>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B7565B63-FB92-5C7D-080A-62DFC1CC27DD}"/>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6ED9D66A-CBE2-5F63-6EEA-6940A4CC51C2}"/>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CCFA3C9F-56EC-DD48-E17E-5AC4C9CF493F}"/>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BB85FEEB-7C99-B420-2B86-E8928E0B0256}"/>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757020B8-4ACC-4FEA-77AA-2FD27FE8518D}"/>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CEEF761C-6442-DED7-BD84-7DFD69D9D9F8}"/>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6EE4F6D-A7B5-46DA-2D3F-625910DC5ADB}"/>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F76A1B85-3B7B-0993-B324-8FD93D28F714}"/>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04B044BB-7DA1-A5C7-AEED-E7F47311BD9B}"/>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E41485C6-F666-5103-4849-C3D33DF2B2F8}"/>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17391A65-C734-969C-6754-FEA541F56052}"/>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38DBBA6B-D030-B40D-70D5-7A4E08A942A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EB6D16A4-16BB-25C1-533B-67240234F7D8}"/>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3E0AEBA1-BF14-40C9-1C97-9DEB82BDB69B}"/>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C9102FE5-DACE-5BAD-AB62-2BCEB18B2852}"/>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9D57CFEA-D90C-1CE8-65CE-AF922BCB0974}"/>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25" name="TextBox 24">
            <a:extLst>
              <a:ext uri="{FF2B5EF4-FFF2-40B4-BE49-F238E27FC236}">
                <a16:creationId xmlns:a16="http://schemas.microsoft.com/office/drawing/2014/main" id="{425A174B-158C-0F3D-4551-D7D5AAE03553}"/>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61" name="TextBox 60">
            <a:extLst>
              <a:ext uri="{FF2B5EF4-FFF2-40B4-BE49-F238E27FC236}">
                <a16:creationId xmlns:a16="http://schemas.microsoft.com/office/drawing/2014/main" id="{34C6AA55-8263-CE41-42FE-F31B19032C32}"/>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422840490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6DE8EF-BDD2-2EEA-0FBF-E267C111834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C1CA49D-207B-84E9-5F15-0E75A5CF244A}"/>
              </a:ext>
            </a:extLst>
          </p:cNvPr>
          <p:cNvSpPr>
            <a:spLocks noGrp="1"/>
          </p:cNvSpPr>
          <p:nvPr>
            <p:ph sz="half" idx="1"/>
          </p:nvPr>
        </p:nvSpPr>
        <p:spPr/>
        <p:txBody>
          <a:bodyPr>
            <a:normAutofit/>
          </a:bodyPr>
          <a:lstStyle/>
          <a:p>
            <a:r>
              <a:rPr lang="en-US" dirty="0"/>
              <a:t>Last possible 4 in bottom center block.</a:t>
            </a:r>
          </a:p>
        </p:txBody>
      </p:sp>
      <p:pic>
        <p:nvPicPr>
          <p:cNvPr id="4" name="Picture 3" descr="A grid of sudoku puzzle&#10;&#10;Description automatically generated">
            <a:extLst>
              <a:ext uri="{FF2B5EF4-FFF2-40B4-BE49-F238E27FC236}">
                <a16:creationId xmlns:a16="http://schemas.microsoft.com/office/drawing/2014/main" id="{DF576244-1914-5982-EA0F-FA88DACE93B0}"/>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23471F3D-B8B8-D5CB-FEE4-AA3D37F9E529}"/>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123DF590-8BA4-6A28-EDE3-30A02FFC4AC2}"/>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4142FBA4-C87F-27DF-85C5-3D490DF7A153}"/>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ECDDBD4-09FF-EDC5-ABE6-4FA51E6D2624}"/>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A737760A-4DF2-3458-B3F6-EC45477E50CD}"/>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04306AC7-2A39-3B91-4D0A-60F09B5D7CFC}"/>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0D5E16C5-D9C1-F54D-2CA3-A85B6290FCA8}"/>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34A24850-3709-C71C-8A44-F00A3E6EB08E}"/>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CAA08A02-3B11-678C-1964-34A4B58DCBA1}"/>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C56403BF-A8C7-AFE3-1F6F-A2373BB6F808}"/>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0E083CD7-9D7A-4899-57A9-1F2E99278C9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FE9594D8-D1FB-B0CC-6957-780091435EE4}"/>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5DB25156-EE70-E97A-3A56-AE42B34C1815}"/>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501C83B3-1059-1170-92E6-656CBC2272C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650255AF-468B-3539-1B4C-7E1808F29776}"/>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8F3B448-0643-08AB-16B0-EE7673B100D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580F88B-F69B-3752-1EF7-001501FE23A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DBB559C2-5C0B-C54A-C49F-E985766BD94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A265664-7E6E-96F5-10DF-611F42A41971}"/>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9A08986A-512C-898C-38A3-51C36523DD78}"/>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CDDA96D7-63BC-5536-D43A-317020068FAC}"/>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9A4F56BB-9492-3712-6D0F-BD99847C9253}"/>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5485CCDF-12EC-A411-2745-6AEE87085300}"/>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87FCD8CB-98E1-4B4B-1F6D-0CF1F66D5EB0}"/>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A33222D-2A65-E7A3-59FF-03D411838F1A}"/>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B8CFDCFF-46EB-6C76-5257-A0E0FCFA946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23AE840-3182-FCBE-30C0-0E5A7A30D365}"/>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2DBD2C5E-8225-FCA4-7F25-18AF5D80C84B}"/>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44C572A8-C13A-19DB-7230-05CFF7E5E33C}"/>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D0083D2E-AE03-E5CA-137B-3ADEC2EF5D0B}"/>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103B21F2-4BEB-B7B7-42F6-BF9A7DE7C641}"/>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CE111EC4-520D-2B59-7A88-0AF6411AF61C}"/>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E645D2DC-666D-2403-5DB6-34B10F50601F}"/>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E608F42E-5354-12C7-E647-730B05CF699B}"/>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3B5B8F17-A5DB-4D73-B275-33D2F50288E9}"/>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46261B81-E3E5-D60D-9248-F45510E9E82E}"/>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2AC28D7C-F2EC-6F67-F2A1-4B672CFCEBD3}"/>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2083D47-C5DB-4CA7-C45F-4209D18AB90C}"/>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048DD4F7-6F73-5F35-3C92-42848445363A}"/>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28B2B709-9AD1-8DD5-71DC-690F96C96E59}"/>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2CEFD964-671C-056E-D0F8-4D38363892C6}"/>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0DFFE920-3BA4-2EFE-B688-B1911C3F4BBF}"/>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45F7357C-A54F-2110-1F76-875B3DE22960}"/>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B81B0C20-45E6-AF2F-2680-D538C0ECA701}"/>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791430A3-3A49-EE0B-0E82-E2F0BD6CEF5A}"/>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518B59D5-D1F9-0DA4-0283-252EDAF5BE78}"/>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4EFAAA0B-0B47-A24E-6A55-FB39AC18AC67}"/>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0F446682-C3CC-192E-DE84-A1BB2061AABA}"/>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6" name="TextBox 75">
            <a:extLst>
              <a:ext uri="{FF2B5EF4-FFF2-40B4-BE49-F238E27FC236}">
                <a16:creationId xmlns:a16="http://schemas.microsoft.com/office/drawing/2014/main" id="{ED162370-C7F6-9724-3416-348D154B785D}"/>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77" name="TextBox 76">
            <a:extLst>
              <a:ext uri="{FF2B5EF4-FFF2-40B4-BE49-F238E27FC236}">
                <a16:creationId xmlns:a16="http://schemas.microsoft.com/office/drawing/2014/main" id="{163B3C7B-BE16-42EE-5FAE-19E1CCF6BE0D}"/>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79" name="TextBox 78">
            <a:extLst>
              <a:ext uri="{FF2B5EF4-FFF2-40B4-BE49-F238E27FC236}">
                <a16:creationId xmlns:a16="http://schemas.microsoft.com/office/drawing/2014/main" id="{CC251319-03FB-2E0E-7FB3-4C514DF23405}"/>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46EE3828-CF12-6E6F-F503-376A244EE9CE}"/>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91B3E716-A3F0-5C07-C5F6-DA78439ADD6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74F60707-4606-B54F-89C4-D5A2B373DCDC}"/>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B95150A3-229C-9E04-2DA5-D33286E81C69}"/>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E89D90C3-A483-8DE1-8F6C-A81CB2FB21E4}"/>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633C066-6500-6981-F8EA-F448B61CB117}"/>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506F9783-6F81-2E65-6791-B78FD1B04012}"/>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7B073159-B81A-7C42-F54D-979B6B05E44A}"/>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0EA9DA7F-0445-FFCA-78E8-2774483258B9}"/>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AFDEF5A3-8206-4B05-F687-28A8086EB830}"/>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80E53F62-7927-DF46-ACFF-F00208872498}"/>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8ECFE00D-8004-5DB3-4FC1-BF1D3858E920}"/>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C82A7B25-3ED1-4B4A-8D79-A1DD1174E04E}"/>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4693A970-B3B4-ADB2-B11B-7FE89A2EBE7E}"/>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6C9AB2E9-7831-5846-A1F0-337EBECF32F6}"/>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5177E0DE-A1AD-2BB6-80B0-7526091D62E5}"/>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8758933E-05FE-BBD4-89D7-3D8C5332DE7B}"/>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7C01D241-ED07-5468-737B-17C0BD7AF9A7}"/>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48FB4600-5647-F3A9-C307-A69AAA429DB4}"/>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AEAF9E62-4563-8710-8FF5-09E6795F10BB}"/>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DAC02AF1-D3F4-8118-8DC3-682DF0967070}"/>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71681D8B-9AEB-3255-C8F3-A7A9B44D3F03}"/>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A66A1D39-37CA-FF50-7DA0-9079C89F683B}"/>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E98D6DF3-4FC3-C9B2-691D-95027C75B08C}"/>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A0F5A54C-8A46-1792-0A8D-1A58811B1D4B}"/>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31C2D625-76F7-345A-5548-AD4BF801241F}"/>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2F046003-DDC0-C665-E564-012010AC99AC}"/>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69F3FCC4-DB7D-F70E-5BF3-35CEC26367C7}"/>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61" name="TextBox 60">
            <a:extLst>
              <a:ext uri="{FF2B5EF4-FFF2-40B4-BE49-F238E27FC236}">
                <a16:creationId xmlns:a16="http://schemas.microsoft.com/office/drawing/2014/main" id="{0B50C066-732F-9ECA-0573-FF6BAD30863D}"/>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D8910F0A-3777-D7EE-B8C1-6CCFA74303F2}"/>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26681501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1DA869-68EF-5E8B-4B0D-2BB764544D0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838E2FC-AEDD-8B0E-D511-CE3E72BDFA26}"/>
              </a:ext>
            </a:extLst>
          </p:cNvPr>
          <p:cNvSpPr>
            <a:spLocks noGrp="1"/>
          </p:cNvSpPr>
          <p:nvPr>
            <p:ph sz="half" idx="1"/>
          </p:nvPr>
        </p:nvSpPr>
        <p:spPr/>
        <p:txBody>
          <a:bodyPr>
            <a:normAutofit/>
          </a:bodyPr>
          <a:lstStyle/>
          <a:p>
            <a:r>
              <a:rPr lang="en-US" dirty="0"/>
              <a:t>Complete [29 in 5].</a:t>
            </a:r>
          </a:p>
          <a:p>
            <a:r>
              <a:rPr lang="en-US" dirty="0"/>
              <a:t>Then complete bottom center block.</a:t>
            </a:r>
          </a:p>
        </p:txBody>
      </p:sp>
      <p:pic>
        <p:nvPicPr>
          <p:cNvPr id="4" name="Picture 3" descr="A grid of sudoku puzzle&#10;&#10;Description automatically generated">
            <a:extLst>
              <a:ext uri="{FF2B5EF4-FFF2-40B4-BE49-F238E27FC236}">
                <a16:creationId xmlns:a16="http://schemas.microsoft.com/office/drawing/2014/main" id="{17A6CC62-3020-3EFA-34B8-1054933A3DB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16AD2753-C752-A1CB-07C2-138D611C8332}"/>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CEC85A72-FEFC-5D4A-C18A-E96F8B8A084D}"/>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7134742D-8BE8-3C95-1504-85D5180B4AC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B2E3386C-67BE-F5FE-812B-8E69B702323C}"/>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5398E2F8-C01E-F696-23F2-43ABB7EDFBFA}"/>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54746F37-1854-D7A9-DECB-71C548C82828}"/>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CEE9F0C1-498E-AB69-A306-7ADFE4806C62}"/>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67EFF3C9-149B-9F6E-22E6-EADB2CAF2579}"/>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FD1F1310-70FC-079B-5BCF-21E8B40BB243}"/>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3476120A-6D4F-E53F-CBBA-509A7C037733}"/>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41D2F111-5783-55D2-DCCC-50944DC33468}"/>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A295030D-F5AB-F0D1-24D4-06EEA9C8FD8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C4E05F9B-B83C-A404-6F78-0ACA8B221DAB}"/>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FF87820E-29BF-5393-CA81-1D55BE0DF468}"/>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a:t>
            </a:r>
          </a:p>
        </p:txBody>
      </p:sp>
      <p:sp>
        <p:nvSpPr>
          <p:cNvPr id="26" name="TextBox 25">
            <a:extLst>
              <a:ext uri="{FF2B5EF4-FFF2-40B4-BE49-F238E27FC236}">
                <a16:creationId xmlns:a16="http://schemas.microsoft.com/office/drawing/2014/main" id="{A47345C5-DEC7-9C1F-BC50-6B76397579A8}"/>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1697E8FD-8314-1A2A-3880-29447065188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D38AC401-578F-BDA2-B4EC-6967E37D10A2}"/>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3ABA0B1-B372-C55E-2A0F-1E5342C6884F}"/>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C501FEF-80C9-30F5-FA7A-832FE110699F}"/>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54A344D2-7815-58C3-8998-8F56ABF8625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689EE7B0-BE3F-6ED9-7019-0691FB704FE9}"/>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F318ABC2-1189-76CD-8154-E2DCE67BA440}"/>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48C68B47-A702-F5E7-4D96-AE0449F96327}"/>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a:t>
            </a:r>
          </a:p>
        </p:txBody>
      </p:sp>
      <p:sp>
        <p:nvSpPr>
          <p:cNvPr id="37" name="TextBox 36">
            <a:extLst>
              <a:ext uri="{FF2B5EF4-FFF2-40B4-BE49-F238E27FC236}">
                <a16:creationId xmlns:a16="http://schemas.microsoft.com/office/drawing/2014/main" id="{2618355F-B567-BF0B-9455-E5CA6A82B8B3}"/>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a:t>
            </a:r>
          </a:p>
        </p:txBody>
      </p:sp>
      <p:sp>
        <p:nvSpPr>
          <p:cNvPr id="40" name="TextBox 39">
            <a:extLst>
              <a:ext uri="{FF2B5EF4-FFF2-40B4-BE49-F238E27FC236}">
                <a16:creationId xmlns:a16="http://schemas.microsoft.com/office/drawing/2014/main" id="{400D953F-A939-2F0A-FDCB-D8D6741BE1BF}"/>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EC2DD71D-E331-3D9D-9CD4-EFA6B136AF28}"/>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1414ED46-2540-D39A-8034-6186AA667659}"/>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E6AA3264-3AF6-B3DD-5413-8DA62DA2F3BA}"/>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8778160-5040-741A-B564-ADE2628E5DF5}"/>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D773C429-5F5C-D06C-4A2E-A6EDC2C7C41E}"/>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8D4B425C-1532-5E34-69B4-058C3FB616F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4DC55836-5B75-301A-D186-49292F78D0B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9E82E34-5B55-5256-E886-42A9A62A114A}"/>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7743B599-523A-C52B-2393-0D10D2512234}"/>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E197D691-CC00-C0A5-6ECF-3E543EEBB598}"/>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F28BAF59-C1EA-D9C0-1BEF-BEFE2F000C0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EAA043F1-5612-D623-8144-405928860866}"/>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EAB2040C-F6F9-4EE8-DF6B-BAA3AB6A0314}"/>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2907D00C-22F4-B7BD-ABE3-C5743F38DD52}"/>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D3F0B8F9-ECE2-85DC-5F0F-7E95FB902DBB}"/>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3ADE4A7C-7154-9AF9-4A52-5B086A403012}"/>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15CB7CEB-A6B8-7139-1160-295663D41CF9}"/>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CA7CFDC1-2E6E-DC37-290F-B76E499B11B5}"/>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E182A6CA-8F00-3308-F7B5-92C6988E157E}"/>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7B129103-7A1C-B063-F258-F8B9E79C8365}"/>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B0593F21-A135-52C6-27D1-7BEE3276E64C}"/>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2" name="TextBox 71">
            <a:extLst>
              <a:ext uri="{FF2B5EF4-FFF2-40B4-BE49-F238E27FC236}">
                <a16:creationId xmlns:a16="http://schemas.microsoft.com/office/drawing/2014/main" id="{6D204DAF-6FCF-13EB-FD53-043A93867962}"/>
              </a:ext>
            </a:extLst>
          </p:cNvPr>
          <p:cNvSpPr txBox="1"/>
          <p:nvPr/>
        </p:nvSpPr>
        <p:spPr>
          <a:xfrm>
            <a:off x="3138310" y="3907597"/>
            <a:ext cx="570089" cy="230832"/>
          </a:xfrm>
          <a:prstGeom prst="rect">
            <a:avLst/>
          </a:prstGeom>
          <a:noFill/>
        </p:spPr>
        <p:txBody>
          <a:bodyPr wrap="square" rtlCol="0">
            <a:spAutoFit/>
          </a:bodyPr>
          <a:lstStyle/>
          <a:p>
            <a:pPr algn="ctr"/>
            <a:r>
              <a:rPr lang="en-US" sz="900" dirty="0"/>
              <a:t>13</a:t>
            </a:r>
          </a:p>
        </p:txBody>
      </p:sp>
      <p:sp>
        <p:nvSpPr>
          <p:cNvPr id="73" name="TextBox 72">
            <a:extLst>
              <a:ext uri="{FF2B5EF4-FFF2-40B4-BE49-F238E27FC236}">
                <a16:creationId xmlns:a16="http://schemas.microsoft.com/office/drawing/2014/main" id="{F1990D3C-881D-E972-6266-4166B20F21D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6" name="TextBox 75">
            <a:extLst>
              <a:ext uri="{FF2B5EF4-FFF2-40B4-BE49-F238E27FC236}">
                <a16:creationId xmlns:a16="http://schemas.microsoft.com/office/drawing/2014/main" id="{4E77F68E-F07B-547E-2444-DAF4CB4C4662}"/>
              </a:ext>
            </a:extLst>
          </p:cNvPr>
          <p:cNvSpPr txBox="1"/>
          <p:nvPr/>
        </p:nvSpPr>
        <p:spPr>
          <a:xfrm>
            <a:off x="3640666" y="4909484"/>
            <a:ext cx="570089" cy="230832"/>
          </a:xfrm>
          <a:prstGeom prst="rect">
            <a:avLst/>
          </a:prstGeom>
          <a:noFill/>
        </p:spPr>
        <p:txBody>
          <a:bodyPr wrap="square" rtlCol="0">
            <a:spAutoFit/>
          </a:bodyPr>
          <a:lstStyle/>
          <a:p>
            <a:pPr algn="ctr"/>
            <a:r>
              <a:rPr lang="en-US" sz="900" dirty="0"/>
              <a:t>31</a:t>
            </a:r>
          </a:p>
        </p:txBody>
      </p:sp>
      <p:sp>
        <p:nvSpPr>
          <p:cNvPr id="77" name="TextBox 76">
            <a:extLst>
              <a:ext uri="{FF2B5EF4-FFF2-40B4-BE49-F238E27FC236}">
                <a16:creationId xmlns:a16="http://schemas.microsoft.com/office/drawing/2014/main" id="{26C9CCBB-BE52-1D51-C466-545DD0458EF7}"/>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79" name="TextBox 78">
            <a:extLst>
              <a:ext uri="{FF2B5EF4-FFF2-40B4-BE49-F238E27FC236}">
                <a16:creationId xmlns:a16="http://schemas.microsoft.com/office/drawing/2014/main" id="{5B7F1F89-8273-F3FA-3231-5CF43F956D02}"/>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8EC5C942-2644-7D65-4B6A-4802A897393D}"/>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EE66F4D9-38C9-4B1F-F0CD-C201D1B6EE37}"/>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46F82A95-F31E-22BA-6B49-AFB3BED47823}"/>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124F832F-D6BD-9E0A-7AA3-BB27EE4453F5}"/>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EDD209E3-3359-A8EB-25E9-4643B0BF524A}"/>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0E571AA8-A370-8A9F-266F-80384ED48273}"/>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C7905A2E-F627-0DAC-757B-03B9E260E06A}"/>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CBA59C9A-162C-2AF3-B9B8-66B1A845B29C}"/>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0E12E10E-7B1B-3312-2C0F-46D3D8107C91}"/>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15EFC2A5-01F1-7FD3-B83A-D2EF6EA3854C}"/>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BFABE4F9-2523-CF76-990C-D5181F31E75F}"/>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1FF967AA-8368-299D-1942-E7C8009536F9}"/>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4FA3A1A7-F486-7020-6E5F-A5BB658A4040}"/>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F9B2B32A-CA3F-08B5-111A-CBD517F36922}"/>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CE10A222-98E3-34B5-BDA0-4A6D77C41D1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8BCEE883-143B-DAD1-8F10-14C1D641559D}"/>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6B9CA1D4-F0B2-EBAB-A5CA-874DEF20F095}"/>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451F6CAC-21CB-2D61-4BA8-FEDEAC35D6BF}"/>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84A53104-F03C-480F-C396-68DC0C1A0086}"/>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DDE87797-D127-736B-7A57-B232BE51F097}"/>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947B35CB-0F7D-C0BF-D11D-FF411171C7DA}"/>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3FD88FB1-0CEB-6066-B672-1CB6295398EA}"/>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89FDE24B-9883-1CF9-1467-134DA02A2A98}"/>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64FD2361-1F3B-556E-4AA5-120F46993408}"/>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0F06BA83-B110-C4A4-BA08-FF41FED80619}"/>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189E1BA5-C337-1D79-7CE6-6B92DAD98D77}"/>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A84A5DBD-D0E9-1701-FAA5-678846198EA3}"/>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8324F000-5F76-32CF-61F0-BDB920075F0A}"/>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A7BABE82-ABA8-0767-8750-E65D1ED5F72F}"/>
              </a:ext>
            </a:extLst>
          </p:cNvPr>
          <p:cNvSpPr txBox="1"/>
          <p:nvPr/>
        </p:nvSpPr>
        <p:spPr>
          <a:xfrm>
            <a:off x="5650090" y="4408541"/>
            <a:ext cx="570089" cy="230832"/>
          </a:xfrm>
          <a:prstGeom prst="rect">
            <a:avLst/>
          </a:prstGeom>
          <a:noFill/>
        </p:spPr>
        <p:txBody>
          <a:bodyPr wrap="square" rtlCol="0">
            <a:spAutoFit/>
          </a:bodyPr>
          <a:lstStyle/>
          <a:p>
            <a:pPr algn="ctr"/>
            <a:r>
              <a:rPr lang="en-US" sz="900" dirty="0"/>
              <a:t>12</a:t>
            </a:r>
          </a:p>
        </p:txBody>
      </p:sp>
      <p:sp>
        <p:nvSpPr>
          <p:cNvPr id="64" name="TextBox 63">
            <a:extLst>
              <a:ext uri="{FF2B5EF4-FFF2-40B4-BE49-F238E27FC236}">
                <a16:creationId xmlns:a16="http://schemas.microsoft.com/office/drawing/2014/main" id="{BBC9294A-1AA7-2773-CFE7-8D120012611E}"/>
              </a:ext>
            </a:extLst>
          </p:cNvPr>
          <p:cNvSpPr txBox="1"/>
          <p:nvPr/>
        </p:nvSpPr>
        <p:spPr>
          <a:xfrm>
            <a:off x="5650090" y="4909484"/>
            <a:ext cx="570089" cy="230832"/>
          </a:xfrm>
          <a:prstGeom prst="rect">
            <a:avLst/>
          </a:prstGeom>
          <a:noFill/>
        </p:spPr>
        <p:txBody>
          <a:bodyPr wrap="square" rtlCol="0">
            <a:spAutoFit/>
          </a:bodyPr>
          <a:lstStyle/>
          <a:p>
            <a:pPr algn="ctr"/>
            <a:r>
              <a:rPr lang="en-US" sz="900" dirty="0"/>
              <a:t>21</a:t>
            </a:r>
          </a:p>
        </p:txBody>
      </p:sp>
      <p:sp>
        <p:nvSpPr>
          <p:cNvPr id="88" name="TextBox 87">
            <a:extLst>
              <a:ext uri="{FF2B5EF4-FFF2-40B4-BE49-F238E27FC236}">
                <a16:creationId xmlns:a16="http://schemas.microsoft.com/office/drawing/2014/main" id="{20622ADE-BC22-054B-10FB-89B0D557E8F0}"/>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89" name="TextBox 88">
            <a:extLst>
              <a:ext uri="{FF2B5EF4-FFF2-40B4-BE49-F238E27FC236}">
                <a16:creationId xmlns:a16="http://schemas.microsoft.com/office/drawing/2014/main" id="{738AEDFB-7F44-C7D3-37EB-4013DC5E67DC}"/>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90" name="TextBox 89">
            <a:extLst>
              <a:ext uri="{FF2B5EF4-FFF2-40B4-BE49-F238E27FC236}">
                <a16:creationId xmlns:a16="http://schemas.microsoft.com/office/drawing/2014/main" id="{0432DBDE-9FB2-D5E2-365D-84BCF00BE776}"/>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335661554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EE7BA8-C4ED-B3E1-CE33-A3B9D4EA24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DF19F4-F6BC-BD48-5AE7-8682D2059EA5}"/>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067CCB7B-CD71-319F-4C49-793634E67093}"/>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6F18DBA-66EE-0DA3-6F51-AF8A671A83C8}"/>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ED6A6A3E-E8E0-7154-5339-116796DBA8EA}"/>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DCB9210C-5FAF-7AA5-651B-2BDE2E8ADA87}"/>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232DC57A-0DE5-2EAD-9914-D5F5EE363D81}"/>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63840FDB-43C6-3B0D-665F-EE71C2A3D124}"/>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9E4E9376-40E2-C785-3000-C99759B6799F}"/>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6" name="TextBox 15">
            <a:extLst>
              <a:ext uri="{FF2B5EF4-FFF2-40B4-BE49-F238E27FC236}">
                <a16:creationId xmlns:a16="http://schemas.microsoft.com/office/drawing/2014/main" id="{0FD61F79-F6AF-79E2-FE9C-1C5F3C0C381C}"/>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a:t>
            </a:r>
          </a:p>
        </p:txBody>
      </p:sp>
      <p:sp>
        <p:nvSpPr>
          <p:cNvPr id="17" name="TextBox 16">
            <a:extLst>
              <a:ext uri="{FF2B5EF4-FFF2-40B4-BE49-F238E27FC236}">
                <a16:creationId xmlns:a16="http://schemas.microsoft.com/office/drawing/2014/main" id="{10B0B5E5-3E21-4984-A18C-3A7CF7FA64A7}"/>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a:t>
            </a:r>
          </a:p>
        </p:txBody>
      </p:sp>
      <p:sp>
        <p:nvSpPr>
          <p:cNvPr id="18" name="TextBox 17">
            <a:extLst>
              <a:ext uri="{FF2B5EF4-FFF2-40B4-BE49-F238E27FC236}">
                <a16:creationId xmlns:a16="http://schemas.microsoft.com/office/drawing/2014/main" id="{2E4ECD02-DC78-0B15-A225-8B121292909D}"/>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E60BE12A-858C-5BF4-A0AB-D2FE79EABCA9}"/>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88C41984-C4BB-6D80-7176-EE81A38E898C}"/>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1C74BA55-F652-3438-B8DD-0AD918EE4A12}"/>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2" name="TextBox 21">
            <a:extLst>
              <a:ext uri="{FF2B5EF4-FFF2-40B4-BE49-F238E27FC236}">
                <a16:creationId xmlns:a16="http://schemas.microsoft.com/office/drawing/2014/main" id="{5024B63F-F644-3FE8-395C-8FC38FB301E6}"/>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a:t>
            </a:r>
          </a:p>
        </p:txBody>
      </p:sp>
      <p:sp>
        <p:nvSpPr>
          <p:cNvPr id="24" name="TextBox 23">
            <a:extLst>
              <a:ext uri="{FF2B5EF4-FFF2-40B4-BE49-F238E27FC236}">
                <a16:creationId xmlns:a16="http://schemas.microsoft.com/office/drawing/2014/main" id="{256D2EB5-3FFD-2B51-D9F3-CA0ABB253313}"/>
              </a:ext>
            </a:extLst>
          </p:cNvPr>
          <p:cNvSpPr txBox="1"/>
          <p:nvPr/>
        </p:nvSpPr>
        <p:spPr>
          <a:xfrm>
            <a:off x="5147734" y="1903821"/>
            <a:ext cx="570089" cy="230832"/>
          </a:xfrm>
          <a:prstGeom prst="rect">
            <a:avLst/>
          </a:prstGeom>
          <a:noFill/>
        </p:spPr>
        <p:txBody>
          <a:bodyPr wrap="square" rtlCol="0">
            <a:spAutoFit/>
          </a:bodyPr>
          <a:lstStyle/>
          <a:p>
            <a:pPr algn="ctr"/>
            <a:r>
              <a:rPr lang="en-US" sz="900" dirty="0"/>
              <a:t>12</a:t>
            </a:r>
          </a:p>
        </p:txBody>
      </p:sp>
      <p:sp>
        <p:nvSpPr>
          <p:cNvPr id="26" name="TextBox 25">
            <a:extLst>
              <a:ext uri="{FF2B5EF4-FFF2-40B4-BE49-F238E27FC236}">
                <a16:creationId xmlns:a16="http://schemas.microsoft.com/office/drawing/2014/main" id="{691BCC8A-8A04-3E9C-6196-3D418209578C}"/>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7759D59E-3A45-BAED-6CD5-64052B769A6E}"/>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F9013670-EF07-E305-5E6E-42A72153E8A6}"/>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72E593DD-7941-FF30-B52C-46B97404588C}"/>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64EB0F6F-990B-34CC-AD43-88BD9E3772D9}"/>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F501B574-2E11-985C-A34D-7B2D5E5E76BD}"/>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64680BE3-EAB9-F2C7-9598-447956BF623F}"/>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F56C513-006B-257C-413E-53A2A1CB1C98}"/>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0A7F6371-8BDE-0F76-04DC-53DDF3772917}"/>
              </a:ext>
            </a:extLst>
          </p:cNvPr>
          <p:cNvSpPr txBox="1"/>
          <p:nvPr/>
        </p:nvSpPr>
        <p:spPr>
          <a:xfrm>
            <a:off x="5147734" y="2404765"/>
            <a:ext cx="570089" cy="230832"/>
          </a:xfrm>
          <a:prstGeom prst="rect">
            <a:avLst/>
          </a:prstGeom>
          <a:noFill/>
        </p:spPr>
        <p:txBody>
          <a:bodyPr wrap="square" rtlCol="0">
            <a:spAutoFit/>
          </a:bodyPr>
          <a:lstStyle/>
          <a:p>
            <a:pPr algn="ctr"/>
            <a:r>
              <a:rPr lang="en-US" sz="900" dirty="0"/>
              <a:t>21</a:t>
            </a:r>
          </a:p>
        </p:txBody>
      </p:sp>
      <p:sp>
        <p:nvSpPr>
          <p:cNvPr id="40" name="TextBox 39">
            <a:extLst>
              <a:ext uri="{FF2B5EF4-FFF2-40B4-BE49-F238E27FC236}">
                <a16:creationId xmlns:a16="http://schemas.microsoft.com/office/drawing/2014/main" id="{1DFFB5D8-DF1A-5A77-45F2-3F333EF7FC25}"/>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a:t>
            </a:r>
          </a:p>
        </p:txBody>
      </p:sp>
      <p:sp>
        <p:nvSpPr>
          <p:cNvPr id="45" name="TextBox 44">
            <a:extLst>
              <a:ext uri="{FF2B5EF4-FFF2-40B4-BE49-F238E27FC236}">
                <a16:creationId xmlns:a16="http://schemas.microsoft.com/office/drawing/2014/main" id="{10FF1141-15CC-2EAF-A23A-E4E099E09912}"/>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65CE36F9-D70C-31E8-2C6C-23BA6CBED7F7}"/>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6F5B076D-FED1-2D17-7F99-6EA52FB84D8B}"/>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5CD78002-25E6-C8C3-A401-40DD48E17F8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848304F0-52B1-A77A-B974-F04179FF7CA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5C9F5C52-82A2-933C-186F-6FDE4CF807B5}"/>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9B7EDC72-2E6F-7B5F-9833-604BB5381EFE}"/>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4F926E6C-C1C9-01D0-0633-7EC5A9845F66}"/>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037EE7F1-BD4B-2AF6-F75F-48F9689526DD}"/>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0CAE8BA4-F95F-E09F-AAB8-55E81A92638E}"/>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A84BC2ED-B58D-2049-F94D-F88A92C29C24}"/>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3C1D49C6-8C46-9AFD-192C-6D233A5AAACE}"/>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5297475-662A-D81F-76CC-CF2272375758}"/>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5D63A8D9-19F6-C099-AE62-490A76809168}"/>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C2B7CD89-E535-C3C3-B43C-4838B78E2685}"/>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405824C-2BDD-98FA-D4EE-B3CD38D10F75}"/>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5115D025-520A-2A92-7055-E81A2F1B604E}"/>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8F6B4D8E-470B-766B-C774-15F99457F0DD}"/>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2ABD64A4-C5CB-A263-0714-D3323C7338A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B9397FAD-F088-E769-5BB1-931A784F3BE6}"/>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CF86B9BA-183C-4332-51E2-A6F349E2F75C}"/>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E1B03996-93EA-20FF-2EA4-C9DBD5461BF5}"/>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77" name="TextBox 76">
            <a:extLst>
              <a:ext uri="{FF2B5EF4-FFF2-40B4-BE49-F238E27FC236}">
                <a16:creationId xmlns:a16="http://schemas.microsoft.com/office/drawing/2014/main" id="{24C69CB3-0A7B-0F1B-E36D-2B9A01BA7359}"/>
              </a:ext>
            </a:extLst>
          </p:cNvPr>
          <p:cNvSpPr txBox="1"/>
          <p:nvPr/>
        </p:nvSpPr>
        <p:spPr>
          <a:xfrm>
            <a:off x="7157158" y="3907597"/>
            <a:ext cx="570089" cy="230832"/>
          </a:xfrm>
          <a:prstGeom prst="rect">
            <a:avLst/>
          </a:prstGeom>
          <a:noFill/>
        </p:spPr>
        <p:txBody>
          <a:bodyPr wrap="square" rtlCol="0">
            <a:spAutoFit/>
          </a:bodyPr>
          <a:lstStyle/>
          <a:p>
            <a:pPr algn="ctr"/>
            <a:r>
              <a:rPr lang="en-US" sz="900" dirty="0"/>
              <a:t>31</a:t>
            </a:r>
          </a:p>
        </p:txBody>
      </p:sp>
      <p:sp>
        <p:nvSpPr>
          <p:cNvPr id="79" name="TextBox 78">
            <a:extLst>
              <a:ext uri="{FF2B5EF4-FFF2-40B4-BE49-F238E27FC236}">
                <a16:creationId xmlns:a16="http://schemas.microsoft.com/office/drawing/2014/main" id="{8B122204-30A8-EE74-7A5F-418F2BEF00EF}"/>
              </a:ext>
            </a:extLst>
          </p:cNvPr>
          <p:cNvSpPr txBox="1"/>
          <p:nvPr/>
        </p:nvSpPr>
        <p:spPr>
          <a:xfrm>
            <a:off x="7157158" y="4408541"/>
            <a:ext cx="570089" cy="230832"/>
          </a:xfrm>
          <a:prstGeom prst="rect">
            <a:avLst/>
          </a:prstGeom>
          <a:noFill/>
        </p:spPr>
        <p:txBody>
          <a:bodyPr wrap="square" rtlCol="0">
            <a:spAutoFit/>
          </a:bodyPr>
          <a:lstStyle/>
          <a:p>
            <a:pPr algn="ctr"/>
            <a:r>
              <a:rPr lang="en-US" sz="900" dirty="0"/>
              <a:t>13</a:t>
            </a:r>
          </a:p>
        </p:txBody>
      </p:sp>
      <p:sp>
        <p:nvSpPr>
          <p:cNvPr id="82" name="TextBox 81">
            <a:extLst>
              <a:ext uri="{FF2B5EF4-FFF2-40B4-BE49-F238E27FC236}">
                <a16:creationId xmlns:a16="http://schemas.microsoft.com/office/drawing/2014/main" id="{7AF7F247-7343-5028-5CE6-12F3456AF905}"/>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3D987102-6E5D-9B1B-AF06-E5BC6F0E99B9}"/>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1AD8DE4B-A3F0-E8D8-9519-762AB5ECC165}"/>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B13B5A28-B6F2-39D7-0B61-DD8E5BA25F21}"/>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0413684D-0ED3-7694-7FCA-B18936A09462}"/>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33E22E46-69B3-F3E3-E540-4C5780E40268}"/>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CA01774B-151E-01BB-F1E7-468A5EB1F251}"/>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F72BD42E-57DC-173F-2E4F-4A277C130DCD}"/>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011D113A-8F09-F20A-F89F-A8E3C359C729}"/>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98B8F052-900B-EBCC-801B-DA3028622FBA}"/>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20AC1029-E5C3-813A-FA26-8E14BB3FAEF1}"/>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28999941-FB21-7D2B-FB16-A729EB7473A5}"/>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CCB2FC76-28DF-C0A6-421C-2D3397E4334F}"/>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059CEF7D-C34A-E6B4-39EF-A45F0117411A}"/>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D617B1A1-A32A-BCE4-E36B-78D03744C152}"/>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EECC789C-CDBD-7906-EAC4-DA210D29FE0A}"/>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53BA77C6-C67D-7DF1-B576-B45506579C18}"/>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2678878F-CB99-AA80-B5E8-06139DAC7DFF}"/>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9B555DFA-015E-7F75-71EA-29E62FB969E2}"/>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8CC4947B-AE27-04E2-A342-3C91D9520BC2}"/>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F062E71C-9A73-14DD-FA2D-DBB94A694060}"/>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36AD19A1-4C93-7567-9C0F-B2796E28D482}"/>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9F5D8592-9889-A549-BE1F-30C2DCFE4AE5}"/>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8CDE9744-A4E1-40EC-01C5-04CFC8B3C8B6}"/>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B757C02A-C8A0-6632-5DC9-D571F2A68D4C}"/>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1C6E5541-55CA-E27F-B76D-9989CA96ACF4}"/>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C28C38F0-59D0-EFE9-117A-502B10541759}"/>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50AE2D66-EDA2-A86D-AA13-FE8D36C03EC8}"/>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A412E4B4-7003-E26B-3613-37F2C2E63557}"/>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9" name="TextBox 88">
            <a:extLst>
              <a:ext uri="{FF2B5EF4-FFF2-40B4-BE49-F238E27FC236}">
                <a16:creationId xmlns:a16="http://schemas.microsoft.com/office/drawing/2014/main" id="{3262525E-D70C-051E-79C6-355D12FE29E3}"/>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4008FBCA-4961-5C70-61F4-ADB7D518351A}"/>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BA275B32-33C0-4118-11D1-EF761780527F}"/>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EB49E488-D5B8-6274-6755-E241E900B85A}"/>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A2928BB-86E7-AF93-8FE7-D5F85B7CCB27}"/>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61" name="TextBox 60">
            <a:extLst>
              <a:ext uri="{FF2B5EF4-FFF2-40B4-BE49-F238E27FC236}">
                <a16:creationId xmlns:a16="http://schemas.microsoft.com/office/drawing/2014/main" id="{A058935E-9488-2435-5977-BC91226D33F1}"/>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64" name="TextBox 63">
            <a:extLst>
              <a:ext uri="{FF2B5EF4-FFF2-40B4-BE49-F238E27FC236}">
                <a16:creationId xmlns:a16="http://schemas.microsoft.com/office/drawing/2014/main" id="{8CBA246E-371E-6713-DD07-74C1B42E54A9}"/>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88415701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E564E-2141-7BAB-F8AC-7FCB82A6B9E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76DE9B2-041B-30CF-85EB-06D1F9127FAE}"/>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D1137662-5551-1F44-FE78-A42B456AD188}"/>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4AFDCAD3-2D5A-D503-384C-85385CFDEC34}"/>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B95E32A9-3533-6765-D1EB-C625A77184EB}"/>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E9D8E597-793C-D262-A21B-A93D9B960B29}"/>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C0737851-9E83-F58A-A7A2-2FF1E9B7628C}"/>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40FA4A93-9740-D3A8-3348-ED3F74AFADB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a:t>
            </a:r>
          </a:p>
        </p:txBody>
      </p:sp>
      <p:sp>
        <p:nvSpPr>
          <p:cNvPr id="11" name="TextBox 10">
            <a:extLst>
              <a:ext uri="{FF2B5EF4-FFF2-40B4-BE49-F238E27FC236}">
                <a16:creationId xmlns:a16="http://schemas.microsoft.com/office/drawing/2014/main" id="{19837831-14A3-05A3-F8E8-14C86A34F5A5}"/>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7" name="TextBox 16">
            <a:extLst>
              <a:ext uri="{FF2B5EF4-FFF2-40B4-BE49-F238E27FC236}">
                <a16:creationId xmlns:a16="http://schemas.microsoft.com/office/drawing/2014/main" id="{D298FA6A-EABB-6EB3-16A2-857EEC123485}"/>
              </a:ext>
            </a:extLst>
          </p:cNvPr>
          <p:cNvSpPr txBox="1"/>
          <p:nvPr/>
        </p:nvSpPr>
        <p:spPr>
          <a:xfrm>
            <a:off x="3640666" y="2905709"/>
            <a:ext cx="570089" cy="230832"/>
          </a:xfrm>
          <a:prstGeom prst="rect">
            <a:avLst/>
          </a:prstGeom>
          <a:noFill/>
        </p:spPr>
        <p:txBody>
          <a:bodyPr wrap="square" rtlCol="0">
            <a:spAutoFit/>
          </a:bodyPr>
          <a:lstStyle/>
          <a:p>
            <a:pPr algn="ctr"/>
            <a:r>
              <a:rPr lang="en-US" sz="900" dirty="0"/>
              <a:t>23</a:t>
            </a:r>
          </a:p>
        </p:txBody>
      </p:sp>
      <p:sp>
        <p:nvSpPr>
          <p:cNvPr id="18" name="TextBox 17">
            <a:extLst>
              <a:ext uri="{FF2B5EF4-FFF2-40B4-BE49-F238E27FC236}">
                <a16:creationId xmlns:a16="http://schemas.microsoft.com/office/drawing/2014/main" id="{49495262-DFC4-9D17-3E35-DE9EFA937FC1}"/>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6331C788-4483-414B-D33D-D0D684C6026D}"/>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DEDFFC7B-A44E-6DF6-E719-342D7DAEFE27}"/>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3E7C7051-D8C6-3162-3D04-F7B692A024FE}"/>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4" name="TextBox 23">
            <a:extLst>
              <a:ext uri="{FF2B5EF4-FFF2-40B4-BE49-F238E27FC236}">
                <a16:creationId xmlns:a16="http://schemas.microsoft.com/office/drawing/2014/main" id="{00F4B314-7DB1-A773-449B-1DCFCCF284FE}"/>
              </a:ext>
            </a:extLst>
          </p:cNvPr>
          <p:cNvSpPr txBox="1"/>
          <p:nvPr/>
        </p:nvSpPr>
        <p:spPr>
          <a:xfrm>
            <a:off x="5147734" y="1903821"/>
            <a:ext cx="570089" cy="230832"/>
          </a:xfrm>
          <a:prstGeom prst="rect">
            <a:avLst/>
          </a:prstGeom>
          <a:noFill/>
        </p:spPr>
        <p:txBody>
          <a:bodyPr wrap="square" rtlCol="0">
            <a:spAutoFit/>
          </a:bodyPr>
          <a:lstStyle/>
          <a:p>
            <a:pPr algn="ctr"/>
            <a:r>
              <a:rPr lang="en-US" sz="900" dirty="0"/>
              <a:t>12</a:t>
            </a:r>
          </a:p>
        </p:txBody>
      </p:sp>
      <p:sp>
        <p:nvSpPr>
          <p:cNvPr id="26" name="TextBox 25">
            <a:extLst>
              <a:ext uri="{FF2B5EF4-FFF2-40B4-BE49-F238E27FC236}">
                <a16:creationId xmlns:a16="http://schemas.microsoft.com/office/drawing/2014/main" id="{83595E59-E026-5A8D-F42C-A52DC915C284}"/>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DA9E4CBA-5108-49D5-0A18-52F7CA6775A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CE141AE7-091D-2115-A803-880E0628B4A4}"/>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953C82DD-A233-CEE4-5B0E-8387403728D5}"/>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0CC61FA6-6866-C706-7C07-9B438B023E03}"/>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061ED38D-BD0C-DFE7-3BB7-E501328A674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13352F53-8330-50BB-A0C5-C2803ED2E394}"/>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4237D4EB-CAAA-DBB1-E471-AEC68B59028A}"/>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33" name="TextBox 32">
            <a:extLst>
              <a:ext uri="{FF2B5EF4-FFF2-40B4-BE49-F238E27FC236}">
                <a16:creationId xmlns:a16="http://schemas.microsoft.com/office/drawing/2014/main" id="{DB3669ED-9E08-B630-B35C-487D57662D30}"/>
              </a:ext>
            </a:extLst>
          </p:cNvPr>
          <p:cNvSpPr txBox="1"/>
          <p:nvPr/>
        </p:nvSpPr>
        <p:spPr>
          <a:xfrm>
            <a:off x="5147734" y="2404765"/>
            <a:ext cx="570089" cy="230832"/>
          </a:xfrm>
          <a:prstGeom prst="rect">
            <a:avLst/>
          </a:prstGeom>
          <a:noFill/>
        </p:spPr>
        <p:txBody>
          <a:bodyPr wrap="square" rtlCol="0">
            <a:spAutoFit/>
          </a:bodyPr>
          <a:lstStyle/>
          <a:p>
            <a:pPr algn="ctr"/>
            <a:r>
              <a:rPr lang="en-US" sz="900" dirty="0"/>
              <a:t>21</a:t>
            </a:r>
          </a:p>
        </p:txBody>
      </p:sp>
      <p:sp>
        <p:nvSpPr>
          <p:cNvPr id="40" name="TextBox 39">
            <a:extLst>
              <a:ext uri="{FF2B5EF4-FFF2-40B4-BE49-F238E27FC236}">
                <a16:creationId xmlns:a16="http://schemas.microsoft.com/office/drawing/2014/main" id="{D4765ABD-DD68-7BB7-1886-28710934E474}"/>
              </a:ext>
            </a:extLst>
          </p:cNvPr>
          <p:cNvSpPr txBox="1"/>
          <p:nvPr/>
        </p:nvSpPr>
        <p:spPr>
          <a:xfrm>
            <a:off x="4645378" y="2905709"/>
            <a:ext cx="570089" cy="230832"/>
          </a:xfrm>
          <a:prstGeom prst="rect">
            <a:avLst/>
          </a:prstGeom>
          <a:noFill/>
        </p:spPr>
        <p:txBody>
          <a:bodyPr wrap="square" rtlCol="0">
            <a:spAutoFit/>
          </a:bodyPr>
          <a:lstStyle/>
          <a:p>
            <a:pPr algn="ctr"/>
            <a:r>
              <a:rPr lang="en-US" sz="900" dirty="0"/>
              <a:t>12</a:t>
            </a:r>
          </a:p>
        </p:txBody>
      </p:sp>
      <p:sp>
        <p:nvSpPr>
          <p:cNvPr id="45" name="TextBox 44">
            <a:extLst>
              <a:ext uri="{FF2B5EF4-FFF2-40B4-BE49-F238E27FC236}">
                <a16:creationId xmlns:a16="http://schemas.microsoft.com/office/drawing/2014/main" id="{B4E22AF5-7B5D-A6FE-64D1-4B63A394A80F}"/>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CFAD604B-FC3D-4D53-5895-3BE21E9D5B6E}"/>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E847849D-ACBF-F972-FCC9-095F82C55432}"/>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F8C2876B-D625-33FF-CAC7-B1AE9AE1A768}"/>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9CCC004A-5A32-55F2-3A09-81248202A714}"/>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7CF38EAB-BFFF-F221-25EB-D0A42DE540B4}"/>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ABEB6791-9324-84E2-8836-63B3D74E9171}"/>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F1A8B5DD-E4D5-554F-6107-D5A756E58CE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A4A429C5-B50C-E3CA-B680-629996F35BBF}"/>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9AC918D6-58A6-A4D6-1B15-15C2A5379096}"/>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DC66929A-926F-8D9A-0E53-1A79F31EF113}"/>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F0E7EB8C-FAFE-F0E8-E269-07B519BE81C8}"/>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95D35A25-C589-6E4D-AD76-578A3D81D6C7}"/>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307359CF-C0FF-3BB7-6C6E-AABCAF197BED}"/>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99A30326-4EBD-226A-88E3-C5ED5E810C61}"/>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127E18D4-E05B-D17C-B1AC-4F650C3AAFBC}"/>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3635DDFF-E0DC-80E2-CD43-A082A535B075}"/>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484539AC-535C-AF5F-EDED-37AB5B347838}"/>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7AB7FB17-A9AF-C925-C2E3-DD119200ADE7}"/>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B9D69A0E-7890-96DF-44FF-B1DFDECC001D}"/>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72AA9A1E-6679-97F0-4459-CB7D9407D939}"/>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483A4184-F994-F241-C8F3-7529F6898711}"/>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214BB635-09F1-C3D8-A033-C1ACE8A7CCE8}"/>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549B86D0-03D3-7CBA-EF08-FDBE7267CFC0}"/>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4C938E56-7D5B-7C0D-561E-65635EC13EB2}"/>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AF2A1DA9-877D-C06B-D36F-5D2559461307}"/>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9541D4CA-E62D-C170-0151-AEBB0AF2BE69}"/>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7228F0CF-1C0A-53BD-486A-8D6DCD20553B}"/>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091A02A9-8099-BCEB-9844-5178B8156F0C}"/>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2B814D6C-F244-878C-B0B2-7953C32607D8}"/>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412A9FFC-E10B-BA5A-DDA1-BA62E0EC3C1F}"/>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E84DC258-2E61-A913-4ECC-D17E52CFE4B8}"/>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867CFC47-7382-34C2-7B6A-72B20502A47E}"/>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AE3A5290-90F4-6FEB-AB64-1FDCB732A841}"/>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E897C8C7-A033-CAF4-05BF-7AA2B3F51C5A}"/>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66398803-E2A1-15A6-D650-927A10F2DC17}"/>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5905EE56-083F-2F9F-14D4-84BA30C497D6}"/>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BA0FE6FE-23FE-711E-3159-BF2F209BEAD8}"/>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83D3C232-6DF6-6936-8265-3B81D6EF3A95}"/>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175F95B0-8738-0623-160C-D1119D722AD4}"/>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EB8DF0FF-72A7-F25C-061E-698EB7AAA348}"/>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843D3876-FDB0-7622-F240-607452F4B866}"/>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5BA5170E-3593-3424-8051-182F1D563896}"/>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984D41BF-FDB7-33C5-9E5D-2E2C2C7B0B1F}"/>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D6F59D15-CBA1-C628-BF40-BF3114ED0DC4}"/>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9253017E-0C93-511C-2D2A-F9CEB596C64E}"/>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397E6D5F-4DB9-D3C1-2F6F-030E11BB46DF}"/>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5EA4CBA3-44AF-6CDE-EFFE-61DE17DF78E5}"/>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C273283A-45B8-0B62-FB2F-D35ED3EA9433}"/>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333F95C1-F938-51E3-4B91-8EFBB6734106}"/>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E8B66D2B-41B0-A5FF-6F32-5283F152A04E}"/>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9" name="TextBox 88">
            <a:extLst>
              <a:ext uri="{FF2B5EF4-FFF2-40B4-BE49-F238E27FC236}">
                <a16:creationId xmlns:a16="http://schemas.microsoft.com/office/drawing/2014/main" id="{4A4639EE-9877-02ED-2B31-0A50475C32A9}"/>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4E913CB3-CCFC-E96D-CA0B-5C60B0D2DAAF}"/>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D5B9E05A-7C04-DBDA-3998-FC6C6BE497EF}"/>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A905946E-DF54-4310-2F01-DBF8F8E83D39}"/>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289D098E-D410-AF16-210B-65C79C29CFEE}"/>
              </a:ext>
            </a:extLst>
          </p:cNvPr>
          <p:cNvSpPr txBox="1"/>
          <p:nvPr/>
        </p:nvSpPr>
        <p:spPr>
          <a:xfrm>
            <a:off x="7213604" y="4244561"/>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4A2AC0FD-8155-C306-2DDF-B5231295F3C1}"/>
              </a:ext>
            </a:extLst>
          </p:cNvPr>
          <p:cNvSpPr txBox="1"/>
          <p:nvPr/>
        </p:nvSpPr>
        <p:spPr>
          <a:xfrm>
            <a:off x="4715935" y="1224551"/>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53FD7A0B-8F75-7906-38EE-6B151E133181}"/>
              </a:ext>
            </a:extLst>
          </p:cNvPr>
          <p:cNvSpPr txBox="1"/>
          <p:nvPr/>
        </p:nvSpPr>
        <p:spPr>
          <a:xfrm>
            <a:off x="3716867" y="2231221"/>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8E731ED0-95FC-1DBA-0D99-AB8BBE998CC6}"/>
              </a:ext>
            </a:extLst>
          </p:cNvPr>
          <p:cNvSpPr txBox="1"/>
          <p:nvPr/>
        </p:nvSpPr>
        <p:spPr>
          <a:xfrm>
            <a:off x="7213604" y="3741226"/>
            <a:ext cx="462845" cy="584775"/>
          </a:xfrm>
          <a:prstGeom prst="rect">
            <a:avLst/>
          </a:prstGeom>
          <a:noFill/>
        </p:spPr>
        <p:txBody>
          <a:bodyPr wrap="square" rtlCol="0">
            <a:spAutoFit/>
          </a:bodyPr>
          <a:lstStyle/>
          <a:p>
            <a:pPr algn="ctr"/>
            <a:r>
              <a:rPr lang="en-US" sz="3200" dirty="0"/>
              <a:t>1</a:t>
            </a:r>
          </a:p>
        </p:txBody>
      </p:sp>
      <p:sp>
        <p:nvSpPr>
          <p:cNvPr id="22" name="TextBox 21">
            <a:extLst>
              <a:ext uri="{FF2B5EF4-FFF2-40B4-BE49-F238E27FC236}">
                <a16:creationId xmlns:a16="http://schemas.microsoft.com/office/drawing/2014/main" id="{3CD9C777-40CB-2F85-9E4E-33AC45880081}"/>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31B4FEFE-8722-55A5-134D-A27AD428684A}"/>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76" name="TextBox 75">
            <a:extLst>
              <a:ext uri="{FF2B5EF4-FFF2-40B4-BE49-F238E27FC236}">
                <a16:creationId xmlns:a16="http://schemas.microsoft.com/office/drawing/2014/main" id="{3B90C67A-064C-9DD7-03AD-0115E9C90192}"/>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88804273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4EDD4-5F6C-7E09-EA92-135C4AEF91F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508962B-A6A6-CD3D-8DA6-370C1E523D19}"/>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801CD9C4-81CB-DDAA-0210-12D56B16A9B1}"/>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305753E5-8619-C944-6ECF-FB93FAF65306}"/>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FCBEA911-5911-9C70-164B-FFFDC94DBA7C}"/>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6F8CA358-B877-4ED3-F828-1367EC61C38B}"/>
              </a:ext>
            </a:extLst>
          </p:cNvPr>
          <p:cNvPicPr>
            <a:picLocks noChangeAspect="1"/>
          </p:cNvPicPr>
          <p:nvPr/>
        </p:nvPicPr>
        <p:blipFill>
          <a:blip r:embed="rId6"/>
          <a:stretch>
            <a:fillRect/>
          </a:stretch>
        </p:blipFill>
        <p:spPr>
          <a:xfrm>
            <a:off x="4584700" y="2311400"/>
            <a:ext cx="0" cy="0"/>
          </a:xfrm>
          <a:prstGeom prst="rect">
            <a:avLst/>
          </a:prstGeom>
        </p:spPr>
      </p:pic>
      <p:sp>
        <p:nvSpPr>
          <p:cNvPr id="3" name="TextBox 2">
            <a:extLst>
              <a:ext uri="{FF2B5EF4-FFF2-40B4-BE49-F238E27FC236}">
                <a16:creationId xmlns:a16="http://schemas.microsoft.com/office/drawing/2014/main" id="{98C419BB-2CA1-9F2D-64B2-D6C7EFD5D0F7}"/>
              </a:ext>
            </a:extLst>
          </p:cNvPr>
          <p:cNvSpPr txBox="1"/>
          <p:nvPr/>
        </p:nvSpPr>
        <p:spPr>
          <a:xfrm>
            <a:off x="3138310" y="901933"/>
            <a:ext cx="570089" cy="230832"/>
          </a:xfrm>
          <a:prstGeom prst="rect">
            <a:avLst/>
          </a:prstGeom>
          <a:noFill/>
        </p:spPr>
        <p:txBody>
          <a:bodyPr wrap="square" rtlCol="0">
            <a:spAutoFit/>
          </a:bodyPr>
          <a:lstStyle/>
          <a:p>
            <a:pPr algn="ctr"/>
            <a:r>
              <a:rPr lang="en-US" sz="900" dirty="0"/>
              <a:t>12</a:t>
            </a:r>
          </a:p>
        </p:txBody>
      </p:sp>
      <p:sp>
        <p:nvSpPr>
          <p:cNvPr id="10" name="TextBox 9">
            <a:extLst>
              <a:ext uri="{FF2B5EF4-FFF2-40B4-BE49-F238E27FC236}">
                <a16:creationId xmlns:a16="http://schemas.microsoft.com/office/drawing/2014/main" id="{BB3B7B31-75DF-E8E1-D1EB-9A2AB180E123}"/>
              </a:ext>
            </a:extLst>
          </p:cNvPr>
          <p:cNvSpPr txBox="1"/>
          <p:nvPr/>
        </p:nvSpPr>
        <p:spPr>
          <a:xfrm>
            <a:off x="3138310" y="1402877"/>
            <a:ext cx="570089" cy="230832"/>
          </a:xfrm>
          <a:prstGeom prst="rect">
            <a:avLst/>
          </a:prstGeom>
          <a:noFill/>
        </p:spPr>
        <p:txBody>
          <a:bodyPr wrap="square" rtlCol="0">
            <a:spAutoFit/>
          </a:bodyPr>
          <a:lstStyle/>
          <a:p>
            <a:pPr algn="ctr"/>
            <a:r>
              <a:rPr lang="en-US" sz="900" dirty="0"/>
              <a:t>21</a:t>
            </a:r>
          </a:p>
        </p:txBody>
      </p:sp>
      <p:sp>
        <p:nvSpPr>
          <p:cNvPr id="11" name="TextBox 10">
            <a:extLst>
              <a:ext uri="{FF2B5EF4-FFF2-40B4-BE49-F238E27FC236}">
                <a16:creationId xmlns:a16="http://schemas.microsoft.com/office/drawing/2014/main" id="{0661A85F-5090-621B-1A68-9F2D3345C665}"/>
              </a:ext>
            </a:extLst>
          </p:cNvPr>
          <p:cNvSpPr txBox="1"/>
          <p:nvPr/>
        </p:nvSpPr>
        <p:spPr>
          <a:xfrm>
            <a:off x="4143022" y="1903821"/>
            <a:ext cx="570089" cy="230832"/>
          </a:xfrm>
          <a:prstGeom prst="rect">
            <a:avLst/>
          </a:prstGeom>
          <a:noFill/>
        </p:spPr>
        <p:txBody>
          <a:bodyPr wrap="square" rtlCol="0">
            <a:spAutoFit/>
          </a:bodyPr>
          <a:lstStyle/>
          <a:p>
            <a:pPr algn="ctr"/>
            <a:r>
              <a:rPr lang="en-US" sz="900" dirty="0"/>
              <a:t>13</a:t>
            </a:r>
          </a:p>
        </p:txBody>
      </p:sp>
      <p:sp>
        <p:nvSpPr>
          <p:cNvPr id="18" name="TextBox 17">
            <a:extLst>
              <a:ext uri="{FF2B5EF4-FFF2-40B4-BE49-F238E27FC236}">
                <a16:creationId xmlns:a16="http://schemas.microsoft.com/office/drawing/2014/main" id="{BD254A48-30B6-ADF0-2C85-3BE28B841386}"/>
              </a:ext>
            </a:extLst>
          </p:cNvPr>
          <p:cNvSpPr txBox="1"/>
          <p:nvPr/>
        </p:nvSpPr>
        <p:spPr>
          <a:xfrm>
            <a:off x="4143022" y="2905709"/>
            <a:ext cx="570089" cy="230832"/>
          </a:xfrm>
          <a:prstGeom prst="rect">
            <a:avLst/>
          </a:prstGeom>
          <a:noFill/>
        </p:spPr>
        <p:txBody>
          <a:bodyPr wrap="square" rtlCol="0">
            <a:spAutoFit/>
          </a:bodyPr>
          <a:lstStyle/>
          <a:p>
            <a:pPr algn="ctr"/>
            <a:r>
              <a:rPr lang="en-US" sz="900" dirty="0"/>
              <a:t>31</a:t>
            </a:r>
          </a:p>
        </p:txBody>
      </p:sp>
      <p:sp>
        <p:nvSpPr>
          <p:cNvPr id="19" name="TextBox 18">
            <a:extLst>
              <a:ext uri="{FF2B5EF4-FFF2-40B4-BE49-F238E27FC236}">
                <a16:creationId xmlns:a16="http://schemas.microsoft.com/office/drawing/2014/main" id="{A409C98A-F5B8-92AA-AAD2-C6C797400211}"/>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3DD81DEE-63DB-4B43-CFCD-403047C403C1}"/>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2D858C3-94A6-ED48-86B5-E7841B85C599}"/>
              </a:ext>
            </a:extLst>
          </p:cNvPr>
          <p:cNvSpPr txBox="1"/>
          <p:nvPr/>
        </p:nvSpPr>
        <p:spPr>
          <a:xfrm>
            <a:off x="4645378" y="901933"/>
            <a:ext cx="570089" cy="230832"/>
          </a:xfrm>
          <a:prstGeom prst="rect">
            <a:avLst/>
          </a:prstGeom>
          <a:noFill/>
        </p:spPr>
        <p:txBody>
          <a:bodyPr wrap="square" rtlCol="0">
            <a:spAutoFit/>
          </a:bodyPr>
          <a:lstStyle/>
          <a:p>
            <a:pPr algn="ctr"/>
            <a:r>
              <a:rPr lang="en-US" sz="900" dirty="0"/>
              <a:t>21</a:t>
            </a:r>
          </a:p>
        </p:txBody>
      </p:sp>
      <p:sp>
        <p:nvSpPr>
          <p:cNvPr id="26" name="TextBox 25">
            <a:extLst>
              <a:ext uri="{FF2B5EF4-FFF2-40B4-BE49-F238E27FC236}">
                <a16:creationId xmlns:a16="http://schemas.microsoft.com/office/drawing/2014/main" id="{F36907ED-3273-507A-E613-6F4E3D43F097}"/>
              </a:ext>
            </a:extLst>
          </p:cNvPr>
          <p:cNvSpPr txBox="1"/>
          <p:nvPr/>
        </p:nvSpPr>
        <p:spPr>
          <a:xfrm>
            <a:off x="6152446" y="1402877"/>
            <a:ext cx="570089" cy="230832"/>
          </a:xfrm>
          <a:prstGeom prst="rect">
            <a:avLst/>
          </a:prstGeom>
          <a:noFill/>
        </p:spPr>
        <p:txBody>
          <a:bodyPr wrap="square" rtlCol="0">
            <a:spAutoFit/>
          </a:bodyPr>
          <a:lstStyle/>
          <a:p>
            <a:pPr algn="ctr"/>
            <a:r>
              <a:rPr lang="en-US" sz="900" dirty="0"/>
              <a:t>12</a:t>
            </a:r>
          </a:p>
        </p:txBody>
      </p:sp>
      <p:sp>
        <p:nvSpPr>
          <p:cNvPr id="27" name="TextBox 26">
            <a:extLst>
              <a:ext uri="{FF2B5EF4-FFF2-40B4-BE49-F238E27FC236}">
                <a16:creationId xmlns:a16="http://schemas.microsoft.com/office/drawing/2014/main" id="{DD325217-DFAE-E719-71BB-B850FBA5C636}"/>
              </a:ext>
            </a:extLst>
          </p:cNvPr>
          <p:cNvSpPr txBox="1"/>
          <p:nvPr/>
        </p:nvSpPr>
        <p:spPr>
          <a:xfrm>
            <a:off x="6152446" y="1903821"/>
            <a:ext cx="570089" cy="230832"/>
          </a:xfrm>
          <a:prstGeom prst="rect">
            <a:avLst/>
          </a:prstGeom>
          <a:noFill/>
        </p:spPr>
        <p:txBody>
          <a:bodyPr wrap="square" rtlCol="0">
            <a:spAutoFit/>
          </a:bodyPr>
          <a:lstStyle/>
          <a:p>
            <a:pPr algn="ctr"/>
            <a:r>
              <a:rPr lang="en-US" sz="900" dirty="0"/>
              <a:t>21</a:t>
            </a:r>
          </a:p>
        </p:txBody>
      </p:sp>
      <p:sp>
        <p:nvSpPr>
          <p:cNvPr id="28" name="TextBox 27">
            <a:extLst>
              <a:ext uri="{FF2B5EF4-FFF2-40B4-BE49-F238E27FC236}">
                <a16:creationId xmlns:a16="http://schemas.microsoft.com/office/drawing/2014/main" id="{63325043-12D8-ED3B-F2FB-38AE791D1A97}"/>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C2F92EBC-3337-06D0-BCD7-AA44710851B0}"/>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3791EA2B-D5EB-8B56-B0EB-048E6E3890F6}"/>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513EF50E-7C22-0FAD-A378-BCD3E7663B64}"/>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0F04CDA4-3A07-1DF8-F245-4F6E1DF5BD6D}"/>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DFE2F318-E961-F90E-49F6-C89F66BA8A7D}"/>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7236CE85-4EF6-7128-2B3C-AF586CB2CDFC}"/>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A7B3FA68-275A-3883-B659-502A9BDC3FD7}"/>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B5B3E32C-A8F4-7FC6-27F0-97C06BD0CEAE}"/>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A589B2A0-B89F-693F-33C4-CB62CE650E80}"/>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F688AADB-7B59-8DBE-55A8-857077184CD3}"/>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14CCB6A2-6CF2-D391-AC66-54A0644D791B}"/>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38917A99-52C0-01E9-B71A-4796410D53A2}"/>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5104D168-96B0-96AB-43DE-C7E5F0410D24}"/>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6063C9E0-06B5-AD6F-27BA-DCCC5A1951A7}"/>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39E8A7A2-EA26-603D-4D80-DA00CC5C8B9B}"/>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1F6A5E19-8CF1-CF63-70A4-A4D794CCBBD7}"/>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72BA0633-A52B-1747-2B9C-241D2A546AA1}"/>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FDAD9441-59A9-5429-B1F5-748B17F5552F}"/>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09A57979-1557-83F4-4010-E61A53ABEE41}"/>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07B2B0C1-2B84-8B35-89F6-EE1A4A9AA14B}"/>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F12F6B86-577C-0B5E-2664-9F74F3DC056A}"/>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5F718D1B-C432-1E75-3211-0630B0984B2B}"/>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60EC4146-3DB1-4112-7E3F-8639FFAF8040}"/>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0A83E356-EEF4-5055-14F2-F2AFFF7ECBF5}"/>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62F01514-8BD1-B2D9-22D9-CF6B43B7CF77}"/>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8FCD8683-FE9F-CCFF-2145-849714FB9BC7}"/>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7D3EC15F-F368-D4EE-9EAE-7CEE388FD9CF}"/>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0209923D-FF9E-501D-E4F9-D14F7FF803B8}"/>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D48CB459-7F98-6533-63A5-202541EAA4C5}"/>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3781AEE2-832B-53EF-EFAF-AB59CFEF2CF9}"/>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035E11F3-B4B2-0B5C-CA59-4937DF905979}"/>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9E791569-2C79-0789-C8E8-3CD80B474E7C}"/>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964689D6-CB73-86B5-D8EC-F616C670943D}"/>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05A794C9-1EBD-B075-356C-BAA15E7AC79D}"/>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38BD3355-B6BC-3CC0-065D-996562661D26}"/>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DA669DCD-BBE4-218F-A80C-E63A56E1E737}"/>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D034A184-3A30-69CE-F4DC-79455AAEAA07}"/>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ED0391D3-F66A-DB1E-D004-4AB9E210334D}"/>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69571E9F-EA98-45E2-5CD8-2B87A007A82E}"/>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34C19E7C-78AB-490A-2CE0-1C10982871A5}"/>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2F807058-BC1F-6104-0D2D-717D267C6188}"/>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8C94CE76-FC5F-9FE0-B82E-C0B0BA36365D}"/>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41D6C127-F170-BD5A-175C-B97F3973E72E}"/>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33834E29-7ED1-2B99-6D0E-8121409EAD51}"/>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5648F44D-533C-9D53-6D43-E39A6024AFF3}"/>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EBF8DB41-F1FA-BECC-D7BD-052F27F5D189}"/>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72DDB41D-87F2-D9A7-E39C-A5DF6CB3B121}"/>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E2AF9558-6362-E523-A8F3-C3F5E1B1FFFD}"/>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9CA88F4F-4B01-0913-8600-3B821632290E}"/>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C3DD733D-7821-8762-BA58-6C09C23549F2}"/>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52586705-9B63-9B94-5B66-FC3229B50858}"/>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27AF3FFD-86C9-324E-A4F3-10DA45E75925}"/>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56AB38F9-3C68-2DCC-19C7-34685412A48C}"/>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CDA8EE48-FF41-FAA7-11B3-501657DA79C4}"/>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3A6AEAC0-92FF-B80B-9238-4DF1AD4A5148}"/>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069D4977-4655-31BC-1950-DDBBEA77DF70}"/>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9" name="TextBox 88">
            <a:extLst>
              <a:ext uri="{FF2B5EF4-FFF2-40B4-BE49-F238E27FC236}">
                <a16:creationId xmlns:a16="http://schemas.microsoft.com/office/drawing/2014/main" id="{8F711E42-E0E0-6FF7-4314-4A8ABA08AE53}"/>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BF01C939-223E-10B7-32C8-6995FA724C9B}"/>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0E6900C6-30CC-4EF6-6078-C12FD1D1D5D5}"/>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0C9ABF84-8C68-DB5A-D0C3-209C786C7AB4}"/>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F454D2FE-7F0F-2825-4246-FA4D801D0340}"/>
              </a:ext>
            </a:extLst>
          </p:cNvPr>
          <p:cNvSpPr txBox="1"/>
          <p:nvPr/>
        </p:nvSpPr>
        <p:spPr>
          <a:xfrm>
            <a:off x="7213604" y="4244561"/>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DE07F5B8-33F2-E8A1-DAF2-9A49AA35D11A}"/>
              </a:ext>
            </a:extLst>
          </p:cNvPr>
          <p:cNvSpPr txBox="1"/>
          <p:nvPr/>
        </p:nvSpPr>
        <p:spPr>
          <a:xfrm>
            <a:off x="4715935" y="1224551"/>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E82BDD1B-15C8-121D-FADA-39384B6AA728}"/>
              </a:ext>
            </a:extLst>
          </p:cNvPr>
          <p:cNvSpPr txBox="1"/>
          <p:nvPr/>
        </p:nvSpPr>
        <p:spPr>
          <a:xfrm>
            <a:off x="3716867" y="2231221"/>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62408BEB-792F-EB20-6410-5401E10CC638}"/>
              </a:ext>
            </a:extLst>
          </p:cNvPr>
          <p:cNvSpPr txBox="1"/>
          <p:nvPr/>
        </p:nvSpPr>
        <p:spPr>
          <a:xfrm>
            <a:off x="5215469" y="1727886"/>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50E2799F-B38C-3A79-A1D1-918C92BA05A2}"/>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40FFD68C-1D84-1134-3351-81E817ABA1D7}"/>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15B0C883-206C-6A42-C836-5DB4BECD98A6}"/>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8730699B-BBF2-99C4-8559-00983CC92E75}"/>
              </a:ext>
            </a:extLst>
          </p:cNvPr>
          <p:cNvSpPr txBox="1"/>
          <p:nvPr/>
        </p:nvSpPr>
        <p:spPr>
          <a:xfrm>
            <a:off x="7213604" y="3741226"/>
            <a:ext cx="462845" cy="584775"/>
          </a:xfrm>
          <a:prstGeom prst="rect">
            <a:avLst/>
          </a:prstGeom>
          <a:noFill/>
        </p:spPr>
        <p:txBody>
          <a:bodyPr wrap="square" rtlCol="0">
            <a:spAutoFit/>
          </a:bodyPr>
          <a:lstStyle/>
          <a:p>
            <a:pPr algn="ctr"/>
            <a:r>
              <a:rPr lang="en-US" sz="3200" dirty="0"/>
              <a:t>1</a:t>
            </a:r>
          </a:p>
        </p:txBody>
      </p:sp>
      <p:sp>
        <p:nvSpPr>
          <p:cNvPr id="24" name="TextBox 23">
            <a:extLst>
              <a:ext uri="{FF2B5EF4-FFF2-40B4-BE49-F238E27FC236}">
                <a16:creationId xmlns:a16="http://schemas.microsoft.com/office/drawing/2014/main" id="{FD4193BB-E0AD-E904-8A3E-7CD263A17FA5}"/>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F4D6305E-F1A0-C9AD-20FC-FEBFAA945EFE}"/>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ECC021A1-B7AC-DBD2-D635-DD682868E8F8}"/>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196588811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3BD78-9DF3-26D1-F463-ED86737381A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3992F6D-4303-2B5A-A4A5-59A5AC174E18}"/>
              </a:ext>
            </a:extLst>
          </p:cNvPr>
          <p:cNvSpPr>
            <a:spLocks noGrp="1"/>
          </p:cNvSpPr>
          <p:nvPr>
            <p:ph sz="half" idx="1"/>
          </p:nvPr>
        </p:nvSpPr>
        <p:spPr/>
        <p:txBody>
          <a:bodyPr>
            <a:normAutofit/>
          </a:bodyPr>
          <a:lstStyle/>
          <a:p>
            <a:r>
              <a:rPr lang="en-US" dirty="0"/>
              <a:t>Reduce.</a:t>
            </a:r>
          </a:p>
        </p:txBody>
      </p:sp>
      <p:pic>
        <p:nvPicPr>
          <p:cNvPr id="4" name="Picture 3" descr="A grid of sudoku puzzle&#10;&#10;Description automatically generated">
            <a:extLst>
              <a:ext uri="{FF2B5EF4-FFF2-40B4-BE49-F238E27FC236}">
                <a16:creationId xmlns:a16="http://schemas.microsoft.com/office/drawing/2014/main" id="{ADEB3D40-4414-33BC-8DBD-97074AE2937B}"/>
              </a:ext>
            </a:extLst>
          </p:cNvPr>
          <p:cNvPicPr>
            <a:picLocks noChangeAspect="1"/>
          </p:cNvPicPr>
          <p:nvPr/>
        </p:nvPicPr>
        <p:blipFill>
          <a:blip r:embed="rId3"/>
          <a:stretch>
            <a:fillRect/>
          </a:stretch>
        </p:blipFill>
        <p:spPr>
          <a:xfrm>
            <a:off x="4578350" y="2311400"/>
            <a:ext cx="0" cy="0"/>
          </a:xfrm>
          <a:prstGeom prst="rect">
            <a:avLst/>
          </a:prstGeom>
        </p:spPr>
      </p:pic>
      <p:pic>
        <p:nvPicPr>
          <p:cNvPr id="5" name="Picture 4" descr="A sudoku game with text&#10;&#10;Description automatically generated">
            <a:extLst>
              <a:ext uri="{FF2B5EF4-FFF2-40B4-BE49-F238E27FC236}">
                <a16:creationId xmlns:a16="http://schemas.microsoft.com/office/drawing/2014/main" id="{B6429D59-410C-CECA-E31E-CB65AA18594B}"/>
              </a:ext>
            </a:extLst>
          </p:cNvPr>
          <p:cNvPicPr>
            <a:picLocks noChangeAspect="1"/>
          </p:cNvPicPr>
          <p:nvPr/>
        </p:nvPicPr>
        <p:blipFill>
          <a:blip r:embed="rId4"/>
          <a:stretch>
            <a:fillRect/>
          </a:stretch>
        </p:blipFill>
        <p:spPr>
          <a:xfrm>
            <a:off x="4578350" y="2311400"/>
            <a:ext cx="0" cy="0"/>
          </a:xfrm>
          <a:prstGeom prst="rect">
            <a:avLst/>
          </a:prstGeom>
        </p:spPr>
      </p:pic>
      <p:pic>
        <p:nvPicPr>
          <p:cNvPr id="6" name="Picture 5" descr="A sudoku puzzle with text&#10;&#10;Description automatically generated">
            <a:extLst>
              <a:ext uri="{FF2B5EF4-FFF2-40B4-BE49-F238E27FC236}">
                <a16:creationId xmlns:a16="http://schemas.microsoft.com/office/drawing/2014/main" id="{4ECC5A3C-B6E2-769F-297D-B6128C8932B5}"/>
              </a:ext>
            </a:extLst>
          </p:cNvPr>
          <p:cNvPicPr>
            <a:picLocks noChangeAspect="1"/>
          </p:cNvPicPr>
          <p:nvPr/>
        </p:nvPicPr>
        <p:blipFill>
          <a:blip r:embed="rId5"/>
          <a:stretch>
            <a:fillRect/>
          </a:stretch>
        </p:blipFill>
        <p:spPr>
          <a:xfrm>
            <a:off x="4578350" y="2311400"/>
            <a:ext cx="0" cy="0"/>
          </a:xfrm>
          <a:prstGeom prst="rect">
            <a:avLst/>
          </a:prstGeom>
        </p:spPr>
      </p:pic>
      <p:pic>
        <p:nvPicPr>
          <p:cNvPr id="7" name="Picture 6" descr="A grid of squares with text&#10;&#10;AI-generated content may be incorrect.">
            <a:extLst>
              <a:ext uri="{FF2B5EF4-FFF2-40B4-BE49-F238E27FC236}">
                <a16:creationId xmlns:a16="http://schemas.microsoft.com/office/drawing/2014/main" id="{5E4A22D1-C3DA-45B2-5E7D-6097B0EB0639}"/>
              </a:ext>
            </a:extLst>
          </p:cNvPr>
          <p:cNvPicPr>
            <a:picLocks noChangeAspect="1"/>
          </p:cNvPicPr>
          <p:nvPr/>
        </p:nvPicPr>
        <p:blipFill>
          <a:blip r:embed="rId6"/>
          <a:stretch>
            <a:fillRect/>
          </a:stretch>
        </p:blipFill>
        <p:spPr>
          <a:xfrm>
            <a:off x="4584700" y="2311400"/>
            <a:ext cx="0" cy="0"/>
          </a:xfrm>
          <a:prstGeom prst="rect">
            <a:avLst/>
          </a:prstGeom>
        </p:spPr>
      </p:pic>
      <p:sp>
        <p:nvSpPr>
          <p:cNvPr id="19" name="TextBox 18">
            <a:extLst>
              <a:ext uri="{FF2B5EF4-FFF2-40B4-BE49-F238E27FC236}">
                <a16:creationId xmlns:a16="http://schemas.microsoft.com/office/drawing/2014/main" id="{7F1D1421-FD79-DCED-0E81-FC6578D8FDEC}"/>
              </a:ext>
            </a:extLst>
          </p:cNvPr>
          <p:cNvSpPr txBox="1"/>
          <p:nvPr/>
        </p:nvSpPr>
        <p:spPr>
          <a:xfrm>
            <a:off x="3716867" y="721216"/>
            <a:ext cx="462845" cy="584775"/>
          </a:xfrm>
          <a:prstGeom prst="rect">
            <a:avLst/>
          </a:prstGeom>
          <a:noFill/>
        </p:spPr>
        <p:txBody>
          <a:bodyPr wrap="square" rtlCol="0">
            <a:spAutoFit/>
          </a:bodyPr>
          <a:lstStyle/>
          <a:p>
            <a:pPr algn="ctr"/>
            <a:r>
              <a:rPr lang="en-US" sz="3200" dirty="0"/>
              <a:t>9</a:t>
            </a:r>
          </a:p>
        </p:txBody>
      </p:sp>
      <p:sp>
        <p:nvSpPr>
          <p:cNvPr id="20" name="TextBox 19">
            <a:extLst>
              <a:ext uri="{FF2B5EF4-FFF2-40B4-BE49-F238E27FC236}">
                <a16:creationId xmlns:a16="http://schemas.microsoft.com/office/drawing/2014/main" id="{F0BF796D-99D3-6EAD-08EB-91550E4A8B93}"/>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28" name="TextBox 27">
            <a:extLst>
              <a:ext uri="{FF2B5EF4-FFF2-40B4-BE49-F238E27FC236}">
                <a16:creationId xmlns:a16="http://schemas.microsoft.com/office/drawing/2014/main" id="{554F0AC3-5043-C60A-AFE7-6B1359C4382F}"/>
              </a:ext>
            </a:extLst>
          </p:cNvPr>
          <p:cNvSpPr txBox="1"/>
          <p:nvPr/>
        </p:nvSpPr>
        <p:spPr>
          <a:xfrm>
            <a:off x="5715003" y="1727886"/>
            <a:ext cx="462845" cy="584775"/>
          </a:xfrm>
          <a:prstGeom prst="rect">
            <a:avLst/>
          </a:prstGeom>
          <a:noFill/>
        </p:spPr>
        <p:txBody>
          <a:bodyPr wrap="square" rtlCol="0">
            <a:spAutoFit/>
          </a:bodyPr>
          <a:lstStyle/>
          <a:p>
            <a:pPr algn="ctr"/>
            <a:r>
              <a:rPr lang="en-US" sz="3200" dirty="0"/>
              <a:t>9</a:t>
            </a:r>
          </a:p>
        </p:txBody>
      </p:sp>
      <p:sp>
        <p:nvSpPr>
          <p:cNvPr id="29" name="TextBox 28">
            <a:extLst>
              <a:ext uri="{FF2B5EF4-FFF2-40B4-BE49-F238E27FC236}">
                <a16:creationId xmlns:a16="http://schemas.microsoft.com/office/drawing/2014/main" id="{0F59BFB8-043B-2DC4-ECE5-B8D5B416B573}"/>
              </a:ext>
            </a:extLst>
          </p:cNvPr>
          <p:cNvSpPr txBox="1"/>
          <p:nvPr/>
        </p:nvSpPr>
        <p:spPr>
          <a:xfrm>
            <a:off x="5715003" y="721216"/>
            <a:ext cx="462845" cy="584775"/>
          </a:xfrm>
          <a:prstGeom prst="rect">
            <a:avLst/>
          </a:prstGeom>
          <a:noFill/>
        </p:spPr>
        <p:txBody>
          <a:bodyPr wrap="square" rtlCol="0">
            <a:spAutoFit/>
          </a:bodyPr>
          <a:lstStyle/>
          <a:p>
            <a:pPr algn="ctr"/>
            <a:r>
              <a:rPr lang="en-US" sz="3200" dirty="0"/>
              <a:t>7</a:t>
            </a:r>
          </a:p>
        </p:txBody>
      </p:sp>
      <p:sp>
        <p:nvSpPr>
          <p:cNvPr id="34" name="TextBox 33">
            <a:extLst>
              <a:ext uri="{FF2B5EF4-FFF2-40B4-BE49-F238E27FC236}">
                <a16:creationId xmlns:a16="http://schemas.microsoft.com/office/drawing/2014/main" id="{30D8547F-97D5-E60E-40AD-31559C0B31D7}"/>
              </a:ext>
            </a:extLst>
          </p:cNvPr>
          <p:cNvSpPr txBox="1"/>
          <p:nvPr/>
        </p:nvSpPr>
        <p:spPr>
          <a:xfrm>
            <a:off x="5215469" y="721216"/>
            <a:ext cx="462845" cy="584775"/>
          </a:xfrm>
          <a:prstGeom prst="rect">
            <a:avLst/>
          </a:prstGeom>
          <a:noFill/>
        </p:spPr>
        <p:txBody>
          <a:bodyPr wrap="square" rtlCol="0">
            <a:spAutoFit/>
          </a:bodyPr>
          <a:lstStyle/>
          <a:p>
            <a:pPr algn="ctr"/>
            <a:r>
              <a:rPr lang="en-US" sz="3200" dirty="0"/>
              <a:t>5</a:t>
            </a:r>
          </a:p>
        </p:txBody>
      </p:sp>
      <p:sp>
        <p:nvSpPr>
          <p:cNvPr id="12" name="TextBox 11">
            <a:extLst>
              <a:ext uri="{FF2B5EF4-FFF2-40B4-BE49-F238E27FC236}">
                <a16:creationId xmlns:a16="http://schemas.microsoft.com/office/drawing/2014/main" id="{3D9B1A04-86EA-EE3F-E411-F63ACB4A2307}"/>
              </a:ext>
            </a:extLst>
          </p:cNvPr>
          <p:cNvSpPr txBox="1"/>
          <p:nvPr/>
        </p:nvSpPr>
        <p:spPr>
          <a:xfrm>
            <a:off x="6714071" y="1224551"/>
            <a:ext cx="462845" cy="584775"/>
          </a:xfrm>
          <a:prstGeom prst="rect">
            <a:avLst/>
          </a:prstGeom>
          <a:noFill/>
        </p:spPr>
        <p:txBody>
          <a:bodyPr wrap="square" rtlCol="0">
            <a:spAutoFit/>
          </a:bodyPr>
          <a:lstStyle/>
          <a:p>
            <a:pPr algn="ctr"/>
            <a:r>
              <a:rPr lang="en-US" sz="3200" dirty="0"/>
              <a:t>7</a:t>
            </a:r>
          </a:p>
        </p:txBody>
      </p:sp>
      <p:sp>
        <p:nvSpPr>
          <p:cNvPr id="38" name="TextBox 37">
            <a:extLst>
              <a:ext uri="{FF2B5EF4-FFF2-40B4-BE49-F238E27FC236}">
                <a16:creationId xmlns:a16="http://schemas.microsoft.com/office/drawing/2014/main" id="{39D53D44-AF4C-0451-2E01-0ABD8B15C7F2}"/>
              </a:ext>
            </a:extLst>
          </p:cNvPr>
          <p:cNvSpPr txBox="1"/>
          <p:nvPr/>
        </p:nvSpPr>
        <p:spPr>
          <a:xfrm>
            <a:off x="7213604" y="1224551"/>
            <a:ext cx="462845" cy="584775"/>
          </a:xfrm>
          <a:prstGeom prst="rect">
            <a:avLst/>
          </a:prstGeom>
          <a:noFill/>
        </p:spPr>
        <p:txBody>
          <a:bodyPr wrap="square" rtlCol="0">
            <a:spAutoFit/>
          </a:bodyPr>
          <a:lstStyle/>
          <a:p>
            <a:pPr algn="ctr"/>
            <a:r>
              <a:rPr lang="en-US" sz="3200" dirty="0"/>
              <a:t>9</a:t>
            </a:r>
          </a:p>
        </p:txBody>
      </p:sp>
      <p:sp>
        <p:nvSpPr>
          <p:cNvPr id="39" name="TextBox 38">
            <a:extLst>
              <a:ext uri="{FF2B5EF4-FFF2-40B4-BE49-F238E27FC236}">
                <a16:creationId xmlns:a16="http://schemas.microsoft.com/office/drawing/2014/main" id="{F4F78816-40FF-DAB3-3893-D3FF980F2E6D}"/>
              </a:ext>
            </a:extLst>
          </p:cNvPr>
          <p:cNvSpPr txBox="1"/>
          <p:nvPr/>
        </p:nvSpPr>
        <p:spPr>
          <a:xfrm>
            <a:off x="7213604" y="721216"/>
            <a:ext cx="462845" cy="584775"/>
          </a:xfrm>
          <a:prstGeom prst="rect">
            <a:avLst/>
          </a:prstGeom>
          <a:noFill/>
        </p:spPr>
        <p:txBody>
          <a:bodyPr wrap="square" rtlCol="0">
            <a:spAutoFit/>
          </a:bodyPr>
          <a:lstStyle/>
          <a:p>
            <a:pPr algn="ctr"/>
            <a:r>
              <a:rPr lang="en-US" sz="3200" dirty="0"/>
              <a:t>6</a:t>
            </a:r>
          </a:p>
        </p:txBody>
      </p:sp>
      <p:sp>
        <p:nvSpPr>
          <p:cNvPr id="45" name="TextBox 44">
            <a:extLst>
              <a:ext uri="{FF2B5EF4-FFF2-40B4-BE49-F238E27FC236}">
                <a16:creationId xmlns:a16="http://schemas.microsoft.com/office/drawing/2014/main" id="{C54FCEE0-8143-DB8D-D4ED-DD198EBC9B13}"/>
              </a:ext>
            </a:extLst>
          </p:cNvPr>
          <p:cNvSpPr txBox="1"/>
          <p:nvPr/>
        </p:nvSpPr>
        <p:spPr>
          <a:xfrm>
            <a:off x="4715935" y="2231221"/>
            <a:ext cx="462845" cy="584775"/>
          </a:xfrm>
          <a:prstGeom prst="rect">
            <a:avLst/>
          </a:prstGeom>
          <a:noFill/>
        </p:spPr>
        <p:txBody>
          <a:bodyPr wrap="square" rtlCol="0">
            <a:spAutoFit/>
          </a:bodyPr>
          <a:lstStyle/>
          <a:p>
            <a:pPr algn="ctr"/>
            <a:r>
              <a:rPr lang="en-US" sz="3200" dirty="0"/>
              <a:t>5</a:t>
            </a:r>
          </a:p>
        </p:txBody>
      </p:sp>
      <p:sp>
        <p:nvSpPr>
          <p:cNvPr id="32" name="TextBox 31">
            <a:extLst>
              <a:ext uri="{FF2B5EF4-FFF2-40B4-BE49-F238E27FC236}">
                <a16:creationId xmlns:a16="http://schemas.microsoft.com/office/drawing/2014/main" id="{091DE65E-E11A-F8F5-955C-28705DA1406B}"/>
              </a:ext>
            </a:extLst>
          </p:cNvPr>
          <p:cNvSpPr txBox="1"/>
          <p:nvPr/>
        </p:nvSpPr>
        <p:spPr>
          <a:xfrm>
            <a:off x="6214537" y="3237891"/>
            <a:ext cx="462845" cy="584775"/>
          </a:xfrm>
          <a:prstGeom prst="rect">
            <a:avLst/>
          </a:prstGeom>
          <a:noFill/>
        </p:spPr>
        <p:txBody>
          <a:bodyPr wrap="square" rtlCol="0">
            <a:spAutoFit/>
          </a:bodyPr>
          <a:lstStyle/>
          <a:p>
            <a:pPr algn="ctr"/>
            <a:r>
              <a:rPr lang="en-US" sz="3200" dirty="0"/>
              <a:t>3</a:t>
            </a:r>
          </a:p>
        </p:txBody>
      </p:sp>
      <p:sp>
        <p:nvSpPr>
          <p:cNvPr id="48" name="TextBox 47">
            <a:extLst>
              <a:ext uri="{FF2B5EF4-FFF2-40B4-BE49-F238E27FC236}">
                <a16:creationId xmlns:a16="http://schemas.microsoft.com/office/drawing/2014/main" id="{1DC5D733-A88F-2A53-AD6C-3617CD1594D4}"/>
              </a:ext>
            </a:extLst>
          </p:cNvPr>
          <p:cNvSpPr txBox="1"/>
          <p:nvPr/>
        </p:nvSpPr>
        <p:spPr>
          <a:xfrm>
            <a:off x="6214537" y="721216"/>
            <a:ext cx="462845" cy="584775"/>
          </a:xfrm>
          <a:prstGeom prst="rect">
            <a:avLst/>
          </a:prstGeom>
          <a:noFill/>
        </p:spPr>
        <p:txBody>
          <a:bodyPr wrap="square" rtlCol="0">
            <a:spAutoFit/>
          </a:bodyPr>
          <a:lstStyle/>
          <a:p>
            <a:pPr algn="ctr"/>
            <a:r>
              <a:rPr lang="en-US" sz="3200" dirty="0"/>
              <a:t>4</a:t>
            </a:r>
          </a:p>
        </p:txBody>
      </p:sp>
      <p:sp>
        <p:nvSpPr>
          <p:cNvPr id="49" name="TextBox 48">
            <a:extLst>
              <a:ext uri="{FF2B5EF4-FFF2-40B4-BE49-F238E27FC236}">
                <a16:creationId xmlns:a16="http://schemas.microsoft.com/office/drawing/2014/main" id="{3BC17F61-F357-C986-CDBE-852B86C4AB54}"/>
              </a:ext>
            </a:extLst>
          </p:cNvPr>
          <p:cNvSpPr txBox="1"/>
          <p:nvPr/>
        </p:nvSpPr>
        <p:spPr>
          <a:xfrm>
            <a:off x="6714071" y="721216"/>
            <a:ext cx="462845" cy="584775"/>
          </a:xfrm>
          <a:prstGeom prst="rect">
            <a:avLst/>
          </a:prstGeom>
          <a:noFill/>
        </p:spPr>
        <p:txBody>
          <a:bodyPr wrap="square" rtlCol="0">
            <a:spAutoFit/>
          </a:bodyPr>
          <a:lstStyle/>
          <a:p>
            <a:pPr algn="ctr"/>
            <a:r>
              <a:rPr lang="en-US" sz="3200" dirty="0"/>
              <a:t>3</a:t>
            </a:r>
          </a:p>
        </p:txBody>
      </p:sp>
      <p:sp>
        <p:nvSpPr>
          <p:cNvPr id="52" name="TextBox 51">
            <a:extLst>
              <a:ext uri="{FF2B5EF4-FFF2-40B4-BE49-F238E27FC236}">
                <a16:creationId xmlns:a16="http://schemas.microsoft.com/office/drawing/2014/main" id="{61C15822-2C78-4269-468C-BE718790519D}"/>
              </a:ext>
            </a:extLst>
          </p:cNvPr>
          <p:cNvSpPr txBox="1"/>
          <p:nvPr/>
        </p:nvSpPr>
        <p:spPr>
          <a:xfrm>
            <a:off x="6214537" y="2231221"/>
            <a:ext cx="462845" cy="584775"/>
          </a:xfrm>
          <a:prstGeom prst="rect">
            <a:avLst/>
          </a:prstGeom>
          <a:noFill/>
        </p:spPr>
        <p:txBody>
          <a:bodyPr wrap="square" rtlCol="0">
            <a:spAutoFit/>
          </a:bodyPr>
          <a:lstStyle/>
          <a:p>
            <a:pPr algn="ctr"/>
            <a:r>
              <a:rPr lang="en-US" sz="3200" dirty="0"/>
              <a:t>7</a:t>
            </a:r>
          </a:p>
        </p:txBody>
      </p:sp>
      <p:sp>
        <p:nvSpPr>
          <p:cNvPr id="53" name="TextBox 52">
            <a:extLst>
              <a:ext uri="{FF2B5EF4-FFF2-40B4-BE49-F238E27FC236}">
                <a16:creationId xmlns:a16="http://schemas.microsoft.com/office/drawing/2014/main" id="{C820253D-B28F-314A-4BE8-E2C39AC7F4E3}"/>
              </a:ext>
            </a:extLst>
          </p:cNvPr>
          <p:cNvSpPr txBox="1"/>
          <p:nvPr/>
        </p:nvSpPr>
        <p:spPr>
          <a:xfrm>
            <a:off x="6214537" y="2734556"/>
            <a:ext cx="462845" cy="584775"/>
          </a:xfrm>
          <a:prstGeom prst="rect">
            <a:avLst/>
          </a:prstGeom>
          <a:noFill/>
        </p:spPr>
        <p:txBody>
          <a:bodyPr wrap="square" rtlCol="0">
            <a:spAutoFit/>
          </a:bodyPr>
          <a:lstStyle/>
          <a:p>
            <a:pPr algn="ctr"/>
            <a:r>
              <a:rPr lang="en-US" sz="3200" dirty="0"/>
              <a:t>5</a:t>
            </a:r>
          </a:p>
        </p:txBody>
      </p:sp>
      <p:sp>
        <p:nvSpPr>
          <p:cNvPr id="58" name="TextBox 57">
            <a:extLst>
              <a:ext uri="{FF2B5EF4-FFF2-40B4-BE49-F238E27FC236}">
                <a16:creationId xmlns:a16="http://schemas.microsoft.com/office/drawing/2014/main" id="{A554D6D0-725C-E9A3-289A-27A24778AF1A}"/>
              </a:ext>
            </a:extLst>
          </p:cNvPr>
          <p:cNvSpPr txBox="1"/>
          <p:nvPr/>
        </p:nvSpPr>
        <p:spPr>
          <a:xfrm>
            <a:off x="6714071" y="2734556"/>
            <a:ext cx="462845" cy="584775"/>
          </a:xfrm>
          <a:prstGeom prst="rect">
            <a:avLst/>
          </a:prstGeom>
          <a:noFill/>
        </p:spPr>
        <p:txBody>
          <a:bodyPr wrap="square" rtlCol="0">
            <a:spAutoFit/>
          </a:bodyPr>
          <a:lstStyle/>
          <a:p>
            <a:pPr algn="ctr"/>
            <a:r>
              <a:rPr lang="en-US" sz="3200" dirty="0"/>
              <a:t>9</a:t>
            </a:r>
          </a:p>
        </p:txBody>
      </p:sp>
      <p:sp>
        <p:nvSpPr>
          <p:cNvPr id="55" name="TextBox 54">
            <a:extLst>
              <a:ext uri="{FF2B5EF4-FFF2-40B4-BE49-F238E27FC236}">
                <a16:creationId xmlns:a16="http://schemas.microsoft.com/office/drawing/2014/main" id="{735DA78A-7422-5AED-1EB8-D243D5CC3A33}"/>
              </a:ext>
            </a:extLst>
          </p:cNvPr>
          <p:cNvSpPr txBox="1"/>
          <p:nvPr/>
        </p:nvSpPr>
        <p:spPr>
          <a:xfrm>
            <a:off x="6214537" y="3741226"/>
            <a:ext cx="462845" cy="584775"/>
          </a:xfrm>
          <a:prstGeom prst="rect">
            <a:avLst/>
          </a:prstGeom>
          <a:noFill/>
        </p:spPr>
        <p:txBody>
          <a:bodyPr wrap="square" rtlCol="0">
            <a:spAutoFit/>
          </a:bodyPr>
          <a:lstStyle/>
          <a:p>
            <a:pPr algn="ctr"/>
            <a:r>
              <a:rPr lang="en-US" sz="3200" dirty="0"/>
              <a:t>6</a:t>
            </a:r>
          </a:p>
        </p:txBody>
      </p:sp>
      <p:sp>
        <p:nvSpPr>
          <p:cNvPr id="35" name="TextBox 34">
            <a:extLst>
              <a:ext uri="{FF2B5EF4-FFF2-40B4-BE49-F238E27FC236}">
                <a16:creationId xmlns:a16="http://schemas.microsoft.com/office/drawing/2014/main" id="{9F46E575-11C3-915A-DBF2-B8CC5ACCD32F}"/>
              </a:ext>
            </a:extLst>
          </p:cNvPr>
          <p:cNvSpPr txBox="1"/>
          <p:nvPr/>
        </p:nvSpPr>
        <p:spPr>
          <a:xfrm>
            <a:off x="7213604" y="2734556"/>
            <a:ext cx="462845" cy="584775"/>
          </a:xfrm>
          <a:prstGeom prst="rect">
            <a:avLst/>
          </a:prstGeom>
          <a:noFill/>
        </p:spPr>
        <p:txBody>
          <a:bodyPr wrap="square" rtlCol="0">
            <a:spAutoFit/>
          </a:bodyPr>
          <a:lstStyle/>
          <a:p>
            <a:pPr algn="ctr"/>
            <a:r>
              <a:rPr lang="en-US" sz="3200" dirty="0"/>
              <a:t>4</a:t>
            </a:r>
          </a:p>
        </p:txBody>
      </p:sp>
      <p:sp>
        <p:nvSpPr>
          <p:cNvPr id="57" name="TextBox 56">
            <a:extLst>
              <a:ext uri="{FF2B5EF4-FFF2-40B4-BE49-F238E27FC236}">
                <a16:creationId xmlns:a16="http://schemas.microsoft.com/office/drawing/2014/main" id="{073DFA92-F9A5-6E38-3399-2C3466C4504E}"/>
              </a:ext>
            </a:extLst>
          </p:cNvPr>
          <p:cNvSpPr txBox="1"/>
          <p:nvPr/>
        </p:nvSpPr>
        <p:spPr>
          <a:xfrm>
            <a:off x="6714071" y="2231221"/>
            <a:ext cx="462845" cy="584775"/>
          </a:xfrm>
          <a:prstGeom prst="rect">
            <a:avLst/>
          </a:prstGeom>
          <a:noFill/>
        </p:spPr>
        <p:txBody>
          <a:bodyPr wrap="square" rtlCol="0">
            <a:spAutoFit/>
          </a:bodyPr>
          <a:lstStyle/>
          <a:p>
            <a:pPr algn="ctr"/>
            <a:r>
              <a:rPr lang="en-US" sz="3200" dirty="0"/>
              <a:t>6</a:t>
            </a:r>
          </a:p>
        </p:txBody>
      </p:sp>
      <p:sp>
        <p:nvSpPr>
          <p:cNvPr id="59" name="TextBox 58">
            <a:extLst>
              <a:ext uri="{FF2B5EF4-FFF2-40B4-BE49-F238E27FC236}">
                <a16:creationId xmlns:a16="http://schemas.microsoft.com/office/drawing/2014/main" id="{521563BE-CC28-877F-AA86-DDB6F2312BE1}"/>
              </a:ext>
            </a:extLst>
          </p:cNvPr>
          <p:cNvSpPr txBox="1"/>
          <p:nvPr/>
        </p:nvSpPr>
        <p:spPr>
          <a:xfrm>
            <a:off x="5715003" y="3237891"/>
            <a:ext cx="462845" cy="584775"/>
          </a:xfrm>
          <a:prstGeom prst="rect">
            <a:avLst/>
          </a:prstGeom>
          <a:noFill/>
        </p:spPr>
        <p:txBody>
          <a:bodyPr wrap="square" rtlCol="0">
            <a:spAutoFit/>
          </a:bodyPr>
          <a:lstStyle/>
          <a:p>
            <a:pPr algn="ctr"/>
            <a:r>
              <a:rPr lang="en-US" sz="3200" dirty="0"/>
              <a:t>4</a:t>
            </a:r>
          </a:p>
        </p:txBody>
      </p:sp>
      <p:sp>
        <p:nvSpPr>
          <p:cNvPr id="36" name="TextBox 35">
            <a:extLst>
              <a:ext uri="{FF2B5EF4-FFF2-40B4-BE49-F238E27FC236}">
                <a16:creationId xmlns:a16="http://schemas.microsoft.com/office/drawing/2014/main" id="{F9F21D0B-028C-7DCE-6EB7-456E54188895}"/>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33523B23-0296-34B9-7D56-D429787E301E}"/>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A7B7E3C9-552B-7E50-CA5B-E97FB0C913B9}"/>
              </a:ext>
            </a:extLst>
          </p:cNvPr>
          <p:cNvSpPr txBox="1"/>
          <p:nvPr/>
        </p:nvSpPr>
        <p:spPr>
          <a:xfrm>
            <a:off x="7213604" y="1727886"/>
            <a:ext cx="462845" cy="584775"/>
          </a:xfrm>
          <a:prstGeom prst="rect">
            <a:avLst/>
          </a:prstGeom>
          <a:noFill/>
        </p:spPr>
        <p:txBody>
          <a:bodyPr wrap="square" rtlCol="0">
            <a:spAutoFit/>
          </a:bodyPr>
          <a:lstStyle/>
          <a:p>
            <a:pPr algn="ctr"/>
            <a:r>
              <a:rPr lang="en-US" sz="3200" dirty="0"/>
              <a:t>5</a:t>
            </a:r>
          </a:p>
        </p:txBody>
      </p:sp>
      <p:sp>
        <p:nvSpPr>
          <p:cNvPr id="65" name="TextBox 64">
            <a:extLst>
              <a:ext uri="{FF2B5EF4-FFF2-40B4-BE49-F238E27FC236}">
                <a16:creationId xmlns:a16="http://schemas.microsoft.com/office/drawing/2014/main" id="{0811FDE6-702A-F1CC-59D0-9D3FCB88EE9D}"/>
              </a:ext>
            </a:extLst>
          </p:cNvPr>
          <p:cNvSpPr txBox="1"/>
          <p:nvPr/>
        </p:nvSpPr>
        <p:spPr>
          <a:xfrm>
            <a:off x="4216401" y="3741226"/>
            <a:ext cx="462845" cy="584775"/>
          </a:xfrm>
          <a:prstGeom prst="rect">
            <a:avLst/>
          </a:prstGeom>
          <a:noFill/>
        </p:spPr>
        <p:txBody>
          <a:bodyPr wrap="square" rtlCol="0">
            <a:spAutoFit/>
          </a:bodyPr>
          <a:lstStyle/>
          <a:p>
            <a:pPr algn="ctr"/>
            <a:r>
              <a:rPr lang="en-US" sz="3200" dirty="0"/>
              <a:t>4</a:t>
            </a:r>
          </a:p>
        </p:txBody>
      </p:sp>
      <p:sp>
        <p:nvSpPr>
          <p:cNvPr id="66" name="TextBox 65">
            <a:extLst>
              <a:ext uri="{FF2B5EF4-FFF2-40B4-BE49-F238E27FC236}">
                <a16:creationId xmlns:a16="http://schemas.microsoft.com/office/drawing/2014/main" id="{C74E611B-73D3-B65F-8457-8AD5E23961DA}"/>
              </a:ext>
            </a:extLst>
          </p:cNvPr>
          <p:cNvSpPr txBox="1"/>
          <p:nvPr/>
        </p:nvSpPr>
        <p:spPr>
          <a:xfrm>
            <a:off x="3217333" y="2231221"/>
            <a:ext cx="462845" cy="584775"/>
          </a:xfrm>
          <a:prstGeom prst="rect">
            <a:avLst/>
          </a:prstGeom>
          <a:noFill/>
        </p:spPr>
        <p:txBody>
          <a:bodyPr wrap="square" rtlCol="0">
            <a:spAutoFit/>
          </a:bodyPr>
          <a:lstStyle/>
          <a:p>
            <a:pPr algn="ctr"/>
            <a:r>
              <a:rPr lang="en-US" sz="3200" dirty="0"/>
              <a:t>4</a:t>
            </a:r>
          </a:p>
        </p:txBody>
      </p:sp>
      <p:sp>
        <p:nvSpPr>
          <p:cNvPr id="67" name="TextBox 66">
            <a:extLst>
              <a:ext uri="{FF2B5EF4-FFF2-40B4-BE49-F238E27FC236}">
                <a16:creationId xmlns:a16="http://schemas.microsoft.com/office/drawing/2014/main" id="{D2EFE1A7-DFF7-5DDD-ADEC-BA9FA3B38BC3}"/>
              </a:ext>
            </a:extLst>
          </p:cNvPr>
          <p:cNvSpPr txBox="1"/>
          <p:nvPr/>
        </p:nvSpPr>
        <p:spPr>
          <a:xfrm>
            <a:off x="4216401" y="2231221"/>
            <a:ext cx="462845" cy="584775"/>
          </a:xfrm>
          <a:prstGeom prst="rect">
            <a:avLst/>
          </a:prstGeom>
          <a:noFill/>
        </p:spPr>
        <p:txBody>
          <a:bodyPr wrap="square" rtlCol="0">
            <a:spAutoFit/>
          </a:bodyPr>
          <a:lstStyle/>
          <a:p>
            <a:pPr algn="ctr"/>
            <a:r>
              <a:rPr lang="en-US" sz="3200" dirty="0"/>
              <a:t>9</a:t>
            </a:r>
          </a:p>
        </p:txBody>
      </p:sp>
      <p:sp>
        <p:nvSpPr>
          <p:cNvPr id="30" name="TextBox 29">
            <a:extLst>
              <a:ext uri="{FF2B5EF4-FFF2-40B4-BE49-F238E27FC236}">
                <a16:creationId xmlns:a16="http://schemas.microsoft.com/office/drawing/2014/main" id="{50E5E041-0AF4-A921-09D5-58226C828739}"/>
              </a:ext>
            </a:extLst>
          </p:cNvPr>
          <p:cNvSpPr txBox="1"/>
          <p:nvPr/>
        </p:nvSpPr>
        <p:spPr>
          <a:xfrm>
            <a:off x="3716867" y="1224551"/>
            <a:ext cx="462845" cy="584775"/>
          </a:xfrm>
          <a:prstGeom prst="rect">
            <a:avLst/>
          </a:prstGeom>
          <a:noFill/>
        </p:spPr>
        <p:txBody>
          <a:bodyPr wrap="square" rtlCol="0">
            <a:spAutoFit/>
          </a:bodyPr>
          <a:lstStyle/>
          <a:p>
            <a:pPr algn="ctr"/>
            <a:r>
              <a:rPr lang="en-US" sz="3200" dirty="0"/>
              <a:t>4</a:t>
            </a:r>
          </a:p>
        </p:txBody>
      </p:sp>
      <p:sp>
        <p:nvSpPr>
          <p:cNvPr id="31" name="TextBox 30">
            <a:extLst>
              <a:ext uri="{FF2B5EF4-FFF2-40B4-BE49-F238E27FC236}">
                <a16:creationId xmlns:a16="http://schemas.microsoft.com/office/drawing/2014/main" id="{2B93425C-9654-E49A-B7C6-7B67B8B547F6}"/>
              </a:ext>
            </a:extLst>
          </p:cNvPr>
          <p:cNvSpPr txBox="1"/>
          <p:nvPr/>
        </p:nvSpPr>
        <p:spPr>
          <a:xfrm>
            <a:off x="4715935" y="1727886"/>
            <a:ext cx="462845" cy="584775"/>
          </a:xfrm>
          <a:prstGeom prst="rect">
            <a:avLst/>
          </a:prstGeom>
          <a:noFill/>
        </p:spPr>
        <p:txBody>
          <a:bodyPr wrap="square" rtlCol="0">
            <a:spAutoFit/>
          </a:bodyPr>
          <a:lstStyle/>
          <a:p>
            <a:pPr algn="ctr"/>
            <a:r>
              <a:rPr lang="en-US" sz="3200" dirty="0"/>
              <a:t>4</a:t>
            </a:r>
          </a:p>
        </p:txBody>
      </p:sp>
      <p:sp>
        <p:nvSpPr>
          <p:cNvPr id="69" name="TextBox 68">
            <a:extLst>
              <a:ext uri="{FF2B5EF4-FFF2-40B4-BE49-F238E27FC236}">
                <a16:creationId xmlns:a16="http://schemas.microsoft.com/office/drawing/2014/main" id="{BF7F459C-535A-F9BA-8A05-B79A3B1292C4}"/>
              </a:ext>
            </a:extLst>
          </p:cNvPr>
          <p:cNvSpPr txBox="1"/>
          <p:nvPr/>
        </p:nvSpPr>
        <p:spPr>
          <a:xfrm>
            <a:off x="4216401" y="4244561"/>
            <a:ext cx="462845" cy="584775"/>
          </a:xfrm>
          <a:prstGeom prst="rect">
            <a:avLst/>
          </a:prstGeom>
          <a:noFill/>
        </p:spPr>
        <p:txBody>
          <a:bodyPr wrap="square" rtlCol="0">
            <a:spAutoFit/>
          </a:bodyPr>
          <a:lstStyle/>
          <a:p>
            <a:pPr algn="ctr"/>
            <a:r>
              <a:rPr lang="en-US" sz="3200" dirty="0"/>
              <a:t>2</a:t>
            </a:r>
          </a:p>
        </p:txBody>
      </p:sp>
      <p:sp>
        <p:nvSpPr>
          <p:cNvPr id="70" name="TextBox 69">
            <a:extLst>
              <a:ext uri="{FF2B5EF4-FFF2-40B4-BE49-F238E27FC236}">
                <a16:creationId xmlns:a16="http://schemas.microsoft.com/office/drawing/2014/main" id="{2FC11419-967A-7C60-1C6D-E909F38B0F61}"/>
              </a:ext>
            </a:extLst>
          </p:cNvPr>
          <p:cNvSpPr txBox="1"/>
          <p:nvPr/>
        </p:nvSpPr>
        <p:spPr>
          <a:xfrm>
            <a:off x="4216401" y="1224551"/>
            <a:ext cx="462845" cy="584775"/>
          </a:xfrm>
          <a:prstGeom prst="rect">
            <a:avLst/>
          </a:prstGeom>
          <a:noFill/>
        </p:spPr>
        <p:txBody>
          <a:bodyPr wrap="square" rtlCol="0">
            <a:spAutoFit/>
          </a:bodyPr>
          <a:lstStyle/>
          <a:p>
            <a:pPr algn="ctr"/>
            <a:r>
              <a:rPr lang="en-US" sz="3200" dirty="0"/>
              <a:t>5</a:t>
            </a:r>
          </a:p>
        </p:txBody>
      </p:sp>
      <p:sp>
        <p:nvSpPr>
          <p:cNvPr id="73" name="TextBox 72">
            <a:extLst>
              <a:ext uri="{FF2B5EF4-FFF2-40B4-BE49-F238E27FC236}">
                <a16:creationId xmlns:a16="http://schemas.microsoft.com/office/drawing/2014/main" id="{1BB83EF3-D140-BA1E-943A-C4382B22893C}"/>
              </a:ext>
            </a:extLst>
          </p:cNvPr>
          <p:cNvSpPr txBox="1"/>
          <p:nvPr/>
        </p:nvSpPr>
        <p:spPr>
          <a:xfrm>
            <a:off x="3716867" y="3237891"/>
            <a:ext cx="462845" cy="584775"/>
          </a:xfrm>
          <a:prstGeom prst="rect">
            <a:avLst/>
          </a:prstGeom>
          <a:noFill/>
        </p:spPr>
        <p:txBody>
          <a:bodyPr wrap="square" rtlCol="0">
            <a:spAutoFit/>
          </a:bodyPr>
          <a:lstStyle/>
          <a:p>
            <a:pPr algn="ctr"/>
            <a:r>
              <a:rPr lang="en-US" sz="3200" dirty="0"/>
              <a:t>5</a:t>
            </a:r>
          </a:p>
        </p:txBody>
      </p:sp>
      <p:sp>
        <p:nvSpPr>
          <p:cNvPr id="82" name="TextBox 81">
            <a:extLst>
              <a:ext uri="{FF2B5EF4-FFF2-40B4-BE49-F238E27FC236}">
                <a16:creationId xmlns:a16="http://schemas.microsoft.com/office/drawing/2014/main" id="{7AAF19ED-BBB2-BCAF-B3EB-16C86E23A7FD}"/>
              </a:ext>
            </a:extLst>
          </p:cNvPr>
          <p:cNvSpPr txBox="1"/>
          <p:nvPr/>
        </p:nvSpPr>
        <p:spPr>
          <a:xfrm>
            <a:off x="7213604" y="4747898"/>
            <a:ext cx="462845" cy="584775"/>
          </a:xfrm>
          <a:prstGeom prst="rect">
            <a:avLst/>
          </a:prstGeom>
          <a:noFill/>
        </p:spPr>
        <p:txBody>
          <a:bodyPr wrap="square" rtlCol="0">
            <a:spAutoFit/>
          </a:bodyPr>
          <a:lstStyle/>
          <a:p>
            <a:pPr algn="ctr"/>
            <a:r>
              <a:rPr lang="en-US" sz="3200" dirty="0"/>
              <a:t>7</a:t>
            </a:r>
          </a:p>
        </p:txBody>
      </p:sp>
      <p:sp>
        <p:nvSpPr>
          <p:cNvPr id="81" name="TextBox 80">
            <a:extLst>
              <a:ext uri="{FF2B5EF4-FFF2-40B4-BE49-F238E27FC236}">
                <a16:creationId xmlns:a16="http://schemas.microsoft.com/office/drawing/2014/main" id="{1780FFEB-9BB4-95A4-9C79-BB62E85F6C68}"/>
              </a:ext>
            </a:extLst>
          </p:cNvPr>
          <p:cNvSpPr txBox="1"/>
          <p:nvPr/>
        </p:nvSpPr>
        <p:spPr>
          <a:xfrm>
            <a:off x="4216401" y="3237891"/>
            <a:ext cx="462845" cy="584775"/>
          </a:xfrm>
          <a:prstGeom prst="rect">
            <a:avLst/>
          </a:prstGeom>
          <a:noFill/>
        </p:spPr>
        <p:txBody>
          <a:bodyPr wrap="square" rtlCol="0">
            <a:spAutoFit/>
          </a:bodyPr>
          <a:lstStyle/>
          <a:p>
            <a:pPr algn="ctr"/>
            <a:r>
              <a:rPr lang="en-US" sz="3200" dirty="0"/>
              <a:t>7</a:t>
            </a:r>
          </a:p>
        </p:txBody>
      </p:sp>
      <p:sp>
        <p:nvSpPr>
          <p:cNvPr id="83" name="TextBox 82">
            <a:extLst>
              <a:ext uri="{FF2B5EF4-FFF2-40B4-BE49-F238E27FC236}">
                <a16:creationId xmlns:a16="http://schemas.microsoft.com/office/drawing/2014/main" id="{294A3A05-08C7-98A4-6E09-20B8C145C961}"/>
              </a:ext>
            </a:extLst>
          </p:cNvPr>
          <p:cNvSpPr txBox="1"/>
          <p:nvPr/>
        </p:nvSpPr>
        <p:spPr>
          <a:xfrm>
            <a:off x="4216401" y="4747898"/>
            <a:ext cx="462845" cy="584775"/>
          </a:xfrm>
          <a:prstGeom prst="rect">
            <a:avLst/>
          </a:prstGeom>
          <a:noFill/>
        </p:spPr>
        <p:txBody>
          <a:bodyPr wrap="square" rtlCol="0">
            <a:spAutoFit/>
          </a:bodyPr>
          <a:lstStyle/>
          <a:p>
            <a:pPr algn="ctr"/>
            <a:r>
              <a:rPr lang="en-US" sz="3200" dirty="0"/>
              <a:t>6</a:t>
            </a:r>
          </a:p>
        </p:txBody>
      </p:sp>
      <p:sp>
        <p:nvSpPr>
          <p:cNvPr id="62" name="TextBox 61">
            <a:extLst>
              <a:ext uri="{FF2B5EF4-FFF2-40B4-BE49-F238E27FC236}">
                <a16:creationId xmlns:a16="http://schemas.microsoft.com/office/drawing/2014/main" id="{C08AD9A5-E5FE-7477-391C-0E7F90A38B11}"/>
              </a:ext>
            </a:extLst>
          </p:cNvPr>
          <p:cNvSpPr txBox="1"/>
          <p:nvPr/>
        </p:nvSpPr>
        <p:spPr>
          <a:xfrm>
            <a:off x="3217333" y="4244561"/>
            <a:ext cx="462845" cy="584775"/>
          </a:xfrm>
          <a:prstGeom prst="rect">
            <a:avLst/>
          </a:prstGeom>
          <a:noFill/>
        </p:spPr>
        <p:txBody>
          <a:bodyPr wrap="square" rtlCol="0">
            <a:spAutoFit/>
          </a:bodyPr>
          <a:lstStyle/>
          <a:p>
            <a:pPr algn="ctr"/>
            <a:r>
              <a:rPr lang="en-US" sz="3200" dirty="0"/>
              <a:t>9</a:t>
            </a:r>
          </a:p>
        </p:txBody>
      </p:sp>
      <p:sp>
        <p:nvSpPr>
          <p:cNvPr id="63" name="TextBox 62">
            <a:extLst>
              <a:ext uri="{FF2B5EF4-FFF2-40B4-BE49-F238E27FC236}">
                <a16:creationId xmlns:a16="http://schemas.microsoft.com/office/drawing/2014/main" id="{59831AEB-A85A-D9A4-2519-FB9784F223E1}"/>
              </a:ext>
            </a:extLst>
          </p:cNvPr>
          <p:cNvSpPr txBox="1"/>
          <p:nvPr/>
        </p:nvSpPr>
        <p:spPr>
          <a:xfrm>
            <a:off x="3217333" y="4747898"/>
            <a:ext cx="462845" cy="584775"/>
          </a:xfrm>
          <a:prstGeom prst="rect">
            <a:avLst/>
          </a:prstGeom>
          <a:noFill/>
        </p:spPr>
        <p:txBody>
          <a:bodyPr wrap="square" rtlCol="0">
            <a:spAutoFit/>
          </a:bodyPr>
          <a:lstStyle/>
          <a:p>
            <a:pPr algn="ctr"/>
            <a:r>
              <a:rPr lang="en-US" sz="3200" dirty="0"/>
              <a:t>5</a:t>
            </a:r>
          </a:p>
        </p:txBody>
      </p:sp>
      <p:sp>
        <p:nvSpPr>
          <p:cNvPr id="9" name="TextBox 8">
            <a:extLst>
              <a:ext uri="{FF2B5EF4-FFF2-40B4-BE49-F238E27FC236}">
                <a16:creationId xmlns:a16="http://schemas.microsoft.com/office/drawing/2014/main" id="{C5B2A26B-7B9C-A102-288B-AA2C465DFAC5}"/>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B9E9D6BE-1632-C284-4C97-E8A443D3E762}"/>
              </a:ext>
            </a:extLst>
          </p:cNvPr>
          <p:cNvSpPr txBox="1"/>
          <p:nvPr/>
        </p:nvSpPr>
        <p:spPr>
          <a:xfrm>
            <a:off x="6714071" y="4244561"/>
            <a:ext cx="462845" cy="584775"/>
          </a:xfrm>
          <a:prstGeom prst="rect">
            <a:avLst/>
          </a:prstGeom>
          <a:noFill/>
        </p:spPr>
        <p:txBody>
          <a:bodyPr wrap="square" rtlCol="0">
            <a:spAutoFit/>
          </a:bodyPr>
          <a:lstStyle/>
          <a:p>
            <a:pPr algn="ctr"/>
            <a:r>
              <a:rPr lang="en-US" sz="3200" dirty="0"/>
              <a:t>5</a:t>
            </a:r>
          </a:p>
        </p:txBody>
      </p:sp>
      <p:sp>
        <p:nvSpPr>
          <p:cNvPr id="84" name="TextBox 83">
            <a:extLst>
              <a:ext uri="{FF2B5EF4-FFF2-40B4-BE49-F238E27FC236}">
                <a16:creationId xmlns:a16="http://schemas.microsoft.com/office/drawing/2014/main" id="{2F6465F4-5823-E57E-FC00-FE5F6E9205B8}"/>
              </a:ext>
            </a:extLst>
          </p:cNvPr>
          <p:cNvSpPr txBox="1"/>
          <p:nvPr/>
        </p:nvSpPr>
        <p:spPr>
          <a:xfrm>
            <a:off x="6214537" y="4747898"/>
            <a:ext cx="462845" cy="584775"/>
          </a:xfrm>
          <a:prstGeom prst="rect">
            <a:avLst/>
          </a:prstGeom>
          <a:noFill/>
        </p:spPr>
        <p:txBody>
          <a:bodyPr wrap="square" rtlCol="0">
            <a:spAutoFit/>
          </a:bodyPr>
          <a:lstStyle/>
          <a:p>
            <a:pPr algn="ctr"/>
            <a:r>
              <a:rPr lang="en-US" sz="3200" dirty="0"/>
              <a:t>9</a:t>
            </a:r>
          </a:p>
        </p:txBody>
      </p:sp>
      <p:sp>
        <p:nvSpPr>
          <p:cNvPr id="85" name="TextBox 84">
            <a:extLst>
              <a:ext uri="{FF2B5EF4-FFF2-40B4-BE49-F238E27FC236}">
                <a16:creationId xmlns:a16="http://schemas.microsoft.com/office/drawing/2014/main" id="{BAD0B558-1D4B-3D26-AE7E-696FBC2824B5}"/>
              </a:ext>
            </a:extLst>
          </p:cNvPr>
          <p:cNvSpPr txBox="1"/>
          <p:nvPr/>
        </p:nvSpPr>
        <p:spPr>
          <a:xfrm>
            <a:off x="6714071" y="4747898"/>
            <a:ext cx="462845" cy="584775"/>
          </a:xfrm>
          <a:prstGeom prst="rect">
            <a:avLst/>
          </a:prstGeom>
          <a:noFill/>
        </p:spPr>
        <p:txBody>
          <a:bodyPr wrap="square" rtlCol="0">
            <a:spAutoFit/>
          </a:bodyPr>
          <a:lstStyle/>
          <a:p>
            <a:pPr algn="ctr"/>
            <a:r>
              <a:rPr lang="en-US" sz="3200" dirty="0"/>
              <a:t>4</a:t>
            </a:r>
          </a:p>
        </p:txBody>
      </p:sp>
      <p:sp>
        <p:nvSpPr>
          <p:cNvPr id="86" name="TextBox 85">
            <a:extLst>
              <a:ext uri="{FF2B5EF4-FFF2-40B4-BE49-F238E27FC236}">
                <a16:creationId xmlns:a16="http://schemas.microsoft.com/office/drawing/2014/main" id="{2171E391-21AF-1B00-74D6-D8BC393D683A}"/>
              </a:ext>
            </a:extLst>
          </p:cNvPr>
          <p:cNvSpPr txBox="1"/>
          <p:nvPr/>
        </p:nvSpPr>
        <p:spPr>
          <a:xfrm>
            <a:off x="3217333" y="1727886"/>
            <a:ext cx="462845" cy="584775"/>
          </a:xfrm>
          <a:prstGeom prst="rect">
            <a:avLst/>
          </a:prstGeom>
          <a:noFill/>
        </p:spPr>
        <p:txBody>
          <a:bodyPr wrap="square" rtlCol="0">
            <a:spAutoFit/>
          </a:bodyPr>
          <a:lstStyle/>
          <a:p>
            <a:pPr algn="ctr"/>
            <a:r>
              <a:rPr lang="en-US" sz="3200" dirty="0"/>
              <a:t>7</a:t>
            </a:r>
          </a:p>
        </p:txBody>
      </p:sp>
      <p:sp>
        <p:nvSpPr>
          <p:cNvPr id="87" name="TextBox 86">
            <a:extLst>
              <a:ext uri="{FF2B5EF4-FFF2-40B4-BE49-F238E27FC236}">
                <a16:creationId xmlns:a16="http://schemas.microsoft.com/office/drawing/2014/main" id="{63C983F7-12BD-9A70-045B-344C31D7B774}"/>
              </a:ext>
            </a:extLst>
          </p:cNvPr>
          <p:cNvSpPr txBox="1"/>
          <p:nvPr/>
        </p:nvSpPr>
        <p:spPr>
          <a:xfrm>
            <a:off x="3716867" y="1727886"/>
            <a:ext cx="462845" cy="584775"/>
          </a:xfrm>
          <a:prstGeom prst="rect">
            <a:avLst/>
          </a:prstGeom>
          <a:noFill/>
        </p:spPr>
        <p:txBody>
          <a:bodyPr wrap="square" rtlCol="0">
            <a:spAutoFit/>
          </a:bodyPr>
          <a:lstStyle/>
          <a:p>
            <a:pPr algn="ctr"/>
            <a:r>
              <a:rPr lang="en-US" sz="3200" dirty="0"/>
              <a:t>6</a:t>
            </a:r>
          </a:p>
        </p:txBody>
      </p:sp>
      <p:sp>
        <p:nvSpPr>
          <p:cNvPr id="14" name="TextBox 13">
            <a:extLst>
              <a:ext uri="{FF2B5EF4-FFF2-40B4-BE49-F238E27FC236}">
                <a16:creationId xmlns:a16="http://schemas.microsoft.com/office/drawing/2014/main" id="{11AC6194-B825-5A05-260D-B67EB1E83701}"/>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AA0C4442-12FB-8D57-670D-700C708AB82D}"/>
              </a:ext>
            </a:extLst>
          </p:cNvPr>
          <p:cNvSpPr txBox="1"/>
          <p:nvPr/>
        </p:nvSpPr>
        <p:spPr>
          <a:xfrm>
            <a:off x="4715935" y="3741226"/>
            <a:ext cx="462845" cy="584775"/>
          </a:xfrm>
          <a:prstGeom prst="rect">
            <a:avLst/>
          </a:prstGeom>
          <a:noFill/>
        </p:spPr>
        <p:txBody>
          <a:bodyPr wrap="square" rtlCol="0">
            <a:spAutoFit/>
          </a:bodyPr>
          <a:lstStyle/>
          <a:p>
            <a:pPr algn="ctr"/>
            <a:r>
              <a:rPr lang="en-US" sz="3200" dirty="0"/>
              <a:t>7</a:t>
            </a:r>
          </a:p>
        </p:txBody>
      </p:sp>
      <p:sp>
        <p:nvSpPr>
          <p:cNvPr id="42" name="TextBox 41">
            <a:extLst>
              <a:ext uri="{FF2B5EF4-FFF2-40B4-BE49-F238E27FC236}">
                <a16:creationId xmlns:a16="http://schemas.microsoft.com/office/drawing/2014/main" id="{C988167C-420A-AF15-D5F2-15AD376AC138}"/>
              </a:ext>
            </a:extLst>
          </p:cNvPr>
          <p:cNvSpPr txBox="1"/>
          <p:nvPr/>
        </p:nvSpPr>
        <p:spPr>
          <a:xfrm>
            <a:off x="4715935" y="4244561"/>
            <a:ext cx="462845" cy="584775"/>
          </a:xfrm>
          <a:prstGeom prst="rect">
            <a:avLst/>
          </a:prstGeom>
          <a:noFill/>
        </p:spPr>
        <p:txBody>
          <a:bodyPr wrap="square" rtlCol="0">
            <a:spAutoFit/>
          </a:bodyPr>
          <a:lstStyle/>
          <a:p>
            <a:pPr algn="ctr"/>
            <a:r>
              <a:rPr lang="en-US" sz="3200" dirty="0"/>
              <a:t>6</a:t>
            </a:r>
          </a:p>
        </p:txBody>
      </p:sp>
      <p:sp>
        <p:nvSpPr>
          <p:cNvPr id="43" name="TextBox 42">
            <a:extLst>
              <a:ext uri="{FF2B5EF4-FFF2-40B4-BE49-F238E27FC236}">
                <a16:creationId xmlns:a16="http://schemas.microsoft.com/office/drawing/2014/main" id="{6AB56D5F-10FC-A5BE-AF00-37DE3631B945}"/>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DBDC5EED-FC7B-054E-B18E-AE54F01BAFCC}"/>
              </a:ext>
            </a:extLst>
          </p:cNvPr>
          <p:cNvSpPr txBox="1"/>
          <p:nvPr/>
        </p:nvSpPr>
        <p:spPr>
          <a:xfrm>
            <a:off x="3716867" y="4244561"/>
            <a:ext cx="462845" cy="584775"/>
          </a:xfrm>
          <a:prstGeom prst="rect">
            <a:avLst/>
          </a:prstGeom>
          <a:noFill/>
        </p:spPr>
        <p:txBody>
          <a:bodyPr wrap="square" rtlCol="0">
            <a:spAutoFit/>
          </a:bodyPr>
          <a:lstStyle/>
          <a:p>
            <a:pPr algn="ctr"/>
            <a:r>
              <a:rPr lang="en-US" sz="3200" dirty="0"/>
              <a:t>7</a:t>
            </a:r>
          </a:p>
        </p:txBody>
      </p:sp>
      <p:sp>
        <p:nvSpPr>
          <p:cNvPr id="50" name="TextBox 49">
            <a:extLst>
              <a:ext uri="{FF2B5EF4-FFF2-40B4-BE49-F238E27FC236}">
                <a16:creationId xmlns:a16="http://schemas.microsoft.com/office/drawing/2014/main" id="{881D48B3-D483-78BF-B9EF-0A09C022AC01}"/>
              </a:ext>
            </a:extLst>
          </p:cNvPr>
          <p:cNvSpPr txBox="1"/>
          <p:nvPr/>
        </p:nvSpPr>
        <p:spPr>
          <a:xfrm>
            <a:off x="4715935" y="3237891"/>
            <a:ext cx="462845" cy="584775"/>
          </a:xfrm>
          <a:prstGeom prst="rect">
            <a:avLst/>
          </a:prstGeom>
          <a:noFill/>
        </p:spPr>
        <p:txBody>
          <a:bodyPr wrap="square" rtlCol="0">
            <a:spAutoFit/>
          </a:bodyPr>
          <a:lstStyle/>
          <a:p>
            <a:pPr algn="ctr"/>
            <a:r>
              <a:rPr lang="en-US" sz="3200" dirty="0"/>
              <a:t>9</a:t>
            </a:r>
          </a:p>
        </p:txBody>
      </p:sp>
      <p:sp>
        <p:nvSpPr>
          <p:cNvPr id="41" name="TextBox 40">
            <a:extLst>
              <a:ext uri="{FF2B5EF4-FFF2-40B4-BE49-F238E27FC236}">
                <a16:creationId xmlns:a16="http://schemas.microsoft.com/office/drawing/2014/main" id="{1E79445F-F137-3A65-B3D5-F4B7D38A4CB9}"/>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F36DC7A9-6672-B288-B25F-9A32DEB7AC9D}"/>
              </a:ext>
            </a:extLst>
          </p:cNvPr>
          <p:cNvSpPr txBox="1"/>
          <p:nvPr/>
        </p:nvSpPr>
        <p:spPr>
          <a:xfrm>
            <a:off x="5215469" y="2734556"/>
            <a:ext cx="462845" cy="584775"/>
          </a:xfrm>
          <a:prstGeom prst="rect">
            <a:avLst/>
          </a:prstGeom>
          <a:noFill/>
        </p:spPr>
        <p:txBody>
          <a:bodyPr wrap="square" rtlCol="0">
            <a:spAutoFit/>
          </a:bodyPr>
          <a:lstStyle/>
          <a:p>
            <a:pPr algn="ctr"/>
            <a:r>
              <a:rPr lang="en-US" sz="3200" dirty="0"/>
              <a:t>7</a:t>
            </a:r>
          </a:p>
        </p:txBody>
      </p:sp>
      <p:sp>
        <p:nvSpPr>
          <p:cNvPr id="68" name="TextBox 67">
            <a:extLst>
              <a:ext uri="{FF2B5EF4-FFF2-40B4-BE49-F238E27FC236}">
                <a16:creationId xmlns:a16="http://schemas.microsoft.com/office/drawing/2014/main" id="{D0DD26C5-0184-3CCA-A5B0-B66863A14E97}"/>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A5186B1E-9B4D-2BE1-D3CA-A5A23B63FDE6}"/>
              </a:ext>
            </a:extLst>
          </p:cNvPr>
          <p:cNvSpPr txBox="1"/>
          <p:nvPr/>
        </p:nvSpPr>
        <p:spPr>
          <a:xfrm>
            <a:off x="5715003" y="2734556"/>
            <a:ext cx="462845" cy="584775"/>
          </a:xfrm>
          <a:prstGeom prst="rect">
            <a:avLst/>
          </a:prstGeom>
          <a:noFill/>
        </p:spPr>
        <p:txBody>
          <a:bodyPr wrap="square" rtlCol="0">
            <a:spAutoFit/>
          </a:bodyPr>
          <a:lstStyle/>
          <a:p>
            <a:pPr algn="ctr"/>
            <a:r>
              <a:rPr lang="en-US" sz="3200" dirty="0"/>
              <a:t>6</a:t>
            </a:r>
          </a:p>
        </p:txBody>
      </p:sp>
      <p:sp>
        <p:nvSpPr>
          <p:cNvPr id="75" name="TextBox 74">
            <a:extLst>
              <a:ext uri="{FF2B5EF4-FFF2-40B4-BE49-F238E27FC236}">
                <a16:creationId xmlns:a16="http://schemas.microsoft.com/office/drawing/2014/main" id="{B9FEA591-16A2-F421-1CE5-524396A6DA49}"/>
              </a:ext>
            </a:extLst>
          </p:cNvPr>
          <p:cNvSpPr txBox="1"/>
          <p:nvPr/>
        </p:nvSpPr>
        <p:spPr>
          <a:xfrm>
            <a:off x="3217333" y="3237891"/>
            <a:ext cx="462845" cy="584775"/>
          </a:xfrm>
          <a:prstGeom prst="rect">
            <a:avLst/>
          </a:prstGeom>
          <a:noFill/>
        </p:spPr>
        <p:txBody>
          <a:bodyPr wrap="square" rtlCol="0">
            <a:spAutoFit/>
          </a:bodyPr>
          <a:lstStyle/>
          <a:p>
            <a:pPr algn="ctr"/>
            <a:r>
              <a:rPr lang="en-US" sz="3200" dirty="0"/>
              <a:t>6</a:t>
            </a:r>
          </a:p>
        </p:txBody>
      </p:sp>
      <p:sp>
        <p:nvSpPr>
          <p:cNvPr id="78" name="TextBox 77">
            <a:extLst>
              <a:ext uri="{FF2B5EF4-FFF2-40B4-BE49-F238E27FC236}">
                <a16:creationId xmlns:a16="http://schemas.microsoft.com/office/drawing/2014/main" id="{6AE1BDD3-7796-E98C-04A3-C361FC69E7AD}"/>
              </a:ext>
            </a:extLst>
          </p:cNvPr>
          <p:cNvSpPr txBox="1"/>
          <p:nvPr/>
        </p:nvSpPr>
        <p:spPr>
          <a:xfrm>
            <a:off x="5215469" y="1224551"/>
            <a:ext cx="462845" cy="584775"/>
          </a:xfrm>
          <a:prstGeom prst="rect">
            <a:avLst/>
          </a:prstGeom>
          <a:noFill/>
        </p:spPr>
        <p:txBody>
          <a:bodyPr wrap="square" rtlCol="0">
            <a:spAutoFit/>
          </a:bodyPr>
          <a:lstStyle/>
          <a:p>
            <a:pPr algn="ctr"/>
            <a:r>
              <a:rPr lang="en-US" sz="3200" dirty="0"/>
              <a:t>6</a:t>
            </a:r>
          </a:p>
        </p:txBody>
      </p:sp>
      <p:sp>
        <p:nvSpPr>
          <p:cNvPr id="80" name="TextBox 79">
            <a:extLst>
              <a:ext uri="{FF2B5EF4-FFF2-40B4-BE49-F238E27FC236}">
                <a16:creationId xmlns:a16="http://schemas.microsoft.com/office/drawing/2014/main" id="{67BDFF90-553B-FEC3-F0F9-8DFD9B889E7E}"/>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0D7BB8BA-816C-549A-1EDE-73A554168DDA}"/>
              </a:ext>
            </a:extLst>
          </p:cNvPr>
          <p:cNvSpPr txBox="1"/>
          <p:nvPr/>
        </p:nvSpPr>
        <p:spPr>
          <a:xfrm>
            <a:off x="5215469" y="3741226"/>
            <a:ext cx="462845" cy="584775"/>
          </a:xfrm>
          <a:prstGeom prst="rect">
            <a:avLst/>
          </a:prstGeom>
          <a:noFill/>
        </p:spPr>
        <p:txBody>
          <a:bodyPr wrap="square" rtlCol="0">
            <a:spAutoFit/>
          </a:bodyPr>
          <a:lstStyle/>
          <a:p>
            <a:pPr algn="ctr"/>
            <a:r>
              <a:rPr lang="en-US" sz="3200" dirty="0"/>
              <a:t>9</a:t>
            </a:r>
          </a:p>
        </p:txBody>
      </p:sp>
      <p:sp>
        <p:nvSpPr>
          <p:cNvPr id="13" name="TextBox 12">
            <a:extLst>
              <a:ext uri="{FF2B5EF4-FFF2-40B4-BE49-F238E27FC236}">
                <a16:creationId xmlns:a16="http://schemas.microsoft.com/office/drawing/2014/main" id="{68AB8A85-9195-04BA-5C40-5A18254904EE}"/>
              </a:ext>
            </a:extLst>
          </p:cNvPr>
          <p:cNvSpPr txBox="1"/>
          <p:nvPr/>
        </p:nvSpPr>
        <p:spPr>
          <a:xfrm>
            <a:off x="5715003" y="3741226"/>
            <a:ext cx="462845" cy="584775"/>
          </a:xfrm>
          <a:prstGeom prst="rect">
            <a:avLst/>
          </a:prstGeom>
          <a:noFill/>
        </p:spPr>
        <p:txBody>
          <a:bodyPr wrap="square" rtlCol="0">
            <a:spAutoFit/>
          </a:bodyPr>
          <a:lstStyle/>
          <a:p>
            <a:pPr algn="ctr"/>
            <a:r>
              <a:rPr lang="en-US" sz="3200" dirty="0"/>
              <a:t>5</a:t>
            </a:r>
          </a:p>
        </p:txBody>
      </p:sp>
      <p:sp>
        <p:nvSpPr>
          <p:cNvPr id="23" name="TextBox 22">
            <a:extLst>
              <a:ext uri="{FF2B5EF4-FFF2-40B4-BE49-F238E27FC236}">
                <a16:creationId xmlns:a16="http://schemas.microsoft.com/office/drawing/2014/main" id="{4EDE627D-256B-2001-646D-BE9668DC2955}"/>
              </a:ext>
            </a:extLst>
          </p:cNvPr>
          <p:cNvSpPr txBox="1"/>
          <p:nvPr/>
        </p:nvSpPr>
        <p:spPr>
          <a:xfrm>
            <a:off x="5215469" y="4244561"/>
            <a:ext cx="462845" cy="584775"/>
          </a:xfrm>
          <a:prstGeom prst="rect">
            <a:avLst/>
          </a:prstGeom>
          <a:noFill/>
        </p:spPr>
        <p:txBody>
          <a:bodyPr wrap="square" rtlCol="0">
            <a:spAutoFit/>
          </a:bodyPr>
          <a:lstStyle/>
          <a:p>
            <a:pPr algn="ctr"/>
            <a:r>
              <a:rPr lang="en-US" sz="3200" dirty="0"/>
              <a:t>4</a:t>
            </a:r>
          </a:p>
        </p:txBody>
      </p:sp>
      <p:sp>
        <p:nvSpPr>
          <p:cNvPr id="25" name="TextBox 24">
            <a:extLst>
              <a:ext uri="{FF2B5EF4-FFF2-40B4-BE49-F238E27FC236}">
                <a16:creationId xmlns:a16="http://schemas.microsoft.com/office/drawing/2014/main" id="{69E4AE04-6FA0-D659-8CCC-7DE6B6859DF3}"/>
              </a:ext>
            </a:extLst>
          </p:cNvPr>
          <p:cNvSpPr txBox="1"/>
          <p:nvPr/>
        </p:nvSpPr>
        <p:spPr>
          <a:xfrm>
            <a:off x="5215469" y="4747898"/>
            <a:ext cx="462845" cy="584775"/>
          </a:xfrm>
          <a:prstGeom prst="rect">
            <a:avLst/>
          </a:prstGeom>
          <a:noFill/>
        </p:spPr>
        <p:txBody>
          <a:bodyPr wrap="square" rtlCol="0">
            <a:spAutoFit/>
          </a:bodyPr>
          <a:lstStyle/>
          <a:p>
            <a:pPr algn="ctr"/>
            <a:r>
              <a:rPr lang="en-US" sz="3200" dirty="0"/>
              <a:t>3</a:t>
            </a:r>
          </a:p>
        </p:txBody>
      </p:sp>
      <p:sp>
        <p:nvSpPr>
          <p:cNvPr id="88" name="TextBox 87">
            <a:extLst>
              <a:ext uri="{FF2B5EF4-FFF2-40B4-BE49-F238E27FC236}">
                <a16:creationId xmlns:a16="http://schemas.microsoft.com/office/drawing/2014/main" id="{BCD1C609-D4FA-DD80-2D60-BEC267705AC3}"/>
              </a:ext>
            </a:extLst>
          </p:cNvPr>
          <p:cNvSpPr txBox="1"/>
          <p:nvPr/>
        </p:nvSpPr>
        <p:spPr>
          <a:xfrm>
            <a:off x="3217333" y="3741226"/>
            <a:ext cx="462845" cy="584775"/>
          </a:xfrm>
          <a:prstGeom prst="rect">
            <a:avLst/>
          </a:prstGeom>
          <a:noFill/>
        </p:spPr>
        <p:txBody>
          <a:bodyPr wrap="square" rtlCol="0">
            <a:spAutoFit/>
          </a:bodyPr>
          <a:lstStyle/>
          <a:p>
            <a:pPr algn="ctr"/>
            <a:r>
              <a:rPr lang="en-US" sz="3200" dirty="0"/>
              <a:t>3</a:t>
            </a:r>
          </a:p>
        </p:txBody>
      </p:sp>
      <p:sp>
        <p:nvSpPr>
          <p:cNvPr id="89" name="TextBox 88">
            <a:extLst>
              <a:ext uri="{FF2B5EF4-FFF2-40B4-BE49-F238E27FC236}">
                <a16:creationId xmlns:a16="http://schemas.microsoft.com/office/drawing/2014/main" id="{E8E5F493-8EEA-140F-05C1-2B2940E49432}"/>
              </a:ext>
            </a:extLst>
          </p:cNvPr>
          <p:cNvSpPr txBox="1"/>
          <p:nvPr/>
        </p:nvSpPr>
        <p:spPr>
          <a:xfrm>
            <a:off x="3716867" y="4747898"/>
            <a:ext cx="462845" cy="584775"/>
          </a:xfrm>
          <a:prstGeom prst="rect">
            <a:avLst/>
          </a:prstGeom>
          <a:noFill/>
        </p:spPr>
        <p:txBody>
          <a:bodyPr wrap="square" rtlCol="0">
            <a:spAutoFit/>
          </a:bodyPr>
          <a:lstStyle/>
          <a:p>
            <a:pPr algn="ctr"/>
            <a:r>
              <a:rPr lang="en-US" sz="3200" dirty="0"/>
              <a:t>1</a:t>
            </a:r>
          </a:p>
        </p:txBody>
      </p:sp>
      <p:sp>
        <p:nvSpPr>
          <p:cNvPr id="90" name="TextBox 89">
            <a:extLst>
              <a:ext uri="{FF2B5EF4-FFF2-40B4-BE49-F238E27FC236}">
                <a16:creationId xmlns:a16="http://schemas.microsoft.com/office/drawing/2014/main" id="{B6121936-3662-CE0A-2507-16564AF8BC95}"/>
              </a:ext>
            </a:extLst>
          </p:cNvPr>
          <p:cNvSpPr txBox="1"/>
          <p:nvPr/>
        </p:nvSpPr>
        <p:spPr>
          <a:xfrm>
            <a:off x="5715003" y="4244561"/>
            <a:ext cx="462845" cy="584775"/>
          </a:xfrm>
          <a:prstGeom prst="rect">
            <a:avLst/>
          </a:prstGeom>
          <a:noFill/>
        </p:spPr>
        <p:txBody>
          <a:bodyPr wrap="square" rtlCol="0">
            <a:spAutoFit/>
          </a:bodyPr>
          <a:lstStyle/>
          <a:p>
            <a:pPr algn="ctr"/>
            <a:r>
              <a:rPr lang="en-US" sz="3200" dirty="0"/>
              <a:t>1</a:t>
            </a:r>
          </a:p>
        </p:txBody>
      </p:sp>
      <p:sp>
        <p:nvSpPr>
          <p:cNvPr id="91" name="TextBox 90">
            <a:extLst>
              <a:ext uri="{FF2B5EF4-FFF2-40B4-BE49-F238E27FC236}">
                <a16:creationId xmlns:a16="http://schemas.microsoft.com/office/drawing/2014/main" id="{250E13CE-5CF9-198E-A5BB-B205AC4DC543}"/>
              </a:ext>
            </a:extLst>
          </p:cNvPr>
          <p:cNvSpPr txBox="1"/>
          <p:nvPr/>
        </p:nvSpPr>
        <p:spPr>
          <a:xfrm>
            <a:off x="5715003" y="4747898"/>
            <a:ext cx="462845" cy="584775"/>
          </a:xfrm>
          <a:prstGeom prst="rect">
            <a:avLst/>
          </a:prstGeom>
          <a:noFill/>
        </p:spPr>
        <p:txBody>
          <a:bodyPr wrap="square" rtlCol="0">
            <a:spAutoFit/>
          </a:bodyPr>
          <a:lstStyle/>
          <a:p>
            <a:pPr algn="ctr"/>
            <a:r>
              <a:rPr lang="en-US" sz="3200" dirty="0"/>
              <a:t>2</a:t>
            </a:r>
          </a:p>
        </p:txBody>
      </p:sp>
      <p:sp>
        <p:nvSpPr>
          <p:cNvPr id="92" name="TextBox 91">
            <a:extLst>
              <a:ext uri="{FF2B5EF4-FFF2-40B4-BE49-F238E27FC236}">
                <a16:creationId xmlns:a16="http://schemas.microsoft.com/office/drawing/2014/main" id="{02347002-CD25-990C-891B-7CECAFCB2045}"/>
              </a:ext>
            </a:extLst>
          </p:cNvPr>
          <p:cNvSpPr txBox="1"/>
          <p:nvPr/>
        </p:nvSpPr>
        <p:spPr>
          <a:xfrm>
            <a:off x="5715003" y="2231221"/>
            <a:ext cx="462845" cy="584775"/>
          </a:xfrm>
          <a:prstGeom prst="rect">
            <a:avLst/>
          </a:prstGeom>
          <a:noFill/>
        </p:spPr>
        <p:txBody>
          <a:bodyPr wrap="square" rtlCol="0">
            <a:spAutoFit/>
          </a:bodyPr>
          <a:lstStyle/>
          <a:p>
            <a:pPr algn="ctr"/>
            <a:r>
              <a:rPr lang="en-US" sz="3200" dirty="0"/>
              <a:t>3</a:t>
            </a:r>
          </a:p>
        </p:txBody>
      </p:sp>
      <p:sp>
        <p:nvSpPr>
          <p:cNvPr id="37" name="TextBox 36">
            <a:extLst>
              <a:ext uri="{FF2B5EF4-FFF2-40B4-BE49-F238E27FC236}">
                <a16:creationId xmlns:a16="http://schemas.microsoft.com/office/drawing/2014/main" id="{8A2CCF92-428D-E8E4-BF66-64652FC5A9A6}"/>
              </a:ext>
            </a:extLst>
          </p:cNvPr>
          <p:cNvSpPr txBox="1"/>
          <p:nvPr/>
        </p:nvSpPr>
        <p:spPr>
          <a:xfrm>
            <a:off x="7213604" y="4244561"/>
            <a:ext cx="462845" cy="584775"/>
          </a:xfrm>
          <a:prstGeom prst="rect">
            <a:avLst/>
          </a:prstGeom>
          <a:noFill/>
        </p:spPr>
        <p:txBody>
          <a:bodyPr wrap="square" rtlCol="0">
            <a:spAutoFit/>
          </a:bodyPr>
          <a:lstStyle/>
          <a:p>
            <a:pPr algn="ctr"/>
            <a:r>
              <a:rPr lang="en-US" sz="3200" dirty="0"/>
              <a:t>3</a:t>
            </a:r>
          </a:p>
        </p:txBody>
      </p:sp>
      <p:sp>
        <p:nvSpPr>
          <p:cNvPr id="61" name="TextBox 60">
            <a:extLst>
              <a:ext uri="{FF2B5EF4-FFF2-40B4-BE49-F238E27FC236}">
                <a16:creationId xmlns:a16="http://schemas.microsoft.com/office/drawing/2014/main" id="{47226A43-8670-E86E-3061-E7F8188CAB21}"/>
              </a:ext>
            </a:extLst>
          </p:cNvPr>
          <p:cNvSpPr txBox="1"/>
          <p:nvPr/>
        </p:nvSpPr>
        <p:spPr>
          <a:xfrm>
            <a:off x="4715935" y="1224551"/>
            <a:ext cx="462845" cy="584775"/>
          </a:xfrm>
          <a:prstGeom prst="rect">
            <a:avLst/>
          </a:prstGeom>
          <a:noFill/>
        </p:spPr>
        <p:txBody>
          <a:bodyPr wrap="square" rtlCol="0">
            <a:spAutoFit/>
          </a:bodyPr>
          <a:lstStyle/>
          <a:p>
            <a:pPr algn="ctr"/>
            <a:r>
              <a:rPr lang="en-US" sz="3200" dirty="0"/>
              <a:t>3</a:t>
            </a:r>
          </a:p>
        </p:txBody>
      </p:sp>
      <p:sp>
        <p:nvSpPr>
          <p:cNvPr id="64" name="TextBox 63">
            <a:extLst>
              <a:ext uri="{FF2B5EF4-FFF2-40B4-BE49-F238E27FC236}">
                <a16:creationId xmlns:a16="http://schemas.microsoft.com/office/drawing/2014/main" id="{FF9C6D48-0CB0-5FC5-7AE8-6CFD02538EDC}"/>
              </a:ext>
            </a:extLst>
          </p:cNvPr>
          <p:cNvSpPr txBox="1"/>
          <p:nvPr/>
        </p:nvSpPr>
        <p:spPr>
          <a:xfrm>
            <a:off x="3716867" y="2231221"/>
            <a:ext cx="462845" cy="584775"/>
          </a:xfrm>
          <a:prstGeom prst="rect">
            <a:avLst/>
          </a:prstGeom>
          <a:noFill/>
        </p:spPr>
        <p:txBody>
          <a:bodyPr wrap="square" rtlCol="0">
            <a:spAutoFit/>
          </a:bodyPr>
          <a:lstStyle/>
          <a:p>
            <a:pPr algn="ctr"/>
            <a:r>
              <a:rPr lang="en-US" sz="3200" dirty="0"/>
              <a:t>2</a:t>
            </a:r>
          </a:p>
        </p:txBody>
      </p:sp>
      <p:sp>
        <p:nvSpPr>
          <p:cNvPr id="16" name="TextBox 15">
            <a:extLst>
              <a:ext uri="{FF2B5EF4-FFF2-40B4-BE49-F238E27FC236}">
                <a16:creationId xmlns:a16="http://schemas.microsoft.com/office/drawing/2014/main" id="{1C00B6F1-36DF-174B-47F8-E030BADDFBFA}"/>
              </a:ext>
            </a:extLst>
          </p:cNvPr>
          <p:cNvSpPr txBox="1"/>
          <p:nvPr/>
        </p:nvSpPr>
        <p:spPr>
          <a:xfrm>
            <a:off x="5215469" y="1727886"/>
            <a:ext cx="462845" cy="584775"/>
          </a:xfrm>
          <a:prstGeom prst="rect">
            <a:avLst/>
          </a:prstGeom>
          <a:noFill/>
        </p:spPr>
        <p:txBody>
          <a:bodyPr wrap="square" rtlCol="0">
            <a:spAutoFit/>
          </a:bodyPr>
          <a:lstStyle/>
          <a:p>
            <a:pPr algn="ctr"/>
            <a:r>
              <a:rPr lang="en-US" sz="3200" dirty="0"/>
              <a:t>2</a:t>
            </a:r>
          </a:p>
        </p:txBody>
      </p:sp>
      <p:sp>
        <p:nvSpPr>
          <p:cNvPr id="22" name="TextBox 21">
            <a:extLst>
              <a:ext uri="{FF2B5EF4-FFF2-40B4-BE49-F238E27FC236}">
                <a16:creationId xmlns:a16="http://schemas.microsoft.com/office/drawing/2014/main" id="{D54B6BAC-AED4-193D-7E0E-F84DBC9D17A0}"/>
              </a:ext>
            </a:extLst>
          </p:cNvPr>
          <p:cNvSpPr txBox="1"/>
          <p:nvPr/>
        </p:nvSpPr>
        <p:spPr>
          <a:xfrm>
            <a:off x="5215469" y="2231221"/>
            <a:ext cx="462845" cy="584775"/>
          </a:xfrm>
          <a:prstGeom prst="rect">
            <a:avLst/>
          </a:prstGeom>
          <a:noFill/>
        </p:spPr>
        <p:txBody>
          <a:bodyPr wrap="square" rtlCol="0">
            <a:spAutoFit/>
          </a:bodyPr>
          <a:lstStyle/>
          <a:p>
            <a:pPr algn="ctr"/>
            <a:r>
              <a:rPr lang="en-US" sz="3200" dirty="0"/>
              <a:t>1</a:t>
            </a:r>
          </a:p>
        </p:txBody>
      </p:sp>
      <p:sp>
        <p:nvSpPr>
          <p:cNvPr id="72" name="TextBox 71">
            <a:extLst>
              <a:ext uri="{FF2B5EF4-FFF2-40B4-BE49-F238E27FC236}">
                <a16:creationId xmlns:a16="http://schemas.microsoft.com/office/drawing/2014/main" id="{8B1FA400-89A4-7E00-F27E-095DBEF13161}"/>
              </a:ext>
            </a:extLst>
          </p:cNvPr>
          <p:cNvSpPr txBox="1"/>
          <p:nvPr/>
        </p:nvSpPr>
        <p:spPr>
          <a:xfrm>
            <a:off x="3716867" y="2734556"/>
            <a:ext cx="462845" cy="584775"/>
          </a:xfrm>
          <a:prstGeom prst="rect">
            <a:avLst/>
          </a:prstGeom>
          <a:noFill/>
        </p:spPr>
        <p:txBody>
          <a:bodyPr wrap="square" rtlCol="0">
            <a:spAutoFit/>
          </a:bodyPr>
          <a:lstStyle/>
          <a:p>
            <a:pPr algn="ctr"/>
            <a:r>
              <a:rPr lang="en-US" sz="3200" dirty="0"/>
              <a:t>3</a:t>
            </a:r>
          </a:p>
        </p:txBody>
      </p:sp>
      <p:sp>
        <p:nvSpPr>
          <p:cNvPr id="76" name="TextBox 75">
            <a:extLst>
              <a:ext uri="{FF2B5EF4-FFF2-40B4-BE49-F238E27FC236}">
                <a16:creationId xmlns:a16="http://schemas.microsoft.com/office/drawing/2014/main" id="{9046F02F-7BBC-2EA8-E1CE-050A75983489}"/>
              </a:ext>
            </a:extLst>
          </p:cNvPr>
          <p:cNvSpPr txBox="1"/>
          <p:nvPr/>
        </p:nvSpPr>
        <p:spPr>
          <a:xfrm>
            <a:off x="4715935" y="2734556"/>
            <a:ext cx="462845" cy="584775"/>
          </a:xfrm>
          <a:prstGeom prst="rect">
            <a:avLst/>
          </a:prstGeom>
          <a:noFill/>
        </p:spPr>
        <p:txBody>
          <a:bodyPr wrap="square" rtlCol="0">
            <a:spAutoFit/>
          </a:bodyPr>
          <a:lstStyle/>
          <a:p>
            <a:pPr algn="ctr"/>
            <a:r>
              <a:rPr lang="en-US" sz="3200" dirty="0"/>
              <a:t>2</a:t>
            </a:r>
          </a:p>
        </p:txBody>
      </p:sp>
      <p:sp>
        <p:nvSpPr>
          <p:cNvPr id="17" name="TextBox 16">
            <a:extLst>
              <a:ext uri="{FF2B5EF4-FFF2-40B4-BE49-F238E27FC236}">
                <a16:creationId xmlns:a16="http://schemas.microsoft.com/office/drawing/2014/main" id="{0C93A1E2-B76E-2CB4-48E0-BA8A2368C9BF}"/>
              </a:ext>
            </a:extLst>
          </p:cNvPr>
          <p:cNvSpPr txBox="1"/>
          <p:nvPr/>
        </p:nvSpPr>
        <p:spPr>
          <a:xfrm>
            <a:off x="4216401" y="1727886"/>
            <a:ext cx="462845" cy="584775"/>
          </a:xfrm>
          <a:prstGeom prst="rect">
            <a:avLst/>
          </a:prstGeom>
          <a:noFill/>
        </p:spPr>
        <p:txBody>
          <a:bodyPr wrap="square" rtlCol="0">
            <a:spAutoFit/>
          </a:bodyPr>
          <a:lstStyle/>
          <a:p>
            <a:pPr algn="ctr"/>
            <a:r>
              <a:rPr lang="en-US" sz="3200" dirty="0"/>
              <a:t>3</a:t>
            </a:r>
          </a:p>
        </p:txBody>
      </p:sp>
      <p:sp>
        <p:nvSpPr>
          <p:cNvPr id="24" name="TextBox 23">
            <a:extLst>
              <a:ext uri="{FF2B5EF4-FFF2-40B4-BE49-F238E27FC236}">
                <a16:creationId xmlns:a16="http://schemas.microsoft.com/office/drawing/2014/main" id="{A30C4687-411A-FF75-A248-2FB6C06A5BB1}"/>
              </a:ext>
            </a:extLst>
          </p:cNvPr>
          <p:cNvSpPr txBox="1"/>
          <p:nvPr/>
        </p:nvSpPr>
        <p:spPr>
          <a:xfrm>
            <a:off x="4216401" y="2734556"/>
            <a:ext cx="462845" cy="584775"/>
          </a:xfrm>
          <a:prstGeom prst="rect">
            <a:avLst/>
          </a:prstGeom>
          <a:noFill/>
        </p:spPr>
        <p:txBody>
          <a:bodyPr wrap="square" rtlCol="0">
            <a:spAutoFit/>
          </a:bodyPr>
          <a:lstStyle/>
          <a:p>
            <a:pPr algn="ctr"/>
            <a:r>
              <a:rPr lang="en-US" sz="3200" dirty="0"/>
              <a:t>1</a:t>
            </a:r>
          </a:p>
        </p:txBody>
      </p:sp>
      <p:sp>
        <p:nvSpPr>
          <p:cNvPr id="33" name="TextBox 32">
            <a:extLst>
              <a:ext uri="{FF2B5EF4-FFF2-40B4-BE49-F238E27FC236}">
                <a16:creationId xmlns:a16="http://schemas.microsoft.com/office/drawing/2014/main" id="{5073DD09-D023-90B7-0265-7C3B88107C37}"/>
              </a:ext>
            </a:extLst>
          </p:cNvPr>
          <p:cNvSpPr txBox="1"/>
          <p:nvPr/>
        </p:nvSpPr>
        <p:spPr>
          <a:xfrm>
            <a:off x="6214537" y="1224551"/>
            <a:ext cx="462845" cy="584775"/>
          </a:xfrm>
          <a:prstGeom prst="rect">
            <a:avLst/>
          </a:prstGeom>
          <a:noFill/>
        </p:spPr>
        <p:txBody>
          <a:bodyPr wrap="square" rtlCol="0">
            <a:spAutoFit/>
          </a:bodyPr>
          <a:lstStyle/>
          <a:p>
            <a:pPr algn="ctr"/>
            <a:r>
              <a:rPr lang="en-US" sz="3200" dirty="0"/>
              <a:t>2</a:t>
            </a:r>
          </a:p>
        </p:txBody>
      </p:sp>
      <p:sp>
        <p:nvSpPr>
          <p:cNvPr id="40" name="TextBox 39">
            <a:extLst>
              <a:ext uri="{FF2B5EF4-FFF2-40B4-BE49-F238E27FC236}">
                <a16:creationId xmlns:a16="http://schemas.microsoft.com/office/drawing/2014/main" id="{FC81FB13-4262-65E3-3D58-6A5D9F4516C2}"/>
              </a:ext>
            </a:extLst>
          </p:cNvPr>
          <p:cNvSpPr txBox="1"/>
          <p:nvPr/>
        </p:nvSpPr>
        <p:spPr>
          <a:xfrm>
            <a:off x="6214537" y="1727886"/>
            <a:ext cx="462845" cy="584775"/>
          </a:xfrm>
          <a:prstGeom prst="rect">
            <a:avLst/>
          </a:prstGeom>
          <a:noFill/>
        </p:spPr>
        <p:txBody>
          <a:bodyPr wrap="square" rtlCol="0">
            <a:spAutoFit/>
          </a:bodyPr>
          <a:lstStyle/>
          <a:p>
            <a:pPr algn="ctr"/>
            <a:r>
              <a:rPr lang="en-US" sz="3200" dirty="0"/>
              <a:t>1</a:t>
            </a:r>
          </a:p>
        </p:txBody>
      </p:sp>
      <p:sp>
        <p:nvSpPr>
          <p:cNvPr id="79" name="TextBox 78">
            <a:extLst>
              <a:ext uri="{FF2B5EF4-FFF2-40B4-BE49-F238E27FC236}">
                <a16:creationId xmlns:a16="http://schemas.microsoft.com/office/drawing/2014/main" id="{3B44051F-5E94-07DE-62F8-E026F4F1A54B}"/>
              </a:ext>
            </a:extLst>
          </p:cNvPr>
          <p:cNvSpPr txBox="1"/>
          <p:nvPr/>
        </p:nvSpPr>
        <p:spPr>
          <a:xfrm>
            <a:off x="3217333" y="1224551"/>
            <a:ext cx="462845" cy="584775"/>
          </a:xfrm>
          <a:prstGeom prst="rect">
            <a:avLst/>
          </a:prstGeom>
          <a:noFill/>
        </p:spPr>
        <p:txBody>
          <a:bodyPr wrap="square" rtlCol="0">
            <a:spAutoFit/>
          </a:bodyPr>
          <a:lstStyle/>
          <a:p>
            <a:pPr algn="ctr"/>
            <a:r>
              <a:rPr lang="en-US" sz="3200" dirty="0"/>
              <a:t>1</a:t>
            </a:r>
          </a:p>
        </p:txBody>
      </p:sp>
      <p:sp>
        <p:nvSpPr>
          <p:cNvPr id="93" name="TextBox 92">
            <a:extLst>
              <a:ext uri="{FF2B5EF4-FFF2-40B4-BE49-F238E27FC236}">
                <a16:creationId xmlns:a16="http://schemas.microsoft.com/office/drawing/2014/main" id="{16E136EF-B6EA-23D4-BFE8-8B8C37BDDC63}"/>
              </a:ext>
            </a:extLst>
          </p:cNvPr>
          <p:cNvSpPr txBox="1"/>
          <p:nvPr/>
        </p:nvSpPr>
        <p:spPr>
          <a:xfrm>
            <a:off x="3217333" y="721216"/>
            <a:ext cx="462845" cy="584775"/>
          </a:xfrm>
          <a:prstGeom prst="rect">
            <a:avLst/>
          </a:prstGeom>
          <a:noFill/>
        </p:spPr>
        <p:txBody>
          <a:bodyPr wrap="square" rtlCol="0">
            <a:spAutoFit/>
          </a:bodyPr>
          <a:lstStyle/>
          <a:p>
            <a:pPr algn="ctr"/>
            <a:r>
              <a:rPr lang="en-US" sz="3200" dirty="0"/>
              <a:t>2</a:t>
            </a:r>
          </a:p>
        </p:txBody>
      </p:sp>
      <p:sp>
        <p:nvSpPr>
          <p:cNvPr id="94" name="TextBox 93">
            <a:extLst>
              <a:ext uri="{FF2B5EF4-FFF2-40B4-BE49-F238E27FC236}">
                <a16:creationId xmlns:a16="http://schemas.microsoft.com/office/drawing/2014/main" id="{B044040B-8D79-7592-BB40-2B41EA602C9C}"/>
              </a:ext>
            </a:extLst>
          </p:cNvPr>
          <p:cNvSpPr txBox="1"/>
          <p:nvPr/>
        </p:nvSpPr>
        <p:spPr>
          <a:xfrm>
            <a:off x="4715935" y="721216"/>
            <a:ext cx="462845" cy="584775"/>
          </a:xfrm>
          <a:prstGeom prst="rect">
            <a:avLst/>
          </a:prstGeom>
          <a:noFill/>
        </p:spPr>
        <p:txBody>
          <a:bodyPr wrap="square" rtlCol="0">
            <a:spAutoFit/>
          </a:bodyPr>
          <a:lstStyle/>
          <a:p>
            <a:pPr algn="ctr"/>
            <a:r>
              <a:rPr lang="en-US" sz="3200" dirty="0"/>
              <a:t>1</a:t>
            </a:r>
          </a:p>
        </p:txBody>
      </p:sp>
      <p:sp>
        <p:nvSpPr>
          <p:cNvPr id="3" name="TextBox 2">
            <a:extLst>
              <a:ext uri="{FF2B5EF4-FFF2-40B4-BE49-F238E27FC236}">
                <a16:creationId xmlns:a16="http://schemas.microsoft.com/office/drawing/2014/main" id="{99378B76-F5C2-C840-934E-2A2FBCF81698}"/>
              </a:ext>
            </a:extLst>
          </p:cNvPr>
          <p:cNvSpPr txBox="1"/>
          <p:nvPr/>
        </p:nvSpPr>
        <p:spPr>
          <a:xfrm>
            <a:off x="7213604" y="3741226"/>
            <a:ext cx="462845" cy="584775"/>
          </a:xfrm>
          <a:prstGeom prst="rect">
            <a:avLst/>
          </a:prstGeom>
          <a:noFill/>
        </p:spPr>
        <p:txBody>
          <a:bodyPr wrap="square" rtlCol="0">
            <a:spAutoFit/>
          </a:bodyPr>
          <a:lstStyle/>
          <a:p>
            <a:pPr algn="ctr"/>
            <a:r>
              <a:rPr lang="en-US" sz="3200" dirty="0"/>
              <a:t>1</a:t>
            </a:r>
          </a:p>
        </p:txBody>
      </p:sp>
      <p:sp>
        <p:nvSpPr>
          <p:cNvPr id="10" name="TextBox 9">
            <a:extLst>
              <a:ext uri="{FF2B5EF4-FFF2-40B4-BE49-F238E27FC236}">
                <a16:creationId xmlns:a16="http://schemas.microsoft.com/office/drawing/2014/main" id="{D06687DA-ADBE-4257-5D5D-378491D9C66C}"/>
              </a:ext>
            </a:extLst>
          </p:cNvPr>
          <p:cNvSpPr txBox="1"/>
          <p:nvPr/>
        </p:nvSpPr>
        <p:spPr>
          <a:xfrm>
            <a:off x="6714071" y="3237891"/>
            <a:ext cx="462845" cy="584775"/>
          </a:xfrm>
          <a:prstGeom prst="rect">
            <a:avLst/>
          </a:prstGeom>
          <a:noFill/>
        </p:spPr>
        <p:txBody>
          <a:bodyPr wrap="square" rtlCol="0">
            <a:spAutoFit/>
          </a:bodyPr>
          <a:lstStyle/>
          <a:p>
            <a:pPr algn="ctr"/>
            <a:r>
              <a:rPr lang="en-US" sz="3200" dirty="0"/>
              <a:t>1</a:t>
            </a:r>
          </a:p>
        </p:txBody>
      </p:sp>
      <p:sp>
        <p:nvSpPr>
          <p:cNvPr id="11" name="TextBox 10">
            <a:extLst>
              <a:ext uri="{FF2B5EF4-FFF2-40B4-BE49-F238E27FC236}">
                <a16:creationId xmlns:a16="http://schemas.microsoft.com/office/drawing/2014/main" id="{0F61EEF7-70A8-BE1B-7E37-DA46339BA031}"/>
              </a:ext>
            </a:extLst>
          </p:cNvPr>
          <p:cNvSpPr txBox="1"/>
          <p:nvPr/>
        </p:nvSpPr>
        <p:spPr>
          <a:xfrm>
            <a:off x="7213604" y="3237891"/>
            <a:ext cx="462845" cy="584775"/>
          </a:xfrm>
          <a:prstGeom prst="rect">
            <a:avLst/>
          </a:prstGeom>
          <a:noFill/>
        </p:spPr>
        <p:txBody>
          <a:bodyPr wrap="square" rtlCol="0">
            <a:spAutoFit/>
          </a:bodyPr>
          <a:lstStyle/>
          <a:p>
            <a:pPr algn="ctr"/>
            <a:r>
              <a:rPr lang="en-US" sz="3200" dirty="0"/>
              <a:t>2</a:t>
            </a:r>
          </a:p>
        </p:txBody>
      </p:sp>
      <p:sp>
        <p:nvSpPr>
          <p:cNvPr id="18" name="TextBox 17">
            <a:extLst>
              <a:ext uri="{FF2B5EF4-FFF2-40B4-BE49-F238E27FC236}">
                <a16:creationId xmlns:a16="http://schemas.microsoft.com/office/drawing/2014/main" id="{D501DA92-ABBE-F392-4F53-2355C0EB0C78}"/>
              </a:ext>
            </a:extLst>
          </p:cNvPr>
          <p:cNvSpPr txBox="1"/>
          <p:nvPr/>
        </p:nvSpPr>
        <p:spPr>
          <a:xfrm>
            <a:off x="6714071" y="3741226"/>
            <a:ext cx="462845" cy="584775"/>
          </a:xfrm>
          <a:prstGeom prst="rect">
            <a:avLst/>
          </a:prstGeom>
          <a:noFill/>
        </p:spPr>
        <p:txBody>
          <a:bodyPr wrap="square" rtlCol="0">
            <a:spAutoFit/>
          </a:bodyPr>
          <a:lstStyle/>
          <a:p>
            <a:pPr algn="ctr"/>
            <a:r>
              <a:rPr lang="en-US" sz="3200" dirty="0"/>
              <a:t>2</a:t>
            </a:r>
          </a:p>
        </p:txBody>
      </p:sp>
    </p:spTree>
    <p:extLst>
      <p:ext uri="{BB962C8B-B14F-4D97-AF65-F5344CB8AC3E}">
        <p14:creationId xmlns:p14="http://schemas.microsoft.com/office/powerpoint/2010/main" val="23955401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lumMod val="65000"/>
          </a:schemeClr>
        </a:solidFill>
        <a:effectLst/>
      </p:bgPr>
    </p:bg>
    <p:spTree>
      <p:nvGrpSpPr>
        <p:cNvPr id="1" name="">
          <a:extLst>
            <a:ext uri="{FF2B5EF4-FFF2-40B4-BE49-F238E27FC236}">
              <a16:creationId xmlns:a16="http://schemas.microsoft.com/office/drawing/2014/main" id="{BB448996-5502-DB67-37C6-F5B23084BAB4}"/>
            </a:ext>
          </a:extLst>
        </p:cNvPr>
        <p:cNvGrpSpPr/>
        <p:nvPr/>
      </p:nvGrpSpPr>
      <p:grpSpPr>
        <a:xfrm>
          <a:off x="0" y="0"/>
          <a:ext cx="0" cy="0"/>
          <a:chOff x="0" y="0"/>
          <a:chExt cx="0" cy="0"/>
        </a:xfrm>
      </p:grpSpPr>
    </p:spTree>
    <p:extLst>
      <p:ext uri="{BB962C8B-B14F-4D97-AF65-F5344CB8AC3E}">
        <p14:creationId xmlns:p14="http://schemas.microsoft.com/office/powerpoint/2010/main" val="5426996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3D7EA2-9D0B-0F8A-5F8D-FAC88757C8CE}"/>
              </a:ext>
            </a:extLst>
          </p:cNvPr>
          <p:cNvSpPr>
            <a:spLocks noGrp="1"/>
          </p:cNvSpPr>
          <p:nvPr>
            <p:ph sz="half" idx="1"/>
          </p:nvPr>
        </p:nvSpPr>
        <p:spPr/>
        <p:txBody>
          <a:bodyPr/>
          <a:lstStyle/>
          <a:p>
            <a:endParaRPr lang="en-US"/>
          </a:p>
        </p:txBody>
      </p:sp>
      <p:sp>
        <p:nvSpPr>
          <p:cNvPr id="3" name="TextBox 2">
            <a:extLst>
              <a:ext uri="{FF2B5EF4-FFF2-40B4-BE49-F238E27FC236}">
                <a16:creationId xmlns:a16="http://schemas.microsoft.com/office/drawing/2014/main" id="{5545F530-01C0-8F2D-2647-E7CDD2A7F8F3}"/>
              </a:ext>
            </a:extLst>
          </p:cNvPr>
          <p:cNvSpPr txBox="1"/>
          <p:nvPr/>
        </p:nvSpPr>
        <p:spPr>
          <a:xfrm>
            <a:off x="3217333" y="1224551"/>
            <a:ext cx="462845" cy="584775"/>
          </a:xfrm>
          <a:prstGeom prst="rect">
            <a:avLst/>
          </a:prstGeom>
          <a:noFill/>
        </p:spPr>
        <p:txBody>
          <a:bodyPr wrap="square" rtlCol="0">
            <a:spAutoFit/>
          </a:bodyPr>
          <a:lstStyle/>
          <a:p>
            <a:pPr algn="ctr"/>
            <a:r>
              <a:rPr lang="en-US" sz="3200" dirty="0"/>
              <a:t>8</a:t>
            </a:r>
          </a:p>
        </p:txBody>
      </p:sp>
      <p:sp>
        <p:nvSpPr>
          <p:cNvPr id="4" name="TextBox 3">
            <a:extLst>
              <a:ext uri="{FF2B5EF4-FFF2-40B4-BE49-F238E27FC236}">
                <a16:creationId xmlns:a16="http://schemas.microsoft.com/office/drawing/2014/main" id="{B2E0DB11-79AF-5889-2ACA-5ED711A72451}"/>
              </a:ext>
            </a:extLst>
          </p:cNvPr>
          <p:cNvSpPr txBox="1"/>
          <p:nvPr/>
        </p:nvSpPr>
        <p:spPr>
          <a:xfrm>
            <a:off x="3716867" y="1224551"/>
            <a:ext cx="462845" cy="584775"/>
          </a:xfrm>
          <a:prstGeom prst="rect">
            <a:avLst/>
          </a:prstGeom>
          <a:noFill/>
        </p:spPr>
        <p:txBody>
          <a:bodyPr wrap="square" rtlCol="0">
            <a:spAutoFit/>
          </a:bodyPr>
          <a:lstStyle/>
          <a:p>
            <a:pPr algn="ctr"/>
            <a:r>
              <a:rPr lang="en-US" sz="3200" dirty="0"/>
              <a:t>8</a:t>
            </a:r>
          </a:p>
        </p:txBody>
      </p:sp>
      <p:sp>
        <p:nvSpPr>
          <p:cNvPr id="5" name="TextBox 4">
            <a:extLst>
              <a:ext uri="{FF2B5EF4-FFF2-40B4-BE49-F238E27FC236}">
                <a16:creationId xmlns:a16="http://schemas.microsoft.com/office/drawing/2014/main" id="{A9A6A9F2-023B-EE13-2AB7-67189BD912E0}"/>
              </a:ext>
            </a:extLst>
          </p:cNvPr>
          <p:cNvSpPr txBox="1"/>
          <p:nvPr/>
        </p:nvSpPr>
        <p:spPr>
          <a:xfrm>
            <a:off x="4216401" y="1224551"/>
            <a:ext cx="462845" cy="584775"/>
          </a:xfrm>
          <a:prstGeom prst="rect">
            <a:avLst/>
          </a:prstGeom>
          <a:noFill/>
        </p:spPr>
        <p:txBody>
          <a:bodyPr wrap="square" rtlCol="0">
            <a:spAutoFit/>
          </a:bodyPr>
          <a:lstStyle/>
          <a:p>
            <a:pPr algn="ctr"/>
            <a:r>
              <a:rPr lang="en-US" sz="3200" dirty="0"/>
              <a:t>8</a:t>
            </a:r>
          </a:p>
        </p:txBody>
      </p:sp>
      <p:sp>
        <p:nvSpPr>
          <p:cNvPr id="6" name="TextBox 5">
            <a:extLst>
              <a:ext uri="{FF2B5EF4-FFF2-40B4-BE49-F238E27FC236}">
                <a16:creationId xmlns:a16="http://schemas.microsoft.com/office/drawing/2014/main" id="{AB924E1A-E8BF-0C4E-2CD5-C07B794BAC6D}"/>
              </a:ext>
            </a:extLst>
          </p:cNvPr>
          <p:cNvSpPr txBox="1"/>
          <p:nvPr/>
        </p:nvSpPr>
        <p:spPr>
          <a:xfrm>
            <a:off x="4715935" y="1224551"/>
            <a:ext cx="462845" cy="584775"/>
          </a:xfrm>
          <a:prstGeom prst="rect">
            <a:avLst/>
          </a:prstGeom>
          <a:noFill/>
        </p:spPr>
        <p:txBody>
          <a:bodyPr wrap="square" rtlCol="0">
            <a:spAutoFit/>
          </a:bodyPr>
          <a:lstStyle/>
          <a:p>
            <a:pPr algn="ctr"/>
            <a:r>
              <a:rPr lang="en-US" sz="3200" dirty="0"/>
              <a:t>8</a:t>
            </a:r>
          </a:p>
        </p:txBody>
      </p:sp>
      <p:sp>
        <p:nvSpPr>
          <p:cNvPr id="7" name="TextBox 6">
            <a:extLst>
              <a:ext uri="{FF2B5EF4-FFF2-40B4-BE49-F238E27FC236}">
                <a16:creationId xmlns:a16="http://schemas.microsoft.com/office/drawing/2014/main" id="{59586AF8-3B01-7D52-5D31-2C4E546D1127}"/>
              </a:ext>
            </a:extLst>
          </p:cNvPr>
          <p:cNvSpPr txBox="1"/>
          <p:nvPr/>
        </p:nvSpPr>
        <p:spPr>
          <a:xfrm>
            <a:off x="5215469" y="1224551"/>
            <a:ext cx="462845" cy="584775"/>
          </a:xfrm>
          <a:prstGeom prst="rect">
            <a:avLst/>
          </a:prstGeom>
          <a:noFill/>
        </p:spPr>
        <p:txBody>
          <a:bodyPr wrap="square" rtlCol="0">
            <a:spAutoFit/>
          </a:bodyPr>
          <a:lstStyle/>
          <a:p>
            <a:pPr algn="ctr"/>
            <a:r>
              <a:rPr lang="en-US" sz="3200" dirty="0"/>
              <a:t>8</a:t>
            </a:r>
          </a:p>
        </p:txBody>
      </p:sp>
      <p:sp>
        <p:nvSpPr>
          <p:cNvPr id="8" name="TextBox 7">
            <a:extLst>
              <a:ext uri="{FF2B5EF4-FFF2-40B4-BE49-F238E27FC236}">
                <a16:creationId xmlns:a16="http://schemas.microsoft.com/office/drawing/2014/main" id="{3ADD7D98-7B6F-F7EB-1963-2DD729234497}"/>
              </a:ext>
            </a:extLst>
          </p:cNvPr>
          <p:cNvSpPr txBox="1"/>
          <p:nvPr/>
        </p:nvSpPr>
        <p:spPr>
          <a:xfrm>
            <a:off x="5715003" y="1224551"/>
            <a:ext cx="462845" cy="584775"/>
          </a:xfrm>
          <a:prstGeom prst="rect">
            <a:avLst/>
          </a:prstGeom>
          <a:noFill/>
        </p:spPr>
        <p:txBody>
          <a:bodyPr wrap="square" rtlCol="0">
            <a:spAutoFit/>
          </a:bodyPr>
          <a:lstStyle/>
          <a:p>
            <a:pPr algn="ctr"/>
            <a:r>
              <a:rPr lang="en-US" sz="3200" dirty="0"/>
              <a:t>8</a:t>
            </a:r>
          </a:p>
        </p:txBody>
      </p:sp>
      <p:sp>
        <p:nvSpPr>
          <p:cNvPr id="9" name="TextBox 8">
            <a:extLst>
              <a:ext uri="{FF2B5EF4-FFF2-40B4-BE49-F238E27FC236}">
                <a16:creationId xmlns:a16="http://schemas.microsoft.com/office/drawing/2014/main" id="{605A51F9-18BC-9695-9691-38716A5CEBDE}"/>
              </a:ext>
            </a:extLst>
          </p:cNvPr>
          <p:cNvSpPr txBox="1"/>
          <p:nvPr/>
        </p:nvSpPr>
        <p:spPr>
          <a:xfrm>
            <a:off x="6214537" y="1224551"/>
            <a:ext cx="462845" cy="584775"/>
          </a:xfrm>
          <a:prstGeom prst="rect">
            <a:avLst/>
          </a:prstGeom>
          <a:noFill/>
        </p:spPr>
        <p:txBody>
          <a:bodyPr wrap="square" rtlCol="0">
            <a:spAutoFit/>
          </a:bodyPr>
          <a:lstStyle/>
          <a:p>
            <a:pPr algn="ctr"/>
            <a:r>
              <a:rPr lang="en-US" sz="3200" dirty="0"/>
              <a:t>8</a:t>
            </a:r>
          </a:p>
        </p:txBody>
      </p:sp>
      <p:sp>
        <p:nvSpPr>
          <p:cNvPr id="10" name="TextBox 9">
            <a:extLst>
              <a:ext uri="{FF2B5EF4-FFF2-40B4-BE49-F238E27FC236}">
                <a16:creationId xmlns:a16="http://schemas.microsoft.com/office/drawing/2014/main" id="{C71C0538-23C4-F643-E005-AF0FBFAC7CAE}"/>
              </a:ext>
            </a:extLst>
          </p:cNvPr>
          <p:cNvSpPr txBox="1"/>
          <p:nvPr/>
        </p:nvSpPr>
        <p:spPr>
          <a:xfrm>
            <a:off x="6714071" y="1224551"/>
            <a:ext cx="462845" cy="584775"/>
          </a:xfrm>
          <a:prstGeom prst="rect">
            <a:avLst/>
          </a:prstGeom>
          <a:noFill/>
        </p:spPr>
        <p:txBody>
          <a:bodyPr wrap="square" rtlCol="0">
            <a:spAutoFit/>
          </a:bodyPr>
          <a:lstStyle/>
          <a:p>
            <a:pPr algn="ctr"/>
            <a:r>
              <a:rPr lang="en-US" sz="3200" dirty="0"/>
              <a:t>8</a:t>
            </a:r>
          </a:p>
        </p:txBody>
      </p:sp>
      <p:sp>
        <p:nvSpPr>
          <p:cNvPr id="11" name="TextBox 10">
            <a:extLst>
              <a:ext uri="{FF2B5EF4-FFF2-40B4-BE49-F238E27FC236}">
                <a16:creationId xmlns:a16="http://schemas.microsoft.com/office/drawing/2014/main" id="{975B7721-00C4-F6F9-D2E5-1C1A1FFC7E0A}"/>
              </a:ext>
            </a:extLst>
          </p:cNvPr>
          <p:cNvSpPr txBox="1"/>
          <p:nvPr/>
        </p:nvSpPr>
        <p:spPr>
          <a:xfrm>
            <a:off x="7213604" y="1224551"/>
            <a:ext cx="462845" cy="584775"/>
          </a:xfrm>
          <a:prstGeom prst="rect">
            <a:avLst/>
          </a:prstGeom>
          <a:noFill/>
        </p:spPr>
        <p:txBody>
          <a:bodyPr wrap="square" rtlCol="0">
            <a:spAutoFit/>
          </a:bodyPr>
          <a:lstStyle/>
          <a:p>
            <a:pPr algn="ctr"/>
            <a:r>
              <a:rPr lang="en-US" sz="3200" dirty="0"/>
              <a:t>8</a:t>
            </a:r>
          </a:p>
        </p:txBody>
      </p:sp>
      <p:sp>
        <p:nvSpPr>
          <p:cNvPr id="14" name="TextBox 13">
            <a:extLst>
              <a:ext uri="{FF2B5EF4-FFF2-40B4-BE49-F238E27FC236}">
                <a16:creationId xmlns:a16="http://schemas.microsoft.com/office/drawing/2014/main" id="{00E145A9-AC46-07E4-A6C0-59ED454080C8}"/>
              </a:ext>
            </a:extLst>
          </p:cNvPr>
          <p:cNvSpPr txBox="1"/>
          <p:nvPr/>
        </p:nvSpPr>
        <p:spPr>
          <a:xfrm>
            <a:off x="3217333" y="721216"/>
            <a:ext cx="462845" cy="584775"/>
          </a:xfrm>
          <a:prstGeom prst="rect">
            <a:avLst/>
          </a:prstGeom>
          <a:noFill/>
        </p:spPr>
        <p:txBody>
          <a:bodyPr wrap="square" rtlCol="0">
            <a:spAutoFit/>
          </a:bodyPr>
          <a:lstStyle/>
          <a:p>
            <a:pPr algn="ctr"/>
            <a:r>
              <a:rPr lang="en-US" sz="3200" dirty="0"/>
              <a:t>8</a:t>
            </a:r>
          </a:p>
        </p:txBody>
      </p:sp>
      <p:sp>
        <p:nvSpPr>
          <p:cNvPr id="15" name="TextBox 14">
            <a:extLst>
              <a:ext uri="{FF2B5EF4-FFF2-40B4-BE49-F238E27FC236}">
                <a16:creationId xmlns:a16="http://schemas.microsoft.com/office/drawing/2014/main" id="{2318098D-D15B-BB4F-20F9-FE49F18B4E08}"/>
              </a:ext>
            </a:extLst>
          </p:cNvPr>
          <p:cNvSpPr txBox="1"/>
          <p:nvPr/>
        </p:nvSpPr>
        <p:spPr>
          <a:xfrm>
            <a:off x="3716867" y="721216"/>
            <a:ext cx="462845" cy="584775"/>
          </a:xfrm>
          <a:prstGeom prst="rect">
            <a:avLst/>
          </a:prstGeom>
          <a:noFill/>
        </p:spPr>
        <p:txBody>
          <a:bodyPr wrap="square" rtlCol="0">
            <a:spAutoFit/>
          </a:bodyPr>
          <a:lstStyle/>
          <a:p>
            <a:pPr algn="ctr"/>
            <a:r>
              <a:rPr lang="en-US" sz="3200" dirty="0"/>
              <a:t>8</a:t>
            </a:r>
          </a:p>
        </p:txBody>
      </p:sp>
      <p:sp>
        <p:nvSpPr>
          <p:cNvPr id="16" name="TextBox 15">
            <a:extLst>
              <a:ext uri="{FF2B5EF4-FFF2-40B4-BE49-F238E27FC236}">
                <a16:creationId xmlns:a16="http://schemas.microsoft.com/office/drawing/2014/main" id="{4239E079-7972-8424-05C9-E3BF920EA93C}"/>
              </a:ext>
            </a:extLst>
          </p:cNvPr>
          <p:cNvSpPr txBox="1"/>
          <p:nvPr/>
        </p:nvSpPr>
        <p:spPr>
          <a:xfrm>
            <a:off x="4216401" y="721216"/>
            <a:ext cx="462845" cy="584775"/>
          </a:xfrm>
          <a:prstGeom prst="rect">
            <a:avLst/>
          </a:prstGeom>
          <a:noFill/>
        </p:spPr>
        <p:txBody>
          <a:bodyPr wrap="square" rtlCol="0">
            <a:spAutoFit/>
          </a:bodyPr>
          <a:lstStyle/>
          <a:p>
            <a:pPr algn="ctr"/>
            <a:r>
              <a:rPr lang="en-US" sz="3200" dirty="0"/>
              <a:t>8</a:t>
            </a:r>
          </a:p>
        </p:txBody>
      </p:sp>
      <p:sp>
        <p:nvSpPr>
          <p:cNvPr id="17" name="TextBox 16">
            <a:extLst>
              <a:ext uri="{FF2B5EF4-FFF2-40B4-BE49-F238E27FC236}">
                <a16:creationId xmlns:a16="http://schemas.microsoft.com/office/drawing/2014/main" id="{716C0B9F-0EF4-3087-4A92-A46D40330CF7}"/>
              </a:ext>
            </a:extLst>
          </p:cNvPr>
          <p:cNvSpPr txBox="1"/>
          <p:nvPr/>
        </p:nvSpPr>
        <p:spPr>
          <a:xfrm>
            <a:off x="4715935" y="721216"/>
            <a:ext cx="462845" cy="584775"/>
          </a:xfrm>
          <a:prstGeom prst="rect">
            <a:avLst/>
          </a:prstGeom>
          <a:noFill/>
        </p:spPr>
        <p:txBody>
          <a:bodyPr wrap="square" rtlCol="0">
            <a:spAutoFit/>
          </a:bodyPr>
          <a:lstStyle/>
          <a:p>
            <a:pPr algn="ctr"/>
            <a:r>
              <a:rPr lang="en-US" sz="3200" dirty="0"/>
              <a:t>8</a:t>
            </a:r>
          </a:p>
        </p:txBody>
      </p:sp>
      <p:sp>
        <p:nvSpPr>
          <p:cNvPr id="18" name="TextBox 17">
            <a:extLst>
              <a:ext uri="{FF2B5EF4-FFF2-40B4-BE49-F238E27FC236}">
                <a16:creationId xmlns:a16="http://schemas.microsoft.com/office/drawing/2014/main" id="{A28C3F92-9238-221D-AD0E-EFD5BAD062FB}"/>
              </a:ext>
            </a:extLst>
          </p:cNvPr>
          <p:cNvSpPr txBox="1"/>
          <p:nvPr/>
        </p:nvSpPr>
        <p:spPr>
          <a:xfrm>
            <a:off x="5215469" y="721216"/>
            <a:ext cx="462845" cy="584775"/>
          </a:xfrm>
          <a:prstGeom prst="rect">
            <a:avLst/>
          </a:prstGeom>
          <a:noFill/>
        </p:spPr>
        <p:txBody>
          <a:bodyPr wrap="square" rtlCol="0">
            <a:spAutoFit/>
          </a:bodyPr>
          <a:lstStyle/>
          <a:p>
            <a:pPr algn="ctr"/>
            <a:r>
              <a:rPr lang="en-US" sz="3200" dirty="0"/>
              <a:t>8</a:t>
            </a:r>
          </a:p>
        </p:txBody>
      </p:sp>
      <p:sp>
        <p:nvSpPr>
          <p:cNvPr id="19" name="TextBox 18">
            <a:extLst>
              <a:ext uri="{FF2B5EF4-FFF2-40B4-BE49-F238E27FC236}">
                <a16:creationId xmlns:a16="http://schemas.microsoft.com/office/drawing/2014/main" id="{6871BBF3-4EDB-428B-FEEE-11FDD9F7FEF3}"/>
              </a:ext>
            </a:extLst>
          </p:cNvPr>
          <p:cNvSpPr txBox="1"/>
          <p:nvPr/>
        </p:nvSpPr>
        <p:spPr>
          <a:xfrm>
            <a:off x="5715003" y="721216"/>
            <a:ext cx="462845" cy="584775"/>
          </a:xfrm>
          <a:prstGeom prst="rect">
            <a:avLst/>
          </a:prstGeom>
          <a:noFill/>
        </p:spPr>
        <p:txBody>
          <a:bodyPr wrap="square" rtlCol="0">
            <a:spAutoFit/>
          </a:bodyPr>
          <a:lstStyle/>
          <a:p>
            <a:pPr algn="ctr"/>
            <a:r>
              <a:rPr lang="en-US" sz="3200" dirty="0"/>
              <a:t>8</a:t>
            </a:r>
          </a:p>
        </p:txBody>
      </p:sp>
      <p:sp>
        <p:nvSpPr>
          <p:cNvPr id="20" name="TextBox 19">
            <a:extLst>
              <a:ext uri="{FF2B5EF4-FFF2-40B4-BE49-F238E27FC236}">
                <a16:creationId xmlns:a16="http://schemas.microsoft.com/office/drawing/2014/main" id="{B00D9B5B-E54C-776D-E032-6C06B9A86232}"/>
              </a:ext>
            </a:extLst>
          </p:cNvPr>
          <p:cNvSpPr txBox="1"/>
          <p:nvPr/>
        </p:nvSpPr>
        <p:spPr>
          <a:xfrm>
            <a:off x="6214537" y="721216"/>
            <a:ext cx="462845" cy="584775"/>
          </a:xfrm>
          <a:prstGeom prst="rect">
            <a:avLst/>
          </a:prstGeom>
          <a:noFill/>
        </p:spPr>
        <p:txBody>
          <a:bodyPr wrap="square" rtlCol="0">
            <a:spAutoFit/>
          </a:bodyPr>
          <a:lstStyle/>
          <a:p>
            <a:pPr algn="ctr"/>
            <a:r>
              <a:rPr lang="en-US" sz="3200" dirty="0"/>
              <a:t>8</a:t>
            </a:r>
          </a:p>
        </p:txBody>
      </p:sp>
      <p:sp>
        <p:nvSpPr>
          <p:cNvPr id="21" name="TextBox 20">
            <a:extLst>
              <a:ext uri="{FF2B5EF4-FFF2-40B4-BE49-F238E27FC236}">
                <a16:creationId xmlns:a16="http://schemas.microsoft.com/office/drawing/2014/main" id="{2EC6D261-0273-A3EC-962D-0CC15FBBB459}"/>
              </a:ext>
            </a:extLst>
          </p:cNvPr>
          <p:cNvSpPr txBox="1"/>
          <p:nvPr/>
        </p:nvSpPr>
        <p:spPr>
          <a:xfrm>
            <a:off x="6714071" y="721216"/>
            <a:ext cx="462845" cy="584775"/>
          </a:xfrm>
          <a:prstGeom prst="rect">
            <a:avLst/>
          </a:prstGeom>
          <a:noFill/>
        </p:spPr>
        <p:txBody>
          <a:bodyPr wrap="square" rtlCol="0">
            <a:spAutoFit/>
          </a:bodyPr>
          <a:lstStyle/>
          <a:p>
            <a:pPr algn="ctr"/>
            <a:r>
              <a:rPr lang="en-US" sz="3200" dirty="0"/>
              <a:t>8</a:t>
            </a:r>
          </a:p>
        </p:txBody>
      </p:sp>
      <p:sp>
        <p:nvSpPr>
          <p:cNvPr id="22" name="TextBox 21">
            <a:extLst>
              <a:ext uri="{FF2B5EF4-FFF2-40B4-BE49-F238E27FC236}">
                <a16:creationId xmlns:a16="http://schemas.microsoft.com/office/drawing/2014/main" id="{86077096-8A83-D387-D695-B38D3EE3C67A}"/>
              </a:ext>
            </a:extLst>
          </p:cNvPr>
          <p:cNvSpPr txBox="1"/>
          <p:nvPr/>
        </p:nvSpPr>
        <p:spPr>
          <a:xfrm>
            <a:off x="7213604" y="721216"/>
            <a:ext cx="462845" cy="584775"/>
          </a:xfrm>
          <a:prstGeom prst="rect">
            <a:avLst/>
          </a:prstGeom>
          <a:noFill/>
        </p:spPr>
        <p:txBody>
          <a:bodyPr wrap="square" rtlCol="0">
            <a:spAutoFit/>
          </a:bodyPr>
          <a:lstStyle/>
          <a:p>
            <a:pPr algn="ctr"/>
            <a:r>
              <a:rPr lang="en-US" sz="3200" dirty="0"/>
              <a:t>8</a:t>
            </a:r>
          </a:p>
        </p:txBody>
      </p:sp>
      <p:sp>
        <p:nvSpPr>
          <p:cNvPr id="24" name="TextBox 23">
            <a:extLst>
              <a:ext uri="{FF2B5EF4-FFF2-40B4-BE49-F238E27FC236}">
                <a16:creationId xmlns:a16="http://schemas.microsoft.com/office/drawing/2014/main" id="{1D0FA921-C9B8-9A3E-E302-4E73F4C28507}"/>
              </a:ext>
            </a:extLst>
          </p:cNvPr>
          <p:cNvSpPr txBox="1"/>
          <p:nvPr/>
        </p:nvSpPr>
        <p:spPr>
          <a:xfrm>
            <a:off x="3217333" y="1727886"/>
            <a:ext cx="462845" cy="584775"/>
          </a:xfrm>
          <a:prstGeom prst="rect">
            <a:avLst/>
          </a:prstGeom>
          <a:noFill/>
        </p:spPr>
        <p:txBody>
          <a:bodyPr wrap="square" rtlCol="0">
            <a:spAutoFit/>
          </a:bodyPr>
          <a:lstStyle/>
          <a:p>
            <a:pPr algn="ctr"/>
            <a:r>
              <a:rPr lang="en-US" sz="3200" dirty="0"/>
              <a:t>8</a:t>
            </a:r>
          </a:p>
        </p:txBody>
      </p:sp>
      <p:sp>
        <p:nvSpPr>
          <p:cNvPr id="25" name="TextBox 24">
            <a:extLst>
              <a:ext uri="{FF2B5EF4-FFF2-40B4-BE49-F238E27FC236}">
                <a16:creationId xmlns:a16="http://schemas.microsoft.com/office/drawing/2014/main" id="{395E837A-EF8C-912D-CF33-DC322ACCDF7A}"/>
              </a:ext>
            </a:extLst>
          </p:cNvPr>
          <p:cNvSpPr txBox="1"/>
          <p:nvPr/>
        </p:nvSpPr>
        <p:spPr>
          <a:xfrm>
            <a:off x="3716867" y="1727886"/>
            <a:ext cx="462845" cy="584775"/>
          </a:xfrm>
          <a:prstGeom prst="rect">
            <a:avLst/>
          </a:prstGeom>
          <a:noFill/>
        </p:spPr>
        <p:txBody>
          <a:bodyPr wrap="square" rtlCol="0">
            <a:spAutoFit/>
          </a:bodyPr>
          <a:lstStyle/>
          <a:p>
            <a:pPr algn="ctr"/>
            <a:r>
              <a:rPr lang="en-US" sz="3200" dirty="0"/>
              <a:t>8</a:t>
            </a:r>
          </a:p>
        </p:txBody>
      </p:sp>
      <p:sp>
        <p:nvSpPr>
          <p:cNvPr id="26" name="TextBox 25">
            <a:extLst>
              <a:ext uri="{FF2B5EF4-FFF2-40B4-BE49-F238E27FC236}">
                <a16:creationId xmlns:a16="http://schemas.microsoft.com/office/drawing/2014/main" id="{466842E1-E53F-5E12-03DC-DD938863A207}"/>
              </a:ext>
            </a:extLst>
          </p:cNvPr>
          <p:cNvSpPr txBox="1"/>
          <p:nvPr/>
        </p:nvSpPr>
        <p:spPr>
          <a:xfrm>
            <a:off x="4216401" y="1727886"/>
            <a:ext cx="462845" cy="584775"/>
          </a:xfrm>
          <a:prstGeom prst="rect">
            <a:avLst/>
          </a:prstGeom>
          <a:noFill/>
        </p:spPr>
        <p:txBody>
          <a:bodyPr wrap="square" rtlCol="0">
            <a:spAutoFit/>
          </a:bodyPr>
          <a:lstStyle/>
          <a:p>
            <a:pPr algn="ctr"/>
            <a:r>
              <a:rPr lang="en-US" sz="3200" dirty="0"/>
              <a:t>8</a:t>
            </a:r>
          </a:p>
        </p:txBody>
      </p:sp>
      <p:sp>
        <p:nvSpPr>
          <p:cNvPr id="27" name="TextBox 26">
            <a:extLst>
              <a:ext uri="{FF2B5EF4-FFF2-40B4-BE49-F238E27FC236}">
                <a16:creationId xmlns:a16="http://schemas.microsoft.com/office/drawing/2014/main" id="{23ED3893-D236-1B53-BCB2-4356F7CB21C3}"/>
              </a:ext>
            </a:extLst>
          </p:cNvPr>
          <p:cNvSpPr txBox="1"/>
          <p:nvPr/>
        </p:nvSpPr>
        <p:spPr>
          <a:xfrm>
            <a:off x="4715935" y="1727886"/>
            <a:ext cx="462845" cy="584775"/>
          </a:xfrm>
          <a:prstGeom prst="rect">
            <a:avLst/>
          </a:prstGeom>
          <a:noFill/>
        </p:spPr>
        <p:txBody>
          <a:bodyPr wrap="square" rtlCol="0">
            <a:spAutoFit/>
          </a:bodyPr>
          <a:lstStyle/>
          <a:p>
            <a:pPr algn="ctr"/>
            <a:r>
              <a:rPr lang="en-US" sz="3200" dirty="0"/>
              <a:t>8</a:t>
            </a:r>
          </a:p>
        </p:txBody>
      </p:sp>
      <p:sp>
        <p:nvSpPr>
          <p:cNvPr id="28" name="TextBox 27">
            <a:extLst>
              <a:ext uri="{FF2B5EF4-FFF2-40B4-BE49-F238E27FC236}">
                <a16:creationId xmlns:a16="http://schemas.microsoft.com/office/drawing/2014/main" id="{4B6E1EE3-2AB9-1EE8-ABF2-45939F23CB26}"/>
              </a:ext>
            </a:extLst>
          </p:cNvPr>
          <p:cNvSpPr txBox="1"/>
          <p:nvPr/>
        </p:nvSpPr>
        <p:spPr>
          <a:xfrm>
            <a:off x="5215469" y="1727886"/>
            <a:ext cx="462845" cy="584775"/>
          </a:xfrm>
          <a:prstGeom prst="rect">
            <a:avLst/>
          </a:prstGeom>
          <a:noFill/>
        </p:spPr>
        <p:txBody>
          <a:bodyPr wrap="square" rtlCol="0">
            <a:spAutoFit/>
          </a:bodyPr>
          <a:lstStyle/>
          <a:p>
            <a:pPr algn="ctr"/>
            <a:r>
              <a:rPr lang="en-US" sz="3200" dirty="0"/>
              <a:t>8</a:t>
            </a:r>
          </a:p>
        </p:txBody>
      </p:sp>
      <p:sp>
        <p:nvSpPr>
          <p:cNvPr id="29" name="TextBox 28">
            <a:extLst>
              <a:ext uri="{FF2B5EF4-FFF2-40B4-BE49-F238E27FC236}">
                <a16:creationId xmlns:a16="http://schemas.microsoft.com/office/drawing/2014/main" id="{F4C636C3-F4C1-7206-C902-91DA657474B2}"/>
              </a:ext>
            </a:extLst>
          </p:cNvPr>
          <p:cNvSpPr txBox="1"/>
          <p:nvPr/>
        </p:nvSpPr>
        <p:spPr>
          <a:xfrm>
            <a:off x="5715003" y="1727886"/>
            <a:ext cx="462845" cy="584775"/>
          </a:xfrm>
          <a:prstGeom prst="rect">
            <a:avLst/>
          </a:prstGeom>
          <a:noFill/>
        </p:spPr>
        <p:txBody>
          <a:bodyPr wrap="square" rtlCol="0">
            <a:spAutoFit/>
          </a:bodyPr>
          <a:lstStyle/>
          <a:p>
            <a:pPr algn="ctr"/>
            <a:r>
              <a:rPr lang="en-US" sz="3200" dirty="0"/>
              <a:t>8</a:t>
            </a:r>
          </a:p>
        </p:txBody>
      </p:sp>
      <p:sp>
        <p:nvSpPr>
          <p:cNvPr id="30" name="TextBox 29">
            <a:extLst>
              <a:ext uri="{FF2B5EF4-FFF2-40B4-BE49-F238E27FC236}">
                <a16:creationId xmlns:a16="http://schemas.microsoft.com/office/drawing/2014/main" id="{D8077B04-F90B-A0CC-9ACD-FC227BF4E86C}"/>
              </a:ext>
            </a:extLst>
          </p:cNvPr>
          <p:cNvSpPr txBox="1"/>
          <p:nvPr/>
        </p:nvSpPr>
        <p:spPr>
          <a:xfrm>
            <a:off x="6214537" y="1727886"/>
            <a:ext cx="462845" cy="584775"/>
          </a:xfrm>
          <a:prstGeom prst="rect">
            <a:avLst/>
          </a:prstGeom>
          <a:noFill/>
        </p:spPr>
        <p:txBody>
          <a:bodyPr wrap="square" rtlCol="0">
            <a:spAutoFit/>
          </a:bodyPr>
          <a:lstStyle/>
          <a:p>
            <a:pPr algn="ctr"/>
            <a:r>
              <a:rPr lang="en-US" sz="3200" dirty="0"/>
              <a:t>8</a:t>
            </a:r>
          </a:p>
        </p:txBody>
      </p:sp>
      <p:sp>
        <p:nvSpPr>
          <p:cNvPr id="31" name="TextBox 30">
            <a:extLst>
              <a:ext uri="{FF2B5EF4-FFF2-40B4-BE49-F238E27FC236}">
                <a16:creationId xmlns:a16="http://schemas.microsoft.com/office/drawing/2014/main" id="{C642D92D-0411-86FD-FD42-E076D9EE110A}"/>
              </a:ext>
            </a:extLst>
          </p:cNvPr>
          <p:cNvSpPr txBox="1"/>
          <p:nvPr/>
        </p:nvSpPr>
        <p:spPr>
          <a:xfrm>
            <a:off x="6714071" y="1727886"/>
            <a:ext cx="462845" cy="584775"/>
          </a:xfrm>
          <a:prstGeom prst="rect">
            <a:avLst/>
          </a:prstGeom>
          <a:noFill/>
        </p:spPr>
        <p:txBody>
          <a:bodyPr wrap="square" rtlCol="0">
            <a:spAutoFit/>
          </a:bodyPr>
          <a:lstStyle/>
          <a:p>
            <a:pPr algn="ctr"/>
            <a:r>
              <a:rPr lang="en-US" sz="3200" dirty="0"/>
              <a:t>8</a:t>
            </a:r>
          </a:p>
        </p:txBody>
      </p:sp>
      <p:sp>
        <p:nvSpPr>
          <p:cNvPr id="32" name="TextBox 31">
            <a:extLst>
              <a:ext uri="{FF2B5EF4-FFF2-40B4-BE49-F238E27FC236}">
                <a16:creationId xmlns:a16="http://schemas.microsoft.com/office/drawing/2014/main" id="{8374C64D-7C1A-926D-1DC1-6A6414FDBA25}"/>
              </a:ext>
            </a:extLst>
          </p:cNvPr>
          <p:cNvSpPr txBox="1"/>
          <p:nvPr/>
        </p:nvSpPr>
        <p:spPr>
          <a:xfrm>
            <a:off x="7213604" y="1727886"/>
            <a:ext cx="462845" cy="584775"/>
          </a:xfrm>
          <a:prstGeom prst="rect">
            <a:avLst/>
          </a:prstGeom>
          <a:noFill/>
        </p:spPr>
        <p:txBody>
          <a:bodyPr wrap="square" rtlCol="0">
            <a:spAutoFit/>
          </a:bodyPr>
          <a:lstStyle/>
          <a:p>
            <a:pPr algn="ctr"/>
            <a:r>
              <a:rPr lang="en-US" sz="3200" dirty="0"/>
              <a:t>8</a:t>
            </a:r>
          </a:p>
        </p:txBody>
      </p:sp>
      <p:sp>
        <p:nvSpPr>
          <p:cNvPr id="34" name="TextBox 33">
            <a:extLst>
              <a:ext uri="{FF2B5EF4-FFF2-40B4-BE49-F238E27FC236}">
                <a16:creationId xmlns:a16="http://schemas.microsoft.com/office/drawing/2014/main" id="{5245EE08-A98D-01FA-2171-AC26286AAED1}"/>
              </a:ext>
            </a:extLst>
          </p:cNvPr>
          <p:cNvSpPr txBox="1"/>
          <p:nvPr/>
        </p:nvSpPr>
        <p:spPr>
          <a:xfrm>
            <a:off x="3217333" y="2231221"/>
            <a:ext cx="462845" cy="584775"/>
          </a:xfrm>
          <a:prstGeom prst="rect">
            <a:avLst/>
          </a:prstGeom>
          <a:noFill/>
        </p:spPr>
        <p:txBody>
          <a:bodyPr wrap="square" rtlCol="0">
            <a:spAutoFit/>
          </a:bodyPr>
          <a:lstStyle/>
          <a:p>
            <a:pPr algn="ctr"/>
            <a:r>
              <a:rPr lang="en-US" sz="3200" dirty="0"/>
              <a:t>8</a:t>
            </a:r>
          </a:p>
        </p:txBody>
      </p:sp>
      <p:sp>
        <p:nvSpPr>
          <p:cNvPr id="35" name="TextBox 34">
            <a:extLst>
              <a:ext uri="{FF2B5EF4-FFF2-40B4-BE49-F238E27FC236}">
                <a16:creationId xmlns:a16="http://schemas.microsoft.com/office/drawing/2014/main" id="{07750C40-5D09-BF2D-F68E-81566136605A}"/>
              </a:ext>
            </a:extLst>
          </p:cNvPr>
          <p:cNvSpPr txBox="1"/>
          <p:nvPr/>
        </p:nvSpPr>
        <p:spPr>
          <a:xfrm>
            <a:off x="3716867" y="2231221"/>
            <a:ext cx="462845" cy="584775"/>
          </a:xfrm>
          <a:prstGeom prst="rect">
            <a:avLst/>
          </a:prstGeom>
          <a:noFill/>
        </p:spPr>
        <p:txBody>
          <a:bodyPr wrap="square" rtlCol="0">
            <a:spAutoFit/>
          </a:bodyPr>
          <a:lstStyle/>
          <a:p>
            <a:pPr algn="ctr"/>
            <a:r>
              <a:rPr lang="en-US" sz="3200" dirty="0"/>
              <a:t>8</a:t>
            </a:r>
          </a:p>
        </p:txBody>
      </p:sp>
      <p:sp>
        <p:nvSpPr>
          <p:cNvPr id="36" name="TextBox 35">
            <a:extLst>
              <a:ext uri="{FF2B5EF4-FFF2-40B4-BE49-F238E27FC236}">
                <a16:creationId xmlns:a16="http://schemas.microsoft.com/office/drawing/2014/main" id="{6BEA972C-0DA0-4103-57DF-7C9A7F9B06F4}"/>
              </a:ext>
            </a:extLst>
          </p:cNvPr>
          <p:cNvSpPr txBox="1"/>
          <p:nvPr/>
        </p:nvSpPr>
        <p:spPr>
          <a:xfrm>
            <a:off x="4216401" y="2231221"/>
            <a:ext cx="462845" cy="584775"/>
          </a:xfrm>
          <a:prstGeom prst="rect">
            <a:avLst/>
          </a:prstGeom>
          <a:noFill/>
        </p:spPr>
        <p:txBody>
          <a:bodyPr wrap="square" rtlCol="0">
            <a:spAutoFit/>
          </a:bodyPr>
          <a:lstStyle/>
          <a:p>
            <a:pPr algn="ctr"/>
            <a:r>
              <a:rPr lang="en-US" sz="3200" dirty="0"/>
              <a:t>8</a:t>
            </a:r>
          </a:p>
        </p:txBody>
      </p:sp>
      <p:sp>
        <p:nvSpPr>
          <p:cNvPr id="37" name="TextBox 36">
            <a:extLst>
              <a:ext uri="{FF2B5EF4-FFF2-40B4-BE49-F238E27FC236}">
                <a16:creationId xmlns:a16="http://schemas.microsoft.com/office/drawing/2014/main" id="{19CA2BF3-7C64-8FFC-493A-CD5FA047483D}"/>
              </a:ext>
            </a:extLst>
          </p:cNvPr>
          <p:cNvSpPr txBox="1"/>
          <p:nvPr/>
        </p:nvSpPr>
        <p:spPr>
          <a:xfrm>
            <a:off x="4715935" y="2231221"/>
            <a:ext cx="462845" cy="584775"/>
          </a:xfrm>
          <a:prstGeom prst="rect">
            <a:avLst/>
          </a:prstGeom>
          <a:noFill/>
        </p:spPr>
        <p:txBody>
          <a:bodyPr wrap="square" rtlCol="0">
            <a:spAutoFit/>
          </a:bodyPr>
          <a:lstStyle/>
          <a:p>
            <a:pPr algn="ctr"/>
            <a:r>
              <a:rPr lang="en-US" sz="3200" dirty="0"/>
              <a:t>8</a:t>
            </a:r>
          </a:p>
        </p:txBody>
      </p:sp>
      <p:sp>
        <p:nvSpPr>
          <p:cNvPr id="38" name="TextBox 37">
            <a:extLst>
              <a:ext uri="{FF2B5EF4-FFF2-40B4-BE49-F238E27FC236}">
                <a16:creationId xmlns:a16="http://schemas.microsoft.com/office/drawing/2014/main" id="{E09DC838-6EA7-2D9B-C352-B2C84D16ED4B}"/>
              </a:ext>
            </a:extLst>
          </p:cNvPr>
          <p:cNvSpPr txBox="1"/>
          <p:nvPr/>
        </p:nvSpPr>
        <p:spPr>
          <a:xfrm>
            <a:off x="5215469" y="2231221"/>
            <a:ext cx="462845" cy="584775"/>
          </a:xfrm>
          <a:prstGeom prst="rect">
            <a:avLst/>
          </a:prstGeom>
          <a:noFill/>
        </p:spPr>
        <p:txBody>
          <a:bodyPr wrap="square" rtlCol="0">
            <a:spAutoFit/>
          </a:bodyPr>
          <a:lstStyle/>
          <a:p>
            <a:pPr algn="ctr"/>
            <a:r>
              <a:rPr lang="en-US" sz="3200" dirty="0"/>
              <a:t>8</a:t>
            </a:r>
          </a:p>
        </p:txBody>
      </p:sp>
      <p:sp>
        <p:nvSpPr>
          <p:cNvPr id="39" name="TextBox 38">
            <a:extLst>
              <a:ext uri="{FF2B5EF4-FFF2-40B4-BE49-F238E27FC236}">
                <a16:creationId xmlns:a16="http://schemas.microsoft.com/office/drawing/2014/main" id="{4651584D-1439-EC66-CB5E-C86A2E97F446}"/>
              </a:ext>
            </a:extLst>
          </p:cNvPr>
          <p:cNvSpPr txBox="1"/>
          <p:nvPr/>
        </p:nvSpPr>
        <p:spPr>
          <a:xfrm>
            <a:off x="5715003" y="2231221"/>
            <a:ext cx="462845" cy="584775"/>
          </a:xfrm>
          <a:prstGeom prst="rect">
            <a:avLst/>
          </a:prstGeom>
          <a:noFill/>
        </p:spPr>
        <p:txBody>
          <a:bodyPr wrap="square" rtlCol="0">
            <a:spAutoFit/>
          </a:bodyPr>
          <a:lstStyle/>
          <a:p>
            <a:pPr algn="ctr"/>
            <a:r>
              <a:rPr lang="en-US" sz="3200" dirty="0"/>
              <a:t>8</a:t>
            </a:r>
          </a:p>
        </p:txBody>
      </p:sp>
      <p:sp>
        <p:nvSpPr>
          <p:cNvPr id="40" name="TextBox 39">
            <a:extLst>
              <a:ext uri="{FF2B5EF4-FFF2-40B4-BE49-F238E27FC236}">
                <a16:creationId xmlns:a16="http://schemas.microsoft.com/office/drawing/2014/main" id="{1DA50FB8-CE35-4761-A6B0-BE16819394EF}"/>
              </a:ext>
            </a:extLst>
          </p:cNvPr>
          <p:cNvSpPr txBox="1"/>
          <p:nvPr/>
        </p:nvSpPr>
        <p:spPr>
          <a:xfrm>
            <a:off x="6214537" y="2231221"/>
            <a:ext cx="462845" cy="584775"/>
          </a:xfrm>
          <a:prstGeom prst="rect">
            <a:avLst/>
          </a:prstGeom>
          <a:noFill/>
        </p:spPr>
        <p:txBody>
          <a:bodyPr wrap="square" rtlCol="0">
            <a:spAutoFit/>
          </a:bodyPr>
          <a:lstStyle/>
          <a:p>
            <a:pPr algn="ctr"/>
            <a:r>
              <a:rPr lang="en-US" sz="3200" dirty="0"/>
              <a:t>8</a:t>
            </a:r>
          </a:p>
        </p:txBody>
      </p:sp>
      <p:sp>
        <p:nvSpPr>
          <p:cNvPr id="41" name="TextBox 40">
            <a:extLst>
              <a:ext uri="{FF2B5EF4-FFF2-40B4-BE49-F238E27FC236}">
                <a16:creationId xmlns:a16="http://schemas.microsoft.com/office/drawing/2014/main" id="{6B505374-5116-C2E6-9C18-87B5537E1B85}"/>
              </a:ext>
            </a:extLst>
          </p:cNvPr>
          <p:cNvSpPr txBox="1"/>
          <p:nvPr/>
        </p:nvSpPr>
        <p:spPr>
          <a:xfrm>
            <a:off x="6714071" y="2231221"/>
            <a:ext cx="462845" cy="584775"/>
          </a:xfrm>
          <a:prstGeom prst="rect">
            <a:avLst/>
          </a:prstGeom>
          <a:noFill/>
        </p:spPr>
        <p:txBody>
          <a:bodyPr wrap="square" rtlCol="0">
            <a:spAutoFit/>
          </a:bodyPr>
          <a:lstStyle/>
          <a:p>
            <a:pPr algn="ctr"/>
            <a:r>
              <a:rPr lang="en-US" sz="3200" dirty="0"/>
              <a:t>8</a:t>
            </a:r>
          </a:p>
        </p:txBody>
      </p:sp>
      <p:sp>
        <p:nvSpPr>
          <p:cNvPr id="42" name="TextBox 41">
            <a:extLst>
              <a:ext uri="{FF2B5EF4-FFF2-40B4-BE49-F238E27FC236}">
                <a16:creationId xmlns:a16="http://schemas.microsoft.com/office/drawing/2014/main" id="{AD198AF0-1895-C0DD-EC92-CDAB9B090434}"/>
              </a:ext>
            </a:extLst>
          </p:cNvPr>
          <p:cNvSpPr txBox="1"/>
          <p:nvPr/>
        </p:nvSpPr>
        <p:spPr>
          <a:xfrm>
            <a:off x="7213604" y="2231221"/>
            <a:ext cx="462845" cy="584775"/>
          </a:xfrm>
          <a:prstGeom prst="rect">
            <a:avLst/>
          </a:prstGeom>
          <a:noFill/>
        </p:spPr>
        <p:txBody>
          <a:bodyPr wrap="square" rtlCol="0">
            <a:spAutoFit/>
          </a:bodyPr>
          <a:lstStyle/>
          <a:p>
            <a:pPr algn="ctr"/>
            <a:r>
              <a:rPr lang="en-US" sz="3200" dirty="0"/>
              <a:t>8</a:t>
            </a:r>
          </a:p>
        </p:txBody>
      </p:sp>
      <p:sp>
        <p:nvSpPr>
          <p:cNvPr id="44" name="TextBox 43">
            <a:extLst>
              <a:ext uri="{FF2B5EF4-FFF2-40B4-BE49-F238E27FC236}">
                <a16:creationId xmlns:a16="http://schemas.microsoft.com/office/drawing/2014/main" id="{092803FD-DA48-9709-45DB-33484C41E748}"/>
              </a:ext>
            </a:extLst>
          </p:cNvPr>
          <p:cNvSpPr txBox="1"/>
          <p:nvPr/>
        </p:nvSpPr>
        <p:spPr>
          <a:xfrm>
            <a:off x="3217333" y="2734556"/>
            <a:ext cx="462845" cy="584775"/>
          </a:xfrm>
          <a:prstGeom prst="rect">
            <a:avLst/>
          </a:prstGeom>
          <a:noFill/>
        </p:spPr>
        <p:txBody>
          <a:bodyPr wrap="square" rtlCol="0">
            <a:spAutoFit/>
          </a:bodyPr>
          <a:lstStyle/>
          <a:p>
            <a:pPr algn="ctr"/>
            <a:r>
              <a:rPr lang="en-US" sz="3200" dirty="0"/>
              <a:t>8</a:t>
            </a:r>
          </a:p>
        </p:txBody>
      </p:sp>
      <p:sp>
        <p:nvSpPr>
          <p:cNvPr id="45" name="TextBox 44">
            <a:extLst>
              <a:ext uri="{FF2B5EF4-FFF2-40B4-BE49-F238E27FC236}">
                <a16:creationId xmlns:a16="http://schemas.microsoft.com/office/drawing/2014/main" id="{C21C0C67-CA29-B06E-396E-7A36969B8E78}"/>
              </a:ext>
            </a:extLst>
          </p:cNvPr>
          <p:cNvSpPr txBox="1"/>
          <p:nvPr/>
        </p:nvSpPr>
        <p:spPr>
          <a:xfrm>
            <a:off x="3716867" y="2734556"/>
            <a:ext cx="462845" cy="584775"/>
          </a:xfrm>
          <a:prstGeom prst="rect">
            <a:avLst/>
          </a:prstGeom>
          <a:noFill/>
        </p:spPr>
        <p:txBody>
          <a:bodyPr wrap="square" rtlCol="0">
            <a:spAutoFit/>
          </a:bodyPr>
          <a:lstStyle/>
          <a:p>
            <a:pPr algn="ctr"/>
            <a:r>
              <a:rPr lang="en-US" sz="3200" dirty="0"/>
              <a:t>8</a:t>
            </a:r>
          </a:p>
        </p:txBody>
      </p:sp>
      <p:sp>
        <p:nvSpPr>
          <p:cNvPr id="46" name="TextBox 45">
            <a:extLst>
              <a:ext uri="{FF2B5EF4-FFF2-40B4-BE49-F238E27FC236}">
                <a16:creationId xmlns:a16="http://schemas.microsoft.com/office/drawing/2014/main" id="{1FD75AC8-9E2D-D9CA-F432-E1EF59692617}"/>
              </a:ext>
            </a:extLst>
          </p:cNvPr>
          <p:cNvSpPr txBox="1"/>
          <p:nvPr/>
        </p:nvSpPr>
        <p:spPr>
          <a:xfrm>
            <a:off x="4216401" y="2734556"/>
            <a:ext cx="462845" cy="584775"/>
          </a:xfrm>
          <a:prstGeom prst="rect">
            <a:avLst/>
          </a:prstGeom>
          <a:noFill/>
        </p:spPr>
        <p:txBody>
          <a:bodyPr wrap="square" rtlCol="0">
            <a:spAutoFit/>
          </a:bodyPr>
          <a:lstStyle/>
          <a:p>
            <a:pPr algn="ctr"/>
            <a:r>
              <a:rPr lang="en-US" sz="3200" dirty="0"/>
              <a:t>8</a:t>
            </a:r>
          </a:p>
        </p:txBody>
      </p:sp>
      <p:sp>
        <p:nvSpPr>
          <p:cNvPr id="47" name="TextBox 46">
            <a:extLst>
              <a:ext uri="{FF2B5EF4-FFF2-40B4-BE49-F238E27FC236}">
                <a16:creationId xmlns:a16="http://schemas.microsoft.com/office/drawing/2014/main" id="{CEBB1DFA-2C92-38A8-8D03-7A08226FBE03}"/>
              </a:ext>
            </a:extLst>
          </p:cNvPr>
          <p:cNvSpPr txBox="1"/>
          <p:nvPr/>
        </p:nvSpPr>
        <p:spPr>
          <a:xfrm>
            <a:off x="4715935" y="2734556"/>
            <a:ext cx="462845" cy="584775"/>
          </a:xfrm>
          <a:prstGeom prst="rect">
            <a:avLst/>
          </a:prstGeom>
          <a:noFill/>
        </p:spPr>
        <p:txBody>
          <a:bodyPr wrap="square" rtlCol="0">
            <a:spAutoFit/>
          </a:bodyPr>
          <a:lstStyle/>
          <a:p>
            <a:pPr algn="ctr"/>
            <a:r>
              <a:rPr lang="en-US" sz="3200" dirty="0"/>
              <a:t>8</a:t>
            </a:r>
          </a:p>
        </p:txBody>
      </p:sp>
      <p:sp>
        <p:nvSpPr>
          <p:cNvPr id="48" name="TextBox 47">
            <a:extLst>
              <a:ext uri="{FF2B5EF4-FFF2-40B4-BE49-F238E27FC236}">
                <a16:creationId xmlns:a16="http://schemas.microsoft.com/office/drawing/2014/main" id="{86F83141-CD08-5B31-4F44-5DE0A22A0EC4}"/>
              </a:ext>
            </a:extLst>
          </p:cNvPr>
          <p:cNvSpPr txBox="1"/>
          <p:nvPr/>
        </p:nvSpPr>
        <p:spPr>
          <a:xfrm>
            <a:off x="5215469" y="2734556"/>
            <a:ext cx="462845" cy="584775"/>
          </a:xfrm>
          <a:prstGeom prst="rect">
            <a:avLst/>
          </a:prstGeom>
          <a:noFill/>
        </p:spPr>
        <p:txBody>
          <a:bodyPr wrap="square" rtlCol="0">
            <a:spAutoFit/>
          </a:bodyPr>
          <a:lstStyle/>
          <a:p>
            <a:pPr algn="ctr"/>
            <a:r>
              <a:rPr lang="en-US" sz="3200" dirty="0"/>
              <a:t>8</a:t>
            </a:r>
          </a:p>
        </p:txBody>
      </p:sp>
      <p:sp>
        <p:nvSpPr>
          <p:cNvPr id="49" name="TextBox 48">
            <a:extLst>
              <a:ext uri="{FF2B5EF4-FFF2-40B4-BE49-F238E27FC236}">
                <a16:creationId xmlns:a16="http://schemas.microsoft.com/office/drawing/2014/main" id="{0BD09B68-5DCD-1930-6026-8DEC57FB5550}"/>
              </a:ext>
            </a:extLst>
          </p:cNvPr>
          <p:cNvSpPr txBox="1"/>
          <p:nvPr/>
        </p:nvSpPr>
        <p:spPr>
          <a:xfrm>
            <a:off x="5715003" y="2734556"/>
            <a:ext cx="462845" cy="584775"/>
          </a:xfrm>
          <a:prstGeom prst="rect">
            <a:avLst/>
          </a:prstGeom>
          <a:noFill/>
        </p:spPr>
        <p:txBody>
          <a:bodyPr wrap="square" rtlCol="0">
            <a:spAutoFit/>
          </a:bodyPr>
          <a:lstStyle/>
          <a:p>
            <a:pPr algn="ctr"/>
            <a:r>
              <a:rPr lang="en-US" sz="3200" dirty="0"/>
              <a:t>8</a:t>
            </a:r>
          </a:p>
        </p:txBody>
      </p:sp>
      <p:sp>
        <p:nvSpPr>
          <p:cNvPr id="50" name="TextBox 49">
            <a:extLst>
              <a:ext uri="{FF2B5EF4-FFF2-40B4-BE49-F238E27FC236}">
                <a16:creationId xmlns:a16="http://schemas.microsoft.com/office/drawing/2014/main" id="{F72594FE-277C-5973-94EE-AA3BE44A34F7}"/>
              </a:ext>
            </a:extLst>
          </p:cNvPr>
          <p:cNvSpPr txBox="1"/>
          <p:nvPr/>
        </p:nvSpPr>
        <p:spPr>
          <a:xfrm>
            <a:off x="6214537" y="2734556"/>
            <a:ext cx="462845" cy="584775"/>
          </a:xfrm>
          <a:prstGeom prst="rect">
            <a:avLst/>
          </a:prstGeom>
          <a:noFill/>
        </p:spPr>
        <p:txBody>
          <a:bodyPr wrap="square" rtlCol="0">
            <a:spAutoFit/>
          </a:bodyPr>
          <a:lstStyle/>
          <a:p>
            <a:pPr algn="ctr"/>
            <a:r>
              <a:rPr lang="en-US" sz="3200" dirty="0"/>
              <a:t>8</a:t>
            </a:r>
          </a:p>
        </p:txBody>
      </p:sp>
      <p:sp>
        <p:nvSpPr>
          <p:cNvPr id="51" name="TextBox 50">
            <a:extLst>
              <a:ext uri="{FF2B5EF4-FFF2-40B4-BE49-F238E27FC236}">
                <a16:creationId xmlns:a16="http://schemas.microsoft.com/office/drawing/2014/main" id="{C2833383-2619-8AE1-E22E-EFFB76B969DF}"/>
              </a:ext>
            </a:extLst>
          </p:cNvPr>
          <p:cNvSpPr txBox="1"/>
          <p:nvPr/>
        </p:nvSpPr>
        <p:spPr>
          <a:xfrm>
            <a:off x="6714071" y="2734556"/>
            <a:ext cx="462845" cy="584775"/>
          </a:xfrm>
          <a:prstGeom prst="rect">
            <a:avLst/>
          </a:prstGeom>
          <a:noFill/>
        </p:spPr>
        <p:txBody>
          <a:bodyPr wrap="square" rtlCol="0">
            <a:spAutoFit/>
          </a:bodyPr>
          <a:lstStyle/>
          <a:p>
            <a:pPr algn="ctr"/>
            <a:r>
              <a:rPr lang="en-US" sz="3200" dirty="0"/>
              <a:t>8</a:t>
            </a:r>
          </a:p>
        </p:txBody>
      </p:sp>
      <p:sp>
        <p:nvSpPr>
          <p:cNvPr id="52" name="TextBox 51">
            <a:extLst>
              <a:ext uri="{FF2B5EF4-FFF2-40B4-BE49-F238E27FC236}">
                <a16:creationId xmlns:a16="http://schemas.microsoft.com/office/drawing/2014/main" id="{2599D6A1-CC8E-6CC2-B3F7-4326B2300215}"/>
              </a:ext>
            </a:extLst>
          </p:cNvPr>
          <p:cNvSpPr txBox="1"/>
          <p:nvPr/>
        </p:nvSpPr>
        <p:spPr>
          <a:xfrm>
            <a:off x="7213604" y="2734556"/>
            <a:ext cx="462845" cy="584775"/>
          </a:xfrm>
          <a:prstGeom prst="rect">
            <a:avLst/>
          </a:prstGeom>
          <a:noFill/>
        </p:spPr>
        <p:txBody>
          <a:bodyPr wrap="square" rtlCol="0">
            <a:spAutoFit/>
          </a:bodyPr>
          <a:lstStyle/>
          <a:p>
            <a:pPr algn="ctr"/>
            <a:r>
              <a:rPr lang="en-US" sz="3200" dirty="0"/>
              <a:t>8</a:t>
            </a:r>
          </a:p>
        </p:txBody>
      </p:sp>
      <p:sp>
        <p:nvSpPr>
          <p:cNvPr id="54" name="TextBox 53">
            <a:extLst>
              <a:ext uri="{FF2B5EF4-FFF2-40B4-BE49-F238E27FC236}">
                <a16:creationId xmlns:a16="http://schemas.microsoft.com/office/drawing/2014/main" id="{72900A5E-6D76-587C-2DFD-92EFA48157D7}"/>
              </a:ext>
            </a:extLst>
          </p:cNvPr>
          <p:cNvSpPr txBox="1"/>
          <p:nvPr/>
        </p:nvSpPr>
        <p:spPr>
          <a:xfrm>
            <a:off x="3217333" y="3237891"/>
            <a:ext cx="462845" cy="584775"/>
          </a:xfrm>
          <a:prstGeom prst="rect">
            <a:avLst/>
          </a:prstGeom>
          <a:noFill/>
        </p:spPr>
        <p:txBody>
          <a:bodyPr wrap="square" rtlCol="0">
            <a:spAutoFit/>
          </a:bodyPr>
          <a:lstStyle/>
          <a:p>
            <a:pPr algn="ctr"/>
            <a:r>
              <a:rPr lang="en-US" sz="3200" dirty="0"/>
              <a:t>8</a:t>
            </a:r>
          </a:p>
        </p:txBody>
      </p:sp>
      <p:sp>
        <p:nvSpPr>
          <p:cNvPr id="55" name="TextBox 54">
            <a:extLst>
              <a:ext uri="{FF2B5EF4-FFF2-40B4-BE49-F238E27FC236}">
                <a16:creationId xmlns:a16="http://schemas.microsoft.com/office/drawing/2014/main" id="{7E234C15-D43D-7905-5E6D-8AB06EB39258}"/>
              </a:ext>
            </a:extLst>
          </p:cNvPr>
          <p:cNvSpPr txBox="1"/>
          <p:nvPr/>
        </p:nvSpPr>
        <p:spPr>
          <a:xfrm>
            <a:off x="3716867" y="3237891"/>
            <a:ext cx="462845" cy="584775"/>
          </a:xfrm>
          <a:prstGeom prst="rect">
            <a:avLst/>
          </a:prstGeom>
          <a:noFill/>
        </p:spPr>
        <p:txBody>
          <a:bodyPr wrap="square" rtlCol="0">
            <a:spAutoFit/>
          </a:bodyPr>
          <a:lstStyle/>
          <a:p>
            <a:pPr algn="ctr"/>
            <a:r>
              <a:rPr lang="en-US" sz="3200" dirty="0"/>
              <a:t>8</a:t>
            </a:r>
          </a:p>
        </p:txBody>
      </p:sp>
      <p:sp>
        <p:nvSpPr>
          <p:cNvPr id="56" name="TextBox 55">
            <a:extLst>
              <a:ext uri="{FF2B5EF4-FFF2-40B4-BE49-F238E27FC236}">
                <a16:creationId xmlns:a16="http://schemas.microsoft.com/office/drawing/2014/main" id="{BB2701EA-E576-BD64-46C7-6B254099F3E9}"/>
              </a:ext>
            </a:extLst>
          </p:cNvPr>
          <p:cNvSpPr txBox="1"/>
          <p:nvPr/>
        </p:nvSpPr>
        <p:spPr>
          <a:xfrm>
            <a:off x="4216401" y="3237891"/>
            <a:ext cx="462845" cy="584775"/>
          </a:xfrm>
          <a:prstGeom prst="rect">
            <a:avLst/>
          </a:prstGeom>
          <a:noFill/>
        </p:spPr>
        <p:txBody>
          <a:bodyPr wrap="square" rtlCol="0">
            <a:spAutoFit/>
          </a:bodyPr>
          <a:lstStyle/>
          <a:p>
            <a:pPr algn="ctr"/>
            <a:r>
              <a:rPr lang="en-US" sz="3200" dirty="0"/>
              <a:t>8</a:t>
            </a:r>
          </a:p>
        </p:txBody>
      </p:sp>
      <p:sp>
        <p:nvSpPr>
          <p:cNvPr id="57" name="TextBox 56">
            <a:extLst>
              <a:ext uri="{FF2B5EF4-FFF2-40B4-BE49-F238E27FC236}">
                <a16:creationId xmlns:a16="http://schemas.microsoft.com/office/drawing/2014/main" id="{3741FDD4-FA46-9AC6-95A6-FDFC78139B79}"/>
              </a:ext>
            </a:extLst>
          </p:cNvPr>
          <p:cNvSpPr txBox="1"/>
          <p:nvPr/>
        </p:nvSpPr>
        <p:spPr>
          <a:xfrm>
            <a:off x="4715935" y="3237891"/>
            <a:ext cx="462845" cy="584775"/>
          </a:xfrm>
          <a:prstGeom prst="rect">
            <a:avLst/>
          </a:prstGeom>
          <a:noFill/>
        </p:spPr>
        <p:txBody>
          <a:bodyPr wrap="square" rtlCol="0">
            <a:spAutoFit/>
          </a:bodyPr>
          <a:lstStyle/>
          <a:p>
            <a:pPr algn="ctr"/>
            <a:r>
              <a:rPr lang="en-US" sz="3200" dirty="0"/>
              <a:t>8</a:t>
            </a:r>
          </a:p>
        </p:txBody>
      </p:sp>
      <p:sp>
        <p:nvSpPr>
          <p:cNvPr id="58" name="TextBox 57">
            <a:extLst>
              <a:ext uri="{FF2B5EF4-FFF2-40B4-BE49-F238E27FC236}">
                <a16:creationId xmlns:a16="http://schemas.microsoft.com/office/drawing/2014/main" id="{04F08D5B-239E-1FF0-4FCC-7AC6DEF18DFC}"/>
              </a:ext>
            </a:extLst>
          </p:cNvPr>
          <p:cNvSpPr txBox="1"/>
          <p:nvPr/>
        </p:nvSpPr>
        <p:spPr>
          <a:xfrm>
            <a:off x="5215469" y="3237891"/>
            <a:ext cx="462845" cy="584775"/>
          </a:xfrm>
          <a:prstGeom prst="rect">
            <a:avLst/>
          </a:prstGeom>
          <a:noFill/>
        </p:spPr>
        <p:txBody>
          <a:bodyPr wrap="square" rtlCol="0">
            <a:spAutoFit/>
          </a:bodyPr>
          <a:lstStyle/>
          <a:p>
            <a:pPr algn="ctr"/>
            <a:r>
              <a:rPr lang="en-US" sz="3200" dirty="0"/>
              <a:t>8</a:t>
            </a:r>
          </a:p>
        </p:txBody>
      </p:sp>
      <p:sp>
        <p:nvSpPr>
          <p:cNvPr id="59" name="TextBox 58">
            <a:extLst>
              <a:ext uri="{FF2B5EF4-FFF2-40B4-BE49-F238E27FC236}">
                <a16:creationId xmlns:a16="http://schemas.microsoft.com/office/drawing/2014/main" id="{6C510B19-3198-6775-4DB8-2969F74BB93A}"/>
              </a:ext>
            </a:extLst>
          </p:cNvPr>
          <p:cNvSpPr txBox="1"/>
          <p:nvPr/>
        </p:nvSpPr>
        <p:spPr>
          <a:xfrm>
            <a:off x="5715003" y="3237891"/>
            <a:ext cx="462845" cy="584775"/>
          </a:xfrm>
          <a:prstGeom prst="rect">
            <a:avLst/>
          </a:prstGeom>
          <a:noFill/>
        </p:spPr>
        <p:txBody>
          <a:bodyPr wrap="square" rtlCol="0">
            <a:spAutoFit/>
          </a:bodyPr>
          <a:lstStyle/>
          <a:p>
            <a:pPr algn="ctr"/>
            <a:r>
              <a:rPr lang="en-US" sz="3200" dirty="0"/>
              <a:t>8</a:t>
            </a:r>
          </a:p>
        </p:txBody>
      </p:sp>
      <p:sp>
        <p:nvSpPr>
          <p:cNvPr id="60" name="TextBox 59">
            <a:extLst>
              <a:ext uri="{FF2B5EF4-FFF2-40B4-BE49-F238E27FC236}">
                <a16:creationId xmlns:a16="http://schemas.microsoft.com/office/drawing/2014/main" id="{FC63EBB7-8DEA-A035-671B-095EFE94FBD9}"/>
              </a:ext>
            </a:extLst>
          </p:cNvPr>
          <p:cNvSpPr txBox="1"/>
          <p:nvPr/>
        </p:nvSpPr>
        <p:spPr>
          <a:xfrm>
            <a:off x="6214537" y="3237891"/>
            <a:ext cx="462845" cy="584775"/>
          </a:xfrm>
          <a:prstGeom prst="rect">
            <a:avLst/>
          </a:prstGeom>
          <a:noFill/>
        </p:spPr>
        <p:txBody>
          <a:bodyPr wrap="square" rtlCol="0">
            <a:spAutoFit/>
          </a:bodyPr>
          <a:lstStyle/>
          <a:p>
            <a:pPr algn="ctr"/>
            <a:r>
              <a:rPr lang="en-US" sz="3200" dirty="0"/>
              <a:t>8</a:t>
            </a:r>
          </a:p>
        </p:txBody>
      </p:sp>
      <p:sp>
        <p:nvSpPr>
          <p:cNvPr id="61" name="TextBox 60">
            <a:extLst>
              <a:ext uri="{FF2B5EF4-FFF2-40B4-BE49-F238E27FC236}">
                <a16:creationId xmlns:a16="http://schemas.microsoft.com/office/drawing/2014/main" id="{07A408D1-2795-2A51-8BEF-F3518493AC53}"/>
              </a:ext>
            </a:extLst>
          </p:cNvPr>
          <p:cNvSpPr txBox="1"/>
          <p:nvPr/>
        </p:nvSpPr>
        <p:spPr>
          <a:xfrm>
            <a:off x="6714071" y="3237891"/>
            <a:ext cx="462845" cy="584775"/>
          </a:xfrm>
          <a:prstGeom prst="rect">
            <a:avLst/>
          </a:prstGeom>
          <a:noFill/>
        </p:spPr>
        <p:txBody>
          <a:bodyPr wrap="square" rtlCol="0">
            <a:spAutoFit/>
          </a:bodyPr>
          <a:lstStyle/>
          <a:p>
            <a:pPr algn="ctr"/>
            <a:r>
              <a:rPr lang="en-US" sz="3200" dirty="0"/>
              <a:t>8</a:t>
            </a:r>
          </a:p>
        </p:txBody>
      </p:sp>
      <p:sp>
        <p:nvSpPr>
          <p:cNvPr id="62" name="TextBox 61">
            <a:extLst>
              <a:ext uri="{FF2B5EF4-FFF2-40B4-BE49-F238E27FC236}">
                <a16:creationId xmlns:a16="http://schemas.microsoft.com/office/drawing/2014/main" id="{1A778707-033E-7FA2-42DF-480BFEF412A3}"/>
              </a:ext>
            </a:extLst>
          </p:cNvPr>
          <p:cNvSpPr txBox="1"/>
          <p:nvPr/>
        </p:nvSpPr>
        <p:spPr>
          <a:xfrm>
            <a:off x="7213604" y="3237891"/>
            <a:ext cx="462845" cy="584775"/>
          </a:xfrm>
          <a:prstGeom prst="rect">
            <a:avLst/>
          </a:prstGeom>
          <a:noFill/>
        </p:spPr>
        <p:txBody>
          <a:bodyPr wrap="square" rtlCol="0">
            <a:spAutoFit/>
          </a:bodyPr>
          <a:lstStyle/>
          <a:p>
            <a:pPr algn="ctr"/>
            <a:r>
              <a:rPr lang="en-US" sz="3200" dirty="0"/>
              <a:t>8</a:t>
            </a:r>
          </a:p>
        </p:txBody>
      </p:sp>
      <p:sp>
        <p:nvSpPr>
          <p:cNvPr id="64" name="TextBox 63">
            <a:extLst>
              <a:ext uri="{FF2B5EF4-FFF2-40B4-BE49-F238E27FC236}">
                <a16:creationId xmlns:a16="http://schemas.microsoft.com/office/drawing/2014/main" id="{B2B1692B-0E77-4376-C7FF-6BEDD63BF2DE}"/>
              </a:ext>
            </a:extLst>
          </p:cNvPr>
          <p:cNvSpPr txBox="1"/>
          <p:nvPr/>
        </p:nvSpPr>
        <p:spPr>
          <a:xfrm>
            <a:off x="3217333" y="3741226"/>
            <a:ext cx="462845" cy="584775"/>
          </a:xfrm>
          <a:prstGeom prst="rect">
            <a:avLst/>
          </a:prstGeom>
          <a:noFill/>
        </p:spPr>
        <p:txBody>
          <a:bodyPr wrap="square" rtlCol="0">
            <a:spAutoFit/>
          </a:bodyPr>
          <a:lstStyle/>
          <a:p>
            <a:pPr algn="ctr"/>
            <a:r>
              <a:rPr lang="en-US" sz="3200" dirty="0"/>
              <a:t>8</a:t>
            </a:r>
          </a:p>
        </p:txBody>
      </p:sp>
      <p:sp>
        <p:nvSpPr>
          <p:cNvPr id="65" name="TextBox 64">
            <a:extLst>
              <a:ext uri="{FF2B5EF4-FFF2-40B4-BE49-F238E27FC236}">
                <a16:creationId xmlns:a16="http://schemas.microsoft.com/office/drawing/2014/main" id="{B1053752-9030-C29D-9833-883262A51684}"/>
              </a:ext>
            </a:extLst>
          </p:cNvPr>
          <p:cNvSpPr txBox="1"/>
          <p:nvPr/>
        </p:nvSpPr>
        <p:spPr>
          <a:xfrm>
            <a:off x="3716867" y="3741226"/>
            <a:ext cx="462845" cy="584775"/>
          </a:xfrm>
          <a:prstGeom prst="rect">
            <a:avLst/>
          </a:prstGeom>
          <a:noFill/>
        </p:spPr>
        <p:txBody>
          <a:bodyPr wrap="square" rtlCol="0">
            <a:spAutoFit/>
          </a:bodyPr>
          <a:lstStyle/>
          <a:p>
            <a:pPr algn="ctr"/>
            <a:r>
              <a:rPr lang="en-US" sz="3200" dirty="0"/>
              <a:t>8</a:t>
            </a:r>
          </a:p>
        </p:txBody>
      </p:sp>
      <p:sp>
        <p:nvSpPr>
          <p:cNvPr id="66" name="TextBox 65">
            <a:extLst>
              <a:ext uri="{FF2B5EF4-FFF2-40B4-BE49-F238E27FC236}">
                <a16:creationId xmlns:a16="http://schemas.microsoft.com/office/drawing/2014/main" id="{E37147F7-AE3B-012E-53BB-889E5E744C0C}"/>
              </a:ext>
            </a:extLst>
          </p:cNvPr>
          <p:cNvSpPr txBox="1"/>
          <p:nvPr/>
        </p:nvSpPr>
        <p:spPr>
          <a:xfrm>
            <a:off x="4216401" y="3741226"/>
            <a:ext cx="462845" cy="584775"/>
          </a:xfrm>
          <a:prstGeom prst="rect">
            <a:avLst/>
          </a:prstGeom>
          <a:noFill/>
        </p:spPr>
        <p:txBody>
          <a:bodyPr wrap="square" rtlCol="0">
            <a:spAutoFit/>
          </a:bodyPr>
          <a:lstStyle/>
          <a:p>
            <a:pPr algn="ctr"/>
            <a:r>
              <a:rPr lang="en-US" sz="3200" dirty="0"/>
              <a:t>8</a:t>
            </a:r>
          </a:p>
        </p:txBody>
      </p:sp>
      <p:sp>
        <p:nvSpPr>
          <p:cNvPr id="67" name="TextBox 66">
            <a:extLst>
              <a:ext uri="{FF2B5EF4-FFF2-40B4-BE49-F238E27FC236}">
                <a16:creationId xmlns:a16="http://schemas.microsoft.com/office/drawing/2014/main" id="{4AD2CEC6-2C4F-D2FE-6FE4-CFE4011CB0B2}"/>
              </a:ext>
            </a:extLst>
          </p:cNvPr>
          <p:cNvSpPr txBox="1"/>
          <p:nvPr/>
        </p:nvSpPr>
        <p:spPr>
          <a:xfrm>
            <a:off x="4715935" y="3741226"/>
            <a:ext cx="462845" cy="584775"/>
          </a:xfrm>
          <a:prstGeom prst="rect">
            <a:avLst/>
          </a:prstGeom>
          <a:noFill/>
        </p:spPr>
        <p:txBody>
          <a:bodyPr wrap="square" rtlCol="0">
            <a:spAutoFit/>
          </a:bodyPr>
          <a:lstStyle/>
          <a:p>
            <a:pPr algn="ctr"/>
            <a:r>
              <a:rPr lang="en-US" sz="3200" dirty="0"/>
              <a:t>8</a:t>
            </a:r>
          </a:p>
        </p:txBody>
      </p:sp>
      <p:sp>
        <p:nvSpPr>
          <p:cNvPr id="68" name="TextBox 67">
            <a:extLst>
              <a:ext uri="{FF2B5EF4-FFF2-40B4-BE49-F238E27FC236}">
                <a16:creationId xmlns:a16="http://schemas.microsoft.com/office/drawing/2014/main" id="{080537B0-8323-1A64-DF09-39FB32AAC482}"/>
              </a:ext>
            </a:extLst>
          </p:cNvPr>
          <p:cNvSpPr txBox="1"/>
          <p:nvPr/>
        </p:nvSpPr>
        <p:spPr>
          <a:xfrm>
            <a:off x="5215469" y="3741226"/>
            <a:ext cx="462845" cy="584775"/>
          </a:xfrm>
          <a:prstGeom prst="rect">
            <a:avLst/>
          </a:prstGeom>
          <a:noFill/>
        </p:spPr>
        <p:txBody>
          <a:bodyPr wrap="square" rtlCol="0">
            <a:spAutoFit/>
          </a:bodyPr>
          <a:lstStyle/>
          <a:p>
            <a:pPr algn="ctr"/>
            <a:r>
              <a:rPr lang="en-US" sz="3200" dirty="0"/>
              <a:t>8</a:t>
            </a:r>
          </a:p>
        </p:txBody>
      </p:sp>
      <p:sp>
        <p:nvSpPr>
          <p:cNvPr id="69" name="TextBox 68">
            <a:extLst>
              <a:ext uri="{FF2B5EF4-FFF2-40B4-BE49-F238E27FC236}">
                <a16:creationId xmlns:a16="http://schemas.microsoft.com/office/drawing/2014/main" id="{68D6592A-F37B-D23D-AD44-F04E1DAAF64C}"/>
              </a:ext>
            </a:extLst>
          </p:cNvPr>
          <p:cNvSpPr txBox="1"/>
          <p:nvPr/>
        </p:nvSpPr>
        <p:spPr>
          <a:xfrm>
            <a:off x="5715003" y="3741226"/>
            <a:ext cx="462845" cy="584775"/>
          </a:xfrm>
          <a:prstGeom prst="rect">
            <a:avLst/>
          </a:prstGeom>
          <a:noFill/>
        </p:spPr>
        <p:txBody>
          <a:bodyPr wrap="square" rtlCol="0">
            <a:spAutoFit/>
          </a:bodyPr>
          <a:lstStyle/>
          <a:p>
            <a:pPr algn="ctr"/>
            <a:r>
              <a:rPr lang="en-US" sz="3200" dirty="0"/>
              <a:t>8</a:t>
            </a:r>
          </a:p>
        </p:txBody>
      </p:sp>
      <p:sp>
        <p:nvSpPr>
          <p:cNvPr id="70" name="TextBox 69">
            <a:extLst>
              <a:ext uri="{FF2B5EF4-FFF2-40B4-BE49-F238E27FC236}">
                <a16:creationId xmlns:a16="http://schemas.microsoft.com/office/drawing/2014/main" id="{D2C1DE1F-157A-4870-A897-AD5741D3D062}"/>
              </a:ext>
            </a:extLst>
          </p:cNvPr>
          <p:cNvSpPr txBox="1"/>
          <p:nvPr/>
        </p:nvSpPr>
        <p:spPr>
          <a:xfrm>
            <a:off x="6214537" y="3741226"/>
            <a:ext cx="462845" cy="584775"/>
          </a:xfrm>
          <a:prstGeom prst="rect">
            <a:avLst/>
          </a:prstGeom>
          <a:noFill/>
        </p:spPr>
        <p:txBody>
          <a:bodyPr wrap="square" rtlCol="0">
            <a:spAutoFit/>
          </a:bodyPr>
          <a:lstStyle/>
          <a:p>
            <a:pPr algn="ctr"/>
            <a:r>
              <a:rPr lang="en-US" sz="3200" dirty="0"/>
              <a:t>8</a:t>
            </a:r>
          </a:p>
        </p:txBody>
      </p:sp>
      <p:sp>
        <p:nvSpPr>
          <p:cNvPr id="71" name="TextBox 70">
            <a:extLst>
              <a:ext uri="{FF2B5EF4-FFF2-40B4-BE49-F238E27FC236}">
                <a16:creationId xmlns:a16="http://schemas.microsoft.com/office/drawing/2014/main" id="{E2B2FA07-D551-8692-E1B6-CE27DBF0E8CD}"/>
              </a:ext>
            </a:extLst>
          </p:cNvPr>
          <p:cNvSpPr txBox="1"/>
          <p:nvPr/>
        </p:nvSpPr>
        <p:spPr>
          <a:xfrm>
            <a:off x="6714071" y="3741226"/>
            <a:ext cx="462845" cy="584775"/>
          </a:xfrm>
          <a:prstGeom prst="rect">
            <a:avLst/>
          </a:prstGeom>
          <a:noFill/>
        </p:spPr>
        <p:txBody>
          <a:bodyPr wrap="square" rtlCol="0">
            <a:spAutoFit/>
          </a:bodyPr>
          <a:lstStyle/>
          <a:p>
            <a:pPr algn="ctr"/>
            <a:r>
              <a:rPr lang="en-US" sz="3200" dirty="0"/>
              <a:t>8</a:t>
            </a:r>
          </a:p>
        </p:txBody>
      </p:sp>
      <p:sp>
        <p:nvSpPr>
          <p:cNvPr id="72" name="TextBox 71">
            <a:extLst>
              <a:ext uri="{FF2B5EF4-FFF2-40B4-BE49-F238E27FC236}">
                <a16:creationId xmlns:a16="http://schemas.microsoft.com/office/drawing/2014/main" id="{0DBF17E8-18BD-C042-E6F2-603E8EE78A32}"/>
              </a:ext>
            </a:extLst>
          </p:cNvPr>
          <p:cNvSpPr txBox="1"/>
          <p:nvPr/>
        </p:nvSpPr>
        <p:spPr>
          <a:xfrm>
            <a:off x="7213604" y="3741226"/>
            <a:ext cx="462845" cy="584775"/>
          </a:xfrm>
          <a:prstGeom prst="rect">
            <a:avLst/>
          </a:prstGeom>
          <a:noFill/>
        </p:spPr>
        <p:txBody>
          <a:bodyPr wrap="square" rtlCol="0">
            <a:spAutoFit/>
          </a:bodyPr>
          <a:lstStyle/>
          <a:p>
            <a:pPr algn="ctr"/>
            <a:r>
              <a:rPr lang="en-US" sz="3200" dirty="0"/>
              <a:t>8</a:t>
            </a:r>
          </a:p>
        </p:txBody>
      </p:sp>
      <p:sp>
        <p:nvSpPr>
          <p:cNvPr id="74" name="TextBox 73">
            <a:extLst>
              <a:ext uri="{FF2B5EF4-FFF2-40B4-BE49-F238E27FC236}">
                <a16:creationId xmlns:a16="http://schemas.microsoft.com/office/drawing/2014/main" id="{59053E0A-1A09-D426-1081-D848E9FE3760}"/>
              </a:ext>
            </a:extLst>
          </p:cNvPr>
          <p:cNvSpPr txBox="1"/>
          <p:nvPr/>
        </p:nvSpPr>
        <p:spPr>
          <a:xfrm>
            <a:off x="3217333" y="4244561"/>
            <a:ext cx="462845" cy="584775"/>
          </a:xfrm>
          <a:prstGeom prst="rect">
            <a:avLst/>
          </a:prstGeom>
          <a:noFill/>
        </p:spPr>
        <p:txBody>
          <a:bodyPr wrap="square" rtlCol="0">
            <a:spAutoFit/>
          </a:bodyPr>
          <a:lstStyle/>
          <a:p>
            <a:pPr algn="ctr"/>
            <a:r>
              <a:rPr lang="en-US" sz="3200" dirty="0"/>
              <a:t>8</a:t>
            </a:r>
          </a:p>
        </p:txBody>
      </p:sp>
      <p:sp>
        <p:nvSpPr>
          <p:cNvPr id="75" name="TextBox 74">
            <a:extLst>
              <a:ext uri="{FF2B5EF4-FFF2-40B4-BE49-F238E27FC236}">
                <a16:creationId xmlns:a16="http://schemas.microsoft.com/office/drawing/2014/main" id="{CBFA6531-FBE6-5D53-5C12-5684C04762A4}"/>
              </a:ext>
            </a:extLst>
          </p:cNvPr>
          <p:cNvSpPr txBox="1"/>
          <p:nvPr/>
        </p:nvSpPr>
        <p:spPr>
          <a:xfrm>
            <a:off x="3716867" y="4244561"/>
            <a:ext cx="462845" cy="584775"/>
          </a:xfrm>
          <a:prstGeom prst="rect">
            <a:avLst/>
          </a:prstGeom>
          <a:noFill/>
        </p:spPr>
        <p:txBody>
          <a:bodyPr wrap="square" rtlCol="0">
            <a:spAutoFit/>
          </a:bodyPr>
          <a:lstStyle/>
          <a:p>
            <a:pPr algn="ctr"/>
            <a:r>
              <a:rPr lang="en-US" sz="3200" dirty="0"/>
              <a:t>8</a:t>
            </a:r>
          </a:p>
        </p:txBody>
      </p:sp>
      <p:sp>
        <p:nvSpPr>
          <p:cNvPr id="76" name="TextBox 75">
            <a:extLst>
              <a:ext uri="{FF2B5EF4-FFF2-40B4-BE49-F238E27FC236}">
                <a16:creationId xmlns:a16="http://schemas.microsoft.com/office/drawing/2014/main" id="{253DA081-0DE0-137F-7136-8DADDE0F2CA8}"/>
              </a:ext>
            </a:extLst>
          </p:cNvPr>
          <p:cNvSpPr txBox="1"/>
          <p:nvPr/>
        </p:nvSpPr>
        <p:spPr>
          <a:xfrm>
            <a:off x="4216401" y="4244561"/>
            <a:ext cx="462845" cy="584775"/>
          </a:xfrm>
          <a:prstGeom prst="rect">
            <a:avLst/>
          </a:prstGeom>
          <a:noFill/>
        </p:spPr>
        <p:txBody>
          <a:bodyPr wrap="square" rtlCol="0">
            <a:spAutoFit/>
          </a:bodyPr>
          <a:lstStyle/>
          <a:p>
            <a:pPr algn="ctr"/>
            <a:r>
              <a:rPr lang="en-US" sz="3200" dirty="0"/>
              <a:t>8</a:t>
            </a:r>
          </a:p>
        </p:txBody>
      </p:sp>
      <p:sp>
        <p:nvSpPr>
          <p:cNvPr id="77" name="TextBox 76">
            <a:extLst>
              <a:ext uri="{FF2B5EF4-FFF2-40B4-BE49-F238E27FC236}">
                <a16:creationId xmlns:a16="http://schemas.microsoft.com/office/drawing/2014/main" id="{5367410F-ADD1-8006-218E-1093B4ED303A}"/>
              </a:ext>
            </a:extLst>
          </p:cNvPr>
          <p:cNvSpPr txBox="1"/>
          <p:nvPr/>
        </p:nvSpPr>
        <p:spPr>
          <a:xfrm>
            <a:off x="4715935" y="4244561"/>
            <a:ext cx="462845" cy="584775"/>
          </a:xfrm>
          <a:prstGeom prst="rect">
            <a:avLst/>
          </a:prstGeom>
          <a:noFill/>
        </p:spPr>
        <p:txBody>
          <a:bodyPr wrap="square" rtlCol="0">
            <a:spAutoFit/>
          </a:bodyPr>
          <a:lstStyle/>
          <a:p>
            <a:pPr algn="ctr"/>
            <a:r>
              <a:rPr lang="en-US" sz="3200" dirty="0"/>
              <a:t>8</a:t>
            </a:r>
          </a:p>
        </p:txBody>
      </p:sp>
      <p:sp>
        <p:nvSpPr>
          <p:cNvPr id="78" name="TextBox 77">
            <a:extLst>
              <a:ext uri="{FF2B5EF4-FFF2-40B4-BE49-F238E27FC236}">
                <a16:creationId xmlns:a16="http://schemas.microsoft.com/office/drawing/2014/main" id="{271A5C86-5ECE-083E-5505-4004ED2BCCE3}"/>
              </a:ext>
            </a:extLst>
          </p:cNvPr>
          <p:cNvSpPr txBox="1"/>
          <p:nvPr/>
        </p:nvSpPr>
        <p:spPr>
          <a:xfrm>
            <a:off x="5215469" y="4244561"/>
            <a:ext cx="462845" cy="584775"/>
          </a:xfrm>
          <a:prstGeom prst="rect">
            <a:avLst/>
          </a:prstGeom>
          <a:noFill/>
        </p:spPr>
        <p:txBody>
          <a:bodyPr wrap="square" rtlCol="0">
            <a:spAutoFit/>
          </a:bodyPr>
          <a:lstStyle/>
          <a:p>
            <a:pPr algn="ctr"/>
            <a:r>
              <a:rPr lang="en-US" sz="3200" dirty="0"/>
              <a:t>8</a:t>
            </a:r>
          </a:p>
        </p:txBody>
      </p:sp>
      <p:sp>
        <p:nvSpPr>
          <p:cNvPr id="79" name="TextBox 78">
            <a:extLst>
              <a:ext uri="{FF2B5EF4-FFF2-40B4-BE49-F238E27FC236}">
                <a16:creationId xmlns:a16="http://schemas.microsoft.com/office/drawing/2014/main" id="{9C34CEAD-D4FB-A94A-B119-4E470D0323A1}"/>
              </a:ext>
            </a:extLst>
          </p:cNvPr>
          <p:cNvSpPr txBox="1"/>
          <p:nvPr/>
        </p:nvSpPr>
        <p:spPr>
          <a:xfrm>
            <a:off x="5715003" y="4244561"/>
            <a:ext cx="462845" cy="584775"/>
          </a:xfrm>
          <a:prstGeom prst="rect">
            <a:avLst/>
          </a:prstGeom>
          <a:noFill/>
        </p:spPr>
        <p:txBody>
          <a:bodyPr wrap="square" rtlCol="0">
            <a:spAutoFit/>
          </a:bodyPr>
          <a:lstStyle/>
          <a:p>
            <a:pPr algn="ctr"/>
            <a:r>
              <a:rPr lang="en-US" sz="3200" dirty="0"/>
              <a:t>8</a:t>
            </a:r>
          </a:p>
        </p:txBody>
      </p:sp>
      <p:sp>
        <p:nvSpPr>
          <p:cNvPr id="80" name="TextBox 79">
            <a:extLst>
              <a:ext uri="{FF2B5EF4-FFF2-40B4-BE49-F238E27FC236}">
                <a16:creationId xmlns:a16="http://schemas.microsoft.com/office/drawing/2014/main" id="{118432DD-6D87-FFE3-332E-6C529044D634}"/>
              </a:ext>
            </a:extLst>
          </p:cNvPr>
          <p:cNvSpPr txBox="1"/>
          <p:nvPr/>
        </p:nvSpPr>
        <p:spPr>
          <a:xfrm>
            <a:off x="6214537" y="4244561"/>
            <a:ext cx="462845" cy="584775"/>
          </a:xfrm>
          <a:prstGeom prst="rect">
            <a:avLst/>
          </a:prstGeom>
          <a:noFill/>
        </p:spPr>
        <p:txBody>
          <a:bodyPr wrap="square" rtlCol="0">
            <a:spAutoFit/>
          </a:bodyPr>
          <a:lstStyle/>
          <a:p>
            <a:pPr algn="ctr"/>
            <a:r>
              <a:rPr lang="en-US" sz="3200" dirty="0"/>
              <a:t>8</a:t>
            </a:r>
          </a:p>
        </p:txBody>
      </p:sp>
      <p:sp>
        <p:nvSpPr>
          <p:cNvPr id="81" name="TextBox 80">
            <a:extLst>
              <a:ext uri="{FF2B5EF4-FFF2-40B4-BE49-F238E27FC236}">
                <a16:creationId xmlns:a16="http://schemas.microsoft.com/office/drawing/2014/main" id="{C034B78B-C7C1-C652-6232-B07315E13A39}"/>
              </a:ext>
            </a:extLst>
          </p:cNvPr>
          <p:cNvSpPr txBox="1"/>
          <p:nvPr/>
        </p:nvSpPr>
        <p:spPr>
          <a:xfrm>
            <a:off x="6714071" y="4244561"/>
            <a:ext cx="462845" cy="584775"/>
          </a:xfrm>
          <a:prstGeom prst="rect">
            <a:avLst/>
          </a:prstGeom>
          <a:noFill/>
        </p:spPr>
        <p:txBody>
          <a:bodyPr wrap="square" rtlCol="0">
            <a:spAutoFit/>
          </a:bodyPr>
          <a:lstStyle/>
          <a:p>
            <a:pPr algn="ctr"/>
            <a:r>
              <a:rPr lang="en-US" sz="3200" dirty="0"/>
              <a:t>8</a:t>
            </a:r>
          </a:p>
        </p:txBody>
      </p:sp>
      <p:sp>
        <p:nvSpPr>
          <p:cNvPr id="82" name="TextBox 81">
            <a:extLst>
              <a:ext uri="{FF2B5EF4-FFF2-40B4-BE49-F238E27FC236}">
                <a16:creationId xmlns:a16="http://schemas.microsoft.com/office/drawing/2014/main" id="{AAA7508F-BC5C-BD63-FE35-CF0C611C8C7D}"/>
              </a:ext>
            </a:extLst>
          </p:cNvPr>
          <p:cNvSpPr txBox="1"/>
          <p:nvPr/>
        </p:nvSpPr>
        <p:spPr>
          <a:xfrm>
            <a:off x="7213604" y="4244561"/>
            <a:ext cx="462845" cy="584775"/>
          </a:xfrm>
          <a:prstGeom prst="rect">
            <a:avLst/>
          </a:prstGeom>
          <a:noFill/>
        </p:spPr>
        <p:txBody>
          <a:bodyPr wrap="square" rtlCol="0">
            <a:spAutoFit/>
          </a:bodyPr>
          <a:lstStyle/>
          <a:p>
            <a:pPr algn="ctr"/>
            <a:r>
              <a:rPr lang="en-US" sz="3200" dirty="0"/>
              <a:t>8</a:t>
            </a:r>
          </a:p>
        </p:txBody>
      </p:sp>
      <p:sp>
        <p:nvSpPr>
          <p:cNvPr id="84" name="TextBox 83">
            <a:extLst>
              <a:ext uri="{FF2B5EF4-FFF2-40B4-BE49-F238E27FC236}">
                <a16:creationId xmlns:a16="http://schemas.microsoft.com/office/drawing/2014/main" id="{77441B13-F709-9820-92EB-A0AEF4B46CA8}"/>
              </a:ext>
            </a:extLst>
          </p:cNvPr>
          <p:cNvSpPr txBox="1"/>
          <p:nvPr/>
        </p:nvSpPr>
        <p:spPr>
          <a:xfrm>
            <a:off x="3217333" y="4747898"/>
            <a:ext cx="462845" cy="584775"/>
          </a:xfrm>
          <a:prstGeom prst="rect">
            <a:avLst/>
          </a:prstGeom>
          <a:noFill/>
        </p:spPr>
        <p:txBody>
          <a:bodyPr wrap="square" rtlCol="0">
            <a:spAutoFit/>
          </a:bodyPr>
          <a:lstStyle/>
          <a:p>
            <a:pPr algn="ctr"/>
            <a:r>
              <a:rPr lang="en-US" sz="3200" dirty="0"/>
              <a:t>8</a:t>
            </a:r>
          </a:p>
        </p:txBody>
      </p:sp>
      <p:sp>
        <p:nvSpPr>
          <p:cNvPr id="85" name="TextBox 84">
            <a:extLst>
              <a:ext uri="{FF2B5EF4-FFF2-40B4-BE49-F238E27FC236}">
                <a16:creationId xmlns:a16="http://schemas.microsoft.com/office/drawing/2014/main" id="{26CD92CE-63A8-D4B6-DDCC-0CA41368B0E0}"/>
              </a:ext>
            </a:extLst>
          </p:cNvPr>
          <p:cNvSpPr txBox="1"/>
          <p:nvPr/>
        </p:nvSpPr>
        <p:spPr>
          <a:xfrm>
            <a:off x="3716867" y="4747898"/>
            <a:ext cx="462845" cy="584775"/>
          </a:xfrm>
          <a:prstGeom prst="rect">
            <a:avLst/>
          </a:prstGeom>
          <a:noFill/>
        </p:spPr>
        <p:txBody>
          <a:bodyPr wrap="square" rtlCol="0">
            <a:spAutoFit/>
          </a:bodyPr>
          <a:lstStyle/>
          <a:p>
            <a:pPr algn="ctr"/>
            <a:r>
              <a:rPr lang="en-US" sz="3200" dirty="0"/>
              <a:t>8</a:t>
            </a:r>
          </a:p>
        </p:txBody>
      </p:sp>
      <p:sp>
        <p:nvSpPr>
          <p:cNvPr id="86" name="TextBox 85">
            <a:extLst>
              <a:ext uri="{FF2B5EF4-FFF2-40B4-BE49-F238E27FC236}">
                <a16:creationId xmlns:a16="http://schemas.microsoft.com/office/drawing/2014/main" id="{5AF486AD-8C07-4391-8BC5-1CF73DB284CE}"/>
              </a:ext>
            </a:extLst>
          </p:cNvPr>
          <p:cNvSpPr txBox="1"/>
          <p:nvPr/>
        </p:nvSpPr>
        <p:spPr>
          <a:xfrm>
            <a:off x="4216401" y="4747898"/>
            <a:ext cx="462845" cy="584775"/>
          </a:xfrm>
          <a:prstGeom prst="rect">
            <a:avLst/>
          </a:prstGeom>
          <a:noFill/>
        </p:spPr>
        <p:txBody>
          <a:bodyPr wrap="square" rtlCol="0">
            <a:spAutoFit/>
          </a:bodyPr>
          <a:lstStyle/>
          <a:p>
            <a:pPr algn="ctr"/>
            <a:r>
              <a:rPr lang="en-US" sz="3200" dirty="0"/>
              <a:t>8</a:t>
            </a:r>
          </a:p>
        </p:txBody>
      </p:sp>
      <p:sp>
        <p:nvSpPr>
          <p:cNvPr id="87" name="TextBox 86">
            <a:extLst>
              <a:ext uri="{FF2B5EF4-FFF2-40B4-BE49-F238E27FC236}">
                <a16:creationId xmlns:a16="http://schemas.microsoft.com/office/drawing/2014/main" id="{E0D8D130-CB07-06CB-9DF3-77ABEFBEB746}"/>
              </a:ext>
            </a:extLst>
          </p:cNvPr>
          <p:cNvSpPr txBox="1"/>
          <p:nvPr/>
        </p:nvSpPr>
        <p:spPr>
          <a:xfrm>
            <a:off x="4715935" y="4747898"/>
            <a:ext cx="462845" cy="584775"/>
          </a:xfrm>
          <a:prstGeom prst="rect">
            <a:avLst/>
          </a:prstGeom>
          <a:noFill/>
        </p:spPr>
        <p:txBody>
          <a:bodyPr wrap="square" rtlCol="0">
            <a:spAutoFit/>
          </a:bodyPr>
          <a:lstStyle/>
          <a:p>
            <a:pPr algn="ctr"/>
            <a:r>
              <a:rPr lang="en-US" sz="3200" dirty="0"/>
              <a:t>8</a:t>
            </a:r>
          </a:p>
        </p:txBody>
      </p:sp>
      <p:sp>
        <p:nvSpPr>
          <p:cNvPr id="88" name="TextBox 87">
            <a:extLst>
              <a:ext uri="{FF2B5EF4-FFF2-40B4-BE49-F238E27FC236}">
                <a16:creationId xmlns:a16="http://schemas.microsoft.com/office/drawing/2014/main" id="{5342847E-040E-264F-0ED3-75738365A16F}"/>
              </a:ext>
            </a:extLst>
          </p:cNvPr>
          <p:cNvSpPr txBox="1"/>
          <p:nvPr/>
        </p:nvSpPr>
        <p:spPr>
          <a:xfrm>
            <a:off x="5215469" y="4747898"/>
            <a:ext cx="462845" cy="584775"/>
          </a:xfrm>
          <a:prstGeom prst="rect">
            <a:avLst/>
          </a:prstGeom>
          <a:noFill/>
        </p:spPr>
        <p:txBody>
          <a:bodyPr wrap="square" rtlCol="0">
            <a:spAutoFit/>
          </a:bodyPr>
          <a:lstStyle/>
          <a:p>
            <a:pPr algn="ctr"/>
            <a:r>
              <a:rPr lang="en-US" sz="3200" dirty="0"/>
              <a:t>8</a:t>
            </a:r>
          </a:p>
        </p:txBody>
      </p:sp>
      <p:sp>
        <p:nvSpPr>
          <p:cNvPr id="89" name="TextBox 88">
            <a:extLst>
              <a:ext uri="{FF2B5EF4-FFF2-40B4-BE49-F238E27FC236}">
                <a16:creationId xmlns:a16="http://schemas.microsoft.com/office/drawing/2014/main" id="{ADD8AEEE-6363-1C8A-6CDF-CD7FCF7D5FD4}"/>
              </a:ext>
            </a:extLst>
          </p:cNvPr>
          <p:cNvSpPr txBox="1"/>
          <p:nvPr/>
        </p:nvSpPr>
        <p:spPr>
          <a:xfrm>
            <a:off x="5715003" y="4747898"/>
            <a:ext cx="462845" cy="584775"/>
          </a:xfrm>
          <a:prstGeom prst="rect">
            <a:avLst/>
          </a:prstGeom>
          <a:noFill/>
        </p:spPr>
        <p:txBody>
          <a:bodyPr wrap="square" rtlCol="0">
            <a:spAutoFit/>
          </a:bodyPr>
          <a:lstStyle/>
          <a:p>
            <a:pPr algn="ctr"/>
            <a:r>
              <a:rPr lang="en-US" sz="3200" dirty="0"/>
              <a:t>8</a:t>
            </a:r>
          </a:p>
        </p:txBody>
      </p:sp>
      <p:sp>
        <p:nvSpPr>
          <p:cNvPr id="90" name="TextBox 89">
            <a:extLst>
              <a:ext uri="{FF2B5EF4-FFF2-40B4-BE49-F238E27FC236}">
                <a16:creationId xmlns:a16="http://schemas.microsoft.com/office/drawing/2014/main" id="{DFA86441-FB97-7C14-B21D-EFB4F3D80E6B}"/>
              </a:ext>
            </a:extLst>
          </p:cNvPr>
          <p:cNvSpPr txBox="1"/>
          <p:nvPr/>
        </p:nvSpPr>
        <p:spPr>
          <a:xfrm>
            <a:off x="6214537" y="4747898"/>
            <a:ext cx="462845" cy="584775"/>
          </a:xfrm>
          <a:prstGeom prst="rect">
            <a:avLst/>
          </a:prstGeom>
          <a:noFill/>
        </p:spPr>
        <p:txBody>
          <a:bodyPr wrap="square" rtlCol="0">
            <a:spAutoFit/>
          </a:bodyPr>
          <a:lstStyle/>
          <a:p>
            <a:pPr algn="ctr"/>
            <a:r>
              <a:rPr lang="en-US" sz="3200" dirty="0"/>
              <a:t>8</a:t>
            </a:r>
          </a:p>
        </p:txBody>
      </p:sp>
      <p:sp>
        <p:nvSpPr>
          <p:cNvPr id="91" name="TextBox 90">
            <a:extLst>
              <a:ext uri="{FF2B5EF4-FFF2-40B4-BE49-F238E27FC236}">
                <a16:creationId xmlns:a16="http://schemas.microsoft.com/office/drawing/2014/main" id="{0375B3B4-6CBC-7F70-1236-9F1B5FE11D8E}"/>
              </a:ext>
            </a:extLst>
          </p:cNvPr>
          <p:cNvSpPr txBox="1"/>
          <p:nvPr/>
        </p:nvSpPr>
        <p:spPr>
          <a:xfrm>
            <a:off x="6714071" y="4747898"/>
            <a:ext cx="462845" cy="584775"/>
          </a:xfrm>
          <a:prstGeom prst="rect">
            <a:avLst/>
          </a:prstGeom>
          <a:noFill/>
        </p:spPr>
        <p:txBody>
          <a:bodyPr wrap="square" rtlCol="0">
            <a:spAutoFit/>
          </a:bodyPr>
          <a:lstStyle/>
          <a:p>
            <a:pPr algn="ctr"/>
            <a:r>
              <a:rPr lang="en-US" sz="3200" dirty="0"/>
              <a:t>8</a:t>
            </a:r>
          </a:p>
        </p:txBody>
      </p:sp>
      <p:sp>
        <p:nvSpPr>
          <p:cNvPr id="92" name="TextBox 91">
            <a:extLst>
              <a:ext uri="{FF2B5EF4-FFF2-40B4-BE49-F238E27FC236}">
                <a16:creationId xmlns:a16="http://schemas.microsoft.com/office/drawing/2014/main" id="{67CBCBB2-88D7-BCE3-7916-11F0F236BF4A}"/>
              </a:ext>
            </a:extLst>
          </p:cNvPr>
          <p:cNvSpPr txBox="1"/>
          <p:nvPr/>
        </p:nvSpPr>
        <p:spPr>
          <a:xfrm>
            <a:off x="7213604" y="4747898"/>
            <a:ext cx="462845" cy="584775"/>
          </a:xfrm>
          <a:prstGeom prst="rect">
            <a:avLst/>
          </a:prstGeom>
          <a:noFill/>
        </p:spPr>
        <p:txBody>
          <a:bodyPr wrap="square" rtlCol="0">
            <a:spAutoFit/>
          </a:bodyPr>
          <a:lstStyle/>
          <a:p>
            <a:pPr algn="ctr"/>
            <a:r>
              <a:rPr lang="en-US" sz="3200" dirty="0"/>
              <a:t>8</a:t>
            </a:r>
          </a:p>
        </p:txBody>
      </p:sp>
    </p:spTree>
    <p:extLst>
      <p:ext uri="{BB962C8B-B14F-4D97-AF65-F5344CB8AC3E}">
        <p14:creationId xmlns:p14="http://schemas.microsoft.com/office/powerpoint/2010/main" val="143641938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B454D7-CEE4-838B-D109-D776E2EA1CEE}"/>
              </a:ext>
            </a:extLst>
          </p:cNvPr>
          <p:cNvSpPr>
            <a:spLocks noGrp="1"/>
          </p:cNvSpPr>
          <p:nvPr>
            <p:ph sz="half" idx="1"/>
          </p:nvPr>
        </p:nvSpPr>
        <p:spPr/>
        <p:txBody>
          <a:bodyPr/>
          <a:lstStyle/>
          <a:p>
            <a:endParaRPr lang="en-US"/>
          </a:p>
        </p:txBody>
      </p:sp>
      <p:sp>
        <p:nvSpPr>
          <p:cNvPr id="84" name="TextBox 83">
            <a:extLst>
              <a:ext uri="{FF2B5EF4-FFF2-40B4-BE49-F238E27FC236}">
                <a16:creationId xmlns:a16="http://schemas.microsoft.com/office/drawing/2014/main" id="{FF60C56B-03A8-4A01-C370-4161AC79EB30}"/>
              </a:ext>
            </a:extLst>
          </p:cNvPr>
          <p:cNvSpPr txBox="1"/>
          <p:nvPr/>
        </p:nvSpPr>
        <p:spPr>
          <a:xfrm>
            <a:off x="3640666" y="901933"/>
            <a:ext cx="570089" cy="230832"/>
          </a:xfrm>
          <a:prstGeom prst="rect">
            <a:avLst/>
          </a:prstGeom>
          <a:noFill/>
        </p:spPr>
        <p:txBody>
          <a:bodyPr wrap="square" rtlCol="0">
            <a:spAutoFit/>
          </a:bodyPr>
          <a:lstStyle/>
          <a:p>
            <a:pPr algn="ctr"/>
            <a:r>
              <a:rPr lang="en-US" sz="900" dirty="0"/>
              <a:t>123456</a:t>
            </a:r>
          </a:p>
        </p:txBody>
      </p:sp>
      <p:sp>
        <p:nvSpPr>
          <p:cNvPr id="85" name="TextBox 84">
            <a:extLst>
              <a:ext uri="{FF2B5EF4-FFF2-40B4-BE49-F238E27FC236}">
                <a16:creationId xmlns:a16="http://schemas.microsoft.com/office/drawing/2014/main" id="{BF9BFDB4-9AD7-FA30-A0F2-18859BAA297D}"/>
              </a:ext>
            </a:extLst>
          </p:cNvPr>
          <p:cNvSpPr txBox="1"/>
          <p:nvPr/>
        </p:nvSpPr>
        <p:spPr>
          <a:xfrm>
            <a:off x="4143022" y="901933"/>
            <a:ext cx="570089" cy="230832"/>
          </a:xfrm>
          <a:prstGeom prst="rect">
            <a:avLst/>
          </a:prstGeom>
          <a:noFill/>
        </p:spPr>
        <p:txBody>
          <a:bodyPr wrap="square" rtlCol="0">
            <a:spAutoFit/>
          </a:bodyPr>
          <a:lstStyle/>
          <a:p>
            <a:pPr algn="ctr"/>
            <a:r>
              <a:rPr lang="en-US" sz="900" dirty="0"/>
              <a:t>123456</a:t>
            </a:r>
          </a:p>
        </p:txBody>
      </p:sp>
      <p:sp>
        <p:nvSpPr>
          <p:cNvPr id="86" name="TextBox 85">
            <a:extLst>
              <a:ext uri="{FF2B5EF4-FFF2-40B4-BE49-F238E27FC236}">
                <a16:creationId xmlns:a16="http://schemas.microsoft.com/office/drawing/2014/main" id="{1640DD29-1195-EF1F-8B16-EF9A84420D30}"/>
              </a:ext>
            </a:extLst>
          </p:cNvPr>
          <p:cNvSpPr txBox="1"/>
          <p:nvPr/>
        </p:nvSpPr>
        <p:spPr>
          <a:xfrm>
            <a:off x="4645378" y="901933"/>
            <a:ext cx="570089" cy="230832"/>
          </a:xfrm>
          <a:prstGeom prst="rect">
            <a:avLst/>
          </a:prstGeom>
          <a:noFill/>
        </p:spPr>
        <p:txBody>
          <a:bodyPr wrap="square" rtlCol="0">
            <a:spAutoFit/>
          </a:bodyPr>
          <a:lstStyle/>
          <a:p>
            <a:pPr algn="ctr"/>
            <a:r>
              <a:rPr lang="en-US" sz="900" dirty="0"/>
              <a:t>123456</a:t>
            </a:r>
          </a:p>
        </p:txBody>
      </p:sp>
      <p:sp>
        <p:nvSpPr>
          <p:cNvPr id="87" name="TextBox 86">
            <a:extLst>
              <a:ext uri="{FF2B5EF4-FFF2-40B4-BE49-F238E27FC236}">
                <a16:creationId xmlns:a16="http://schemas.microsoft.com/office/drawing/2014/main" id="{3E2A5CBA-3D0B-3A96-9C98-B514696923EE}"/>
              </a:ext>
            </a:extLst>
          </p:cNvPr>
          <p:cNvSpPr txBox="1"/>
          <p:nvPr/>
        </p:nvSpPr>
        <p:spPr>
          <a:xfrm>
            <a:off x="5147734" y="901933"/>
            <a:ext cx="570089" cy="230832"/>
          </a:xfrm>
          <a:prstGeom prst="rect">
            <a:avLst/>
          </a:prstGeom>
          <a:noFill/>
        </p:spPr>
        <p:txBody>
          <a:bodyPr wrap="square" rtlCol="0">
            <a:spAutoFit/>
          </a:bodyPr>
          <a:lstStyle/>
          <a:p>
            <a:pPr algn="ctr"/>
            <a:r>
              <a:rPr lang="en-US" sz="900" dirty="0"/>
              <a:t>123456</a:t>
            </a:r>
          </a:p>
        </p:txBody>
      </p:sp>
      <p:sp>
        <p:nvSpPr>
          <p:cNvPr id="88" name="TextBox 87">
            <a:extLst>
              <a:ext uri="{FF2B5EF4-FFF2-40B4-BE49-F238E27FC236}">
                <a16:creationId xmlns:a16="http://schemas.microsoft.com/office/drawing/2014/main" id="{A1FC491A-E2DD-10AD-68CE-6D3EEEB4EF94}"/>
              </a:ext>
            </a:extLst>
          </p:cNvPr>
          <p:cNvSpPr txBox="1"/>
          <p:nvPr/>
        </p:nvSpPr>
        <p:spPr>
          <a:xfrm>
            <a:off x="5650090" y="901933"/>
            <a:ext cx="570089" cy="230832"/>
          </a:xfrm>
          <a:prstGeom prst="rect">
            <a:avLst/>
          </a:prstGeom>
          <a:noFill/>
        </p:spPr>
        <p:txBody>
          <a:bodyPr wrap="square" rtlCol="0">
            <a:spAutoFit/>
          </a:bodyPr>
          <a:lstStyle/>
          <a:p>
            <a:pPr algn="ctr"/>
            <a:r>
              <a:rPr lang="en-US" sz="900" dirty="0"/>
              <a:t>123456</a:t>
            </a:r>
          </a:p>
        </p:txBody>
      </p:sp>
      <p:sp>
        <p:nvSpPr>
          <p:cNvPr id="89" name="TextBox 88">
            <a:extLst>
              <a:ext uri="{FF2B5EF4-FFF2-40B4-BE49-F238E27FC236}">
                <a16:creationId xmlns:a16="http://schemas.microsoft.com/office/drawing/2014/main" id="{80609A37-C41C-8535-9A55-84CA0EE83E45}"/>
              </a:ext>
            </a:extLst>
          </p:cNvPr>
          <p:cNvSpPr txBox="1"/>
          <p:nvPr/>
        </p:nvSpPr>
        <p:spPr>
          <a:xfrm>
            <a:off x="6152446" y="901933"/>
            <a:ext cx="570089" cy="230832"/>
          </a:xfrm>
          <a:prstGeom prst="rect">
            <a:avLst/>
          </a:prstGeom>
          <a:noFill/>
        </p:spPr>
        <p:txBody>
          <a:bodyPr wrap="square" rtlCol="0">
            <a:spAutoFit/>
          </a:bodyPr>
          <a:lstStyle/>
          <a:p>
            <a:pPr algn="ctr"/>
            <a:r>
              <a:rPr lang="en-US" sz="900" dirty="0"/>
              <a:t>123456</a:t>
            </a:r>
          </a:p>
        </p:txBody>
      </p:sp>
      <p:sp>
        <p:nvSpPr>
          <p:cNvPr id="90" name="TextBox 89">
            <a:extLst>
              <a:ext uri="{FF2B5EF4-FFF2-40B4-BE49-F238E27FC236}">
                <a16:creationId xmlns:a16="http://schemas.microsoft.com/office/drawing/2014/main" id="{A5A078A7-AA12-A695-6E1C-F4ADCC0563A3}"/>
              </a:ext>
            </a:extLst>
          </p:cNvPr>
          <p:cNvSpPr txBox="1"/>
          <p:nvPr/>
        </p:nvSpPr>
        <p:spPr>
          <a:xfrm>
            <a:off x="6654802" y="901933"/>
            <a:ext cx="570089" cy="230832"/>
          </a:xfrm>
          <a:prstGeom prst="rect">
            <a:avLst/>
          </a:prstGeom>
          <a:noFill/>
        </p:spPr>
        <p:txBody>
          <a:bodyPr wrap="square" rtlCol="0">
            <a:spAutoFit/>
          </a:bodyPr>
          <a:lstStyle/>
          <a:p>
            <a:pPr algn="ctr"/>
            <a:r>
              <a:rPr lang="en-US" sz="900" dirty="0"/>
              <a:t>123456</a:t>
            </a:r>
          </a:p>
        </p:txBody>
      </p:sp>
      <p:sp>
        <p:nvSpPr>
          <p:cNvPr id="91" name="TextBox 90">
            <a:extLst>
              <a:ext uri="{FF2B5EF4-FFF2-40B4-BE49-F238E27FC236}">
                <a16:creationId xmlns:a16="http://schemas.microsoft.com/office/drawing/2014/main" id="{4E91BCC9-7513-6620-4D5A-3AF70159AADC}"/>
              </a:ext>
            </a:extLst>
          </p:cNvPr>
          <p:cNvSpPr txBox="1"/>
          <p:nvPr/>
        </p:nvSpPr>
        <p:spPr>
          <a:xfrm>
            <a:off x="7157158" y="901933"/>
            <a:ext cx="570089" cy="230832"/>
          </a:xfrm>
          <a:prstGeom prst="rect">
            <a:avLst/>
          </a:prstGeom>
          <a:noFill/>
        </p:spPr>
        <p:txBody>
          <a:bodyPr wrap="square" rtlCol="0">
            <a:spAutoFit/>
          </a:bodyPr>
          <a:lstStyle/>
          <a:p>
            <a:pPr algn="ctr"/>
            <a:r>
              <a:rPr lang="en-US" sz="900" dirty="0"/>
              <a:t>123456</a:t>
            </a:r>
          </a:p>
        </p:txBody>
      </p:sp>
      <p:sp>
        <p:nvSpPr>
          <p:cNvPr id="92" name="TextBox 91">
            <a:extLst>
              <a:ext uri="{FF2B5EF4-FFF2-40B4-BE49-F238E27FC236}">
                <a16:creationId xmlns:a16="http://schemas.microsoft.com/office/drawing/2014/main" id="{5E04531A-D14B-3018-AA2E-66D8F2ECA708}"/>
              </a:ext>
            </a:extLst>
          </p:cNvPr>
          <p:cNvSpPr txBox="1"/>
          <p:nvPr/>
        </p:nvSpPr>
        <p:spPr>
          <a:xfrm>
            <a:off x="3138310" y="901933"/>
            <a:ext cx="570089" cy="230832"/>
          </a:xfrm>
          <a:prstGeom prst="rect">
            <a:avLst/>
          </a:prstGeom>
          <a:noFill/>
        </p:spPr>
        <p:txBody>
          <a:bodyPr wrap="square" rtlCol="0">
            <a:spAutoFit/>
          </a:bodyPr>
          <a:lstStyle/>
          <a:p>
            <a:pPr algn="ctr"/>
            <a:r>
              <a:rPr lang="en-US" sz="900" dirty="0"/>
              <a:t>123456</a:t>
            </a:r>
          </a:p>
        </p:txBody>
      </p:sp>
      <p:sp>
        <p:nvSpPr>
          <p:cNvPr id="95" name="TextBox 94">
            <a:extLst>
              <a:ext uri="{FF2B5EF4-FFF2-40B4-BE49-F238E27FC236}">
                <a16:creationId xmlns:a16="http://schemas.microsoft.com/office/drawing/2014/main" id="{8A3750D2-4D6A-C174-AB75-74C97E3EEC1C}"/>
              </a:ext>
            </a:extLst>
          </p:cNvPr>
          <p:cNvSpPr txBox="1"/>
          <p:nvPr/>
        </p:nvSpPr>
        <p:spPr>
          <a:xfrm>
            <a:off x="3640666" y="1402877"/>
            <a:ext cx="570089" cy="230832"/>
          </a:xfrm>
          <a:prstGeom prst="rect">
            <a:avLst/>
          </a:prstGeom>
          <a:noFill/>
        </p:spPr>
        <p:txBody>
          <a:bodyPr wrap="square" rtlCol="0">
            <a:spAutoFit/>
          </a:bodyPr>
          <a:lstStyle/>
          <a:p>
            <a:pPr algn="ctr"/>
            <a:r>
              <a:rPr lang="en-US" sz="900" dirty="0"/>
              <a:t>123456</a:t>
            </a:r>
          </a:p>
        </p:txBody>
      </p:sp>
      <p:sp>
        <p:nvSpPr>
          <p:cNvPr id="96" name="TextBox 95">
            <a:extLst>
              <a:ext uri="{FF2B5EF4-FFF2-40B4-BE49-F238E27FC236}">
                <a16:creationId xmlns:a16="http://schemas.microsoft.com/office/drawing/2014/main" id="{BD3B98C3-B2F4-A745-E9FE-7302EBAADA10}"/>
              </a:ext>
            </a:extLst>
          </p:cNvPr>
          <p:cNvSpPr txBox="1"/>
          <p:nvPr/>
        </p:nvSpPr>
        <p:spPr>
          <a:xfrm>
            <a:off x="4143022" y="1402877"/>
            <a:ext cx="570089" cy="230832"/>
          </a:xfrm>
          <a:prstGeom prst="rect">
            <a:avLst/>
          </a:prstGeom>
          <a:noFill/>
        </p:spPr>
        <p:txBody>
          <a:bodyPr wrap="square" rtlCol="0">
            <a:spAutoFit/>
          </a:bodyPr>
          <a:lstStyle/>
          <a:p>
            <a:pPr algn="ctr"/>
            <a:r>
              <a:rPr lang="en-US" sz="900" dirty="0"/>
              <a:t>123456</a:t>
            </a:r>
          </a:p>
        </p:txBody>
      </p:sp>
      <p:sp>
        <p:nvSpPr>
          <p:cNvPr id="97" name="TextBox 96">
            <a:extLst>
              <a:ext uri="{FF2B5EF4-FFF2-40B4-BE49-F238E27FC236}">
                <a16:creationId xmlns:a16="http://schemas.microsoft.com/office/drawing/2014/main" id="{53D9B785-7EEC-3C3E-D9D3-00ADFA3FA1B1}"/>
              </a:ext>
            </a:extLst>
          </p:cNvPr>
          <p:cNvSpPr txBox="1"/>
          <p:nvPr/>
        </p:nvSpPr>
        <p:spPr>
          <a:xfrm>
            <a:off x="4645378" y="1402877"/>
            <a:ext cx="570089" cy="230832"/>
          </a:xfrm>
          <a:prstGeom prst="rect">
            <a:avLst/>
          </a:prstGeom>
          <a:noFill/>
        </p:spPr>
        <p:txBody>
          <a:bodyPr wrap="square" rtlCol="0">
            <a:spAutoFit/>
          </a:bodyPr>
          <a:lstStyle/>
          <a:p>
            <a:pPr algn="ctr"/>
            <a:r>
              <a:rPr lang="en-US" sz="900" dirty="0"/>
              <a:t>123456</a:t>
            </a:r>
          </a:p>
        </p:txBody>
      </p:sp>
      <p:sp>
        <p:nvSpPr>
          <p:cNvPr id="98" name="TextBox 97">
            <a:extLst>
              <a:ext uri="{FF2B5EF4-FFF2-40B4-BE49-F238E27FC236}">
                <a16:creationId xmlns:a16="http://schemas.microsoft.com/office/drawing/2014/main" id="{2FB47043-5E04-FAB4-05BF-0CC87CA5EDF9}"/>
              </a:ext>
            </a:extLst>
          </p:cNvPr>
          <p:cNvSpPr txBox="1"/>
          <p:nvPr/>
        </p:nvSpPr>
        <p:spPr>
          <a:xfrm>
            <a:off x="5147734" y="1402877"/>
            <a:ext cx="570089" cy="230832"/>
          </a:xfrm>
          <a:prstGeom prst="rect">
            <a:avLst/>
          </a:prstGeom>
          <a:noFill/>
        </p:spPr>
        <p:txBody>
          <a:bodyPr wrap="square" rtlCol="0">
            <a:spAutoFit/>
          </a:bodyPr>
          <a:lstStyle/>
          <a:p>
            <a:pPr algn="ctr"/>
            <a:r>
              <a:rPr lang="en-US" sz="900" dirty="0"/>
              <a:t>123456</a:t>
            </a:r>
          </a:p>
        </p:txBody>
      </p:sp>
      <p:sp>
        <p:nvSpPr>
          <p:cNvPr id="99" name="TextBox 98">
            <a:extLst>
              <a:ext uri="{FF2B5EF4-FFF2-40B4-BE49-F238E27FC236}">
                <a16:creationId xmlns:a16="http://schemas.microsoft.com/office/drawing/2014/main" id="{1938E445-20DD-4F66-5EA3-45A33BAAC00E}"/>
              </a:ext>
            </a:extLst>
          </p:cNvPr>
          <p:cNvSpPr txBox="1"/>
          <p:nvPr/>
        </p:nvSpPr>
        <p:spPr>
          <a:xfrm>
            <a:off x="5650090" y="1402877"/>
            <a:ext cx="570089" cy="230832"/>
          </a:xfrm>
          <a:prstGeom prst="rect">
            <a:avLst/>
          </a:prstGeom>
          <a:noFill/>
        </p:spPr>
        <p:txBody>
          <a:bodyPr wrap="square" rtlCol="0">
            <a:spAutoFit/>
          </a:bodyPr>
          <a:lstStyle/>
          <a:p>
            <a:pPr algn="ctr"/>
            <a:r>
              <a:rPr lang="en-US" sz="900" dirty="0"/>
              <a:t>123456</a:t>
            </a:r>
          </a:p>
        </p:txBody>
      </p:sp>
      <p:sp>
        <p:nvSpPr>
          <p:cNvPr id="100" name="TextBox 99">
            <a:extLst>
              <a:ext uri="{FF2B5EF4-FFF2-40B4-BE49-F238E27FC236}">
                <a16:creationId xmlns:a16="http://schemas.microsoft.com/office/drawing/2014/main" id="{E6226C55-846A-2224-F06C-4C411BC81432}"/>
              </a:ext>
            </a:extLst>
          </p:cNvPr>
          <p:cNvSpPr txBox="1"/>
          <p:nvPr/>
        </p:nvSpPr>
        <p:spPr>
          <a:xfrm>
            <a:off x="6152446" y="1402877"/>
            <a:ext cx="570089" cy="230832"/>
          </a:xfrm>
          <a:prstGeom prst="rect">
            <a:avLst/>
          </a:prstGeom>
          <a:noFill/>
        </p:spPr>
        <p:txBody>
          <a:bodyPr wrap="square" rtlCol="0">
            <a:spAutoFit/>
          </a:bodyPr>
          <a:lstStyle/>
          <a:p>
            <a:pPr algn="ctr"/>
            <a:r>
              <a:rPr lang="en-US" sz="900" dirty="0"/>
              <a:t>123456</a:t>
            </a:r>
          </a:p>
        </p:txBody>
      </p:sp>
      <p:sp>
        <p:nvSpPr>
          <p:cNvPr id="101" name="TextBox 100">
            <a:extLst>
              <a:ext uri="{FF2B5EF4-FFF2-40B4-BE49-F238E27FC236}">
                <a16:creationId xmlns:a16="http://schemas.microsoft.com/office/drawing/2014/main" id="{4AAA4F56-A9E2-9990-B932-EE4C5C4BB333}"/>
              </a:ext>
            </a:extLst>
          </p:cNvPr>
          <p:cNvSpPr txBox="1"/>
          <p:nvPr/>
        </p:nvSpPr>
        <p:spPr>
          <a:xfrm>
            <a:off x="6654802" y="1402877"/>
            <a:ext cx="570089" cy="230832"/>
          </a:xfrm>
          <a:prstGeom prst="rect">
            <a:avLst/>
          </a:prstGeom>
          <a:noFill/>
        </p:spPr>
        <p:txBody>
          <a:bodyPr wrap="square" rtlCol="0">
            <a:spAutoFit/>
          </a:bodyPr>
          <a:lstStyle/>
          <a:p>
            <a:pPr algn="ctr"/>
            <a:r>
              <a:rPr lang="en-US" sz="900" dirty="0"/>
              <a:t>123456</a:t>
            </a:r>
          </a:p>
        </p:txBody>
      </p:sp>
      <p:sp>
        <p:nvSpPr>
          <p:cNvPr id="102" name="TextBox 101">
            <a:extLst>
              <a:ext uri="{FF2B5EF4-FFF2-40B4-BE49-F238E27FC236}">
                <a16:creationId xmlns:a16="http://schemas.microsoft.com/office/drawing/2014/main" id="{DDA1384E-A2DB-85D7-DAF7-C45E7EA0BC93}"/>
              </a:ext>
            </a:extLst>
          </p:cNvPr>
          <p:cNvSpPr txBox="1"/>
          <p:nvPr/>
        </p:nvSpPr>
        <p:spPr>
          <a:xfrm>
            <a:off x="7157158" y="1402877"/>
            <a:ext cx="570089" cy="230832"/>
          </a:xfrm>
          <a:prstGeom prst="rect">
            <a:avLst/>
          </a:prstGeom>
          <a:noFill/>
        </p:spPr>
        <p:txBody>
          <a:bodyPr wrap="square" rtlCol="0">
            <a:spAutoFit/>
          </a:bodyPr>
          <a:lstStyle/>
          <a:p>
            <a:pPr algn="ctr"/>
            <a:r>
              <a:rPr lang="en-US" sz="900" dirty="0"/>
              <a:t>123456</a:t>
            </a:r>
          </a:p>
        </p:txBody>
      </p:sp>
      <p:sp>
        <p:nvSpPr>
          <p:cNvPr id="103" name="TextBox 102">
            <a:extLst>
              <a:ext uri="{FF2B5EF4-FFF2-40B4-BE49-F238E27FC236}">
                <a16:creationId xmlns:a16="http://schemas.microsoft.com/office/drawing/2014/main" id="{8A36C789-DA72-4617-34D7-CC915BF2F287}"/>
              </a:ext>
            </a:extLst>
          </p:cNvPr>
          <p:cNvSpPr txBox="1"/>
          <p:nvPr/>
        </p:nvSpPr>
        <p:spPr>
          <a:xfrm>
            <a:off x="3138310" y="1402877"/>
            <a:ext cx="570089" cy="230832"/>
          </a:xfrm>
          <a:prstGeom prst="rect">
            <a:avLst/>
          </a:prstGeom>
          <a:noFill/>
        </p:spPr>
        <p:txBody>
          <a:bodyPr wrap="square" rtlCol="0">
            <a:spAutoFit/>
          </a:bodyPr>
          <a:lstStyle/>
          <a:p>
            <a:pPr algn="ctr"/>
            <a:r>
              <a:rPr lang="en-US" sz="900" dirty="0"/>
              <a:t>123456</a:t>
            </a:r>
          </a:p>
        </p:txBody>
      </p:sp>
      <p:sp>
        <p:nvSpPr>
          <p:cNvPr id="105" name="TextBox 104">
            <a:extLst>
              <a:ext uri="{FF2B5EF4-FFF2-40B4-BE49-F238E27FC236}">
                <a16:creationId xmlns:a16="http://schemas.microsoft.com/office/drawing/2014/main" id="{F20473C0-11CD-45EB-4B77-C4D593C934E5}"/>
              </a:ext>
            </a:extLst>
          </p:cNvPr>
          <p:cNvSpPr txBox="1"/>
          <p:nvPr/>
        </p:nvSpPr>
        <p:spPr>
          <a:xfrm>
            <a:off x="3640666" y="1903821"/>
            <a:ext cx="570089" cy="230832"/>
          </a:xfrm>
          <a:prstGeom prst="rect">
            <a:avLst/>
          </a:prstGeom>
          <a:noFill/>
        </p:spPr>
        <p:txBody>
          <a:bodyPr wrap="square" rtlCol="0">
            <a:spAutoFit/>
          </a:bodyPr>
          <a:lstStyle/>
          <a:p>
            <a:pPr algn="ctr"/>
            <a:r>
              <a:rPr lang="en-US" sz="900" dirty="0"/>
              <a:t>123456</a:t>
            </a:r>
          </a:p>
        </p:txBody>
      </p:sp>
      <p:sp>
        <p:nvSpPr>
          <p:cNvPr id="106" name="TextBox 105">
            <a:extLst>
              <a:ext uri="{FF2B5EF4-FFF2-40B4-BE49-F238E27FC236}">
                <a16:creationId xmlns:a16="http://schemas.microsoft.com/office/drawing/2014/main" id="{B59BC938-D3FB-69C9-58B2-FBFF7673D167}"/>
              </a:ext>
            </a:extLst>
          </p:cNvPr>
          <p:cNvSpPr txBox="1"/>
          <p:nvPr/>
        </p:nvSpPr>
        <p:spPr>
          <a:xfrm>
            <a:off x="4143022" y="1903821"/>
            <a:ext cx="570089" cy="230832"/>
          </a:xfrm>
          <a:prstGeom prst="rect">
            <a:avLst/>
          </a:prstGeom>
          <a:noFill/>
        </p:spPr>
        <p:txBody>
          <a:bodyPr wrap="square" rtlCol="0">
            <a:spAutoFit/>
          </a:bodyPr>
          <a:lstStyle/>
          <a:p>
            <a:pPr algn="ctr"/>
            <a:r>
              <a:rPr lang="en-US" sz="900" dirty="0"/>
              <a:t>123456</a:t>
            </a:r>
          </a:p>
        </p:txBody>
      </p:sp>
      <p:sp>
        <p:nvSpPr>
          <p:cNvPr id="107" name="TextBox 106">
            <a:extLst>
              <a:ext uri="{FF2B5EF4-FFF2-40B4-BE49-F238E27FC236}">
                <a16:creationId xmlns:a16="http://schemas.microsoft.com/office/drawing/2014/main" id="{33281FCE-CA0D-882E-1770-68B5DDD6277A}"/>
              </a:ext>
            </a:extLst>
          </p:cNvPr>
          <p:cNvSpPr txBox="1"/>
          <p:nvPr/>
        </p:nvSpPr>
        <p:spPr>
          <a:xfrm>
            <a:off x="4645378" y="1903821"/>
            <a:ext cx="570089" cy="230832"/>
          </a:xfrm>
          <a:prstGeom prst="rect">
            <a:avLst/>
          </a:prstGeom>
          <a:noFill/>
        </p:spPr>
        <p:txBody>
          <a:bodyPr wrap="square" rtlCol="0">
            <a:spAutoFit/>
          </a:bodyPr>
          <a:lstStyle/>
          <a:p>
            <a:pPr algn="ctr"/>
            <a:r>
              <a:rPr lang="en-US" sz="900" dirty="0"/>
              <a:t>123456</a:t>
            </a:r>
          </a:p>
        </p:txBody>
      </p:sp>
      <p:sp>
        <p:nvSpPr>
          <p:cNvPr id="108" name="TextBox 107">
            <a:extLst>
              <a:ext uri="{FF2B5EF4-FFF2-40B4-BE49-F238E27FC236}">
                <a16:creationId xmlns:a16="http://schemas.microsoft.com/office/drawing/2014/main" id="{54D09948-1B45-CE41-35EA-332C0AB89FDB}"/>
              </a:ext>
            </a:extLst>
          </p:cNvPr>
          <p:cNvSpPr txBox="1"/>
          <p:nvPr/>
        </p:nvSpPr>
        <p:spPr>
          <a:xfrm>
            <a:off x="5147734" y="1903821"/>
            <a:ext cx="570089" cy="230832"/>
          </a:xfrm>
          <a:prstGeom prst="rect">
            <a:avLst/>
          </a:prstGeom>
          <a:noFill/>
        </p:spPr>
        <p:txBody>
          <a:bodyPr wrap="square" rtlCol="0">
            <a:spAutoFit/>
          </a:bodyPr>
          <a:lstStyle/>
          <a:p>
            <a:pPr algn="ctr"/>
            <a:r>
              <a:rPr lang="en-US" sz="900" dirty="0"/>
              <a:t>123456</a:t>
            </a:r>
          </a:p>
        </p:txBody>
      </p:sp>
      <p:sp>
        <p:nvSpPr>
          <p:cNvPr id="109" name="TextBox 108">
            <a:extLst>
              <a:ext uri="{FF2B5EF4-FFF2-40B4-BE49-F238E27FC236}">
                <a16:creationId xmlns:a16="http://schemas.microsoft.com/office/drawing/2014/main" id="{EABA7E41-188E-7074-BD6B-4A804753155E}"/>
              </a:ext>
            </a:extLst>
          </p:cNvPr>
          <p:cNvSpPr txBox="1"/>
          <p:nvPr/>
        </p:nvSpPr>
        <p:spPr>
          <a:xfrm>
            <a:off x="5650090" y="1903821"/>
            <a:ext cx="570089" cy="230832"/>
          </a:xfrm>
          <a:prstGeom prst="rect">
            <a:avLst/>
          </a:prstGeom>
          <a:noFill/>
        </p:spPr>
        <p:txBody>
          <a:bodyPr wrap="square" rtlCol="0">
            <a:spAutoFit/>
          </a:bodyPr>
          <a:lstStyle/>
          <a:p>
            <a:pPr algn="ctr"/>
            <a:r>
              <a:rPr lang="en-US" sz="900" dirty="0"/>
              <a:t>123456</a:t>
            </a:r>
          </a:p>
        </p:txBody>
      </p:sp>
      <p:sp>
        <p:nvSpPr>
          <p:cNvPr id="110" name="TextBox 109">
            <a:extLst>
              <a:ext uri="{FF2B5EF4-FFF2-40B4-BE49-F238E27FC236}">
                <a16:creationId xmlns:a16="http://schemas.microsoft.com/office/drawing/2014/main" id="{72621310-1D87-C359-D210-913EB69A2EE8}"/>
              </a:ext>
            </a:extLst>
          </p:cNvPr>
          <p:cNvSpPr txBox="1"/>
          <p:nvPr/>
        </p:nvSpPr>
        <p:spPr>
          <a:xfrm>
            <a:off x="6152446" y="1903821"/>
            <a:ext cx="570089" cy="230832"/>
          </a:xfrm>
          <a:prstGeom prst="rect">
            <a:avLst/>
          </a:prstGeom>
          <a:noFill/>
        </p:spPr>
        <p:txBody>
          <a:bodyPr wrap="square" rtlCol="0">
            <a:spAutoFit/>
          </a:bodyPr>
          <a:lstStyle/>
          <a:p>
            <a:pPr algn="ctr"/>
            <a:r>
              <a:rPr lang="en-US" sz="900" dirty="0"/>
              <a:t>123456</a:t>
            </a:r>
          </a:p>
        </p:txBody>
      </p:sp>
      <p:sp>
        <p:nvSpPr>
          <p:cNvPr id="111" name="TextBox 110">
            <a:extLst>
              <a:ext uri="{FF2B5EF4-FFF2-40B4-BE49-F238E27FC236}">
                <a16:creationId xmlns:a16="http://schemas.microsoft.com/office/drawing/2014/main" id="{83098FE2-EA54-5D61-2C32-CBE3755DCF0D}"/>
              </a:ext>
            </a:extLst>
          </p:cNvPr>
          <p:cNvSpPr txBox="1"/>
          <p:nvPr/>
        </p:nvSpPr>
        <p:spPr>
          <a:xfrm>
            <a:off x="6654802" y="1903821"/>
            <a:ext cx="570089" cy="230832"/>
          </a:xfrm>
          <a:prstGeom prst="rect">
            <a:avLst/>
          </a:prstGeom>
          <a:noFill/>
        </p:spPr>
        <p:txBody>
          <a:bodyPr wrap="square" rtlCol="0">
            <a:spAutoFit/>
          </a:bodyPr>
          <a:lstStyle/>
          <a:p>
            <a:pPr algn="ctr"/>
            <a:r>
              <a:rPr lang="en-US" sz="900" dirty="0"/>
              <a:t>123456</a:t>
            </a:r>
          </a:p>
        </p:txBody>
      </p:sp>
      <p:sp>
        <p:nvSpPr>
          <p:cNvPr id="112" name="TextBox 111">
            <a:extLst>
              <a:ext uri="{FF2B5EF4-FFF2-40B4-BE49-F238E27FC236}">
                <a16:creationId xmlns:a16="http://schemas.microsoft.com/office/drawing/2014/main" id="{E14006A6-26D4-D65B-E5E2-AE741EE5E69C}"/>
              </a:ext>
            </a:extLst>
          </p:cNvPr>
          <p:cNvSpPr txBox="1"/>
          <p:nvPr/>
        </p:nvSpPr>
        <p:spPr>
          <a:xfrm>
            <a:off x="7157158" y="1903821"/>
            <a:ext cx="570089" cy="230832"/>
          </a:xfrm>
          <a:prstGeom prst="rect">
            <a:avLst/>
          </a:prstGeom>
          <a:noFill/>
        </p:spPr>
        <p:txBody>
          <a:bodyPr wrap="square" rtlCol="0">
            <a:spAutoFit/>
          </a:bodyPr>
          <a:lstStyle/>
          <a:p>
            <a:pPr algn="ctr"/>
            <a:r>
              <a:rPr lang="en-US" sz="900" dirty="0"/>
              <a:t>123456</a:t>
            </a:r>
          </a:p>
        </p:txBody>
      </p:sp>
      <p:sp>
        <p:nvSpPr>
          <p:cNvPr id="113" name="TextBox 112">
            <a:extLst>
              <a:ext uri="{FF2B5EF4-FFF2-40B4-BE49-F238E27FC236}">
                <a16:creationId xmlns:a16="http://schemas.microsoft.com/office/drawing/2014/main" id="{6D6ACA82-4B0E-6FF8-BE11-0CF8C041C6B1}"/>
              </a:ext>
            </a:extLst>
          </p:cNvPr>
          <p:cNvSpPr txBox="1"/>
          <p:nvPr/>
        </p:nvSpPr>
        <p:spPr>
          <a:xfrm>
            <a:off x="3138310" y="1903821"/>
            <a:ext cx="570089" cy="230832"/>
          </a:xfrm>
          <a:prstGeom prst="rect">
            <a:avLst/>
          </a:prstGeom>
          <a:noFill/>
        </p:spPr>
        <p:txBody>
          <a:bodyPr wrap="square" rtlCol="0">
            <a:spAutoFit/>
          </a:bodyPr>
          <a:lstStyle/>
          <a:p>
            <a:pPr algn="ctr"/>
            <a:r>
              <a:rPr lang="en-US" sz="900" dirty="0"/>
              <a:t>123456</a:t>
            </a:r>
          </a:p>
        </p:txBody>
      </p:sp>
      <p:sp>
        <p:nvSpPr>
          <p:cNvPr id="115" name="TextBox 114">
            <a:extLst>
              <a:ext uri="{FF2B5EF4-FFF2-40B4-BE49-F238E27FC236}">
                <a16:creationId xmlns:a16="http://schemas.microsoft.com/office/drawing/2014/main" id="{F98BE1F8-A8A1-B970-06DB-7B5C6C9890BD}"/>
              </a:ext>
            </a:extLst>
          </p:cNvPr>
          <p:cNvSpPr txBox="1"/>
          <p:nvPr/>
        </p:nvSpPr>
        <p:spPr>
          <a:xfrm>
            <a:off x="3640666" y="2404765"/>
            <a:ext cx="570089" cy="230832"/>
          </a:xfrm>
          <a:prstGeom prst="rect">
            <a:avLst/>
          </a:prstGeom>
          <a:noFill/>
        </p:spPr>
        <p:txBody>
          <a:bodyPr wrap="square" rtlCol="0">
            <a:spAutoFit/>
          </a:bodyPr>
          <a:lstStyle/>
          <a:p>
            <a:pPr algn="ctr"/>
            <a:r>
              <a:rPr lang="en-US" sz="900" dirty="0"/>
              <a:t>123456</a:t>
            </a:r>
          </a:p>
        </p:txBody>
      </p:sp>
      <p:sp>
        <p:nvSpPr>
          <p:cNvPr id="116" name="TextBox 115">
            <a:extLst>
              <a:ext uri="{FF2B5EF4-FFF2-40B4-BE49-F238E27FC236}">
                <a16:creationId xmlns:a16="http://schemas.microsoft.com/office/drawing/2014/main" id="{C086882C-989E-3F24-421F-95B5067DE38E}"/>
              </a:ext>
            </a:extLst>
          </p:cNvPr>
          <p:cNvSpPr txBox="1"/>
          <p:nvPr/>
        </p:nvSpPr>
        <p:spPr>
          <a:xfrm>
            <a:off x="4143022" y="2404765"/>
            <a:ext cx="570089" cy="230832"/>
          </a:xfrm>
          <a:prstGeom prst="rect">
            <a:avLst/>
          </a:prstGeom>
          <a:noFill/>
        </p:spPr>
        <p:txBody>
          <a:bodyPr wrap="square" rtlCol="0">
            <a:spAutoFit/>
          </a:bodyPr>
          <a:lstStyle/>
          <a:p>
            <a:pPr algn="ctr"/>
            <a:r>
              <a:rPr lang="en-US" sz="900" dirty="0"/>
              <a:t>123456</a:t>
            </a:r>
          </a:p>
        </p:txBody>
      </p:sp>
      <p:sp>
        <p:nvSpPr>
          <p:cNvPr id="117" name="TextBox 116">
            <a:extLst>
              <a:ext uri="{FF2B5EF4-FFF2-40B4-BE49-F238E27FC236}">
                <a16:creationId xmlns:a16="http://schemas.microsoft.com/office/drawing/2014/main" id="{C49099AA-E57F-1DF2-3785-1A001BB1C70C}"/>
              </a:ext>
            </a:extLst>
          </p:cNvPr>
          <p:cNvSpPr txBox="1"/>
          <p:nvPr/>
        </p:nvSpPr>
        <p:spPr>
          <a:xfrm>
            <a:off x="4645378" y="2404765"/>
            <a:ext cx="570089" cy="230832"/>
          </a:xfrm>
          <a:prstGeom prst="rect">
            <a:avLst/>
          </a:prstGeom>
          <a:noFill/>
        </p:spPr>
        <p:txBody>
          <a:bodyPr wrap="square" rtlCol="0">
            <a:spAutoFit/>
          </a:bodyPr>
          <a:lstStyle/>
          <a:p>
            <a:pPr algn="ctr"/>
            <a:r>
              <a:rPr lang="en-US" sz="900" dirty="0"/>
              <a:t>123456</a:t>
            </a:r>
          </a:p>
        </p:txBody>
      </p:sp>
      <p:sp>
        <p:nvSpPr>
          <p:cNvPr id="118" name="TextBox 117">
            <a:extLst>
              <a:ext uri="{FF2B5EF4-FFF2-40B4-BE49-F238E27FC236}">
                <a16:creationId xmlns:a16="http://schemas.microsoft.com/office/drawing/2014/main" id="{CC6495DA-918C-4230-9D51-E7479351102E}"/>
              </a:ext>
            </a:extLst>
          </p:cNvPr>
          <p:cNvSpPr txBox="1"/>
          <p:nvPr/>
        </p:nvSpPr>
        <p:spPr>
          <a:xfrm>
            <a:off x="5147734" y="2404765"/>
            <a:ext cx="570089" cy="230832"/>
          </a:xfrm>
          <a:prstGeom prst="rect">
            <a:avLst/>
          </a:prstGeom>
          <a:noFill/>
        </p:spPr>
        <p:txBody>
          <a:bodyPr wrap="square" rtlCol="0">
            <a:spAutoFit/>
          </a:bodyPr>
          <a:lstStyle/>
          <a:p>
            <a:pPr algn="ctr"/>
            <a:r>
              <a:rPr lang="en-US" sz="900" dirty="0"/>
              <a:t>123456</a:t>
            </a:r>
          </a:p>
        </p:txBody>
      </p:sp>
      <p:sp>
        <p:nvSpPr>
          <p:cNvPr id="119" name="TextBox 118">
            <a:extLst>
              <a:ext uri="{FF2B5EF4-FFF2-40B4-BE49-F238E27FC236}">
                <a16:creationId xmlns:a16="http://schemas.microsoft.com/office/drawing/2014/main" id="{A7E7D0D1-94B5-DEDF-0E2F-C3DD26546365}"/>
              </a:ext>
            </a:extLst>
          </p:cNvPr>
          <p:cNvSpPr txBox="1"/>
          <p:nvPr/>
        </p:nvSpPr>
        <p:spPr>
          <a:xfrm>
            <a:off x="5650090" y="2404765"/>
            <a:ext cx="570089" cy="230832"/>
          </a:xfrm>
          <a:prstGeom prst="rect">
            <a:avLst/>
          </a:prstGeom>
          <a:noFill/>
        </p:spPr>
        <p:txBody>
          <a:bodyPr wrap="square" rtlCol="0">
            <a:spAutoFit/>
          </a:bodyPr>
          <a:lstStyle/>
          <a:p>
            <a:pPr algn="ctr"/>
            <a:r>
              <a:rPr lang="en-US" sz="900" dirty="0"/>
              <a:t>123456</a:t>
            </a:r>
          </a:p>
        </p:txBody>
      </p:sp>
      <p:sp>
        <p:nvSpPr>
          <p:cNvPr id="120" name="TextBox 119">
            <a:extLst>
              <a:ext uri="{FF2B5EF4-FFF2-40B4-BE49-F238E27FC236}">
                <a16:creationId xmlns:a16="http://schemas.microsoft.com/office/drawing/2014/main" id="{F7324CDE-A25D-D9AB-9F51-93CD86EE0759}"/>
              </a:ext>
            </a:extLst>
          </p:cNvPr>
          <p:cNvSpPr txBox="1"/>
          <p:nvPr/>
        </p:nvSpPr>
        <p:spPr>
          <a:xfrm>
            <a:off x="6152446" y="2404765"/>
            <a:ext cx="570089" cy="230832"/>
          </a:xfrm>
          <a:prstGeom prst="rect">
            <a:avLst/>
          </a:prstGeom>
          <a:noFill/>
        </p:spPr>
        <p:txBody>
          <a:bodyPr wrap="square" rtlCol="0">
            <a:spAutoFit/>
          </a:bodyPr>
          <a:lstStyle/>
          <a:p>
            <a:pPr algn="ctr"/>
            <a:r>
              <a:rPr lang="en-US" sz="900" dirty="0"/>
              <a:t>123456</a:t>
            </a:r>
          </a:p>
        </p:txBody>
      </p:sp>
      <p:sp>
        <p:nvSpPr>
          <p:cNvPr id="121" name="TextBox 120">
            <a:extLst>
              <a:ext uri="{FF2B5EF4-FFF2-40B4-BE49-F238E27FC236}">
                <a16:creationId xmlns:a16="http://schemas.microsoft.com/office/drawing/2014/main" id="{26B144A0-6A62-2178-F93B-F1E912D7E91A}"/>
              </a:ext>
            </a:extLst>
          </p:cNvPr>
          <p:cNvSpPr txBox="1"/>
          <p:nvPr/>
        </p:nvSpPr>
        <p:spPr>
          <a:xfrm>
            <a:off x="6654802" y="2404765"/>
            <a:ext cx="570089" cy="230832"/>
          </a:xfrm>
          <a:prstGeom prst="rect">
            <a:avLst/>
          </a:prstGeom>
          <a:noFill/>
        </p:spPr>
        <p:txBody>
          <a:bodyPr wrap="square" rtlCol="0">
            <a:spAutoFit/>
          </a:bodyPr>
          <a:lstStyle/>
          <a:p>
            <a:pPr algn="ctr"/>
            <a:r>
              <a:rPr lang="en-US" sz="900" dirty="0"/>
              <a:t>123456</a:t>
            </a:r>
          </a:p>
        </p:txBody>
      </p:sp>
      <p:sp>
        <p:nvSpPr>
          <p:cNvPr id="122" name="TextBox 121">
            <a:extLst>
              <a:ext uri="{FF2B5EF4-FFF2-40B4-BE49-F238E27FC236}">
                <a16:creationId xmlns:a16="http://schemas.microsoft.com/office/drawing/2014/main" id="{81C64677-8826-3E39-7AF4-21CB0CCF5788}"/>
              </a:ext>
            </a:extLst>
          </p:cNvPr>
          <p:cNvSpPr txBox="1"/>
          <p:nvPr/>
        </p:nvSpPr>
        <p:spPr>
          <a:xfrm>
            <a:off x="7157158" y="2404765"/>
            <a:ext cx="570089" cy="230832"/>
          </a:xfrm>
          <a:prstGeom prst="rect">
            <a:avLst/>
          </a:prstGeom>
          <a:noFill/>
        </p:spPr>
        <p:txBody>
          <a:bodyPr wrap="square" rtlCol="0">
            <a:spAutoFit/>
          </a:bodyPr>
          <a:lstStyle/>
          <a:p>
            <a:pPr algn="ctr"/>
            <a:r>
              <a:rPr lang="en-US" sz="900" dirty="0"/>
              <a:t>123456</a:t>
            </a:r>
          </a:p>
        </p:txBody>
      </p:sp>
      <p:sp>
        <p:nvSpPr>
          <p:cNvPr id="123" name="TextBox 122">
            <a:extLst>
              <a:ext uri="{FF2B5EF4-FFF2-40B4-BE49-F238E27FC236}">
                <a16:creationId xmlns:a16="http://schemas.microsoft.com/office/drawing/2014/main" id="{4588FC59-0908-97A5-21AB-5F6F09BAE727}"/>
              </a:ext>
            </a:extLst>
          </p:cNvPr>
          <p:cNvSpPr txBox="1"/>
          <p:nvPr/>
        </p:nvSpPr>
        <p:spPr>
          <a:xfrm>
            <a:off x="3138310" y="2404765"/>
            <a:ext cx="570089" cy="230832"/>
          </a:xfrm>
          <a:prstGeom prst="rect">
            <a:avLst/>
          </a:prstGeom>
          <a:noFill/>
        </p:spPr>
        <p:txBody>
          <a:bodyPr wrap="square" rtlCol="0">
            <a:spAutoFit/>
          </a:bodyPr>
          <a:lstStyle/>
          <a:p>
            <a:pPr algn="ctr"/>
            <a:r>
              <a:rPr lang="en-US" sz="900" dirty="0"/>
              <a:t>123456</a:t>
            </a:r>
          </a:p>
        </p:txBody>
      </p:sp>
      <p:sp>
        <p:nvSpPr>
          <p:cNvPr id="125" name="TextBox 124">
            <a:extLst>
              <a:ext uri="{FF2B5EF4-FFF2-40B4-BE49-F238E27FC236}">
                <a16:creationId xmlns:a16="http://schemas.microsoft.com/office/drawing/2014/main" id="{586C48C3-3F20-4B17-FA41-C4741506D5B3}"/>
              </a:ext>
            </a:extLst>
          </p:cNvPr>
          <p:cNvSpPr txBox="1"/>
          <p:nvPr/>
        </p:nvSpPr>
        <p:spPr>
          <a:xfrm>
            <a:off x="3640666" y="2905709"/>
            <a:ext cx="570089" cy="230832"/>
          </a:xfrm>
          <a:prstGeom prst="rect">
            <a:avLst/>
          </a:prstGeom>
          <a:noFill/>
        </p:spPr>
        <p:txBody>
          <a:bodyPr wrap="square" rtlCol="0">
            <a:spAutoFit/>
          </a:bodyPr>
          <a:lstStyle/>
          <a:p>
            <a:pPr algn="ctr"/>
            <a:r>
              <a:rPr lang="en-US" sz="900" dirty="0"/>
              <a:t>123456</a:t>
            </a:r>
          </a:p>
        </p:txBody>
      </p:sp>
      <p:sp>
        <p:nvSpPr>
          <p:cNvPr id="126" name="TextBox 125">
            <a:extLst>
              <a:ext uri="{FF2B5EF4-FFF2-40B4-BE49-F238E27FC236}">
                <a16:creationId xmlns:a16="http://schemas.microsoft.com/office/drawing/2014/main" id="{936E54B7-6F97-FEF2-F03B-7AAAC01D3E2B}"/>
              </a:ext>
            </a:extLst>
          </p:cNvPr>
          <p:cNvSpPr txBox="1"/>
          <p:nvPr/>
        </p:nvSpPr>
        <p:spPr>
          <a:xfrm>
            <a:off x="4143022" y="2905709"/>
            <a:ext cx="570089" cy="230832"/>
          </a:xfrm>
          <a:prstGeom prst="rect">
            <a:avLst/>
          </a:prstGeom>
          <a:noFill/>
        </p:spPr>
        <p:txBody>
          <a:bodyPr wrap="square" rtlCol="0">
            <a:spAutoFit/>
          </a:bodyPr>
          <a:lstStyle/>
          <a:p>
            <a:pPr algn="ctr"/>
            <a:r>
              <a:rPr lang="en-US" sz="900" dirty="0"/>
              <a:t>123456</a:t>
            </a:r>
          </a:p>
        </p:txBody>
      </p:sp>
      <p:sp>
        <p:nvSpPr>
          <p:cNvPr id="127" name="TextBox 126">
            <a:extLst>
              <a:ext uri="{FF2B5EF4-FFF2-40B4-BE49-F238E27FC236}">
                <a16:creationId xmlns:a16="http://schemas.microsoft.com/office/drawing/2014/main" id="{E7C25FD9-9D4C-557E-C6E5-AE3416E50F87}"/>
              </a:ext>
            </a:extLst>
          </p:cNvPr>
          <p:cNvSpPr txBox="1"/>
          <p:nvPr/>
        </p:nvSpPr>
        <p:spPr>
          <a:xfrm>
            <a:off x="4645378" y="2905709"/>
            <a:ext cx="570089" cy="230832"/>
          </a:xfrm>
          <a:prstGeom prst="rect">
            <a:avLst/>
          </a:prstGeom>
          <a:noFill/>
        </p:spPr>
        <p:txBody>
          <a:bodyPr wrap="square" rtlCol="0">
            <a:spAutoFit/>
          </a:bodyPr>
          <a:lstStyle/>
          <a:p>
            <a:pPr algn="ctr"/>
            <a:r>
              <a:rPr lang="en-US" sz="900" dirty="0"/>
              <a:t>123456</a:t>
            </a:r>
          </a:p>
        </p:txBody>
      </p:sp>
      <p:sp>
        <p:nvSpPr>
          <p:cNvPr id="128" name="TextBox 127">
            <a:extLst>
              <a:ext uri="{FF2B5EF4-FFF2-40B4-BE49-F238E27FC236}">
                <a16:creationId xmlns:a16="http://schemas.microsoft.com/office/drawing/2014/main" id="{64BDD1AE-DB4B-3CA5-431D-DA60E23D2FD1}"/>
              </a:ext>
            </a:extLst>
          </p:cNvPr>
          <p:cNvSpPr txBox="1"/>
          <p:nvPr/>
        </p:nvSpPr>
        <p:spPr>
          <a:xfrm>
            <a:off x="5147734" y="2905709"/>
            <a:ext cx="570089" cy="230832"/>
          </a:xfrm>
          <a:prstGeom prst="rect">
            <a:avLst/>
          </a:prstGeom>
          <a:noFill/>
        </p:spPr>
        <p:txBody>
          <a:bodyPr wrap="square" rtlCol="0">
            <a:spAutoFit/>
          </a:bodyPr>
          <a:lstStyle/>
          <a:p>
            <a:pPr algn="ctr"/>
            <a:r>
              <a:rPr lang="en-US" sz="900" dirty="0"/>
              <a:t>123456</a:t>
            </a:r>
          </a:p>
        </p:txBody>
      </p:sp>
      <p:sp>
        <p:nvSpPr>
          <p:cNvPr id="129" name="TextBox 128">
            <a:extLst>
              <a:ext uri="{FF2B5EF4-FFF2-40B4-BE49-F238E27FC236}">
                <a16:creationId xmlns:a16="http://schemas.microsoft.com/office/drawing/2014/main" id="{106A23A5-E07D-6AD3-A25E-E208CD6EA386}"/>
              </a:ext>
            </a:extLst>
          </p:cNvPr>
          <p:cNvSpPr txBox="1"/>
          <p:nvPr/>
        </p:nvSpPr>
        <p:spPr>
          <a:xfrm>
            <a:off x="5650090" y="2905709"/>
            <a:ext cx="570089" cy="230832"/>
          </a:xfrm>
          <a:prstGeom prst="rect">
            <a:avLst/>
          </a:prstGeom>
          <a:noFill/>
        </p:spPr>
        <p:txBody>
          <a:bodyPr wrap="square" rtlCol="0">
            <a:spAutoFit/>
          </a:bodyPr>
          <a:lstStyle/>
          <a:p>
            <a:pPr algn="ctr"/>
            <a:r>
              <a:rPr lang="en-US" sz="900" dirty="0"/>
              <a:t>123456</a:t>
            </a:r>
          </a:p>
        </p:txBody>
      </p:sp>
      <p:sp>
        <p:nvSpPr>
          <p:cNvPr id="130" name="TextBox 129">
            <a:extLst>
              <a:ext uri="{FF2B5EF4-FFF2-40B4-BE49-F238E27FC236}">
                <a16:creationId xmlns:a16="http://schemas.microsoft.com/office/drawing/2014/main" id="{62D20885-59F5-D5EF-192A-38A4DDB2A2F6}"/>
              </a:ext>
            </a:extLst>
          </p:cNvPr>
          <p:cNvSpPr txBox="1"/>
          <p:nvPr/>
        </p:nvSpPr>
        <p:spPr>
          <a:xfrm>
            <a:off x="6152446" y="2905709"/>
            <a:ext cx="570089" cy="230832"/>
          </a:xfrm>
          <a:prstGeom prst="rect">
            <a:avLst/>
          </a:prstGeom>
          <a:noFill/>
        </p:spPr>
        <p:txBody>
          <a:bodyPr wrap="square" rtlCol="0">
            <a:spAutoFit/>
          </a:bodyPr>
          <a:lstStyle/>
          <a:p>
            <a:pPr algn="ctr"/>
            <a:r>
              <a:rPr lang="en-US" sz="900" dirty="0"/>
              <a:t>123456</a:t>
            </a:r>
          </a:p>
        </p:txBody>
      </p:sp>
      <p:sp>
        <p:nvSpPr>
          <p:cNvPr id="131" name="TextBox 130">
            <a:extLst>
              <a:ext uri="{FF2B5EF4-FFF2-40B4-BE49-F238E27FC236}">
                <a16:creationId xmlns:a16="http://schemas.microsoft.com/office/drawing/2014/main" id="{0E2FA26F-0294-745E-AC34-3565C142AA52}"/>
              </a:ext>
            </a:extLst>
          </p:cNvPr>
          <p:cNvSpPr txBox="1"/>
          <p:nvPr/>
        </p:nvSpPr>
        <p:spPr>
          <a:xfrm>
            <a:off x="6654802" y="2905709"/>
            <a:ext cx="570089" cy="230832"/>
          </a:xfrm>
          <a:prstGeom prst="rect">
            <a:avLst/>
          </a:prstGeom>
          <a:noFill/>
        </p:spPr>
        <p:txBody>
          <a:bodyPr wrap="square" rtlCol="0">
            <a:spAutoFit/>
          </a:bodyPr>
          <a:lstStyle/>
          <a:p>
            <a:pPr algn="ctr"/>
            <a:r>
              <a:rPr lang="en-US" sz="900" dirty="0"/>
              <a:t>123456</a:t>
            </a:r>
          </a:p>
        </p:txBody>
      </p:sp>
      <p:sp>
        <p:nvSpPr>
          <p:cNvPr id="132" name="TextBox 131">
            <a:extLst>
              <a:ext uri="{FF2B5EF4-FFF2-40B4-BE49-F238E27FC236}">
                <a16:creationId xmlns:a16="http://schemas.microsoft.com/office/drawing/2014/main" id="{3B15544F-BE52-A2FE-4074-37906CE3AEBE}"/>
              </a:ext>
            </a:extLst>
          </p:cNvPr>
          <p:cNvSpPr txBox="1"/>
          <p:nvPr/>
        </p:nvSpPr>
        <p:spPr>
          <a:xfrm>
            <a:off x="7157158" y="2905709"/>
            <a:ext cx="570089" cy="230832"/>
          </a:xfrm>
          <a:prstGeom prst="rect">
            <a:avLst/>
          </a:prstGeom>
          <a:noFill/>
        </p:spPr>
        <p:txBody>
          <a:bodyPr wrap="square" rtlCol="0">
            <a:spAutoFit/>
          </a:bodyPr>
          <a:lstStyle/>
          <a:p>
            <a:pPr algn="ctr"/>
            <a:r>
              <a:rPr lang="en-US" sz="900" dirty="0"/>
              <a:t>123456</a:t>
            </a:r>
          </a:p>
        </p:txBody>
      </p:sp>
      <p:sp>
        <p:nvSpPr>
          <p:cNvPr id="133" name="TextBox 132">
            <a:extLst>
              <a:ext uri="{FF2B5EF4-FFF2-40B4-BE49-F238E27FC236}">
                <a16:creationId xmlns:a16="http://schemas.microsoft.com/office/drawing/2014/main" id="{80FDCC57-DE1D-E76B-839F-85D9E51752F5}"/>
              </a:ext>
            </a:extLst>
          </p:cNvPr>
          <p:cNvSpPr txBox="1"/>
          <p:nvPr/>
        </p:nvSpPr>
        <p:spPr>
          <a:xfrm>
            <a:off x="3138310" y="2905709"/>
            <a:ext cx="570089" cy="230832"/>
          </a:xfrm>
          <a:prstGeom prst="rect">
            <a:avLst/>
          </a:prstGeom>
          <a:noFill/>
        </p:spPr>
        <p:txBody>
          <a:bodyPr wrap="square" rtlCol="0">
            <a:spAutoFit/>
          </a:bodyPr>
          <a:lstStyle/>
          <a:p>
            <a:pPr algn="ctr"/>
            <a:r>
              <a:rPr lang="en-US" sz="900" dirty="0"/>
              <a:t>123456</a:t>
            </a:r>
          </a:p>
        </p:txBody>
      </p:sp>
      <p:sp>
        <p:nvSpPr>
          <p:cNvPr id="135" name="TextBox 134">
            <a:extLst>
              <a:ext uri="{FF2B5EF4-FFF2-40B4-BE49-F238E27FC236}">
                <a16:creationId xmlns:a16="http://schemas.microsoft.com/office/drawing/2014/main" id="{47E407FD-7F9A-2A98-FC1F-6A88834BE97A}"/>
              </a:ext>
            </a:extLst>
          </p:cNvPr>
          <p:cNvSpPr txBox="1"/>
          <p:nvPr/>
        </p:nvSpPr>
        <p:spPr>
          <a:xfrm>
            <a:off x="3640666" y="3406653"/>
            <a:ext cx="570089" cy="230832"/>
          </a:xfrm>
          <a:prstGeom prst="rect">
            <a:avLst/>
          </a:prstGeom>
          <a:noFill/>
        </p:spPr>
        <p:txBody>
          <a:bodyPr wrap="square" rtlCol="0">
            <a:spAutoFit/>
          </a:bodyPr>
          <a:lstStyle/>
          <a:p>
            <a:pPr algn="ctr"/>
            <a:r>
              <a:rPr lang="en-US" sz="900" dirty="0"/>
              <a:t>123456</a:t>
            </a:r>
          </a:p>
        </p:txBody>
      </p:sp>
      <p:sp>
        <p:nvSpPr>
          <p:cNvPr id="136" name="TextBox 135">
            <a:extLst>
              <a:ext uri="{FF2B5EF4-FFF2-40B4-BE49-F238E27FC236}">
                <a16:creationId xmlns:a16="http://schemas.microsoft.com/office/drawing/2014/main" id="{F2B603FB-9593-8853-522A-B1FD932C7C50}"/>
              </a:ext>
            </a:extLst>
          </p:cNvPr>
          <p:cNvSpPr txBox="1"/>
          <p:nvPr/>
        </p:nvSpPr>
        <p:spPr>
          <a:xfrm>
            <a:off x="4143022" y="3406653"/>
            <a:ext cx="570089" cy="230832"/>
          </a:xfrm>
          <a:prstGeom prst="rect">
            <a:avLst/>
          </a:prstGeom>
          <a:noFill/>
        </p:spPr>
        <p:txBody>
          <a:bodyPr wrap="square" rtlCol="0">
            <a:spAutoFit/>
          </a:bodyPr>
          <a:lstStyle/>
          <a:p>
            <a:pPr algn="ctr"/>
            <a:r>
              <a:rPr lang="en-US" sz="900" dirty="0"/>
              <a:t>123456</a:t>
            </a:r>
          </a:p>
        </p:txBody>
      </p:sp>
      <p:sp>
        <p:nvSpPr>
          <p:cNvPr id="137" name="TextBox 136">
            <a:extLst>
              <a:ext uri="{FF2B5EF4-FFF2-40B4-BE49-F238E27FC236}">
                <a16:creationId xmlns:a16="http://schemas.microsoft.com/office/drawing/2014/main" id="{99173C26-DABF-28BB-EBE2-D16BF5CA43E7}"/>
              </a:ext>
            </a:extLst>
          </p:cNvPr>
          <p:cNvSpPr txBox="1"/>
          <p:nvPr/>
        </p:nvSpPr>
        <p:spPr>
          <a:xfrm>
            <a:off x="4645378" y="3406653"/>
            <a:ext cx="570089" cy="230832"/>
          </a:xfrm>
          <a:prstGeom prst="rect">
            <a:avLst/>
          </a:prstGeom>
          <a:noFill/>
        </p:spPr>
        <p:txBody>
          <a:bodyPr wrap="square" rtlCol="0">
            <a:spAutoFit/>
          </a:bodyPr>
          <a:lstStyle/>
          <a:p>
            <a:pPr algn="ctr"/>
            <a:r>
              <a:rPr lang="en-US" sz="900" dirty="0"/>
              <a:t>123456</a:t>
            </a:r>
          </a:p>
        </p:txBody>
      </p:sp>
      <p:sp>
        <p:nvSpPr>
          <p:cNvPr id="138" name="TextBox 137">
            <a:extLst>
              <a:ext uri="{FF2B5EF4-FFF2-40B4-BE49-F238E27FC236}">
                <a16:creationId xmlns:a16="http://schemas.microsoft.com/office/drawing/2014/main" id="{B75A6AEB-6650-CFA4-9CEA-2023F1ADBC58}"/>
              </a:ext>
            </a:extLst>
          </p:cNvPr>
          <p:cNvSpPr txBox="1"/>
          <p:nvPr/>
        </p:nvSpPr>
        <p:spPr>
          <a:xfrm>
            <a:off x="5147734" y="3406653"/>
            <a:ext cx="570089" cy="230832"/>
          </a:xfrm>
          <a:prstGeom prst="rect">
            <a:avLst/>
          </a:prstGeom>
          <a:noFill/>
        </p:spPr>
        <p:txBody>
          <a:bodyPr wrap="square" rtlCol="0">
            <a:spAutoFit/>
          </a:bodyPr>
          <a:lstStyle/>
          <a:p>
            <a:pPr algn="ctr"/>
            <a:r>
              <a:rPr lang="en-US" sz="900" dirty="0"/>
              <a:t>123456</a:t>
            </a:r>
          </a:p>
        </p:txBody>
      </p:sp>
      <p:sp>
        <p:nvSpPr>
          <p:cNvPr id="139" name="TextBox 138">
            <a:extLst>
              <a:ext uri="{FF2B5EF4-FFF2-40B4-BE49-F238E27FC236}">
                <a16:creationId xmlns:a16="http://schemas.microsoft.com/office/drawing/2014/main" id="{E6574ACB-29E9-A27A-5747-5085F358A12E}"/>
              </a:ext>
            </a:extLst>
          </p:cNvPr>
          <p:cNvSpPr txBox="1"/>
          <p:nvPr/>
        </p:nvSpPr>
        <p:spPr>
          <a:xfrm>
            <a:off x="5650090" y="3406653"/>
            <a:ext cx="570089" cy="230832"/>
          </a:xfrm>
          <a:prstGeom prst="rect">
            <a:avLst/>
          </a:prstGeom>
          <a:noFill/>
        </p:spPr>
        <p:txBody>
          <a:bodyPr wrap="square" rtlCol="0">
            <a:spAutoFit/>
          </a:bodyPr>
          <a:lstStyle/>
          <a:p>
            <a:pPr algn="ctr"/>
            <a:r>
              <a:rPr lang="en-US" sz="900" dirty="0"/>
              <a:t>123456</a:t>
            </a:r>
          </a:p>
        </p:txBody>
      </p:sp>
      <p:sp>
        <p:nvSpPr>
          <p:cNvPr id="140" name="TextBox 139">
            <a:extLst>
              <a:ext uri="{FF2B5EF4-FFF2-40B4-BE49-F238E27FC236}">
                <a16:creationId xmlns:a16="http://schemas.microsoft.com/office/drawing/2014/main" id="{E4C414D4-8A91-C39B-9BA6-73BB7F2CBE61}"/>
              </a:ext>
            </a:extLst>
          </p:cNvPr>
          <p:cNvSpPr txBox="1"/>
          <p:nvPr/>
        </p:nvSpPr>
        <p:spPr>
          <a:xfrm>
            <a:off x="6152446" y="3406653"/>
            <a:ext cx="570089" cy="230832"/>
          </a:xfrm>
          <a:prstGeom prst="rect">
            <a:avLst/>
          </a:prstGeom>
          <a:noFill/>
        </p:spPr>
        <p:txBody>
          <a:bodyPr wrap="square" rtlCol="0">
            <a:spAutoFit/>
          </a:bodyPr>
          <a:lstStyle/>
          <a:p>
            <a:pPr algn="ctr"/>
            <a:r>
              <a:rPr lang="en-US" sz="900" dirty="0"/>
              <a:t>123456</a:t>
            </a:r>
          </a:p>
        </p:txBody>
      </p:sp>
      <p:sp>
        <p:nvSpPr>
          <p:cNvPr id="141" name="TextBox 140">
            <a:extLst>
              <a:ext uri="{FF2B5EF4-FFF2-40B4-BE49-F238E27FC236}">
                <a16:creationId xmlns:a16="http://schemas.microsoft.com/office/drawing/2014/main" id="{5704EC94-AE00-8414-53CA-BCBBEF23DD53}"/>
              </a:ext>
            </a:extLst>
          </p:cNvPr>
          <p:cNvSpPr txBox="1"/>
          <p:nvPr/>
        </p:nvSpPr>
        <p:spPr>
          <a:xfrm>
            <a:off x="6654802" y="3406653"/>
            <a:ext cx="570089" cy="230832"/>
          </a:xfrm>
          <a:prstGeom prst="rect">
            <a:avLst/>
          </a:prstGeom>
          <a:noFill/>
        </p:spPr>
        <p:txBody>
          <a:bodyPr wrap="square" rtlCol="0">
            <a:spAutoFit/>
          </a:bodyPr>
          <a:lstStyle/>
          <a:p>
            <a:pPr algn="ctr"/>
            <a:r>
              <a:rPr lang="en-US" sz="900" dirty="0"/>
              <a:t>123456</a:t>
            </a:r>
          </a:p>
        </p:txBody>
      </p:sp>
      <p:sp>
        <p:nvSpPr>
          <p:cNvPr id="142" name="TextBox 141">
            <a:extLst>
              <a:ext uri="{FF2B5EF4-FFF2-40B4-BE49-F238E27FC236}">
                <a16:creationId xmlns:a16="http://schemas.microsoft.com/office/drawing/2014/main" id="{ECA0350D-563D-6630-7304-097E019173D7}"/>
              </a:ext>
            </a:extLst>
          </p:cNvPr>
          <p:cNvSpPr txBox="1"/>
          <p:nvPr/>
        </p:nvSpPr>
        <p:spPr>
          <a:xfrm>
            <a:off x="7157158" y="3406653"/>
            <a:ext cx="570089" cy="230832"/>
          </a:xfrm>
          <a:prstGeom prst="rect">
            <a:avLst/>
          </a:prstGeom>
          <a:noFill/>
        </p:spPr>
        <p:txBody>
          <a:bodyPr wrap="square" rtlCol="0">
            <a:spAutoFit/>
          </a:bodyPr>
          <a:lstStyle/>
          <a:p>
            <a:pPr algn="ctr"/>
            <a:r>
              <a:rPr lang="en-US" sz="900" dirty="0"/>
              <a:t>123456</a:t>
            </a:r>
          </a:p>
        </p:txBody>
      </p:sp>
      <p:sp>
        <p:nvSpPr>
          <p:cNvPr id="143" name="TextBox 142">
            <a:extLst>
              <a:ext uri="{FF2B5EF4-FFF2-40B4-BE49-F238E27FC236}">
                <a16:creationId xmlns:a16="http://schemas.microsoft.com/office/drawing/2014/main" id="{37336222-6EA2-349F-6352-AD6A1D558833}"/>
              </a:ext>
            </a:extLst>
          </p:cNvPr>
          <p:cNvSpPr txBox="1"/>
          <p:nvPr/>
        </p:nvSpPr>
        <p:spPr>
          <a:xfrm>
            <a:off x="3138310" y="3406653"/>
            <a:ext cx="570089" cy="230832"/>
          </a:xfrm>
          <a:prstGeom prst="rect">
            <a:avLst/>
          </a:prstGeom>
          <a:noFill/>
        </p:spPr>
        <p:txBody>
          <a:bodyPr wrap="square" rtlCol="0">
            <a:spAutoFit/>
          </a:bodyPr>
          <a:lstStyle/>
          <a:p>
            <a:pPr algn="ctr"/>
            <a:r>
              <a:rPr lang="en-US" sz="900" dirty="0"/>
              <a:t>123456</a:t>
            </a:r>
          </a:p>
        </p:txBody>
      </p:sp>
      <p:sp>
        <p:nvSpPr>
          <p:cNvPr id="145" name="TextBox 144">
            <a:extLst>
              <a:ext uri="{FF2B5EF4-FFF2-40B4-BE49-F238E27FC236}">
                <a16:creationId xmlns:a16="http://schemas.microsoft.com/office/drawing/2014/main" id="{9829D046-E18D-DB3D-78CE-D4D546B417E7}"/>
              </a:ext>
            </a:extLst>
          </p:cNvPr>
          <p:cNvSpPr txBox="1"/>
          <p:nvPr/>
        </p:nvSpPr>
        <p:spPr>
          <a:xfrm>
            <a:off x="3640666" y="3907597"/>
            <a:ext cx="570089" cy="230832"/>
          </a:xfrm>
          <a:prstGeom prst="rect">
            <a:avLst/>
          </a:prstGeom>
          <a:noFill/>
        </p:spPr>
        <p:txBody>
          <a:bodyPr wrap="square" rtlCol="0">
            <a:spAutoFit/>
          </a:bodyPr>
          <a:lstStyle/>
          <a:p>
            <a:pPr algn="ctr"/>
            <a:r>
              <a:rPr lang="en-US" sz="900" dirty="0"/>
              <a:t>123456</a:t>
            </a:r>
          </a:p>
        </p:txBody>
      </p:sp>
      <p:sp>
        <p:nvSpPr>
          <p:cNvPr id="146" name="TextBox 145">
            <a:extLst>
              <a:ext uri="{FF2B5EF4-FFF2-40B4-BE49-F238E27FC236}">
                <a16:creationId xmlns:a16="http://schemas.microsoft.com/office/drawing/2014/main" id="{0190BB7A-527D-5AC8-9CAD-4789CA2E5515}"/>
              </a:ext>
            </a:extLst>
          </p:cNvPr>
          <p:cNvSpPr txBox="1"/>
          <p:nvPr/>
        </p:nvSpPr>
        <p:spPr>
          <a:xfrm>
            <a:off x="4143022" y="3907597"/>
            <a:ext cx="570089" cy="230832"/>
          </a:xfrm>
          <a:prstGeom prst="rect">
            <a:avLst/>
          </a:prstGeom>
          <a:noFill/>
        </p:spPr>
        <p:txBody>
          <a:bodyPr wrap="square" rtlCol="0">
            <a:spAutoFit/>
          </a:bodyPr>
          <a:lstStyle/>
          <a:p>
            <a:pPr algn="ctr"/>
            <a:r>
              <a:rPr lang="en-US" sz="900" dirty="0"/>
              <a:t>123456</a:t>
            </a:r>
          </a:p>
        </p:txBody>
      </p:sp>
      <p:sp>
        <p:nvSpPr>
          <p:cNvPr id="147" name="TextBox 146">
            <a:extLst>
              <a:ext uri="{FF2B5EF4-FFF2-40B4-BE49-F238E27FC236}">
                <a16:creationId xmlns:a16="http://schemas.microsoft.com/office/drawing/2014/main" id="{0B4627CC-56EB-967A-C511-2FBE82171B6A}"/>
              </a:ext>
            </a:extLst>
          </p:cNvPr>
          <p:cNvSpPr txBox="1"/>
          <p:nvPr/>
        </p:nvSpPr>
        <p:spPr>
          <a:xfrm>
            <a:off x="4645378" y="3907597"/>
            <a:ext cx="570089" cy="230832"/>
          </a:xfrm>
          <a:prstGeom prst="rect">
            <a:avLst/>
          </a:prstGeom>
          <a:noFill/>
        </p:spPr>
        <p:txBody>
          <a:bodyPr wrap="square" rtlCol="0">
            <a:spAutoFit/>
          </a:bodyPr>
          <a:lstStyle/>
          <a:p>
            <a:pPr algn="ctr"/>
            <a:r>
              <a:rPr lang="en-US" sz="900" dirty="0"/>
              <a:t>123456</a:t>
            </a:r>
          </a:p>
        </p:txBody>
      </p:sp>
      <p:sp>
        <p:nvSpPr>
          <p:cNvPr id="148" name="TextBox 147">
            <a:extLst>
              <a:ext uri="{FF2B5EF4-FFF2-40B4-BE49-F238E27FC236}">
                <a16:creationId xmlns:a16="http://schemas.microsoft.com/office/drawing/2014/main" id="{2F178DE4-AF7E-3303-A825-0C6D7E363911}"/>
              </a:ext>
            </a:extLst>
          </p:cNvPr>
          <p:cNvSpPr txBox="1"/>
          <p:nvPr/>
        </p:nvSpPr>
        <p:spPr>
          <a:xfrm>
            <a:off x="5147734" y="3907597"/>
            <a:ext cx="570089" cy="230832"/>
          </a:xfrm>
          <a:prstGeom prst="rect">
            <a:avLst/>
          </a:prstGeom>
          <a:noFill/>
        </p:spPr>
        <p:txBody>
          <a:bodyPr wrap="square" rtlCol="0">
            <a:spAutoFit/>
          </a:bodyPr>
          <a:lstStyle/>
          <a:p>
            <a:pPr algn="ctr"/>
            <a:r>
              <a:rPr lang="en-US" sz="900" dirty="0"/>
              <a:t>123456</a:t>
            </a:r>
          </a:p>
        </p:txBody>
      </p:sp>
      <p:sp>
        <p:nvSpPr>
          <p:cNvPr id="149" name="TextBox 148">
            <a:extLst>
              <a:ext uri="{FF2B5EF4-FFF2-40B4-BE49-F238E27FC236}">
                <a16:creationId xmlns:a16="http://schemas.microsoft.com/office/drawing/2014/main" id="{F010D4D1-FB85-E67C-79E4-FE89CFF4AD63}"/>
              </a:ext>
            </a:extLst>
          </p:cNvPr>
          <p:cNvSpPr txBox="1"/>
          <p:nvPr/>
        </p:nvSpPr>
        <p:spPr>
          <a:xfrm>
            <a:off x="5650090" y="3907597"/>
            <a:ext cx="570089" cy="230832"/>
          </a:xfrm>
          <a:prstGeom prst="rect">
            <a:avLst/>
          </a:prstGeom>
          <a:noFill/>
        </p:spPr>
        <p:txBody>
          <a:bodyPr wrap="square" rtlCol="0">
            <a:spAutoFit/>
          </a:bodyPr>
          <a:lstStyle/>
          <a:p>
            <a:pPr algn="ctr"/>
            <a:r>
              <a:rPr lang="en-US" sz="900" dirty="0"/>
              <a:t>123456</a:t>
            </a:r>
          </a:p>
        </p:txBody>
      </p:sp>
      <p:sp>
        <p:nvSpPr>
          <p:cNvPr id="150" name="TextBox 149">
            <a:extLst>
              <a:ext uri="{FF2B5EF4-FFF2-40B4-BE49-F238E27FC236}">
                <a16:creationId xmlns:a16="http://schemas.microsoft.com/office/drawing/2014/main" id="{714B53DC-0572-2585-B837-63D13EA41433}"/>
              </a:ext>
            </a:extLst>
          </p:cNvPr>
          <p:cNvSpPr txBox="1"/>
          <p:nvPr/>
        </p:nvSpPr>
        <p:spPr>
          <a:xfrm>
            <a:off x="6152446" y="3907597"/>
            <a:ext cx="570089" cy="230832"/>
          </a:xfrm>
          <a:prstGeom prst="rect">
            <a:avLst/>
          </a:prstGeom>
          <a:noFill/>
        </p:spPr>
        <p:txBody>
          <a:bodyPr wrap="square" rtlCol="0">
            <a:spAutoFit/>
          </a:bodyPr>
          <a:lstStyle/>
          <a:p>
            <a:pPr algn="ctr"/>
            <a:r>
              <a:rPr lang="en-US" sz="900" dirty="0"/>
              <a:t>123456</a:t>
            </a:r>
          </a:p>
        </p:txBody>
      </p:sp>
      <p:sp>
        <p:nvSpPr>
          <p:cNvPr id="151" name="TextBox 150">
            <a:extLst>
              <a:ext uri="{FF2B5EF4-FFF2-40B4-BE49-F238E27FC236}">
                <a16:creationId xmlns:a16="http://schemas.microsoft.com/office/drawing/2014/main" id="{ACC99F2D-20FD-91BB-AFCF-1BDAA2C7CAC2}"/>
              </a:ext>
            </a:extLst>
          </p:cNvPr>
          <p:cNvSpPr txBox="1"/>
          <p:nvPr/>
        </p:nvSpPr>
        <p:spPr>
          <a:xfrm>
            <a:off x="6654802" y="3907597"/>
            <a:ext cx="570089" cy="230832"/>
          </a:xfrm>
          <a:prstGeom prst="rect">
            <a:avLst/>
          </a:prstGeom>
          <a:noFill/>
        </p:spPr>
        <p:txBody>
          <a:bodyPr wrap="square" rtlCol="0">
            <a:spAutoFit/>
          </a:bodyPr>
          <a:lstStyle/>
          <a:p>
            <a:pPr algn="ctr"/>
            <a:r>
              <a:rPr lang="en-US" sz="900" dirty="0"/>
              <a:t>123456</a:t>
            </a:r>
          </a:p>
        </p:txBody>
      </p:sp>
      <p:sp>
        <p:nvSpPr>
          <p:cNvPr id="152" name="TextBox 151">
            <a:extLst>
              <a:ext uri="{FF2B5EF4-FFF2-40B4-BE49-F238E27FC236}">
                <a16:creationId xmlns:a16="http://schemas.microsoft.com/office/drawing/2014/main" id="{A681B4FA-13DF-E7EA-AEDD-539F1C5A6863}"/>
              </a:ext>
            </a:extLst>
          </p:cNvPr>
          <p:cNvSpPr txBox="1"/>
          <p:nvPr/>
        </p:nvSpPr>
        <p:spPr>
          <a:xfrm>
            <a:off x="7157158" y="3907597"/>
            <a:ext cx="570089" cy="230832"/>
          </a:xfrm>
          <a:prstGeom prst="rect">
            <a:avLst/>
          </a:prstGeom>
          <a:noFill/>
        </p:spPr>
        <p:txBody>
          <a:bodyPr wrap="square" rtlCol="0">
            <a:spAutoFit/>
          </a:bodyPr>
          <a:lstStyle/>
          <a:p>
            <a:pPr algn="ctr"/>
            <a:r>
              <a:rPr lang="en-US" sz="900" dirty="0"/>
              <a:t>123456</a:t>
            </a:r>
          </a:p>
        </p:txBody>
      </p:sp>
      <p:sp>
        <p:nvSpPr>
          <p:cNvPr id="153" name="TextBox 152">
            <a:extLst>
              <a:ext uri="{FF2B5EF4-FFF2-40B4-BE49-F238E27FC236}">
                <a16:creationId xmlns:a16="http://schemas.microsoft.com/office/drawing/2014/main" id="{8F4E1726-459B-BA4F-257C-46D897E29F45}"/>
              </a:ext>
            </a:extLst>
          </p:cNvPr>
          <p:cNvSpPr txBox="1"/>
          <p:nvPr/>
        </p:nvSpPr>
        <p:spPr>
          <a:xfrm>
            <a:off x="3138310" y="3907597"/>
            <a:ext cx="570089" cy="230832"/>
          </a:xfrm>
          <a:prstGeom prst="rect">
            <a:avLst/>
          </a:prstGeom>
          <a:noFill/>
        </p:spPr>
        <p:txBody>
          <a:bodyPr wrap="square" rtlCol="0">
            <a:spAutoFit/>
          </a:bodyPr>
          <a:lstStyle/>
          <a:p>
            <a:pPr algn="ctr"/>
            <a:r>
              <a:rPr lang="en-US" sz="900" dirty="0"/>
              <a:t>123456</a:t>
            </a:r>
          </a:p>
        </p:txBody>
      </p:sp>
      <p:sp>
        <p:nvSpPr>
          <p:cNvPr id="155" name="TextBox 154">
            <a:extLst>
              <a:ext uri="{FF2B5EF4-FFF2-40B4-BE49-F238E27FC236}">
                <a16:creationId xmlns:a16="http://schemas.microsoft.com/office/drawing/2014/main" id="{98CFC7CE-FA28-1A2E-31D2-BBAEDC468CCB}"/>
              </a:ext>
            </a:extLst>
          </p:cNvPr>
          <p:cNvSpPr txBox="1"/>
          <p:nvPr/>
        </p:nvSpPr>
        <p:spPr>
          <a:xfrm>
            <a:off x="3640666" y="4408541"/>
            <a:ext cx="570089" cy="230832"/>
          </a:xfrm>
          <a:prstGeom prst="rect">
            <a:avLst/>
          </a:prstGeom>
          <a:noFill/>
        </p:spPr>
        <p:txBody>
          <a:bodyPr wrap="square" rtlCol="0">
            <a:spAutoFit/>
          </a:bodyPr>
          <a:lstStyle/>
          <a:p>
            <a:pPr algn="ctr"/>
            <a:r>
              <a:rPr lang="en-US" sz="900" dirty="0"/>
              <a:t>123456</a:t>
            </a:r>
          </a:p>
        </p:txBody>
      </p:sp>
      <p:sp>
        <p:nvSpPr>
          <p:cNvPr id="156" name="TextBox 155">
            <a:extLst>
              <a:ext uri="{FF2B5EF4-FFF2-40B4-BE49-F238E27FC236}">
                <a16:creationId xmlns:a16="http://schemas.microsoft.com/office/drawing/2014/main" id="{E476A475-2835-A999-0397-DC5453A255A4}"/>
              </a:ext>
            </a:extLst>
          </p:cNvPr>
          <p:cNvSpPr txBox="1"/>
          <p:nvPr/>
        </p:nvSpPr>
        <p:spPr>
          <a:xfrm>
            <a:off x="4143022" y="4408541"/>
            <a:ext cx="570089" cy="230832"/>
          </a:xfrm>
          <a:prstGeom prst="rect">
            <a:avLst/>
          </a:prstGeom>
          <a:noFill/>
        </p:spPr>
        <p:txBody>
          <a:bodyPr wrap="square" rtlCol="0">
            <a:spAutoFit/>
          </a:bodyPr>
          <a:lstStyle/>
          <a:p>
            <a:pPr algn="ctr"/>
            <a:r>
              <a:rPr lang="en-US" sz="900" dirty="0"/>
              <a:t>123456</a:t>
            </a:r>
          </a:p>
        </p:txBody>
      </p:sp>
      <p:sp>
        <p:nvSpPr>
          <p:cNvPr id="157" name="TextBox 156">
            <a:extLst>
              <a:ext uri="{FF2B5EF4-FFF2-40B4-BE49-F238E27FC236}">
                <a16:creationId xmlns:a16="http://schemas.microsoft.com/office/drawing/2014/main" id="{11DFBA62-EDF5-5E66-D6C2-CEFB9B6EB6F4}"/>
              </a:ext>
            </a:extLst>
          </p:cNvPr>
          <p:cNvSpPr txBox="1"/>
          <p:nvPr/>
        </p:nvSpPr>
        <p:spPr>
          <a:xfrm>
            <a:off x="4645378" y="4408541"/>
            <a:ext cx="570089" cy="230832"/>
          </a:xfrm>
          <a:prstGeom prst="rect">
            <a:avLst/>
          </a:prstGeom>
          <a:noFill/>
        </p:spPr>
        <p:txBody>
          <a:bodyPr wrap="square" rtlCol="0">
            <a:spAutoFit/>
          </a:bodyPr>
          <a:lstStyle/>
          <a:p>
            <a:pPr algn="ctr"/>
            <a:r>
              <a:rPr lang="en-US" sz="900" dirty="0"/>
              <a:t>123456</a:t>
            </a:r>
          </a:p>
        </p:txBody>
      </p:sp>
      <p:sp>
        <p:nvSpPr>
          <p:cNvPr id="158" name="TextBox 157">
            <a:extLst>
              <a:ext uri="{FF2B5EF4-FFF2-40B4-BE49-F238E27FC236}">
                <a16:creationId xmlns:a16="http://schemas.microsoft.com/office/drawing/2014/main" id="{1CDAE45F-FE33-B2CA-5F56-FB8074081DF5}"/>
              </a:ext>
            </a:extLst>
          </p:cNvPr>
          <p:cNvSpPr txBox="1"/>
          <p:nvPr/>
        </p:nvSpPr>
        <p:spPr>
          <a:xfrm>
            <a:off x="5147734" y="4408541"/>
            <a:ext cx="570089" cy="230832"/>
          </a:xfrm>
          <a:prstGeom prst="rect">
            <a:avLst/>
          </a:prstGeom>
          <a:noFill/>
        </p:spPr>
        <p:txBody>
          <a:bodyPr wrap="square" rtlCol="0">
            <a:spAutoFit/>
          </a:bodyPr>
          <a:lstStyle/>
          <a:p>
            <a:pPr algn="ctr"/>
            <a:r>
              <a:rPr lang="en-US" sz="900" dirty="0"/>
              <a:t>123456</a:t>
            </a:r>
          </a:p>
        </p:txBody>
      </p:sp>
      <p:sp>
        <p:nvSpPr>
          <p:cNvPr id="159" name="TextBox 158">
            <a:extLst>
              <a:ext uri="{FF2B5EF4-FFF2-40B4-BE49-F238E27FC236}">
                <a16:creationId xmlns:a16="http://schemas.microsoft.com/office/drawing/2014/main" id="{347E677D-6A96-11F9-1CC6-6869D0DB1900}"/>
              </a:ext>
            </a:extLst>
          </p:cNvPr>
          <p:cNvSpPr txBox="1"/>
          <p:nvPr/>
        </p:nvSpPr>
        <p:spPr>
          <a:xfrm>
            <a:off x="5650090" y="4408541"/>
            <a:ext cx="570089" cy="230832"/>
          </a:xfrm>
          <a:prstGeom prst="rect">
            <a:avLst/>
          </a:prstGeom>
          <a:noFill/>
        </p:spPr>
        <p:txBody>
          <a:bodyPr wrap="square" rtlCol="0">
            <a:spAutoFit/>
          </a:bodyPr>
          <a:lstStyle/>
          <a:p>
            <a:pPr algn="ctr"/>
            <a:r>
              <a:rPr lang="en-US" sz="900" dirty="0"/>
              <a:t>123456</a:t>
            </a:r>
          </a:p>
        </p:txBody>
      </p:sp>
      <p:sp>
        <p:nvSpPr>
          <p:cNvPr id="160" name="TextBox 159">
            <a:extLst>
              <a:ext uri="{FF2B5EF4-FFF2-40B4-BE49-F238E27FC236}">
                <a16:creationId xmlns:a16="http://schemas.microsoft.com/office/drawing/2014/main" id="{07B0AC8A-C41D-56EC-5EF0-754BBB160E72}"/>
              </a:ext>
            </a:extLst>
          </p:cNvPr>
          <p:cNvSpPr txBox="1"/>
          <p:nvPr/>
        </p:nvSpPr>
        <p:spPr>
          <a:xfrm>
            <a:off x="6152446" y="4408541"/>
            <a:ext cx="570089" cy="230832"/>
          </a:xfrm>
          <a:prstGeom prst="rect">
            <a:avLst/>
          </a:prstGeom>
          <a:noFill/>
        </p:spPr>
        <p:txBody>
          <a:bodyPr wrap="square" rtlCol="0">
            <a:spAutoFit/>
          </a:bodyPr>
          <a:lstStyle/>
          <a:p>
            <a:pPr algn="ctr"/>
            <a:r>
              <a:rPr lang="en-US" sz="900" dirty="0"/>
              <a:t>123456</a:t>
            </a:r>
          </a:p>
        </p:txBody>
      </p:sp>
      <p:sp>
        <p:nvSpPr>
          <p:cNvPr id="161" name="TextBox 160">
            <a:extLst>
              <a:ext uri="{FF2B5EF4-FFF2-40B4-BE49-F238E27FC236}">
                <a16:creationId xmlns:a16="http://schemas.microsoft.com/office/drawing/2014/main" id="{90BEB1FD-B867-9020-CDAC-CA4518233490}"/>
              </a:ext>
            </a:extLst>
          </p:cNvPr>
          <p:cNvSpPr txBox="1"/>
          <p:nvPr/>
        </p:nvSpPr>
        <p:spPr>
          <a:xfrm>
            <a:off x="6654802" y="4408541"/>
            <a:ext cx="570089" cy="230832"/>
          </a:xfrm>
          <a:prstGeom prst="rect">
            <a:avLst/>
          </a:prstGeom>
          <a:noFill/>
        </p:spPr>
        <p:txBody>
          <a:bodyPr wrap="square" rtlCol="0">
            <a:spAutoFit/>
          </a:bodyPr>
          <a:lstStyle/>
          <a:p>
            <a:pPr algn="ctr"/>
            <a:r>
              <a:rPr lang="en-US" sz="900" dirty="0"/>
              <a:t>123456</a:t>
            </a:r>
          </a:p>
        </p:txBody>
      </p:sp>
      <p:sp>
        <p:nvSpPr>
          <p:cNvPr id="162" name="TextBox 161">
            <a:extLst>
              <a:ext uri="{FF2B5EF4-FFF2-40B4-BE49-F238E27FC236}">
                <a16:creationId xmlns:a16="http://schemas.microsoft.com/office/drawing/2014/main" id="{4FDCDC74-3BE5-350D-3561-28BD95A47BFB}"/>
              </a:ext>
            </a:extLst>
          </p:cNvPr>
          <p:cNvSpPr txBox="1"/>
          <p:nvPr/>
        </p:nvSpPr>
        <p:spPr>
          <a:xfrm>
            <a:off x="7157158" y="4408541"/>
            <a:ext cx="570089" cy="230832"/>
          </a:xfrm>
          <a:prstGeom prst="rect">
            <a:avLst/>
          </a:prstGeom>
          <a:noFill/>
        </p:spPr>
        <p:txBody>
          <a:bodyPr wrap="square" rtlCol="0">
            <a:spAutoFit/>
          </a:bodyPr>
          <a:lstStyle/>
          <a:p>
            <a:pPr algn="ctr"/>
            <a:r>
              <a:rPr lang="en-US" sz="900" dirty="0"/>
              <a:t>123456</a:t>
            </a:r>
          </a:p>
        </p:txBody>
      </p:sp>
      <p:sp>
        <p:nvSpPr>
          <p:cNvPr id="163" name="TextBox 162">
            <a:extLst>
              <a:ext uri="{FF2B5EF4-FFF2-40B4-BE49-F238E27FC236}">
                <a16:creationId xmlns:a16="http://schemas.microsoft.com/office/drawing/2014/main" id="{1F11623A-5281-10E1-02C5-67D61644E2E4}"/>
              </a:ext>
            </a:extLst>
          </p:cNvPr>
          <p:cNvSpPr txBox="1"/>
          <p:nvPr/>
        </p:nvSpPr>
        <p:spPr>
          <a:xfrm>
            <a:off x="3138310" y="4408541"/>
            <a:ext cx="570089" cy="230832"/>
          </a:xfrm>
          <a:prstGeom prst="rect">
            <a:avLst/>
          </a:prstGeom>
          <a:noFill/>
        </p:spPr>
        <p:txBody>
          <a:bodyPr wrap="square" rtlCol="0">
            <a:spAutoFit/>
          </a:bodyPr>
          <a:lstStyle/>
          <a:p>
            <a:pPr algn="ctr"/>
            <a:r>
              <a:rPr lang="en-US" sz="900" dirty="0"/>
              <a:t>123456</a:t>
            </a:r>
          </a:p>
        </p:txBody>
      </p:sp>
      <p:sp>
        <p:nvSpPr>
          <p:cNvPr id="165" name="TextBox 164">
            <a:extLst>
              <a:ext uri="{FF2B5EF4-FFF2-40B4-BE49-F238E27FC236}">
                <a16:creationId xmlns:a16="http://schemas.microsoft.com/office/drawing/2014/main" id="{2682B44B-DA2F-482D-8445-E24A812F6CA4}"/>
              </a:ext>
            </a:extLst>
          </p:cNvPr>
          <p:cNvSpPr txBox="1"/>
          <p:nvPr/>
        </p:nvSpPr>
        <p:spPr>
          <a:xfrm>
            <a:off x="3640666" y="4909484"/>
            <a:ext cx="570089" cy="230832"/>
          </a:xfrm>
          <a:prstGeom prst="rect">
            <a:avLst/>
          </a:prstGeom>
          <a:noFill/>
        </p:spPr>
        <p:txBody>
          <a:bodyPr wrap="square" rtlCol="0">
            <a:spAutoFit/>
          </a:bodyPr>
          <a:lstStyle/>
          <a:p>
            <a:pPr algn="ctr"/>
            <a:r>
              <a:rPr lang="en-US" sz="900" dirty="0"/>
              <a:t>123456</a:t>
            </a:r>
          </a:p>
        </p:txBody>
      </p:sp>
      <p:sp>
        <p:nvSpPr>
          <p:cNvPr id="166" name="TextBox 165">
            <a:extLst>
              <a:ext uri="{FF2B5EF4-FFF2-40B4-BE49-F238E27FC236}">
                <a16:creationId xmlns:a16="http://schemas.microsoft.com/office/drawing/2014/main" id="{A8894DEB-CF9E-546B-EB23-999174D037FB}"/>
              </a:ext>
            </a:extLst>
          </p:cNvPr>
          <p:cNvSpPr txBox="1"/>
          <p:nvPr/>
        </p:nvSpPr>
        <p:spPr>
          <a:xfrm>
            <a:off x="4143022" y="4909484"/>
            <a:ext cx="570089" cy="230832"/>
          </a:xfrm>
          <a:prstGeom prst="rect">
            <a:avLst/>
          </a:prstGeom>
          <a:noFill/>
        </p:spPr>
        <p:txBody>
          <a:bodyPr wrap="square" rtlCol="0">
            <a:spAutoFit/>
          </a:bodyPr>
          <a:lstStyle/>
          <a:p>
            <a:pPr algn="ctr"/>
            <a:r>
              <a:rPr lang="en-US" sz="900" dirty="0"/>
              <a:t>123456</a:t>
            </a:r>
          </a:p>
        </p:txBody>
      </p:sp>
      <p:sp>
        <p:nvSpPr>
          <p:cNvPr id="167" name="TextBox 166">
            <a:extLst>
              <a:ext uri="{FF2B5EF4-FFF2-40B4-BE49-F238E27FC236}">
                <a16:creationId xmlns:a16="http://schemas.microsoft.com/office/drawing/2014/main" id="{9256DDD0-CB71-FF08-1010-15DEE7B70F24}"/>
              </a:ext>
            </a:extLst>
          </p:cNvPr>
          <p:cNvSpPr txBox="1"/>
          <p:nvPr/>
        </p:nvSpPr>
        <p:spPr>
          <a:xfrm>
            <a:off x="4645378" y="4909484"/>
            <a:ext cx="570089" cy="230832"/>
          </a:xfrm>
          <a:prstGeom prst="rect">
            <a:avLst/>
          </a:prstGeom>
          <a:noFill/>
        </p:spPr>
        <p:txBody>
          <a:bodyPr wrap="square" rtlCol="0">
            <a:spAutoFit/>
          </a:bodyPr>
          <a:lstStyle/>
          <a:p>
            <a:pPr algn="ctr"/>
            <a:r>
              <a:rPr lang="en-US" sz="900" dirty="0"/>
              <a:t>123456</a:t>
            </a:r>
          </a:p>
        </p:txBody>
      </p:sp>
      <p:sp>
        <p:nvSpPr>
          <p:cNvPr id="168" name="TextBox 167">
            <a:extLst>
              <a:ext uri="{FF2B5EF4-FFF2-40B4-BE49-F238E27FC236}">
                <a16:creationId xmlns:a16="http://schemas.microsoft.com/office/drawing/2014/main" id="{424EA77B-D2FD-45E3-204C-60FB3D79A469}"/>
              </a:ext>
            </a:extLst>
          </p:cNvPr>
          <p:cNvSpPr txBox="1"/>
          <p:nvPr/>
        </p:nvSpPr>
        <p:spPr>
          <a:xfrm>
            <a:off x="5147734" y="4909484"/>
            <a:ext cx="570089" cy="230832"/>
          </a:xfrm>
          <a:prstGeom prst="rect">
            <a:avLst/>
          </a:prstGeom>
          <a:noFill/>
        </p:spPr>
        <p:txBody>
          <a:bodyPr wrap="square" rtlCol="0">
            <a:spAutoFit/>
          </a:bodyPr>
          <a:lstStyle/>
          <a:p>
            <a:pPr algn="ctr"/>
            <a:r>
              <a:rPr lang="en-US" sz="900" dirty="0"/>
              <a:t>123456</a:t>
            </a:r>
          </a:p>
        </p:txBody>
      </p:sp>
      <p:sp>
        <p:nvSpPr>
          <p:cNvPr id="169" name="TextBox 168">
            <a:extLst>
              <a:ext uri="{FF2B5EF4-FFF2-40B4-BE49-F238E27FC236}">
                <a16:creationId xmlns:a16="http://schemas.microsoft.com/office/drawing/2014/main" id="{1E16BB3C-AC1E-82D8-06AE-1D6C2284F52E}"/>
              </a:ext>
            </a:extLst>
          </p:cNvPr>
          <p:cNvSpPr txBox="1"/>
          <p:nvPr/>
        </p:nvSpPr>
        <p:spPr>
          <a:xfrm>
            <a:off x="5650090" y="4909484"/>
            <a:ext cx="570089" cy="230832"/>
          </a:xfrm>
          <a:prstGeom prst="rect">
            <a:avLst/>
          </a:prstGeom>
          <a:noFill/>
        </p:spPr>
        <p:txBody>
          <a:bodyPr wrap="square" rtlCol="0">
            <a:spAutoFit/>
          </a:bodyPr>
          <a:lstStyle/>
          <a:p>
            <a:pPr algn="ctr"/>
            <a:r>
              <a:rPr lang="en-US" sz="900" dirty="0"/>
              <a:t>123456</a:t>
            </a:r>
          </a:p>
        </p:txBody>
      </p:sp>
      <p:sp>
        <p:nvSpPr>
          <p:cNvPr id="170" name="TextBox 169">
            <a:extLst>
              <a:ext uri="{FF2B5EF4-FFF2-40B4-BE49-F238E27FC236}">
                <a16:creationId xmlns:a16="http://schemas.microsoft.com/office/drawing/2014/main" id="{C5623CD4-A44B-2A55-FCF5-2A5B925F2A89}"/>
              </a:ext>
            </a:extLst>
          </p:cNvPr>
          <p:cNvSpPr txBox="1"/>
          <p:nvPr/>
        </p:nvSpPr>
        <p:spPr>
          <a:xfrm>
            <a:off x="6152446" y="4909484"/>
            <a:ext cx="570089" cy="230832"/>
          </a:xfrm>
          <a:prstGeom prst="rect">
            <a:avLst/>
          </a:prstGeom>
          <a:noFill/>
        </p:spPr>
        <p:txBody>
          <a:bodyPr wrap="square" rtlCol="0">
            <a:spAutoFit/>
          </a:bodyPr>
          <a:lstStyle/>
          <a:p>
            <a:pPr algn="ctr"/>
            <a:r>
              <a:rPr lang="en-US" sz="900" dirty="0"/>
              <a:t>123456</a:t>
            </a:r>
          </a:p>
        </p:txBody>
      </p:sp>
      <p:sp>
        <p:nvSpPr>
          <p:cNvPr id="171" name="TextBox 170">
            <a:extLst>
              <a:ext uri="{FF2B5EF4-FFF2-40B4-BE49-F238E27FC236}">
                <a16:creationId xmlns:a16="http://schemas.microsoft.com/office/drawing/2014/main" id="{1D89E19F-9755-F643-1830-EB37CAECB7C9}"/>
              </a:ext>
            </a:extLst>
          </p:cNvPr>
          <p:cNvSpPr txBox="1"/>
          <p:nvPr/>
        </p:nvSpPr>
        <p:spPr>
          <a:xfrm>
            <a:off x="6654802" y="4909484"/>
            <a:ext cx="570089" cy="230832"/>
          </a:xfrm>
          <a:prstGeom prst="rect">
            <a:avLst/>
          </a:prstGeom>
          <a:noFill/>
        </p:spPr>
        <p:txBody>
          <a:bodyPr wrap="square" rtlCol="0">
            <a:spAutoFit/>
          </a:bodyPr>
          <a:lstStyle/>
          <a:p>
            <a:pPr algn="ctr"/>
            <a:r>
              <a:rPr lang="en-US" sz="900" dirty="0"/>
              <a:t>123456</a:t>
            </a:r>
          </a:p>
        </p:txBody>
      </p:sp>
      <p:sp>
        <p:nvSpPr>
          <p:cNvPr id="172" name="TextBox 171">
            <a:extLst>
              <a:ext uri="{FF2B5EF4-FFF2-40B4-BE49-F238E27FC236}">
                <a16:creationId xmlns:a16="http://schemas.microsoft.com/office/drawing/2014/main" id="{14D70CDE-B490-E358-E7D2-A1A45E2D2908}"/>
              </a:ext>
            </a:extLst>
          </p:cNvPr>
          <p:cNvSpPr txBox="1"/>
          <p:nvPr/>
        </p:nvSpPr>
        <p:spPr>
          <a:xfrm>
            <a:off x="7157158" y="4909484"/>
            <a:ext cx="570089" cy="230832"/>
          </a:xfrm>
          <a:prstGeom prst="rect">
            <a:avLst/>
          </a:prstGeom>
          <a:noFill/>
        </p:spPr>
        <p:txBody>
          <a:bodyPr wrap="square" rtlCol="0">
            <a:spAutoFit/>
          </a:bodyPr>
          <a:lstStyle/>
          <a:p>
            <a:pPr algn="ctr"/>
            <a:r>
              <a:rPr lang="en-US" sz="900" dirty="0"/>
              <a:t>123456</a:t>
            </a:r>
          </a:p>
        </p:txBody>
      </p:sp>
      <p:sp>
        <p:nvSpPr>
          <p:cNvPr id="173" name="TextBox 172">
            <a:extLst>
              <a:ext uri="{FF2B5EF4-FFF2-40B4-BE49-F238E27FC236}">
                <a16:creationId xmlns:a16="http://schemas.microsoft.com/office/drawing/2014/main" id="{335508B5-6B0F-5193-AF19-4B3C12FA6976}"/>
              </a:ext>
            </a:extLst>
          </p:cNvPr>
          <p:cNvSpPr txBox="1"/>
          <p:nvPr/>
        </p:nvSpPr>
        <p:spPr>
          <a:xfrm>
            <a:off x="3138310" y="4909484"/>
            <a:ext cx="570089" cy="230832"/>
          </a:xfrm>
          <a:prstGeom prst="rect">
            <a:avLst/>
          </a:prstGeom>
          <a:noFill/>
        </p:spPr>
        <p:txBody>
          <a:bodyPr wrap="square" rtlCol="0">
            <a:spAutoFit/>
          </a:bodyPr>
          <a:lstStyle/>
          <a:p>
            <a:pPr algn="ctr"/>
            <a:r>
              <a:rPr lang="en-US" sz="900" dirty="0"/>
              <a:t>123456</a:t>
            </a:r>
          </a:p>
        </p:txBody>
      </p:sp>
    </p:spTree>
    <p:extLst>
      <p:ext uri="{BB962C8B-B14F-4D97-AF65-F5344CB8AC3E}">
        <p14:creationId xmlns:p14="http://schemas.microsoft.com/office/powerpoint/2010/main" val="25986332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10135</TotalTime>
  <Words>4470</Words>
  <Application>Microsoft Macintosh PowerPoint</Application>
  <PresentationFormat>Widescreen</PresentationFormat>
  <Paragraphs>3837</Paragraphs>
  <Slides>69</Slides>
  <Notes>66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69</vt:i4>
      </vt:variant>
    </vt:vector>
  </HeadingPairs>
  <TitlesOfParts>
    <vt:vector size="73"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Jonathan Hardis</dc:creator>
  <cp:lastModifiedBy>Jonathan Hardis</cp:lastModifiedBy>
  <cp:revision>388</cp:revision>
  <cp:lastPrinted>2025-12-02T00:08:17Z</cp:lastPrinted>
  <dcterms:created xsi:type="dcterms:W3CDTF">2024-03-19T02:13:08Z</dcterms:created>
  <dcterms:modified xsi:type="dcterms:W3CDTF">2026-10-09T04:51:20Z</dcterms:modified>
</cp:coreProperties>
</file>