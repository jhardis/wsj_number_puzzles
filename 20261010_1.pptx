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8"/>
  </p:notesMasterIdLst>
  <p:sldIdLst>
    <p:sldId id="457" r:id="rId2"/>
    <p:sldId id="531" r:id="rId3"/>
    <p:sldId id="532" r:id="rId4"/>
    <p:sldId id="533" r:id="rId5"/>
    <p:sldId id="534" r:id="rId6"/>
    <p:sldId id="609" r:id="rId7"/>
    <p:sldId id="610" r:id="rId8"/>
    <p:sldId id="536" r:id="rId9"/>
    <p:sldId id="537" r:id="rId10"/>
    <p:sldId id="539" r:id="rId11"/>
    <p:sldId id="541" r:id="rId12"/>
    <p:sldId id="611" r:id="rId13"/>
    <p:sldId id="612" r:id="rId14"/>
    <p:sldId id="613" r:id="rId15"/>
    <p:sldId id="614" r:id="rId16"/>
    <p:sldId id="543" r:id="rId17"/>
    <p:sldId id="544" r:id="rId18"/>
    <p:sldId id="545" r:id="rId19"/>
    <p:sldId id="546" r:id="rId20"/>
    <p:sldId id="547" r:id="rId21"/>
    <p:sldId id="548" r:id="rId22"/>
    <p:sldId id="549" r:id="rId23"/>
    <p:sldId id="550" r:id="rId24"/>
    <p:sldId id="551" r:id="rId25"/>
    <p:sldId id="553" r:id="rId26"/>
    <p:sldId id="552" r:id="rId27"/>
    <p:sldId id="554" r:id="rId28"/>
    <p:sldId id="555" r:id="rId29"/>
    <p:sldId id="556" r:id="rId30"/>
    <p:sldId id="557" r:id="rId31"/>
    <p:sldId id="558" r:id="rId32"/>
    <p:sldId id="615" r:id="rId33"/>
    <p:sldId id="616" r:id="rId34"/>
    <p:sldId id="617" r:id="rId35"/>
    <p:sldId id="618" r:id="rId36"/>
    <p:sldId id="619" r:id="rId37"/>
    <p:sldId id="620" r:id="rId38"/>
    <p:sldId id="621" r:id="rId39"/>
    <p:sldId id="622" r:id="rId40"/>
    <p:sldId id="623" r:id="rId41"/>
    <p:sldId id="625" r:id="rId42"/>
    <p:sldId id="626" r:id="rId43"/>
    <p:sldId id="624" r:id="rId44"/>
    <p:sldId id="627" r:id="rId45"/>
    <p:sldId id="628" r:id="rId46"/>
    <p:sldId id="629" r:id="rId47"/>
    <p:sldId id="630" r:id="rId48"/>
    <p:sldId id="631" r:id="rId49"/>
    <p:sldId id="632" r:id="rId50"/>
    <p:sldId id="633" r:id="rId51"/>
    <p:sldId id="640" r:id="rId52"/>
    <p:sldId id="634" r:id="rId53"/>
    <p:sldId id="635" r:id="rId54"/>
    <p:sldId id="636" r:id="rId55"/>
    <p:sldId id="637" r:id="rId56"/>
    <p:sldId id="638" r:id="rId57"/>
    <p:sldId id="639" r:id="rId58"/>
    <p:sldId id="641" r:id="rId59"/>
    <p:sldId id="642" r:id="rId60"/>
    <p:sldId id="643" r:id="rId61"/>
    <p:sldId id="644" r:id="rId62"/>
    <p:sldId id="645" r:id="rId63"/>
    <p:sldId id="646" r:id="rId64"/>
    <p:sldId id="647" r:id="rId65"/>
    <p:sldId id="648" r:id="rId66"/>
    <p:sldId id="649"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019"/>
    <p:restoredTop sz="94618"/>
  </p:normalViewPr>
  <p:slideViewPr>
    <p:cSldViewPr snapToGrid="0">
      <p:cViewPr varScale="1">
        <p:scale>
          <a:sx n="111" d="100"/>
          <a:sy n="111" d="100"/>
        </p:scale>
        <p:origin x="1688"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CFB1C-7F6E-CC48-8B12-2D5A9AE1C913}" type="datetimeFigureOut">
              <a:rPr lang="en-US" smtClean="0"/>
              <a:t>10/11/26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9560A-78B4-504A-9396-2AE516B1349B}" type="slidenum">
              <a:rPr lang="en-US" smtClean="0"/>
              <a:t>‹#›</a:t>
            </a:fld>
            <a:endParaRPr lang="en-US"/>
          </a:p>
        </p:txBody>
      </p:sp>
    </p:spTree>
    <p:extLst>
      <p:ext uri="{BB962C8B-B14F-4D97-AF65-F5344CB8AC3E}">
        <p14:creationId xmlns:p14="http://schemas.microsoft.com/office/powerpoint/2010/main" val="3059927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4D157-A7E6-0CD3-8266-DE0939AE4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6FDA5-ABD9-E89C-43FB-F19D8441B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E2E9E-AD91-B134-310C-59487A42F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F40DBF-0F4C-781C-F266-8D63105C1D0C}"/>
              </a:ext>
            </a:extLst>
          </p:cNvPr>
          <p:cNvSpPr>
            <a:spLocks noGrp="1"/>
          </p:cNvSpPr>
          <p:nvPr>
            <p:ph type="sldNum" sz="quarter" idx="5"/>
          </p:nvPr>
        </p:nvSpPr>
        <p:spPr/>
        <p:txBody>
          <a:bodyPr/>
          <a:lstStyle/>
          <a:p>
            <a:fld id="{C0E9560A-78B4-504A-9396-2AE516B1349B}" type="slidenum">
              <a:rPr lang="en-US" smtClean="0"/>
              <a:t>1</a:t>
            </a:fld>
            <a:endParaRPr lang="en-US"/>
          </a:p>
        </p:txBody>
      </p:sp>
    </p:spTree>
    <p:extLst>
      <p:ext uri="{BB962C8B-B14F-4D97-AF65-F5344CB8AC3E}">
        <p14:creationId xmlns:p14="http://schemas.microsoft.com/office/powerpoint/2010/main" val="1795578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FB59A-71EA-6E0B-65CD-C7B30E4DE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AF6F99-A2C6-1FB9-F318-2C4D380855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D54E35-F5E3-866D-F55B-04E844F621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C42D97-8BAA-6D8C-339F-4474862EE9A6}"/>
              </a:ext>
            </a:extLst>
          </p:cNvPr>
          <p:cNvSpPr>
            <a:spLocks noGrp="1"/>
          </p:cNvSpPr>
          <p:nvPr>
            <p:ph type="sldNum" sz="quarter" idx="5"/>
          </p:nvPr>
        </p:nvSpPr>
        <p:spPr/>
        <p:txBody>
          <a:bodyPr/>
          <a:lstStyle/>
          <a:p>
            <a:fld id="{C0E9560A-78B4-504A-9396-2AE516B1349B}" type="slidenum">
              <a:rPr lang="en-US" smtClean="0"/>
              <a:t>2</a:t>
            </a:fld>
            <a:endParaRPr lang="en-US"/>
          </a:p>
        </p:txBody>
      </p:sp>
    </p:spTree>
    <p:extLst>
      <p:ext uri="{BB962C8B-B14F-4D97-AF65-F5344CB8AC3E}">
        <p14:creationId xmlns:p14="http://schemas.microsoft.com/office/powerpoint/2010/main" val="1158205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F0C6F-B0E4-83A5-2431-80923BF268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DFEACE-7780-C40D-9010-0C89B8F22E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075FCE-547E-E2C2-8ECE-D4CCD63BF5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5C374E-26F6-53CC-3D77-B5E09BA1C224}"/>
              </a:ext>
            </a:extLst>
          </p:cNvPr>
          <p:cNvSpPr>
            <a:spLocks noGrp="1"/>
          </p:cNvSpPr>
          <p:nvPr>
            <p:ph type="sldNum" sz="quarter" idx="5"/>
          </p:nvPr>
        </p:nvSpPr>
        <p:spPr/>
        <p:txBody>
          <a:bodyPr/>
          <a:lstStyle/>
          <a:p>
            <a:fld id="{C0E9560A-78B4-504A-9396-2AE516B1349B}" type="slidenum">
              <a:rPr lang="en-US" smtClean="0"/>
              <a:t>3</a:t>
            </a:fld>
            <a:endParaRPr lang="en-US"/>
          </a:p>
        </p:txBody>
      </p:sp>
    </p:spTree>
    <p:extLst>
      <p:ext uri="{BB962C8B-B14F-4D97-AF65-F5344CB8AC3E}">
        <p14:creationId xmlns:p14="http://schemas.microsoft.com/office/powerpoint/2010/main" val="4129694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ABBD7-A299-6C1B-8D8B-6C2776D68F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5E6270-E76B-2AF0-7E4C-3BD51A8A1A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FF5D7E-B01B-AF8C-4CF2-72DC5932A4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89046A-43D3-5EF2-58C4-08092F759719}"/>
              </a:ext>
            </a:extLst>
          </p:cNvPr>
          <p:cNvSpPr>
            <a:spLocks noGrp="1"/>
          </p:cNvSpPr>
          <p:nvPr>
            <p:ph type="sldNum" sz="quarter" idx="5"/>
          </p:nvPr>
        </p:nvSpPr>
        <p:spPr/>
        <p:txBody>
          <a:bodyPr/>
          <a:lstStyle/>
          <a:p>
            <a:fld id="{C0E9560A-78B4-504A-9396-2AE516B1349B}" type="slidenum">
              <a:rPr lang="en-US" smtClean="0"/>
              <a:t>4</a:t>
            </a:fld>
            <a:endParaRPr lang="en-US"/>
          </a:p>
        </p:txBody>
      </p:sp>
    </p:spTree>
    <p:extLst>
      <p:ext uri="{BB962C8B-B14F-4D97-AF65-F5344CB8AC3E}">
        <p14:creationId xmlns:p14="http://schemas.microsoft.com/office/powerpoint/2010/main" val="38079039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409A1-31FC-91E9-950C-8B609EA7D2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97759F-B190-D801-10B0-D2010EB126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0B1B0D-0145-40A8-2B73-251DA07D76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A36BCC-9AFF-DF3E-89E5-BD91A91335B9}"/>
              </a:ext>
            </a:extLst>
          </p:cNvPr>
          <p:cNvSpPr>
            <a:spLocks noGrp="1"/>
          </p:cNvSpPr>
          <p:nvPr>
            <p:ph type="sldNum" sz="quarter" idx="5"/>
          </p:nvPr>
        </p:nvSpPr>
        <p:spPr/>
        <p:txBody>
          <a:bodyPr/>
          <a:lstStyle/>
          <a:p>
            <a:fld id="{C0E9560A-78B4-504A-9396-2AE516B1349B}" type="slidenum">
              <a:rPr lang="en-US" smtClean="0"/>
              <a:t>5</a:t>
            </a:fld>
            <a:endParaRPr lang="en-US"/>
          </a:p>
        </p:txBody>
      </p:sp>
    </p:spTree>
    <p:extLst>
      <p:ext uri="{BB962C8B-B14F-4D97-AF65-F5344CB8AC3E}">
        <p14:creationId xmlns:p14="http://schemas.microsoft.com/office/powerpoint/2010/main" val="15406937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91566-3ED9-2F1F-03BB-E37DE848C7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1FA35A-1E68-22A8-D6D7-411051BA6E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97FA70-A0A6-28D2-7147-98EEBFAF2C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81CF63-4462-6535-A759-9AC4DE5E59EF}"/>
              </a:ext>
            </a:extLst>
          </p:cNvPr>
          <p:cNvSpPr>
            <a:spLocks noGrp="1"/>
          </p:cNvSpPr>
          <p:nvPr>
            <p:ph type="sldNum" sz="quarter" idx="5"/>
          </p:nvPr>
        </p:nvSpPr>
        <p:spPr/>
        <p:txBody>
          <a:bodyPr/>
          <a:lstStyle/>
          <a:p>
            <a:fld id="{C0E9560A-78B4-504A-9396-2AE516B1349B}" type="slidenum">
              <a:rPr lang="en-US" smtClean="0"/>
              <a:t>6</a:t>
            </a:fld>
            <a:endParaRPr lang="en-US"/>
          </a:p>
        </p:txBody>
      </p:sp>
    </p:spTree>
    <p:extLst>
      <p:ext uri="{BB962C8B-B14F-4D97-AF65-F5344CB8AC3E}">
        <p14:creationId xmlns:p14="http://schemas.microsoft.com/office/powerpoint/2010/main" val="18851611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B2400-C93B-3211-8117-DE3EF39D76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7E4608-2890-4B95-00CB-3D175C7A39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613302-34BC-473B-7502-BA2FEB84F8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6AB1AA-A3F6-32BB-DC25-8F61A73B353B}"/>
              </a:ext>
            </a:extLst>
          </p:cNvPr>
          <p:cNvSpPr>
            <a:spLocks noGrp="1"/>
          </p:cNvSpPr>
          <p:nvPr>
            <p:ph type="sldNum" sz="quarter" idx="5"/>
          </p:nvPr>
        </p:nvSpPr>
        <p:spPr/>
        <p:txBody>
          <a:bodyPr/>
          <a:lstStyle/>
          <a:p>
            <a:fld id="{C0E9560A-78B4-504A-9396-2AE516B1349B}" type="slidenum">
              <a:rPr lang="en-US" smtClean="0"/>
              <a:t>7</a:t>
            </a:fld>
            <a:endParaRPr lang="en-US"/>
          </a:p>
        </p:txBody>
      </p:sp>
    </p:spTree>
    <p:extLst>
      <p:ext uri="{BB962C8B-B14F-4D97-AF65-F5344CB8AC3E}">
        <p14:creationId xmlns:p14="http://schemas.microsoft.com/office/powerpoint/2010/main" val="21018823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F1A12-EE58-9B7A-C67E-7C755A9A6D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2C5985-BBD7-47F0-8EDB-8E45F37676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D13ECB-7319-35E8-EB78-3EFED1C951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4DC06D-9DAE-48A4-ADBF-CB509DCA1A2A}"/>
              </a:ext>
            </a:extLst>
          </p:cNvPr>
          <p:cNvSpPr>
            <a:spLocks noGrp="1"/>
          </p:cNvSpPr>
          <p:nvPr>
            <p:ph type="sldNum" sz="quarter" idx="5"/>
          </p:nvPr>
        </p:nvSpPr>
        <p:spPr/>
        <p:txBody>
          <a:bodyPr/>
          <a:lstStyle/>
          <a:p>
            <a:fld id="{C0E9560A-78B4-504A-9396-2AE516B1349B}" type="slidenum">
              <a:rPr lang="en-US" smtClean="0"/>
              <a:t>8</a:t>
            </a:fld>
            <a:endParaRPr lang="en-US"/>
          </a:p>
        </p:txBody>
      </p:sp>
    </p:spTree>
    <p:extLst>
      <p:ext uri="{BB962C8B-B14F-4D97-AF65-F5344CB8AC3E}">
        <p14:creationId xmlns:p14="http://schemas.microsoft.com/office/powerpoint/2010/main" val="27193435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B95CB-7F79-8829-F328-ABABEA5B6D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DC7936-F87B-10C4-512A-D3F7A7C1EB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16093C-665F-5D92-E2B3-6FDD8686A6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DDD86E-7212-98CA-C419-861AD4CEF7D8}"/>
              </a:ext>
            </a:extLst>
          </p:cNvPr>
          <p:cNvSpPr>
            <a:spLocks noGrp="1"/>
          </p:cNvSpPr>
          <p:nvPr>
            <p:ph type="sldNum" sz="quarter" idx="5"/>
          </p:nvPr>
        </p:nvSpPr>
        <p:spPr/>
        <p:txBody>
          <a:bodyPr/>
          <a:lstStyle/>
          <a:p>
            <a:fld id="{C0E9560A-78B4-504A-9396-2AE516B1349B}" type="slidenum">
              <a:rPr lang="en-US" smtClean="0"/>
              <a:t>9</a:t>
            </a:fld>
            <a:endParaRPr lang="en-US"/>
          </a:p>
        </p:txBody>
      </p:sp>
    </p:spTree>
    <p:extLst>
      <p:ext uri="{BB962C8B-B14F-4D97-AF65-F5344CB8AC3E}">
        <p14:creationId xmlns:p14="http://schemas.microsoft.com/office/powerpoint/2010/main" val="3024168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74E19-4B80-5178-7FC3-940A0EA6E9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E6640E-1572-0891-1D42-FD7E81318D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5AA5DC-08D3-8E86-EAA6-6DCA781858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731298-5FD6-E4A9-E9DE-8B9959693FB2}"/>
              </a:ext>
            </a:extLst>
          </p:cNvPr>
          <p:cNvSpPr>
            <a:spLocks noGrp="1"/>
          </p:cNvSpPr>
          <p:nvPr>
            <p:ph type="sldNum" sz="quarter" idx="5"/>
          </p:nvPr>
        </p:nvSpPr>
        <p:spPr/>
        <p:txBody>
          <a:bodyPr/>
          <a:lstStyle/>
          <a:p>
            <a:fld id="{C0E9560A-78B4-504A-9396-2AE516B1349B}" type="slidenum">
              <a:rPr lang="en-US" smtClean="0"/>
              <a:t>10</a:t>
            </a:fld>
            <a:endParaRPr lang="en-US"/>
          </a:p>
        </p:txBody>
      </p:sp>
    </p:spTree>
    <p:extLst>
      <p:ext uri="{BB962C8B-B14F-4D97-AF65-F5344CB8AC3E}">
        <p14:creationId xmlns:p14="http://schemas.microsoft.com/office/powerpoint/2010/main" val="27964371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7CBBB-7DC5-9781-931C-9F999A9BFD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B5FF10-AFA4-E3FE-41A6-5CD533DC4C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C40509-213F-BF9F-0250-0EB3F47DEA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ED1BF8-5A6B-F1D3-297B-68B6C08FA43E}"/>
              </a:ext>
            </a:extLst>
          </p:cNvPr>
          <p:cNvSpPr>
            <a:spLocks noGrp="1"/>
          </p:cNvSpPr>
          <p:nvPr>
            <p:ph type="sldNum" sz="quarter" idx="5"/>
          </p:nvPr>
        </p:nvSpPr>
        <p:spPr/>
        <p:txBody>
          <a:bodyPr/>
          <a:lstStyle/>
          <a:p>
            <a:fld id="{C0E9560A-78B4-504A-9396-2AE516B1349B}" type="slidenum">
              <a:rPr lang="en-US" smtClean="0"/>
              <a:t>11</a:t>
            </a:fld>
            <a:endParaRPr lang="en-US"/>
          </a:p>
        </p:txBody>
      </p:sp>
    </p:spTree>
    <p:extLst>
      <p:ext uri="{BB962C8B-B14F-4D97-AF65-F5344CB8AC3E}">
        <p14:creationId xmlns:p14="http://schemas.microsoft.com/office/powerpoint/2010/main" val="39537612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3428C-F413-D0D3-CB62-DEE3AD258D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C409E2-1B50-D058-B3B8-1ED8C61693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F3C134-9779-9AA2-2C2D-8911992A5B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8BDC42-AEDD-6E5F-6BA0-3C18A62D2F0A}"/>
              </a:ext>
            </a:extLst>
          </p:cNvPr>
          <p:cNvSpPr>
            <a:spLocks noGrp="1"/>
          </p:cNvSpPr>
          <p:nvPr>
            <p:ph type="sldNum" sz="quarter" idx="5"/>
          </p:nvPr>
        </p:nvSpPr>
        <p:spPr/>
        <p:txBody>
          <a:bodyPr/>
          <a:lstStyle/>
          <a:p>
            <a:fld id="{C0E9560A-78B4-504A-9396-2AE516B1349B}" type="slidenum">
              <a:rPr lang="en-US" smtClean="0"/>
              <a:t>12</a:t>
            </a:fld>
            <a:endParaRPr lang="en-US"/>
          </a:p>
        </p:txBody>
      </p:sp>
    </p:spTree>
    <p:extLst>
      <p:ext uri="{BB962C8B-B14F-4D97-AF65-F5344CB8AC3E}">
        <p14:creationId xmlns:p14="http://schemas.microsoft.com/office/powerpoint/2010/main" val="39597692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1FFE6-F2EA-1C13-4DF6-44582FEF17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DC98D6-0445-AD51-EF29-52B717D279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D1449B-CFC8-FE53-0C90-9B94A1CDBF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3B87CC-BD59-FABF-E133-26CB4E4E32C9}"/>
              </a:ext>
            </a:extLst>
          </p:cNvPr>
          <p:cNvSpPr>
            <a:spLocks noGrp="1"/>
          </p:cNvSpPr>
          <p:nvPr>
            <p:ph type="sldNum" sz="quarter" idx="5"/>
          </p:nvPr>
        </p:nvSpPr>
        <p:spPr/>
        <p:txBody>
          <a:bodyPr/>
          <a:lstStyle/>
          <a:p>
            <a:fld id="{C0E9560A-78B4-504A-9396-2AE516B1349B}" type="slidenum">
              <a:rPr lang="en-US" smtClean="0"/>
              <a:t>13</a:t>
            </a:fld>
            <a:endParaRPr lang="en-US"/>
          </a:p>
        </p:txBody>
      </p:sp>
    </p:spTree>
    <p:extLst>
      <p:ext uri="{BB962C8B-B14F-4D97-AF65-F5344CB8AC3E}">
        <p14:creationId xmlns:p14="http://schemas.microsoft.com/office/powerpoint/2010/main" val="13587243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FCF80-53FC-0446-A697-3005362AE5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2F631E-8D13-7669-E2DA-08F6267BF7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4C8195-8075-2480-5E3C-FC4E618D97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C5D060-751F-4646-B561-0DD63CE332AD}"/>
              </a:ext>
            </a:extLst>
          </p:cNvPr>
          <p:cNvSpPr>
            <a:spLocks noGrp="1"/>
          </p:cNvSpPr>
          <p:nvPr>
            <p:ph type="sldNum" sz="quarter" idx="5"/>
          </p:nvPr>
        </p:nvSpPr>
        <p:spPr/>
        <p:txBody>
          <a:bodyPr/>
          <a:lstStyle/>
          <a:p>
            <a:fld id="{C0E9560A-78B4-504A-9396-2AE516B1349B}" type="slidenum">
              <a:rPr lang="en-US" smtClean="0"/>
              <a:t>14</a:t>
            </a:fld>
            <a:endParaRPr lang="en-US"/>
          </a:p>
        </p:txBody>
      </p:sp>
    </p:spTree>
    <p:extLst>
      <p:ext uri="{BB962C8B-B14F-4D97-AF65-F5344CB8AC3E}">
        <p14:creationId xmlns:p14="http://schemas.microsoft.com/office/powerpoint/2010/main" val="16110152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28BDE-E6C6-92AA-BD4B-EADCD35D9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909783-9EA7-2F66-D743-7592B28F35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0209CC-8F41-3733-5D4F-D09BBDE028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535C9D-366C-90BC-DD2A-4B8AEDE08D6A}"/>
              </a:ext>
            </a:extLst>
          </p:cNvPr>
          <p:cNvSpPr>
            <a:spLocks noGrp="1"/>
          </p:cNvSpPr>
          <p:nvPr>
            <p:ph type="sldNum" sz="quarter" idx="5"/>
          </p:nvPr>
        </p:nvSpPr>
        <p:spPr/>
        <p:txBody>
          <a:bodyPr/>
          <a:lstStyle/>
          <a:p>
            <a:fld id="{C0E9560A-78B4-504A-9396-2AE516B1349B}" type="slidenum">
              <a:rPr lang="en-US" smtClean="0"/>
              <a:t>15</a:t>
            </a:fld>
            <a:endParaRPr lang="en-US"/>
          </a:p>
        </p:txBody>
      </p:sp>
    </p:spTree>
    <p:extLst>
      <p:ext uri="{BB962C8B-B14F-4D97-AF65-F5344CB8AC3E}">
        <p14:creationId xmlns:p14="http://schemas.microsoft.com/office/powerpoint/2010/main" val="26614887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255C7-CD5B-2E67-5E71-15E360EACA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11DD6C-762B-F629-2CA0-E2F705F3EA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4637C3-372E-F7E3-C7F4-49D7F351CA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23577C-C6F7-C66F-9D82-1DB5CEC8FC6D}"/>
              </a:ext>
            </a:extLst>
          </p:cNvPr>
          <p:cNvSpPr>
            <a:spLocks noGrp="1"/>
          </p:cNvSpPr>
          <p:nvPr>
            <p:ph type="sldNum" sz="quarter" idx="5"/>
          </p:nvPr>
        </p:nvSpPr>
        <p:spPr/>
        <p:txBody>
          <a:bodyPr/>
          <a:lstStyle/>
          <a:p>
            <a:fld id="{C0E9560A-78B4-504A-9396-2AE516B1349B}" type="slidenum">
              <a:rPr lang="en-US" smtClean="0"/>
              <a:t>16</a:t>
            </a:fld>
            <a:endParaRPr lang="en-US"/>
          </a:p>
        </p:txBody>
      </p:sp>
    </p:spTree>
    <p:extLst>
      <p:ext uri="{BB962C8B-B14F-4D97-AF65-F5344CB8AC3E}">
        <p14:creationId xmlns:p14="http://schemas.microsoft.com/office/powerpoint/2010/main" val="21350991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77E58-16BE-82AA-D718-5152364FCA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06E517-4E84-31FD-EB40-4672E7D732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E65602-8FA2-2609-B426-2E05880E26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281B19-84BE-FEC5-2742-2009EA06A151}"/>
              </a:ext>
            </a:extLst>
          </p:cNvPr>
          <p:cNvSpPr>
            <a:spLocks noGrp="1"/>
          </p:cNvSpPr>
          <p:nvPr>
            <p:ph type="sldNum" sz="quarter" idx="5"/>
          </p:nvPr>
        </p:nvSpPr>
        <p:spPr/>
        <p:txBody>
          <a:bodyPr/>
          <a:lstStyle/>
          <a:p>
            <a:fld id="{C0E9560A-78B4-504A-9396-2AE516B1349B}" type="slidenum">
              <a:rPr lang="en-US" smtClean="0"/>
              <a:t>17</a:t>
            </a:fld>
            <a:endParaRPr lang="en-US"/>
          </a:p>
        </p:txBody>
      </p:sp>
    </p:spTree>
    <p:extLst>
      <p:ext uri="{BB962C8B-B14F-4D97-AF65-F5344CB8AC3E}">
        <p14:creationId xmlns:p14="http://schemas.microsoft.com/office/powerpoint/2010/main" val="27989096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D50A3-EE3B-6FC1-10CD-4DA6B9378D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AE4F42-B8F8-63E1-6DEE-968A869BFA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5671E0-70E5-94E1-66BE-0CABD8D65A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B518D5-6754-5EEC-DDFC-671EEF34CBB9}"/>
              </a:ext>
            </a:extLst>
          </p:cNvPr>
          <p:cNvSpPr>
            <a:spLocks noGrp="1"/>
          </p:cNvSpPr>
          <p:nvPr>
            <p:ph type="sldNum" sz="quarter" idx="5"/>
          </p:nvPr>
        </p:nvSpPr>
        <p:spPr/>
        <p:txBody>
          <a:bodyPr/>
          <a:lstStyle/>
          <a:p>
            <a:fld id="{C0E9560A-78B4-504A-9396-2AE516B1349B}" type="slidenum">
              <a:rPr lang="en-US" smtClean="0"/>
              <a:t>18</a:t>
            </a:fld>
            <a:endParaRPr lang="en-US"/>
          </a:p>
        </p:txBody>
      </p:sp>
    </p:spTree>
    <p:extLst>
      <p:ext uri="{BB962C8B-B14F-4D97-AF65-F5344CB8AC3E}">
        <p14:creationId xmlns:p14="http://schemas.microsoft.com/office/powerpoint/2010/main" val="13709733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B7F98-6693-D60D-C428-85C4941247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9644F7-DFB0-7928-AB39-B140AC64FB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46BB19-A966-7D80-B2D9-E8009A346C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97C4A2-EF96-A190-6700-39C617D972A8}"/>
              </a:ext>
            </a:extLst>
          </p:cNvPr>
          <p:cNvSpPr>
            <a:spLocks noGrp="1"/>
          </p:cNvSpPr>
          <p:nvPr>
            <p:ph type="sldNum" sz="quarter" idx="5"/>
          </p:nvPr>
        </p:nvSpPr>
        <p:spPr/>
        <p:txBody>
          <a:bodyPr/>
          <a:lstStyle/>
          <a:p>
            <a:fld id="{C0E9560A-78B4-504A-9396-2AE516B1349B}" type="slidenum">
              <a:rPr lang="en-US" smtClean="0"/>
              <a:t>19</a:t>
            </a:fld>
            <a:endParaRPr lang="en-US"/>
          </a:p>
        </p:txBody>
      </p:sp>
    </p:spTree>
    <p:extLst>
      <p:ext uri="{BB962C8B-B14F-4D97-AF65-F5344CB8AC3E}">
        <p14:creationId xmlns:p14="http://schemas.microsoft.com/office/powerpoint/2010/main" val="8225856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9561A-F78E-9DF4-9196-EF8DFC55CC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1DD863-EFBB-187E-3571-8821E510C5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989FF1-1FD9-82E2-D2B7-AC7BFE8254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86F04B-37A8-6E63-6EBE-BA9C811524E8}"/>
              </a:ext>
            </a:extLst>
          </p:cNvPr>
          <p:cNvSpPr>
            <a:spLocks noGrp="1"/>
          </p:cNvSpPr>
          <p:nvPr>
            <p:ph type="sldNum" sz="quarter" idx="5"/>
          </p:nvPr>
        </p:nvSpPr>
        <p:spPr/>
        <p:txBody>
          <a:bodyPr/>
          <a:lstStyle/>
          <a:p>
            <a:fld id="{C0E9560A-78B4-504A-9396-2AE516B1349B}" type="slidenum">
              <a:rPr lang="en-US" smtClean="0"/>
              <a:t>20</a:t>
            </a:fld>
            <a:endParaRPr lang="en-US"/>
          </a:p>
        </p:txBody>
      </p:sp>
    </p:spTree>
    <p:extLst>
      <p:ext uri="{BB962C8B-B14F-4D97-AF65-F5344CB8AC3E}">
        <p14:creationId xmlns:p14="http://schemas.microsoft.com/office/powerpoint/2010/main" val="21644975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9D4DE-DE69-B022-C896-922F7CA7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B06DB8-E726-BD0C-B3F0-3E88EB028D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1D33BB-D7A8-E430-75B1-1756512962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3A7551-B309-C77D-F769-5257FFD57CF2}"/>
              </a:ext>
            </a:extLst>
          </p:cNvPr>
          <p:cNvSpPr>
            <a:spLocks noGrp="1"/>
          </p:cNvSpPr>
          <p:nvPr>
            <p:ph type="sldNum" sz="quarter" idx="5"/>
          </p:nvPr>
        </p:nvSpPr>
        <p:spPr/>
        <p:txBody>
          <a:bodyPr/>
          <a:lstStyle/>
          <a:p>
            <a:fld id="{C0E9560A-78B4-504A-9396-2AE516B1349B}" type="slidenum">
              <a:rPr lang="en-US" smtClean="0"/>
              <a:t>21</a:t>
            </a:fld>
            <a:endParaRPr lang="en-US"/>
          </a:p>
        </p:txBody>
      </p:sp>
    </p:spTree>
    <p:extLst>
      <p:ext uri="{BB962C8B-B14F-4D97-AF65-F5344CB8AC3E}">
        <p14:creationId xmlns:p14="http://schemas.microsoft.com/office/powerpoint/2010/main" val="37816944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C7036-0BCF-6C64-2F3B-0117C91AB9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D4DA83-EFAB-FD1F-3B5D-47884E277F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2A393C-7833-BE3C-8356-D3B5E9B753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27C31C-4270-C3F9-72AC-0766767B3549}"/>
              </a:ext>
            </a:extLst>
          </p:cNvPr>
          <p:cNvSpPr>
            <a:spLocks noGrp="1"/>
          </p:cNvSpPr>
          <p:nvPr>
            <p:ph type="sldNum" sz="quarter" idx="5"/>
          </p:nvPr>
        </p:nvSpPr>
        <p:spPr/>
        <p:txBody>
          <a:bodyPr/>
          <a:lstStyle/>
          <a:p>
            <a:fld id="{C0E9560A-78B4-504A-9396-2AE516B1349B}" type="slidenum">
              <a:rPr lang="en-US" smtClean="0"/>
              <a:t>22</a:t>
            </a:fld>
            <a:endParaRPr lang="en-US"/>
          </a:p>
        </p:txBody>
      </p:sp>
    </p:spTree>
    <p:extLst>
      <p:ext uri="{BB962C8B-B14F-4D97-AF65-F5344CB8AC3E}">
        <p14:creationId xmlns:p14="http://schemas.microsoft.com/office/powerpoint/2010/main" val="564075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F0E9B-8B60-0B16-8BAD-02A5D54740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D809E-4AF4-5914-83E6-1B2AD7D0BA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9B86F5-75E0-AD27-97D9-FBD62AE9B8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211A00-7564-E25B-B870-D078BBA9F192}"/>
              </a:ext>
            </a:extLst>
          </p:cNvPr>
          <p:cNvSpPr>
            <a:spLocks noGrp="1"/>
          </p:cNvSpPr>
          <p:nvPr>
            <p:ph type="sldNum" sz="quarter" idx="5"/>
          </p:nvPr>
        </p:nvSpPr>
        <p:spPr/>
        <p:txBody>
          <a:bodyPr/>
          <a:lstStyle/>
          <a:p>
            <a:fld id="{C0E9560A-78B4-504A-9396-2AE516B1349B}" type="slidenum">
              <a:rPr lang="en-US" smtClean="0"/>
              <a:t>23</a:t>
            </a:fld>
            <a:endParaRPr lang="en-US"/>
          </a:p>
        </p:txBody>
      </p:sp>
    </p:spTree>
    <p:extLst>
      <p:ext uri="{BB962C8B-B14F-4D97-AF65-F5344CB8AC3E}">
        <p14:creationId xmlns:p14="http://schemas.microsoft.com/office/powerpoint/2010/main" val="2831493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4B6A0-C564-AF9C-9824-6364600F88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E05808-CDD3-E658-7E03-29C2087F26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98B524-E309-E73A-E839-FB8FF4CDA4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039BC1-B8FB-F3E2-414B-2E09069D4F99}"/>
              </a:ext>
            </a:extLst>
          </p:cNvPr>
          <p:cNvSpPr>
            <a:spLocks noGrp="1"/>
          </p:cNvSpPr>
          <p:nvPr>
            <p:ph type="sldNum" sz="quarter" idx="5"/>
          </p:nvPr>
        </p:nvSpPr>
        <p:spPr/>
        <p:txBody>
          <a:bodyPr/>
          <a:lstStyle/>
          <a:p>
            <a:fld id="{C0E9560A-78B4-504A-9396-2AE516B1349B}" type="slidenum">
              <a:rPr lang="en-US" smtClean="0"/>
              <a:t>24</a:t>
            </a:fld>
            <a:endParaRPr lang="en-US"/>
          </a:p>
        </p:txBody>
      </p:sp>
    </p:spTree>
    <p:extLst>
      <p:ext uri="{BB962C8B-B14F-4D97-AF65-F5344CB8AC3E}">
        <p14:creationId xmlns:p14="http://schemas.microsoft.com/office/powerpoint/2010/main" val="28997462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DA508-D258-2466-9790-3BE75036B0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CE2C28-AA4F-8B96-E587-F2D2A198D2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17D4A6-33E2-B568-A16E-5B51F2A43D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8E1E0A-0F79-F6D7-35F9-7CC6206C5949}"/>
              </a:ext>
            </a:extLst>
          </p:cNvPr>
          <p:cNvSpPr>
            <a:spLocks noGrp="1"/>
          </p:cNvSpPr>
          <p:nvPr>
            <p:ph type="sldNum" sz="quarter" idx="5"/>
          </p:nvPr>
        </p:nvSpPr>
        <p:spPr/>
        <p:txBody>
          <a:bodyPr/>
          <a:lstStyle/>
          <a:p>
            <a:fld id="{C0E9560A-78B4-504A-9396-2AE516B1349B}" type="slidenum">
              <a:rPr lang="en-US" smtClean="0"/>
              <a:t>25</a:t>
            </a:fld>
            <a:endParaRPr lang="en-US"/>
          </a:p>
        </p:txBody>
      </p:sp>
    </p:spTree>
    <p:extLst>
      <p:ext uri="{BB962C8B-B14F-4D97-AF65-F5344CB8AC3E}">
        <p14:creationId xmlns:p14="http://schemas.microsoft.com/office/powerpoint/2010/main" val="41895637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90013-BD6B-8957-001C-5D3E902283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9FDB4-34DE-B35A-8C5B-6577ACACC4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6DABC4-022F-4D54-CAB4-885F4E3B16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93F312-7C83-8527-11AA-26CBF74DA6FA}"/>
              </a:ext>
            </a:extLst>
          </p:cNvPr>
          <p:cNvSpPr>
            <a:spLocks noGrp="1"/>
          </p:cNvSpPr>
          <p:nvPr>
            <p:ph type="sldNum" sz="quarter" idx="5"/>
          </p:nvPr>
        </p:nvSpPr>
        <p:spPr/>
        <p:txBody>
          <a:bodyPr/>
          <a:lstStyle/>
          <a:p>
            <a:fld id="{C0E9560A-78B4-504A-9396-2AE516B1349B}" type="slidenum">
              <a:rPr lang="en-US" smtClean="0"/>
              <a:t>26</a:t>
            </a:fld>
            <a:endParaRPr lang="en-US"/>
          </a:p>
        </p:txBody>
      </p:sp>
    </p:spTree>
    <p:extLst>
      <p:ext uri="{BB962C8B-B14F-4D97-AF65-F5344CB8AC3E}">
        <p14:creationId xmlns:p14="http://schemas.microsoft.com/office/powerpoint/2010/main" val="19876257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C9E2A-24CA-8155-7C81-28321E9AA9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60248C-E2A4-617F-1AE3-B539AAB3D9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85B73C-FE5B-4797-FD8A-9037F06B71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2B59AE-4867-7542-D155-0BD1C6420350}"/>
              </a:ext>
            </a:extLst>
          </p:cNvPr>
          <p:cNvSpPr>
            <a:spLocks noGrp="1"/>
          </p:cNvSpPr>
          <p:nvPr>
            <p:ph type="sldNum" sz="quarter" idx="5"/>
          </p:nvPr>
        </p:nvSpPr>
        <p:spPr/>
        <p:txBody>
          <a:bodyPr/>
          <a:lstStyle/>
          <a:p>
            <a:fld id="{C0E9560A-78B4-504A-9396-2AE516B1349B}" type="slidenum">
              <a:rPr lang="en-US" smtClean="0"/>
              <a:t>27</a:t>
            </a:fld>
            <a:endParaRPr lang="en-US"/>
          </a:p>
        </p:txBody>
      </p:sp>
    </p:spTree>
    <p:extLst>
      <p:ext uri="{BB962C8B-B14F-4D97-AF65-F5344CB8AC3E}">
        <p14:creationId xmlns:p14="http://schemas.microsoft.com/office/powerpoint/2010/main" val="20571681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B79ED-6C40-CFB2-6A18-1DD23DA114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E3C1E6-9C47-466C-8F64-B759B189FC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94941D-A7C0-2EB4-8459-6582A214BD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8038AB-0645-D40D-702C-AB1302C7A96A}"/>
              </a:ext>
            </a:extLst>
          </p:cNvPr>
          <p:cNvSpPr>
            <a:spLocks noGrp="1"/>
          </p:cNvSpPr>
          <p:nvPr>
            <p:ph type="sldNum" sz="quarter" idx="5"/>
          </p:nvPr>
        </p:nvSpPr>
        <p:spPr/>
        <p:txBody>
          <a:bodyPr/>
          <a:lstStyle/>
          <a:p>
            <a:fld id="{C0E9560A-78B4-504A-9396-2AE516B1349B}" type="slidenum">
              <a:rPr lang="en-US" smtClean="0"/>
              <a:t>28</a:t>
            </a:fld>
            <a:endParaRPr lang="en-US"/>
          </a:p>
        </p:txBody>
      </p:sp>
    </p:spTree>
    <p:extLst>
      <p:ext uri="{BB962C8B-B14F-4D97-AF65-F5344CB8AC3E}">
        <p14:creationId xmlns:p14="http://schemas.microsoft.com/office/powerpoint/2010/main" val="10582228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2837F-DAC7-23E1-2B66-F9EEDFA888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60A41C-4740-1CD7-7521-7B8A6B794F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446BC6-6FBB-25FA-447C-9FDDA54808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F5AE06-6F28-764B-D600-D2F7300D8B04}"/>
              </a:ext>
            </a:extLst>
          </p:cNvPr>
          <p:cNvSpPr>
            <a:spLocks noGrp="1"/>
          </p:cNvSpPr>
          <p:nvPr>
            <p:ph type="sldNum" sz="quarter" idx="5"/>
          </p:nvPr>
        </p:nvSpPr>
        <p:spPr/>
        <p:txBody>
          <a:bodyPr/>
          <a:lstStyle/>
          <a:p>
            <a:fld id="{C0E9560A-78B4-504A-9396-2AE516B1349B}" type="slidenum">
              <a:rPr lang="en-US" smtClean="0"/>
              <a:t>29</a:t>
            </a:fld>
            <a:endParaRPr lang="en-US"/>
          </a:p>
        </p:txBody>
      </p:sp>
    </p:spTree>
    <p:extLst>
      <p:ext uri="{BB962C8B-B14F-4D97-AF65-F5344CB8AC3E}">
        <p14:creationId xmlns:p14="http://schemas.microsoft.com/office/powerpoint/2010/main" val="29508205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5C909-74CD-D22B-CCA8-F0B7245AAD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0F1B13-DFB7-EB6E-2026-F1F755EE68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3AA544-46C5-0A1D-4FD1-520296F320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5751EA-3C1D-7D8F-2E3C-1367E1E68C38}"/>
              </a:ext>
            </a:extLst>
          </p:cNvPr>
          <p:cNvSpPr>
            <a:spLocks noGrp="1"/>
          </p:cNvSpPr>
          <p:nvPr>
            <p:ph type="sldNum" sz="quarter" idx="5"/>
          </p:nvPr>
        </p:nvSpPr>
        <p:spPr/>
        <p:txBody>
          <a:bodyPr/>
          <a:lstStyle/>
          <a:p>
            <a:fld id="{C0E9560A-78B4-504A-9396-2AE516B1349B}" type="slidenum">
              <a:rPr lang="en-US" smtClean="0"/>
              <a:t>30</a:t>
            </a:fld>
            <a:endParaRPr lang="en-US"/>
          </a:p>
        </p:txBody>
      </p:sp>
    </p:spTree>
    <p:extLst>
      <p:ext uri="{BB962C8B-B14F-4D97-AF65-F5344CB8AC3E}">
        <p14:creationId xmlns:p14="http://schemas.microsoft.com/office/powerpoint/2010/main" val="39561557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B119A-98F3-0B39-E9AF-AFCEAD21DA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F80AAD-FD78-88C0-0BB2-20466DC4E5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BE4DA8-CBE1-4AD0-C62D-648E9D999D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8039C7-5209-DA95-F4D2-1D37BCA78091}"/>
              </a:ext>
            </a:extLst>
          </p:cNvPr>
          <p:cNvSpPr>
            <a:spLocks noGrp="1"/>
          </p:cNvSpPr>
          <p:nvPr>
            <p:ph type="sldNum" sz="quarter" idx="5"/>
          </p:nvPr>
        </p:nvSpPr>
        <p:spPr/>
        <p:txBody>
          <a:bodyPr/>
          <a:lstStyle/>
          <a:p>
            <a:fld id="{C0E9560A-78B4-504A-9396-2AE516B1349B}" type="slidenum">
              <a:rPr lang="en-US" smtClean="0"/>
              <a:t>31</a:t>
            </a:fld>
            <a:endParaRPr lang="en-US"/>
          </a:p>
        </p:txBody>
      </p:sp>
    </p:spTree>
    <p:extLst>
      <p:ext uri="{BB962C8B-B14F-4D97-AF65-F5344CB8AC3E}">
        <p14:creationId xmlns:p14="http://schemas.microsoft.com/office/powerpoint/2010/main" val="36411026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B4668-AB4E-520C-E365-E92540DC8D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3AF02C-B067-0BC7-C07A-FC8FF588EB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365852-2C07-3890-1F77-9F7D87ACC3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5E1254-2E8C-74CC-DF2C-FD5377041156}"/>
              </a:ext>
            </a:extLst>
          </p:cNvPr>
          <p:cNvSpPr>
            <a:spLocks noGrp="1"/>
          </p:cNvSpPr>
          <p:nvPr>
            <p:ph type="sldNum" sz="quarter" idx="5"/>
          </p:nvPr>
        </p:nvSpPr>
        <p:spPr/>
        <p:txBody>
          <a:bodyPr/>
          <a:lstStyle/>
          <a:p>
            <a:fld id="{C0E9560A-78B4-504A-9396-2AE516B1349B}" type="slidenum">
              <a:rPr lang="en-US" smtClean="0"/>
              <a:t>32</a:t>
            </a:fld>
            <a:endParaRPr lang="en-US"/>
          </a:p>
        </p:txBody>
      </p:sp>
    </p:spTree>
    <p:extLst>
      <p:ext uri="{BB962C8B-B14F-4D97-AF65-F5344CB8AC3E}">
        <p14:creationId xmlns:p14="http://schemas.microsoft.com/office/powerpoint/2010/main" val="6408328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62E88-C53E-A35D-0161-64240C31FD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450527-60DC-EFDC-0C4D-E88D1843B7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ACC77C-DF53-C3FC-BD64-5A7EC6BF67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426F7C-B640-A73F-B66D-8AC2A1DBC1F7}"/>
              </a:ext>
            </a:extLst>
          </p:cNvPr>
          <p:cNvSpPr>
            <a:spLocks noGrp="1"/>
          </p:cNvSpPr>
          <p:nvPr>
            <p:ph type="sldNum" sz="quarter" idx="5"/>
          </p:nvPr>
        </p:nvSpPr>
        <p:spPr/>
        <p:txBody>
          <a:bodyPr/>
          <a:lstStyle/>
          <a:p>
            <a:fld id="{C0E9560A-78B4-504A-9396-2AE516B1349B}" type="slidenum">
              <a:rPr lang="en-US" smtClean="0"/>
              <a:t>33</a:t>
            </a:fld>
            <a:endParaRPr lang="en-US"/>
          </a:p>
        </p:txBody>
      </p:sp>
    </p:spTree>
    <p:extLst>
      <p:ext uri="{BB962C8B-B14F-4D97-AF65-F5344CB8AC3E}">
        <p14:creationId xmlns:p14="http://schemas.microsoft.com/office/powerpoint/2010/main" val="1147663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5286F-5DE6-6C85-3D68-697CA76947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D5552-B817-DB0C-7257-E4165AB633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1F777C-CD40-E52E-3204-19E4F2999F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905C03-2EFB-F8F0-8BF4-EF3A29FCA7D4}"/>
              </a:ext>
            </a:extLst>
          </p:cNvPr>
          <p:cNvSpPr>
            <a:spLocks noGrp="1"/>
          </p:cNvSpPr>
          <p:nvPr>
            <p:ph type="sldNum" sz="quarter" idx="5"/>
          </p:nvPr>
        </p:nvSpPr>
        <p:spPr/>
        <p:txBody>
          <a:bodyPr/>
          <a:lstStyle/>
          <a:p>
            <a:fld id="{C0E9560A-78B4-504A-9396-2AE516B1349B}" type="slidenum">
              <a:rPr lang="en-US" smtClean="0"/>
              <a:t>34</a:t>
            </a:fld>
            <a:endParaRPr lang="en-US"/>
          </a:p>
        </p:txBody>
      </p:sp>
    </p:spTree>
    <p:extLst>
      <p:ext uri="{BB962C8B-B14F-4D97-AF65-F5344CB8AC3E}">
        <p14:creationId xmlns:p14="http://schemas.microsoft.com/office/powerpoint/2010/main" val="5161934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ACF5C-B4F2-A773-8F89-DD7F16DEBC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3F1F55-0F22-5D9E-0D2D-D1851CE2C6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23B43E-5E63-DE19-E4A2-2DF9217FB1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E89F31-9F93-C9A1-E495-46DA0AC45E60}"/>
              </a:ext>
            </a:extLst>
          </p:cNvPr>
          <p:cNvSpPr>
            <a:spLocks noGrp="1"/>
          </p:cNvSpPr>
          <p:nvPr>
            <p:ph type="sldNum" sz="quarter" idx="5"/>
          </p:nvPr>
        </p:nvSpPr>
        <p:spPr/>
        <p:txBody>
          <a:bodyPr/>
          <a:lstStyle/>
          <a:p>
            <a:fld id="{C0E9560A-78B4-504A-9396-2AE516B1349B}" type="slidenum">
              <a:rPr lang="en-US" smtClean="0"/>
              <a:t>35</a:t>
            </a:fld>
            <a:endParaRPr lang="en-US"/>
          </a:p>
        </p:txBody>
      </p:sp>
    </p:spTree>
    <p:extLst>
      <p:ext uri="{BB962C8B-B14F-4D97-AF65-F5344CB8AC3E}">
        <p14:creationId xmlns:p14="http://schemas.microsoft.com/office/powerpoint/2010/main" val="15534641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F59F9-99CD-E05C-4454-29103509F6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5349DE-3A5D-A9DA-D875-967E0817C8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74505F-570D-5881-0DBD-F5D4258D18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D50E9A-95BC-7DA6-225F-F7C7ED799E53}"/>
              </a:ext>
            </a:extLst>
          </p:cNvPr>
          <p:cNvSpPr>
            <a:spLocks noGrp="1"/>
          </p:cNvSpPr>
          <p:nvPr>
            <p:ph type="sldNum" sz="quarter" idx="5"/>
          </p:nvPr>
        </p:nvSpPr>
        <p:spPr/>
        <p:txBody>
          <a:bodyPr/>
          <a:lstStyle/>
          <a:p>
            <a:fld id="{C0E9560A-78B4-504A-9396-2AE516B1349B}" type="slidenum">
              <a:rPr lang="en-US" smtClean="0"/>
              <a:t>36</a:t>
            </a:fld>
            <a:endParaRPr lang="en-US"/>
          </a:p>
        </p:txBody>
      </p:sp>
    </p:spTree>
    <p:extLst>
      <p:ext uri="{BB962C8B-B14F-4D97-AF65-F5344CB8AC3E}">
        <p14:creationId xmlns:p14="http://schemas.microsoft.com/office/powerpoint/2010/main" val="33517699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A0CF6-0A50-686F-BED5-AB31AD4FE3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57EAFC-753F-598D-28DD-FBBF239747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4EF257-106D-E691-8AC6-0764A58004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F0509A-A5B8-3B5D-7685-12E4817A151C}"/>
              </a:ext>
            </a:extLst>
          </p:cNvPr>
          <p:cNvSpPr>
            <a:spLocks noGrp="1"/>
          </p:cNvSpPr>
          <p:nvPr>
            <p:ph type="sldNum" sz="quarter" idx="5"/>
          </p:nvPr>
        </p:nvSpPr>
        <p:spPr/>
        <p:txBody>
          <a:bodyPr/>
          <a:lstStyle/>
          <a:p>
            <a:fld id="{C0E9560A-78B4-504A-9396-2AE516B1349B}" type="slidenum">
              <a:rPr lang="en-US" smtClean="0"/>
              <a:t>37</a:t>
            </a:fld>
            <a:endParaRPr lang="en-US"/>
          </a:p>
        </p:txBody>
      </p:sp>
    </p:spTree>
    <p:extLst>
      <p:ext uri="{BB962C8B-B14F-4D97-AF65-F5344CB8AC3E}">
        <p14:creationId xmlns:p14="http://schemas.microsoft.com/office/powerpoint/2010/main" val="38653227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261B7-B940-5AB1-B606-202EFF2981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67A545-7E03-988C-0BAF-6D7C57E8E2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1C5408-A888-6154-A30F-801586267A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89E3DE-43B7-8B48-E45F-609D6584D328}"/>
              </a:ext>
            </a:extLst>
          </p:cNvPr>
          <p:cNvSpPr>
            <a:spLocks noGrp="1"/>
          </p:cNvSpPr>
          <p:nvPr>
            <p:ph type="sldNum" sz="quarter" idx="5"/>
          </p:nvPr>
        </p:nvSpPr>
        <p:spPr/>
        <p:txBody>
          <a:bodyPr/>
          <a:lstStyle/>
          <a:p>
            <a:fld id="{C0E9560A-78B4-504A-9396-2AE516B1349B}" type="slidenum">
              <a:rPr lang="en-US" smtClean="0"/>
              <a:t>38</a:t>
            </a:fld>
            <a:endParaRPr lang="en-US"/>
          </a:p>
        </p:txBody>
      </p:sp>
    </p:spTree>
    <p:extLst>
      <p:ext uri="{BB962C8B-B14F-4D97-AF65-F5344CB8AC3E}">
        <p14:creationId xmlns:p14="http://schemas.microsoft.com/office/powerpoint/2010/main" val="8257655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553B4-2E3E-891F-49F0-288049B519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00D681-AEF7-F75F-5FDC-2F712AB9D2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FAFF19-7200-5DD5-72D1-A96736D13A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CD4FC6-A42F-7970-6FF4-378D94D425D8}"/>
              </a:ext>
            </a:extLst>
          </p:cNvPr>
          <p:cNvSpPr>
            <a:spLocks noGrp="1"/>
          </p:cNvSpPr>
          <p:nvPr>
            <p:ph type="sldNum" sz="quarter" idx="5"/>
          </p:nvPr>
        </p:nvSpPr>
        <p:spPr/>
        <p:txBody>
          <a:bodyPr/>
          <a:lstStyle/>
          <a:p>
            <a:fld id="{C0E9560A-78B4-504A-9396-2AE516B1349B}" type="slidenum">
              <a:rPr lang="en-US" smtClean="0"/>
              <a:t>39</a:t>
            </a:fld>
            <a:endParaRPr lang="en-US"/>
          </a:p>
        </p:txBody>
      </p:sp>
    </p:spTree>
    <p:extLst>
      <p:ext uri="{BB962C8B-B14F-4D97-AF65-F5344CB8AC3E}">
        <p14:creationId xmlns:p14="http://schemas.microsoft.com/office/powerpoint/2010/main" val="29692160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C5397-B603-6499-6F34-895479287C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AE3561-D800-270C-62EB-B1E793470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13531D-59D0-17AF-9CDE-AF83C5A87C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041E30-7D32-F136-AA8E-63FF7850C53D}"/>
              </a:ext>
            </a:extLst>
          </p:cNvPr>
          <p:cNvSpPr>
            <a:spLocks noGrp="1"/>
          </p:cNvSpPr>
          <p:nvPr>
            <p:ph type="sldNum" sz="quarter" idx="5"/>
          </p:nvPr>
        </p:nvSpPr>
        <p:spPr/>
        <p:txBody>
          <a:bodyPr/>
          <a:lstStyle/>
          <a:p>
            <a:fld id="{C0E9560A-78B4-504A-9396-2AE516B1349B}" type="slidenum">
              <a:rPr lang="en-US" smtClean="0"/>
              <a:t>40</a:t>
            </a:fld>
            <a:endParaRPr lang="en-US"/>
          </a:p>
        </p:txBody>
      </p:sp>
    </p:spTree>
    <p:extLst>
      <p:ext uri="{BB962C8B-B14F-4D97-AF65-F5344CB8AC3E}">
        <p14:creationId xmlns:p14="http://schemas.microsoft.com/office/powerpoint/2010/main" val="41128598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5D91B-3504-CDEA-86A8-06E7648C2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B18477-AF68-25FC-E822-18902EF1B7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8AF0CC-25C5-22B8-847A-EC8F15A126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84D72D-AF74-812D-3AFA-471FDEE14995}"/>
              </a:ext>
            </a:extLst>
          </p:cNvPr>
          <p:cNvSpPr>
            <a:spLocks noGrp="1"/>
          </p:cNvSpPr>
          <p:nvPr>
            <p:ph type="sldNum" sz="quarter" idx="5"/>
          </p:nvPr>
        </p:nvSpPr>
        <p:spPr/>
        <p:txBody>
          <a:bodyPr/>
          <a:lstStyle/>
          <a:p>
            <a:fld id="{C0E9560A-78B4-504A-9396-2AE516B1349B}" type="slidenum">
              <a:rPr lang="en-US" smtClean="0"/>
              <a:t>41</a:t>
            </a:fld>
            <a:endParaRPr lang="en-US"/>
          </a:p>
        </p:txBody>
      </p:sp>
    </p:spTree>
    <p:extLst>
      <p:ext uri="{BB962C8B-B14F-4D97-AF65-F5344CB8AC3E}">
        <p14:creationId xmlns:p14="http://schemas.microsoft.com/office/powerpoint/2010/main" val="4463958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476AD-197C-08C0-BE5C-FFDA33C77A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7AD7D6-5496-8745-8F9D-152D2B0F6C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3F71EB-A43B-8B9A-B70A-BCC0110A1C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8BB76F-0A02-D6EC-4E71-29D9FBFE5A51}"/>
              </a:ext>
            </a:extLst>
          </p:cNvPr>
          <p:cNvSpPr>
            <a:spLocks noGrp="1"/>
          </p:cNvSpPr>
          <p:nvPr>
            <p:ph type="sldNum" sz="quarter" idx="5"/>
          </p:nvPr>
        </p:nvSpPr>
        <p:spPr/>
        <p:txBody>
          <a:bodyPr/>
          <a:lstStyle/>
          <a:p>
            <a:fld id="{C0E9560A-78B4-504A-9396-2AE516B1349B}" type="slidenum">
              <a:rPr lang="en-US" smtClean="0"/>
              <a:t>42</a:t>
            </a:fld>
            <a:endParaRPr lang="en-US"/>
          </a:p>
        </p:txBody>
      </p:sp>
    </p:spTree>
    <p:extLst>
      <p:ext uri="{BB962C8B-B14F-4D97-AF65-F5344CB8AC3E}">
        <p14:creationId xmlns:p14="http://schemas.microsoft.com/office/powerpoint/2010/main" val="92839084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FBDB6-1942-A324-35AE-2A6203663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980812-B2FB-CCE3-F5BC-FB53D7D47F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E8B3A8-89E8-99F8-C066-5F90F7D290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F92836-B96C-D468-0098-49CD6E27EE43}"/>
              </a:ext>
            </a:extLst>
          </p:cNvPr>
          <p:cNvSpPr>
            <a:spLocks noGrp="1"/>
          </p:cNvSpPr>
          <p:nvPr>
            <p:ph type="sldNum" sz="quarter" idx="5"/>
          </p:nvPr>
        </p:nvSpPr>
        <p:spPr/>
        <p:txBody>
          <a:bodyPr/>
          <a:lstStyle/>
          <a:p>
            <a:fld id="{C0E9560A-78B4-504A-9396-2AE516B1349B}" type="slidenum">
              <a:rPr lang="en-US" smtClean="0"/>
              <a:t>43</a:t>
            </a:fld>
            <a:endParaRPr lang="en-US"/>
          </a:p>
        </p:txBody>
      </p:sp>
    </p:spTree>
    <p:extLst>
      <p:ext uri="{BB962C8B-B14F-4D97-AF65-F5344CB8AC3E}">
        <p14:creationId xmlns:p14="http://schemas.microsoft.com/office/powerpoint/2010/main" val="11715843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B4B64-8D7D-8E4F-E6F3-924C6ABFC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3C3C67-AC9E-A768-93BD-91D1221D0E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C1CFF2-9000-3CF4-0415-20AF36AA65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7C4DD3-C155-D68E-9E93-7E9603043E34}"/>
              </a:ext>
            </a:extLst>
          </p:cNvPr>
          <p:cNvSpPr>
            <a:spLocks noGrp="1"/>
          </p:cNvSpPr>
          <p:nvPr>
            <p:ph type="sldNum" sz="quarter" idx="5"/>
          </p:nvPr>
        </p:nvSpPr>
        <p:spPr/>
        <p:txBody>
          <a:bodyPr/>
          <a:lstStyle/>
          <a:p>
            <a:fld id="{C0E9560A-78B4-504A-9396-2AE516B1349B}" type="slidenum">
              <a:rPr lang="en-US" smtClean="0"/>
              <a:t>44</a:t>
            </a:fld>
            <a:endParaRPr lang="en-US"/>
          </a:p>
        </p:txBody>
      </p:sp>
    </p:spTree>
    <p:extLst>
      <p:ext uri="{BB962C8B-B14F-4D97-AF65-F5344CB8AC3E}">
        <p14:creationId xmlns:p14="http://schemas.microsoft.com/office/powerpoint/2010/main" val="273547617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15733-9A9E-EFB2-86ED-DAFF84E38D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A56998-39C6-6626-BCE2-B2DA448A82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A82612-28E2-190B-5BE2-6867C39CB2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83AA34-DED6-B2A2-D9A8-E8263A2C6F0B}"/>
              </a:ext>
            </a:extLst>
          </p:cNvPr>
          <p:cNvSpPr>
            <a:spLocks noGrp="1"/>
          </p:cNvSpPr>
          <p:nvPr>
            <p:ph type="sldNum" sz="quarter" idx="5"/>
          </p:nvPr>
        </p:nvSpPr>
        <p:spPr/>
        <p:txBody>
          <a:bodyPr/>
          <a:lstStyle/>
          <a:p>
            <a:fld id="{C0E9560A-78B4-504A-9396-2AE516B1349B}" type="slidenum">
              <a:rPr lang="en-US" smtClean="0"/>
              <a:t>45</a:t>
            </a:fld>
            <a:endParaRPr lang="en-US"/>
          </a:p>
        </p:txBody>
      </p:sp>
    </p:spTree>
    <p:extLst>
      <p:ext uri="{BB962C8B-B14F-4D97-AF65-F5344CB8AC3E}">
        <p14:creationId xmlns:p14="http://schemas.microsoft.com/office/powerpoint/2010/main" val="26008550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B05B2-B8E6-D406-8771-56C9A67A30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43125E-9D37-709C-94EF-88F3B04104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B3D2C2-8A7D-2D77-E7A5-9809D39688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6CF38B-3866-9621-BB3A-21D8B6EE73AD}"/>
              </a:ext>
            </a:extLst>
          </p:cNvPr>
          <p:cNvSpPr>
            <a:spLocks noGrp="1"/>
          </p:cNvSpPr>
          <p:nvPr>
            <p:ph type="sldNum" sz="quarter" idx="5"/>
          </p:nvPr>
        </p:nvSpPr>
        <p:spPr/>
        <p:txBody>
          <a:bodyPr/>
          <a:lstStyle/>
          <a:p>
            <a:fld id="{C0E9560A-78B4-504A-9396-2AE516B1349B}" type="slidenum">
              <a:rPr lang="en-US" smtClean="0"/>
              <a:t>46</a:t>
            </a:fld>
            <a:endParaRPr lang="en-US"/>
          </a:p>
        </p:txBody>
      </p:sp>
    </p:spTree>
    <p:extLst>
      <p:ext uri="{BB962C8B-B14F-4D97-AF65-F5344CB8AC3E}">
        <p14:creationId xmlns:p14="http://schemas.microsoft.com/office/powerpoint/2010/main" val="189932012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69759-FE20-228D-A062-B4B8AED28F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002EC-15FA-068D-BDB0-F3C1381BD0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957D26-5D8E-F711-A8CB-1B4E8F7A28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126364-28FA-33F9-914F-CEAC812B3E66}"/>
              </a:ext>
            </a:extLst>
          </p:cNvPr>
          <p:cNvSpPr>
            <a:spLocks noGrp="1"/>
          </p:cNvSpPr>
          <p:nvPr>
            <p:ph type="sldNum" sz="quarter" idx="5"/>
          </p:nvPr>
        </p:nvSpPr>
        <p:spPr/>
        <p:txBody>
          <a:bodyPr/>
          <a:lstStyle/>
          <a:p>
            <a:fld id="{C0E9560A-78B4-504A-9396-2AE516B1349B}" type="slidenum">
              <a:rPr lang="en-US" smtClean="0"/>
              <a:t>47</a:t>
            </a:fld>
            <a:endParaRPr lang="en-US"/>
          </a:p>
        </p:txBody>
      </p:sp>
    </p:spTree>
    <p:extLst>
      <p:ext uri="{BB962C8B-B14F-4D97-AF65-F5344CB8AC3E}">
        <p14:creationId xmlns:p14="http://schemas.microsoft.com/office/powerpoint/2010/main" val="221926981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064A2-1F73-52E3-21BD-EDBFB18BD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523E93-7002-E434-F4A2-454F498B39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396797-6A68-6A12-692E-72FC494DBA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68D188-51C9-C7FD-7A21-9D8BA8CA33F4}"/>
              </a:ext>
            </a:extLst>
          </p:cNvPr>
          <p:cNvSpPr>
            <a:spLocks noGrp="1"/>
          </p:cNvSpPr>
          <p:nvPr>
            <p:ph type="sldNum" sz="quarter" idx="5"/>
          </p:nvPr>
        </p:nvSpPr>
        <p:spPr/>
        <p:txBody>
          <a:bodyPr/>
          <a:lstStyle/>
          <a:p>
            <a:fld id="{C0E9560A-78B4-504A-9396-2AE516B1349B}" type="slidenum">
              <a:rPr lang="en-US" smtClean="0"/>
              <a:t>48</a:t>
            </a:fld>
            <a:endParaRPr lang="en-US"/>
          </a:p>
        </p:txBody>
      </p:sp>
    </p:spTree>
    <p:extLst>
      <p:ext uri="{BB962C8B-B14F-4D97-AF65-F5344CB8AC3E}">
        <p14:creationId xmlns:p14="http://schemas.microsoft.com/office/powerpoint/2010/main" val="296051526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9150C-2904-BAEB-5199-E6103CEBC0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7FA43E-D31D-3330-7DFD-2BE577C545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C8BA83-1AB0-8FD6-4CC3-963636F8A1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8412FD-968E-D6FB-5F11-989446008962}"/>
              </a:ext>
            </a:extLst>
          </p:cNvPr>
          <p:cNvSpPr>
            <a:spLocks noGrp="1"/>
          </p:cNvSpPr>
          <p:nvPr>
            <p:ph type="sldNum" sz="quarter" idx="5"/>
          </p:nvPr>
        </p:nvSpPr>
        <p:spPr/>
        <p:txBody>
          <a:bodyPr/>
          <a:lstStyle/>
          <a:p>
            <a:fld id="{C0E9560A-78B4-504A-9396-2AE516B1349B}" type="slidenum">
              <a:rPr lang="en-US" smtClean="0"/>
              <a:t>49</a:t>
            </a:fld>
            <a:endParaRPr lang="en-US"/>
          </a:p>
        </p:txBody>
      </p:sp>
    </p:spTree>
    <p:extLst>
      <p:ext uri="{BB962C8B-B14F-4D97-AF65-F5344CB8AC3E}">
        <p14:creationId xmlns:p14="http://schemas.microsoft.com/office/powerpoint/2010/main" val="231666012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5C1C0-EA45-F8EB-4D5A-4ECCCB06B3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5BFAFF-3BD3-971D-B6E5-B6479EF7A0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2D79C1-F96F-3562-6C24-3D10136C44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37A024-994F-3520-1D77-B7D84A3C7064}"/>
              </a:ext>
            </a:extLst>
          </p:cNvPr>
          <p:cNvSpPr>
            <a:spLocks noGrp="1"/>
          </p:cNvSpPr>
          <p:nvPr>
            <p:ph type="sldNum" sz="quarter" idx="5"/>
          </p:nvPr>
        </p:nvSpPr>
        <p:spPr/>
        <p:txBody>
          <a:bodyPr/>
          <a:lstStyle/>
          <a:p>
            <a:fld id="{C0E9560A-78B4-504A-9396-2AE516B1349B}" type="slidenum">
              <a:rPr lang="en-US" smtClean="0"/>
              <a:t>50</a:t>
            </a:fld>
            <a:endParaRPr lang="en-US"/>
          </a:p>
        </p:txBody>
      </p:sp>
    </p:spTree>
    <p:extLst>
      <p:ext uri="{BB962C8B-B14F-4D97-AF65-F5344CB8AC3E}">
        <p14:creationId xmlns:p14="http://schemas.microsoft.com/office/powerpoint/2010/main" val="345239524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41B50-6325-F0D2-313D-354EBE7CA4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714D1F-175C-6322-807C-85EC39AE93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D101F1-7503-B86C-8A22-6684A60810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D52FDE-5713-E892-CA31-381367F4255B}"/>
              </a:ext>
            </a:extLst>
          </p:cNvPr>
          <p:cNvSpPr>
            <a:spLocks noGrp="1"/>
          </p:cNvSpPr>
          <p:nvPr>
            <p:ph type="sldNum" sz="quarter" idx="5"/>
          </p:nvPr>
        </p:nvSpPr>
        <p:spPr/>
        <p:txBody>
          <a:bodyPr/>
          <a:lstStyle/>
          <a:p>
            <a:fld id="{C0E9560A-78B4-504A-9396-2AE516B1349B}" type="slidenum">
              <a:rPr lang="en-US" smtClean="0"/>
              <a:t>51</a:t>
            </a:fld>
            <a:endParaRPr lang="en-US"/>
          </a:p>
        </p:txBody>
      </p:sp>
    </p:spTree>
    <p:extLst>
      <p:ext uri="{BB962C8B-B14F-4D97-AF65-F5344CB8AC3E}">
        <p14:creationId xmlns:p14="http://schemas.microsoft.com/office/powerpoint/2010/main" val="58348043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7AE04-8950-378D-5D5C-9EA403B8D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11AA2D-79D6-B91E-D969-18C700DA98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A839B4-E2CF-F3B6-5007-903927EC25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2BFC24-81DA-14B2-138D-F2C13B6B3BB6}"/>
              </a:ext>
            </a:extLst>
          </p:cNvPr>
          <p:cNvSpPr>
            <a:spLocks noGrp="1"/>
          </p:cNvSpPr>
          <p:nvPr>
            <p:ph type="sldNum" sz="quarter" idx="5"/>
          </p:nvPr>
        </p:nvSpPr>
        <p:spPr/>
        <p:txBody>
          <a:bodyPr/>
          <a:lstStyle/>
          <a:p>
            <a:fld id="{C0E9560A-78B4-504A-9396-2AE516B1349B}" type="slidenum">
              <a:rPr lang="en-US" smtClean="0"/>
              <a:t>52</a:t>
            </a:fld>
            <a:endParaRPr lang="en-US"/>
          </a:p>
        </p:txBody>
      </p:sp>
    </p:spTree>
    <p:extLst>
      <p:ext uri="{BB962C8B-B14F-4D97-AF65-F5344CB8AC3E}">
        <p14:creationId xmlns:p14="http://schemas.microsoft.com/office/powerpoint/2010/main" val="215578709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AE3A1-B5C1-672B-D6F7-01277B53DE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053D9E-8E30-9251-8458-86A878DD1A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22DF7-A59C-17BE-6E57-EBDE7317DC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1F819B-59E6-2DE6-4C72-B429B2E07628}"/>
              </a:ext>
            </a:extLst>
          </p:cNvPr>
          <p:cNvSpPr>
            <a:spLocks noGrp="1"/>
          </p:cNvSpPr>
          <p:nvPr>
            <p:ph type="sldNum" sz="quarter" idx="5"/>
          </p:nvPr>
        </p:nvSpPr>
        <p:spPr/>
        <p:txBody>
          <a:bodyPr/>
          <a:lstStyle/>
          <a:p>
            <a:fld id="{C0E9560A-78B4-504A-9396-2AE516B1349B}" type="slidenum">
              <a:rPr lang="en-US" smtClean="0"/>
              <a:t>53</a:t>
            </a:fld>
            <a:endParaRPr lang="en-US"/>
          </a:p>
        </p:txBody>
      </p:sp>
    </p:spTree>
    <p:extLst>
      <p:ext uri="{BB962C8B-B14F-4D97-AF65-F5344CB8AC3E}">
        <p14:creationId xmlns:p14="http://schemas.microsoft.com/office/powerpoint/2010/main" val="230638486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FD511-3DCC-C262-6AA5-99294A002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FE266B-5008-189E-A3E1-AB10D84768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A287A5-7526-229F-2188-C4DD768CEC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64F013-FB2D-13F8-C739-5F30FB3D2974}"/>
              </a:ext>
            </a:extLst>
          </p:cNvPr>
          <p:cNvSpPr>
            <a:spLocks noGrp="1"/>
          </p:cNvSpPr>
          <p:nvPr>
            <p:ph type="sldNum" sz="quarter" idx="5"/>
          </p:nvPr>
        </p:nvSpPr>
        <p:spPr/>
        <p:txBody>
          <a:bodyPr/>
          <a:lstStyle/>
          <a:p>
            <a:fld id="{C0E9560A-78B4-504A-9396-2AE516B1349B}" type="slidenum">
              <a:rPr lang="en-US" smtClean="0"/>
              <a:t>54</a:t>
            </a:fld>
            <a:endParaRPr lang="en-US"/>
          </a:p>
        </p:txBody>
      </p:sp>
    </p:spTree>
    <p:extLst>
      <p:ext uri="{BB962C8B-B14F-4D97-AF65-F5344CB8AC3E}">
        <p14:creationId xmlns:p14="http://schemas.microsoft.com/office/powerpoint/2010/main" val="115814341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60C12-B29A-58B9-2EBE-2970EAB360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32A0A9-22F2-A4BF-4DFE-9C37693E1E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3BF08B-8D7D-537E-5412-95B5937BA6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73B9D8-9B97-BE2F-7A44-E9ED9D266B66}"/>
              </a:ext>
            </a:extLst>
          </p:cNvPr>
          <p:cNvSpPr>
            <a:spLocks noGrp="1"/>
          </p:cNvSpPr>
          <p:nvPr>
            <p:ph type="sldNum" sz="quarter" idx="5"/>
          </p:nvPr>
        </p:nvSpPr>
        <p:spPr/>
        <p:txBody>
          <a:bodyPr/>
          <a:lstStyle/>
          <a:p>
            <a:fld id="{C0E9560A-78B4-504A-9396-2AE516B1349B}" type="slidenum">
              <a:rPr lang="en-US" smtClean="0"/>
              <a:t>55</a:t>
            </a:fld>
            <a:endParaRPr lang="en-US"/>
          </a:p>
        </p:txBody>
      </p:sp>
    </p:spTree>
    <p:extLst>
      <p:ext uri="{BB962C8B-B14F-4D97-AF65-F5344CB8AC3E}">
        <p14:creationId xmlns:p14="http://schemas.microsoft.com/office/powerpoint/2010/main" val="409751949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D48F4-5460-A433-B3C5-E5445C8122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A1AF28-FF52-8B50-55E3-2466606CC7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34926F-7A6C-E86E-02CF-35ACA139B9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D3592A-13DA-5904-356F-7CE1E8A1715B}"/>
              </a:ext>
            </a:extLst>
          </p:cNvPr>
          <p:cNvSpPr>
            <a:spLocks noGrp="1"/>
          </p:cNvSpPr>
          <p:nvPr>
            <p:ph type="sldNum" sz="quarter" idx="5"/>
          </p:nvPr>
        </p:nvSpPr>
        <p:spPr/>
        <p:txBody>
          <a:bodyPr/>
          <a:lstStyle/>
          <a:p>
            <a:fld id="{C0E9560A-78B4-504A-9396-2AE516B1349B}" type="slidenum">
              <a:rPr lang="en-US" smtClean="0"/>
              <a:t>56</a:t>
            </a:fld>
            <a:endParaRPr lang="en-US"/>
          </a:p>
        </p:txBody>
      </p:sp>
    </p:spTree>
    <p:extLst>
      <p:ext uri="{BB962C8B-B14F-4D97-AF65-F5344CB8AC3E}">
        <p14:creationId xmlns:p14="http://schemas.microsoft.com/office/powerpoint/2010/main" val="108862840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F7824-081C-4DDE-8A8F-62ADE4CEAC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F3F663-4060-878B-1727-B71CA425F8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A01987-1258-DC20-2F74-C404CF0484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C63BD6-1957-AC4A-7233-CD6F1DCC0743}"/>
              </a:ext>
            </a:extLst>
          </p:cNvPr>
          <p:cNvSpPr>
            <a:spLocks noGrp="1"/>
          </p:cNvSpPr>
          <p:nvPr>
            <p:ph type="sldNum" sz="quarter" idx="5"/>
          </p:nvPr>
        </p:nvSpPr>
        <p:spPr/>
        <p:txBody>
          <a:bodyPr/>
          <a:lstStyle/>
          <a:p>
            <a:fld id="{C0E9560A-78B4-504A-9396-2AE516B1349B}" type="slidenum">
              <a:rPr lang="en-US" smtClean="0"/>
              <a:t>57</a:t>
            </a:fld>
            <a:endParaRPr lang="en-US"/>
          </a:p>
        </p:txBody>
      </p:sp>
    </p:spTree>
    <p:extLst>
      <p:ext uri="{BB962C8B-B14F-4D97-AF65-F5344CB8AC3E}">
        <p14:creationId xmlns:p14="http://schemas.microsoft.com/office/powerpoint/2010/main" val="287666379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79977-5F64-D0BE-B418-DDD6C8EF97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83B64A-1EE3-4A5D-C9A8-3F1AEF3797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53D059-6ECB-8138-5585-C173828795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A2C734-CE05-894A-83F4-BA6161ED6AA3}"/>
              </a:ext>
            </a:extLst>
          </p:cNvPr>
          <p:cNvSpPr>
            <a:spLocks noGrp="1"/>
          </p:cNvSpPr>
          <p:nvPr>
            <p:ph type="sldNum" sz="quarter" idx="5"/>
          </p:nvPr>
        </p:nvSpPr>
        <p:spPr/>
        <p:txBody>
          <a:bodyPr/>
          <a:lstStyle/>
          <a:p>
            <a:fld id="{C0E9560A-78B4-504A-9396-2AE516B1349B}" type="slidenum">
              <a:rPr lang="en-US" smtClean="0"/>
              <a:t>58</a:t>
            </a:fld>
            <a:endParaRPr lang="en-US"/>
          </a:p>
        </p:txBody>
      </p:sp>
    </p:spTree>
    <p:extLst>
      <p:ext uri="{BB962C8B-B14F-4D97-AF65-F5344CB8AC3E}">
        <p14:creationId xmlns:p14="http://schemas.microsoft.com/office/powerpoint/2010/main" val="244200539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12407-4003-1A56-ED50-738A23EBBE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B61068-D83D-8319-E690-5F06B442E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39F4BB-F50C-DD91-C3C3-EFC0445A63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A623BF-0370-0A8F-1BE3-CE91F47E11D7}"/>
              </a:ext>
            </a:extLst>
          </p:cNvPr>
          <p:cNvSpPr>
            <a:spLocks noGrp="1"/>
          </p:cNvSpPr>
          <p:nvPr>
            <p:ph type="sldNum" sz="quarter" idx="5"/>
          </p:nvPr>
        </p:nvSpPr>
        <p:spPr/>
        <p:txBody>
          <a:bodyPr/>
          <a:lstStyle/>
          <a:p>
            <a:fld id="{C0E9560A-78B4-504A-9396-2AE516B1349B}" type="slidenum">
              <a:rPr lang="en-US" smtClean="0"/>
              <a:t>59</a:t>
            </a:fld>
            <a:endParaRPr lang="en-US"/>
          </a:p>
        </p:txBody>
      </p:sp>
    </p:spTree>
    <p:extLst>
      <p:ext uri="{BB962C8B-B14F-4D97-AF65-F5344CB8AC3E}">
        <p14:creationId xmlns:p14="http://schemas.microsoft.com/office/powerpoint/2010/main" val="409219990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67E24-C397-76B4-17B8-8189239D93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9B9268-63AD-F3B5-B635-CB307D3844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EEA24C-3453-B7F4-0C23-88BF819BFA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A5262C-8165-05BE-F356-ED09AF960BF2}"/>
              </a:ext>
            </a:extLst>
          </p:cNvPr>
          <p:cNvSpPr>
            <a:spLocks noGrp="1"/>
          </p:cNvSpPr>
          <p:nvPr>
            <p:ph type="sldNum" sz="quarter" idx="5"/>
          </p:nvPr>
        </p:nvSpPr>
        <p:spPr/>
        <p:txBody>
          <a:bodyPr/>
          <a:lstStyle/>
          <a:p>
            <a:fld id="{C0E9560A-78B4-504A-9396-2AE516B1349B}" type="slidenum">
              <a:rPr lang="en-US" smtClean="0"/>
              <a:t>60</a:t>
            </a:fld>
            <a:endParaRPr lang="en-US"/>
          </a:p>
        </p:txBody>
      </p:sp>
    </p:spTree>
    <p:extLst>
      <p:ext uri="{BB962C8B-B14F-4D97-AF65-F5344CB8AC3E}">
        <p14:creationId xmlns:p14="http://schemas.microsoft.com/office/powerpoint/2010/main" val="289100145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26108-A7CF-7901-44A0-2FD132C4D2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F172FD-C256-2512-D1D0-E8F1375188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039C07-E05A-7C99-F4CA-4E8976D55B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DC1B03-4103-D9E7-FCD0-3C16C08BD60E}"/>
              </a:ext>
            </a:extLst>
          </p:cNvPr>
          <p:cNvSpPr>
            <a:spLocks noGrp="1"/>
          </p:cNvSpPr>
          <p:nvPr>
            <p:ph type="sldNum" sz="quarter" idx="5"/>
          </p:nvPr>
        </p:nvSpPr>
        <p:spPr/>
        <p:txBody>
          <a:bodyPr/>
          <a:lstStyle/>
          <a:p>
            <a:fld id="{C0E9560A-78B4-504A-9396-2AE516B1349B}" type="slidenum">
              <a:rPr lang="en-US" smtClean="0"/>
              <a:t>61</a:t>
            </a:fld>
            <a:endParaRPr lang="en-US"/>
          </a:p>
        </p:txBody>
      </p:sp>
    </p:spTree>
    <p:extLst>
      <p:ext uri="{BB962C8B-B14F-4D97-AF65-F5344CB8AC3E}">
        <p14:creationId xmlns:p14="http://schemas.microsoft.com/office/powerpoint/2010/main" val="110165750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B130F-E50E-1845-2520-B99E8F408A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DB26A1-72AB-7B38-761F-CD209149CE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8941BB-F1CE-B237-22FC-C301A7B20A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CFD781-15B1-FAE1-AC1E-E5989B1B1039}"/>
              </a:ext>
            </a:extLst>
          </p:cNvPr>
          <p:cNvSpPr>
            <a:spLocks noGrp="1"/>
          </p:cNvSpPr>
          <p:nvPr>
            <p:ph type="sldNum" sz="quarter" idx="5"/>
          </p:nvPr>
        </p:nvSpPr>
        <p:spPr/>
        <p:txBody>
          <a:bodyPr/>
          <a:lstStyle/>
          <a:p>
            <a:fld id="{C0E9560A-78B4-504A-9396-2AE516B1349B}" type="slidenum">
              <a:rPr lang="en-US" smtClean="0"/>
              <a:t>62</a:t>
            </a:fld>
            <a:endParaRPr lang="en-US"/>
          </a:p>
        </p:txBody>
      </p:sp>
    </p:spTree>
    <p:extLst>
      <p:ext uri="{BB962C8B-B14F-4D97-AF65-F5344CB8AC3E}">
        <p14:creationId xmlns:p14="http://schemas.microsoft.com/office/powerpoint/2010/main" val="116164044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2B4B3-6BAB-843E-2138-4144745132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95023F-FD71-64A0-01D2-B9C75577FA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D1F25A-7A99-94D2-DC36-08D3625C0C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A40C9C-7BD6-0DFA-F911-B44CBF0329B1}"/>
              </a:ext>
            </a:extLst>
          </p:cNvPr>
          <p:cNvSpPr>
            <a:spLocks noGrp="1"/>
          </p:cNvSpPr>
          <p:nvPr>
            <p:ph type="sldNum" sz="quarter" idx="5"/>
          </p:nvPr>
        </p:nvSpPr>
        <p:spPr/>
        <p:txBody>
          <a:bodyPr/>
          <a:lstStyle/>
          <a:p>
            <a:fld id="{C0E9560A-78B4-504A-9396-2AE516B1349B}" type="slidenum">
              <a:rPr lang="en-US" smtClean="0"/>
              <a:t>63</a:t>
            </a:fld>
            <a:endParaRPr lang="en-US"/>
          </a:p>
        </p:txBody>
      </p:sp>
    </p:spTree>
    <p:extLst>
      <p:ext uri="{BB962C8B-B14F-4D97-AF65-F5344CB8AC3E}">
        <p14:creationId xmlns:p14="http://schemas.microsoft.com/office/powerpoint/2010/main" val="296686596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AA372-703C-7C24-720C-245D9DC5AE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60B204-0D0D-F67F-FF24-5B4A7B4B9D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E14A2F-C025-8D39-D70F-7D19C9D11F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3CB797-3BDB-E66F-1D1C-C85BABBDD55C}"/>
              </a:ext>
            </a:extLst>
          </p:cNvPr>
          <p:cNvSpPr>
            <a:spLocks noGrp="1"/>
          </p:cNvSpPr>
          <p:nvPr>
            <p:ph type="sldNum" sz="quarter" idx="5"/>
          </p:nvPr>
        </p:nvSpPr>
        <p:spPr/>
        <p:txBody>
          <a:bodyPr/>
          <a:lstStyle/>
          <a:p>
            <a:fld id="{C0E9560A-78B4-504A-9396-2AE516B1349B}" type="slidenum">
              <a:rPr lang="en-US" smtClean="0"/>
              <a:t>64</a:t>
            </a:fld>
            <a:endParaRPr lang="en-US"/>
          </a:p>
        </p:txBody>
      </p:sp>
    </p:spTree>
    <p:extLst>
      <p:ext uri="{BB962C8B-B14F-4D97-AF65-F5344CB8AC3E}">
        <p14:creationId xmlns:p14="http://schemas.microsoft.com/office/powerpoint/2010/main" val="345826057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EB8D4-305D-57BF-B48C-E017E95F08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B94C0E-E13A-E309-45B1-C0FBE7452E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84A27-6F79-5446-8C34-7720B41A86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F9DFEC-C613-3988-B60D-C26C827692C0}"/>
              </a:ext>
            </a:extLst>
          </p:cNvPr>
          <p:cNvSpPr>
            <a:spLocks noGrp="1"/>
          </p:cNvSpPr>
          <p:nvPr>
            <p:ph type="sldNum" sz="quarter" idx="5"/>
          </p:nvPr>
        </p:nvSpPr>
        <p:spPr/>
        <p:txBody>
          <a:bodyPr/>
          <a:lstStyle/>
          <a:p>
            <a:fld id="{C0E9560A-78B4-504A-9396-2AE516B1349B}" type="slidenum">
              <a:rPr lang="en-US" smtClean="0"/>
              <a:t>65</a:t>
            </a:fld>
            <a:endParaRPr lang="en-US"/>
          </a:p>
        </p:txBody>
      </p:sp>
    </p:spTree>
    <p:extLst>
      <p:ext uri="{BB962C8B-B14F-4D97-AF65-F5344CB8AC3E}">
        <p14:creationId xmlns:p14="http://schemas.microsoft.com/office/powerpoint/2010/main" val="148813921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194DA-0D38-C2A7-2D2C-5055F81CEC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940DE-7773-C4A3-A37B-5373331555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54F586-F950-DC74-8A06-8A191B988B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9C947F-29FA-5618-5EE0-0B02F5B9313A}"/>
              </a:ext>
            </a:extLst>
          </p:cNvPr>
          <p:cNvSpPr>
            <a:spLocks noGrp="1"/>
          </p:cNvSpPr>
          <p:nvPr>
            <p:ph type="sldNum" sz="quarter" idx="5"/>
          </p:nvPr>
        </p:nvSpPr>
        <p:spPr/>
        <p:txBody>
          <a:bodyPr/>
          <a:lstStyle/>
          <a:p>
            <a:fld id="{C0E9560A-78B4-504A-9396-2AE516B1349B}" type="slidenum">
              <a:rPr lang="en-US" smtClean="0"/>
              <a:t>66</a:t>
            </a:fld>
            <a:endParaRPr lang="en-US"/>
          </a:p>
        </p:txBody>
      </p:sp>
    </p:spTree>
    <p:extLst>
      <p:ext uri="{BB962C8B-B14F-4D97-AF65-F5344CB8AC3E}">
        <p14:creationId xmlns:p14="http://schemas.microsoft.com/office/powerpoint/2010/main" val="15392560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F9BDA2A3-0B56-A4BC-FB3E-5478898E2B5F}"/>
              </a:ext>
            </a:extLst>
          </p:cNvPr>
          <p:cNvSpPr>
            <a:spLocks noGrp="1"/>
          </p:cNvSpPr>
          <p:nvPr>
            <p:ph sz="half" idx="1"/>
          </p:nvPr>
        </p:nvSpPr>
        <p:spPr>
          <a:xfrm>
            <a:off x="1371600" y="5486400"/>
            <a:ext cx="9445752" cy="1143000"/>
          </a:xfrm>
        </p:spPr>
        <p:txBody>
          <a:bodyPr/>
          <a:lstStyle>
            <a:lvl1pPr marL="0" indent="0">
              <a:buNone/>
              <a:defRPr sz="2000">
                <a:latin typeface="Arial" panose="020B0604020202020204" pitchFamily="34" charset="0"/>
                <a:cs typeface="Arial" panose="020B0604020202020204" pitchFamily="34" charset="0"/>
              </a:defRPr>
            </a:lvl1pPr>
          </a:lstStyle>
          <a:p>
            <a:pPr lvl="0"/>
            <a:r>
              <a:rPr lang="en-US" dirty="0"/>
              <a:t>Click to edit Master text styles</a:t>
            </a:r>
          </a:p>
        </p:txBody>
      </p:sp>
      <p:sp>
        <p:nvSpPr>
          <p:cNvPr id="2" name="TextBox 1">
            <a:extLst>
              <a:ext uri="{FF2B5EF4-FFF2-40B4-BE49-F238E27FC236}">
                <a16:creationId xmlns:a16="http://schemas.microsoft.com/office/drawing/2014/main" id="{6FE247E9-E990-9201-6897-C677AABE10EC}"/>
              </a:ext>
            </a:extLst>
          </p:cNvPr>
          <p:cNvSpPr txBox="1"/>
          <p:nvPr userDrawn="1"/>
        </p:nvSpPr>
        <p:spPr>
          <a:xfrm>
            <a:off x="270933" y="166629"/>
            <a:ext cx="11650134" cy="523220"/>
          </a:xfrm>
          <a:prstGeom prst="rect">
            <a:avLst/>
          </a:prstGeom>
          <a:noFill/>
        </p:spPr>
        <p:txBody>
          <a:bodyPr wrap="square" rtlCol="0">
            <a:spAutoFit/>
          </a:bodyPr>
          <a:lstStyle/>
          <a:p>
            <a:r>
              <a:rPr lang="en-US" sz="1400" b="1" kern="1200" dirty="0">
                <a:solidFill>
                  <a:schemeClr val="tx1"/>
                </a:solidFill>
                <a:effectLst/>
                <a:latin typeface="+mn-lt"/>
                <a:ea typeface="+mn-ea"/>
                <a:cs typeface="+mn-cs"/>
              </a:rPr>
              <a:t>Killer Sudoku: Zanzibar by </a:t>
            </a:r>
            <a:r>
              <a:rPr lang="en-US" sz="1400" b="1" kern="1200" dirty="0" err="1">
                <a:solidFill>
                  <a:schemeClr val="tx1"/>
                </a:solidFill>
                <a:effectLst/>
                <a:latin typeface="+mn-lt"/>
                <a:ea typeface="+mn-ea"/>
                <a:cs typeface="+mn-cs"/>
              </a:rPr>
              <a:t>CtC</a:t>
            </a:r>
            <a:endParaRPr lang="en-US" sz="1400" b="0" kern="1200" dirty="0">
              <a:solidFill>
                <a:schemeClr val="tx1"/>
              </a:solidFill>
              <a:effectLst/>
              <a:latin typeface="+mn-lt"/>
              <a:ea typeface="+mn-ea"/>
              <a:cs typeface="+mn-cs"/>
            </a:endParaRPr>
          </a:p>
          <a:p>
            <a:r>
              <a:rPr lang="en-US" sz="1400" b="0" kern="1200" dirty="0">
                <a:solidFill>
                  <a:schemeClr val="tx1"/>
                </a:solidFill>
                <a:effectLst/>
                <a:latin typeface="+mn-lt"/>
                <a:ea typeface="+mn-ea"/>
                <a:cs typeface="+mn-cs"/>
              </a:rPr>
              <a:t>Normal sudoku rules apply. Digits in a dotted cage cannot repeat and sum to the total shown.</a:t>
            </a:r>
          </a:p>
        </p:txBody>
      </p:sp>
      <p:pic>
        <p:nvPicPr>
          <p:cNvPr id="5" name="Picture 4">
            <a:extLst>
              <a:ext uri="{FF2B5EF4-FFF2-40B4-BE49-F238E27FC236}">
                <a16:creationId xmlns:a16="http://schemas.microsoft.com/office/drawing/2014/main" id="{537CDD37-4928-2D8A-1AE0-BB5CEBA225E6}"/>
              </a:ext>
            </a:extLst>
          </p:cNvPr>
          <p:cNvPicPr>
            <a:picLocks noChangeAspect="1"/>
          </p:cNvPicPr>
          <p:nvPr userDrawn="1"/>
        </p:nvPicPr>
        <p:blipFill>
          <a:blip r:embed="rId2"/>
          <a:stretch>
            <a:fillRect/>
          </a:stretch>
        </p:blipFill>
        <p:spPr>
          <a:xfrm>
            <a:off x="3164562" y="754781"/>
            <a:ext cx="4543223" cy="4543223"/>
          </a:xfrm>
          <a:prstGeom prst="rect">
            <a:avLst/>
          </a:prstGeom>
        </p:spPr>
      </p:pic>
    </p:spTree>
    <p:extLst>
      <p:ext uri="{BB962C8B-B14F-4D97-AF65-F5344CB8AC3E}">
        <p14:creationId xmlns:p14="http://schemas.microsoft.com/office/powerpoint/2010/main" val="3834513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4743-B086-9A1D-3BE2-DD15285A74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CEFC70-38F9-BD71-579C-1F4DEDA47A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F92569-D687-F730-54A4-431B655508E3}"/>
              </a:ext>
            </a:extLst>
          </p:cNvPr>
          <p:cNvSpPr>
            <a:spLocks noGrp="1"/>
          </p:cNvSpPr>
          <p:nvPr>
            <p:ph type="dt" sz="half" idx="10"/>
          </p:nvPr>
        </p:nvSpPr>
        <p:spPr/>
        <p:txBody>
          <a:bodyPr/>
          <a:lstStyle/>
          <a:p>
            <a:fld id="{069363D2-3164-4145-A578-C91A7CE0BB59}" type="datetimeFigureOut">
              <a:rPr lang="en-US" smtClean="0"/>
              <a:t>10/11/26</a:t>
            </a:fld>
            <a:endParaRPr lang="en-US"/>
          </a:p>
        </p:txBody>
      </p:sp>
      <p:sp>
        <p:nvSpPr>
          <p:cNvPr id="5" name="Footer Placeholder 4">
            <a:extLst>
              <a:ext uri="{FF2B5EF4-FFF2-40B4-BE49-F238E27FC236}">
                <a16:creationId xmlns:a16="http://schemas.microsoft.com/office/drawing/2014/main" id="{8B703A70-2667-EDB6-55AA-33F2B75DF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8A86A-DF98-B80A-F92A-0243739D268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7520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0CD2-26EC-3693-3584-A1A3B203F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E58AA-4CD0-A17C-27E6-209C794D91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697F3-ACE3-F75F-B6DB-E2EDCB101DDB}"/>
              </a:ext>
            </a:extLst>
          </p:cNvPr>
          <p:cNvSpPr>
            <a:spLocks noGrp="1"/>
          </p:cNvSpPr>
          <p:nvPr>
            <p:ph type="dt" sz="half" idx="10"/>
          </p:nvPr>
        </p:nvSpPr>
        <p:spPr/>
        <p:txBody>
          <a:bodyPr/>
          <a:lstStyle/>
          <a:p>
            <a:fld id="{069363D2-3164-4145-A578-C91A7CE0BB59}" type="datetimeFigureOut">
              <a:rPr lang="en-US" smtClean="0"/>
              <a:t>10/11/26</a:t>
            </a:fld>
            <a:endParaRPr lang="en-US"/>
          </a:p>
        </p:txBody>
      </p:sp>
      <p:sp>
        <p:nvSpPr>
          <p:cNvPr id="5" name="Footer Placeholder 4">
            <a:extLst>
              <a:ext uri="{FF2B5EF4-FFF2-40B4-BE49-F238E27FC236}">
                <a16:creationId xmlns:a16="http://schemas.microsoft.com/office/drawing/2014/main" id="{E877B070-E19C-7C7A-25CB-AF7C97F4AB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7F193-7B3D-9447-B9FC-64FB2E720B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609500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894EB-0995-8BC4-1C13-B926701ED8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E455E3-AE09-9D5C-4866-DBCAEF2977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09359-F2A6-099E-D457-FB4976E8B617}"/>
              </a:ext>
            </a:extLst>
          </p:cNvPr>
          <p:cNvSpPr>
            <a:spLocks noGrp="1"/>
          </p:cNvSpPr>
          <p:nvPr>
            <p:ph type="dt" sz="half" idx="10"/>
          </p:nvPr>
        </p:nvSpPr>
        <p:spPr/>
        <p:txBody>
          <a:bodyPr/>
          <a:lstStyle/>
          <a:p>
            <a:fld id="{069363D2-3164-4145-A578-C91A7CE0BB59}" type="datetimeFigureOut">
              <a:rPr lang="en-US" smtClean="0"/>
              <a:t>10/11/26</a:t>
            </a:fld>
            <a:endParaRPr lang="en-US"/>
          </a:p>
        </p:txBody>
      </p:sp>
      <p:sp>
        <p:nvSpPr>
          <p:cNvPr id="5" name="Footer Placeholder 4">
            <a:extLst>
              <a:ext uri="{FF2B5EF4-FFF2-40B4-BE49-F238E27FC236}">
                <a16:creationId xmlns:a16="http://schemas.microsoft.com/office/drawing/2014/main" id="{E868D10E-33CC-A61E-F850-633C403F3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52A36-99CB-F55C-ACC1-D46F4EBF2A8E}"/>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265860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032E-D76D-01DC-ACC3-A5F6F34C0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181452-1F3E-95FB-1DCF-20830E009B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B7308B-161F-AA81-3B91-25A7195D6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584CB4-2FAA-C87B-0278-FD1F16105A6B}"/>
              </a:ext>
            </a:extLst>
          </p:cNvPr>
          <p:cNvSpPr>
            <a:spLocks noGrp="1"/>
          </p:cNvSpPr>
          <p:nvPr>
            <p:ph type="dt" sz="half" idx="10"/>
          </p:nvPr>
        </p:nvSpPr>
        <p:spPr/>
        <p:txBody>
          <a:bodyPr/>
          <a:lstStyle/>
          <a:p>
            <a:fld id="{069363D2-3164-4145-A578-C91A7CE0BB59}" type="datetimeFigureOut">
              <a:rPr lang="en-US" smtClean="0"/>
              <a:t>10/11/26</a:t>
            </a:fld>
            <a:endParaRPr lang="en-US"/>
          </a:p>
        </p:txBody>
      </p:sp>
      <p:sp>
        <p:nvSpPr>
          <p:cNvPr id="6" name="Footer Placeholder 5">
            <a:extLst>
              <a:ext uri="{FF2B5EF4-FFF2-40B4-BE49-F238E27FC236}">
                <a16:creationId xmlns:a16="http://schemas.microsoft.com/office/drawing/2014/main" id="{E9EB3548-58B7-CC82-7526-F47EECC63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725728-77DE-9067-C037-0F4A37C618F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338673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220DA-D412-1E6E-D212-C26FE2AE10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6D9DE2-8BC9-5CD3-98A2-2F07C05E3F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52FD07-250B-0FD6-7698-EFBA488CF8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AE512E-5E7E-6D45-2D58-1B044598D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5F8E62-62B7-FF78-DD11-69774DDB6C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E82641-31B3-87F3-FC9C-760F5B5EFBC3}"/>
              </a:ext>
            </a:extLst>
          </p:cNvPr>
          <p:cNvSpPr>
            <a:spLocks noGrp="1"/>
          </p:cNvSpPr>
          <p:nvPr>
            <p:ph type="dt" sz="half" idx="10"/>
          </p:nvPr>
        </p:nvSpPr>
        <p:spPr/>
        <p:txBody>
          <a:bodyPr/>
          <a:lstStyle/>
          <a:p>
            <a:fld id="{069363D2-3164-4145-A578-C91A7CE0BB59}" type="datetimeFigureOut">
              <a:rPr lang="en-US" smtClean="0"/>
              <a:t>10/11/26</a:t>
            </a:fld>
            <a:endParaRPr lang="en-US"/>
          </a:p>
        </p:txBody>
      </p:sp>
      <p:sp>
        <p:nvSpPr>
          <p:cNvPr id="8" name="Footer Placeholder 7">
            <a:extLst>
              <a:ext uri="{FF2B5EF4-FFF2-40B4-BE49-F238E27FC236}">
                <a16:creationId xmlns:a16="http://schemas.microsoft.com/office/drawing/2014/main" id="{175D0B37-C72D-AB40-FC50-0F2BA55DA8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C0F554-9EE5-C216-0F66-7B3B4944571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9153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6625-DF37-5199-8B5F-0AD4D7EB81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CC992C-BF00-880C-96C0-7042C394ED33}"/>
              </a:ext>
            </a:extLst>
          </p:cNvPr>
          <p:cNvSpPr>
            <a:spLocks noGrp="1"/>
          </p:cNvSpPr>
          <p:nvPr>
            <p:ph type="dt" sz="half" idx="10"/>
          </p:nvPr>
        </p:nvSpPr>
        <p:spPr/>
        <p:txBody>
          <a:bodyPr/>
          <a:lstStyle/>
          <a:p>
            <a:fld id="{069363D2-3164-4145-A578-C91A7CE0BB59}" type="datetimeFigureOut">
              <a:rPr lang="en-US" smtClean="0"/>
              <a:t>10/11/26</a:t>
            </a:fld>
            <a:endParaRPr lang="en-US"/>
          </a:p>
        </p:txBody>
      </p:sp>
      <p:sp>
        <p:nvSpPr>
          <p:cNvPr id="4" name="Footer Placeholder 3">
            <a:extLst>
              <a:ext uri="{FF2B5EF4-FFF2-40B4-BE49-F238E27FC236}">
                <a16:creationId xmlns:a16="http://schemas.microsoft.com/office/drawing/2014/main" id="{AA390746-6A20-2222-138F-BDCA2EDA12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7D388B-382C-CD6D-1A3B-DE8DF017D387}"/>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259337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3BC02C-7483-7A7A-5354-1616AA5D5C28}"/>
              </a:ext>
            </a:extLst>
          </p:cNvPr>
          <p:cNvSpPr>
            <a:spLocks noGrp="1"/>
          </p:cNvSpPr>
          <p:nvPr>
            <p:ph type="dt" sz="half" idx="10"/>
          </p:nvPr>
        </p:nvSpPr>
        <p:spPr/>
        <p:txBody>
          <a:bodyPr/>
          <a:lstStyle/>
          <a:p>
            <a:fld id="{069363D2-3164-4145-A578-C91A7CE0BB59}" type="datetimeFigureOut">
              <a:rPr lang="en-US" smtClean="0"/>
              <a:t>10/11/26</a:t>
            </a:fld>
            <a:endParaRPr lang="en-US"/>
          </a:p>
        </p:txBody>
      </p:sp>
      <p:sp>
        <p:nvSpPr>
          <p:cNvPr id="3" name="Footer Placeholder 2">
            <a:extLst>
              <a:ext uri="{FF2B5EF4-FFF2-40B4-BE49-F238E27FC236}">
                <a16:creationId xmlns:a16="http://schemas.microsoft.com/office/drawing/2014/main" id="{660BC8C8-CDC3-97B6-5888-93197E1549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C0EB0F-BDCE-E810-451C-168B2B13A2B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132363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3DE7-75FC-0404-38C4-4C8BA62E7B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96F1FB-D688-5CBE-3F6B-2779251017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E1062-A0F8-7378-6259-452596C60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FF6140-8766-DC48-76B8-3CCA9AE814CA}"/>
              </a:ext>
            </a:extLst>
          </p:cNvPr>
          <p:cNvSpPr>
            <a:spLocks noGrp="1"/>
          </p:cNvSpPr>
          <p:nvPr>
            <p:ph type="dt" sz="half" idx="10"/>
          </p:nvPr>
        </p:nvSpPr>
        <p:spPr/>
        <p:txBody>
          <a:bodyPr/>
          <a:lstStyle/>
          <a:p>
            <a:fld id="{069363D2-3164-4145-A578-C91A7CE0BB59}" type="datetimeFigureOut">
              <a:rPr lang="en-US" smtClean="0"/>
              <a:t>10/11/26</a:t>
            </a:fld>
            <a:endParaRPr lang="en-US"/>
          </a:p>
        </p:txBody>
      </p:sp>
      <p:sp>
        <p:nvSpPr>
          <p:cNvPr id="6" name="Footer Placeholder 5">
            <a:extLst>
              <a:ext uri="{FF2B5EF4-FFF2-40B4-BE49-F238E27FC236}">
                <a16:creationId xmlns:a16="http://schemas.microsoft.com/office/drawing/2014/main" id="{A75EF2E7-A2CA-3672-1E8B-91BB705640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F05B17-1A06-FFD4-9DA2-DD17D363CE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043403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234A-C922-2D66-252C-D286F8F88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83645-2F0A-288D-3E4A-4B2A0F3993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3567A8-683E-46D7-65F7-FE65B0279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FF03D4-5799-29C2-B960-ACB1D94C369A}"/>
              </a:ext>
            </a:extLst>
          </p:cNvPr>
          <p:cNvSpPr>
            <a:spLocks noGrp="1"/>
          </p:cNvSpPr>
          <p:nvPr>
            <p:ph type="dt" sz="half" idx="10"/>
          </p:nvPr>
        </p:nvSpPr>
        <p:spPr/>
        <p:txBody>
          <a:bodyPr/>
          <a:lstStyle/>
          <a:p>
            <a:fld id="{069363D2-3164-4145-A578-C91A7CE0BB59}" type="datetimeFigureOut">
              <a:rPr lang="en-US" smtClean="0"/>
              <a:t>10/11/26</a:t>
            </a:fld>
            <a:endParaRPr lang="en-US"/>
          </a:p>
        </p:txBody>
      </p:sp>
      <p:sp>
        <p:nvSpPr>
          <p:cNvPr id="6" name="Footer Placeholder 5">
            <a:extLst>
              <a:ext uri="{FF2B5EF4-FFF2-40B4-BE49-F238E27FC236}">
                <a16:creationId xmlns:a16="http://schemas.microsoft.com/office/drawing/2014/main" id="{4F4B8BCD-EAE3-2871-51C7-771B7DF07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5741F1-D331-2192-5F65-9DB5585C4DCB}"/>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705609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31E0-2506-463B-6A1D-2E997B58E2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C2888F-D6C9-FAC2-0EB3-EF63307BB1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9D78B-309E-CCD2-C0DA-8B2E3D16B11A}"/>
              </a:ext>
            </a:extLst>
          </p:cNvPr>
          <p:cNvSpPr>
            <a:spLocks noGrp="1"/>
          </p:cNvSpPr>
          <p:nvPr>
            <p:ph type="dt" sz="half" idx="10"/>
          </p:nvPr>
        </p:nvSpPr>
        <p:spPr/>
        <p:txBody>
          <a:bodyPr/>
          <a:lstStyle/>
          <a:p>
            <a:fld id="{069363D2-3164-4145-A578-C91A7CE0BB59}" type="datetimeFigureOut">
              <a:rPr lang="en-US" smtClean="0"/>
              <a:t>10/11/26</a:t>
            </a:fld>
            <a:endParaRPr lang="en-US"/>
          </a:p>
        </p:txBody>
      </p:sp>
      <p:sp>
        <p:nvSpPr>
          <p:cNvPr id="5" name="Footer Placeholder 4">
            <a:extLst>
              <a:ext uri="{FF2B5EF4-FFF2-40B4-BE49-F238E27FC236}">
                <a16:creationId xmlns:a16="http://schemas.microsoft.com/office/drawing/2014/main" id="{49318859-EB6C-DBE7-E231-BD638FBF7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CCD95-C583-5245-72DF-6AD690D353E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7506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9EFD7-1358-426B-0140-A202A2D530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6D7B90-D96C-BD6E-65E7-55E7D91F25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CB66A-8728-B88E-C058-E9DC9E0E00A0}"/>
              </a:ext>
            </a:extLst>
          </p:cNvPr>
          <p:cNvSpPr>
            <a:spLocks noGrp="1"/>
          </p:cNvSpPr>
          <p:nvPr>
            <p:ph type="dt" sz="half" idx="10"/>
          </p:nvPr>
        </p:nvSpPr>
        <p:spPr/>
        <p:txBody>
          <a:bodyPr/>
          <a:lstStyle/>
          <a:p>
            <a:fld id="{069363D2-3164-4145-A578-C91A7CE0BB59}" type="datetimeFigureOut">
              <a:rPr lang="en-US" smtClean="0"/>
              <a:t>10/11/26</a:t>
            </a:fld>
            <a:endParaRPr lang="en-US"/>
          </a:p>
        </p:txBody>
      </p:sp>
      <p:sp>
        <p:nvSpPr>
          <p:cNvPr id="5" name="Footer Placeholder 4">
            <a:extLst>
              <a:ext uri="{FF2B5EF4-FFF2-40B4-BE49-F238E27FC236}">
                <a16:creationId xmlns:a16="http://schemas.microsoft.com/office/drawing/2014/main" id="{864AFAF8-3C65-F3B5-B108-F27717ECD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1642F-5721-9D1C-3D1D-6C1ABCC72C9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50774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A456F-C771-8F4B-C98D-9BDEE5781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D23516-7E50-1256-7BC0-68CAD2D90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11502-CDE0-E081-1B9D-874EEBF9B1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9363D2-3164-4145-A578-C91A7CE0BB59}" type="datetimeFigureOut">
              <a:rPr lang="en-US" smtClean="0"/>
              <a:t>10/11/26</a:t>
            </a:fld>
            <a:endParaRPr lang="en-US"/>
          </a:p>
        </p:txBody>
      </p:sp>
      <p:sp>
        <p:nvSpPr>
          <p:cNvPr id="5" name="Footer Placeholder 4">
            <a:extLst>
              <a:ext uri="{FF2B5EF4-FFF2-40B4-BE49-F238E27FC236}">
                <a16:creationId xmlns:a16="http://schemas.microsoft.com/office/drawing/2014/main" id="{9473C5F3-3A43-75DF-E382-0F9630A01C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C1DBE2-D540-2BBE-7791-BE410B8C51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F62E73-FB30-9C4C-8DFF-19E2C751B483}" type="slidenum">
              <a:rPr lang="en-US" smtClean="0"/>
              <a:t>‹#›</a:t>
            </a:fld>
            <a:endParaRPr lang="en-US"/>
          </a:p>
        </p:txBody>
      </p:sp>
    </p:spTree>
    <p:extLst>
      <p:ext uri="{BB962C8B-B14F-4D97-AF65-F5344CB8AC3E}">
        <p14:creationId xmlns:p14="http://schemas.microsoft.com/office/powerpoint/2010/main" val="1299515533"/>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0A50-E4B8-B9C3-5177-C6AFBE291E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ABAD0-26FF-2429-AA3C-799A8664316C}"/>
              </a:ext>
            </a:extLst>
          </p:cNvPr>
          <p:cNvSpPr>
            <a:spLocks noGrp="1"/>
          </p:cNvSpPr>
          <p:nvPr>
            <p:ph sz="half" idx="1"/>
          </p:nvPr>
        </p:nvSpPr>
        <p:spPr/>
        <p:txBody>
          <a:bodyPr/>
          <a:lstStyle/>
          <a:p>
            <a:r>
              <a:rPr lang="en-US" dirty="0"/>
              <a:t>Start.</a:t>
            </a:r>
          </a:p>
        </p:txBody>
      </p:sp>
      <p:pic>
        <p:nvPicPr>
          <p:cNvPr id="4" name="Picture 3" descr="A grid of sudoku puzzle&#10;&#10;Description automatically generated">
            <a:extLst>
              <a:ext uri="{FF2B5EF4-FFF2-40B4-BE49-F238E27FC236}">
                <a16:creationId xmlns:a16="http://schemas.microsoft.com/office/drawing/2014/main" id="{F6091D9C-BB94-C92F-54B6-41DFBD939B5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00F2C2C-B17C-CAE0-2A94-0B0164D60A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6A1E27-B0EF-0D2E-77F3-45C5486A13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A3FFB8-54B3-D7CD-B299-A02362981388}"/>
              </a:ext>
            </a:extLst>
          </p:cNvPr>
          <p:cNvPicPr>
            <a:picLocks noChangeAspect="1"/>
          </p:cNvPicPr>
          <p:nvPr/>
        </p:nvPicPr>
        <p:blipFill>
          <a:blip r:embed="rId6"/>
          <a:stretch>
            <a:fillRect/>
          </a:stretch>
        </p:blipFill>
        <p:spPr>
          <a:xfrm>
            <a:off x="4584700" y="2311400"/>
            <a:ext cx="0" cy="0"/>
          </a:xfrm>
          <a:prstGeom prst="rect">
            <a:avLst/>
          </a:prstGeom>
        </p:spPr>
      </p:pic>
    </p:spTree>
    <p:extLst>
      <p:ext uri="{BB962C8B-B14F-4D97-AF65-F5344CB8AC3E}">
        <p14:creationId xmlns:p14="http://schemas.microsoft.com/office/powerpoint/2010/main" val="391313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39817-3105-C01E-C085-7AB3E1A673D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4F1BCD-47A8-C612-F01E-C82246E92EDC}"/>
              </a:ext>
            </a:extLst>
          </p:cNvPr>
          <p:cNvSpPr>
            <a:spLocks noGrp="1"/>
          </p:cNvSpPr>
          <p:nvPr>
            <p:ph sz="half" idx="1"/>
          </p:nvPr>
        </p:nvSpPr>
        <p:spPr/>
        <p:txBody>
          <a:bodyPr/>
          <a:lstStyle/>
          <a:p>
            <a:r>
              <a:rPr lang="en-US" dirty="0"/>
              <a:t>Note that all cages are 5-cages. The only 5-cages with definite content are 15, 16, 34, and 35, and the only one of these present is a 15.</a:t>
            </a:r>
          </a:p>
        </p:txBody>
      </p:sp>
      <p:pic>
        <p:nvPicPr>
          <p:cNvPr id="4" name="Picture 3" descr="A grid of sudoku puzzle&#10;&#10;Description automatically generated">
            <a:extLst>
              <a:ext uri="{FF2B5EF4-FFF2-40B4-BE49-F238E27FC236}">
                <a16:creationId xmlns:a16="http://schemas.microsoft.com/office/drawing/2014/main" id="{87FDE039-A076-E979-2F79-9CFD7FB7FB4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A497349-78DC-6CC0-2461-AF6463EE391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3516881-A9C7-FC8F-DDAD-1C8BE877148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C3B4F0C-EA3B-A619-B656-10AD093C3DF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2CFEDB7-4948-FB9B-E20C-8FE56D8BBC36}"/>
              </a:ext>
            </a:extLst>
          </p:cNvPr>
          <p:cNvSpPr txBox="1"/>
          <p:nvPr/>
        </p:nvSpPr>
        <p:spPr>
          <a:xfrm>
            <a:off x="3138310" y="901933"/>
            <a:ext cx="570089" cy="230832"/>
          </a:xfrm>
          <a:prstGeom prst="rect">
            <a:avLst/>
          </a:prstGeom>
          <a:noFill/>
        </p:spPr>
        <p:txBody>
          <a:bodyPr wrap="square" rtlCol="0">
            <a:spAutoFit/>
          </a:bodyPr>
          <a:lstStyle/>
          <a:p>
            <a:pPr algn="ctr"/>
            <a:r>
              <a:rPr lang="en-US" sz="900" dirty="0"/>
              <a:t>12345</a:t>
            </a:r>
          </a:p>
        </p:txBody>
      </p:sp>
      <p:sp>
        <p:nvSpPr>
          <p:cNvPr id="8" name="TextBox 7">
            <a:extLst>
              <a:ext uri="{FF2B5EF4-FFF2-40B4-BE49-F238E27FC236}">
                <a16:creationId xmlns:a16="http://schemas.microsoft.com/office/drawing/2014/main" id="{E6E4E82D-21C9-E8D7-6191-1D18C2316CD8}"/>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0E4F2C7B-C82E-6A23-011C-861911C4DA0A}"/>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8E68635C-7837-F423-7C9A-96CA03FA7601}"/>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FCAF6199-4D72-C611-A033-9416B8328000}"/>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12345</a:t>
            </a:r>
          </a:p>
        </p:txBody>
      </p:sp>
    </p:spTree>
    <p:extLst>
      <p:ext uri="{BB962C8B-B14F-4D97-AF65-F5344CB8AC3E}">
        <p14:creationId xmlns:p14="http://schemas.microsoft.com/office/powerpoint/2010/main" val="1908317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BA37A-FAE9-0905-51A6-56A069B534A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4C527E-76FD-627C-5E31-4E09786A4AAC}"/>
              </a:ext>
            </a:extLst>
          </p:cNvPr>
          <p:cNvSpPr>
            <a:spLocks noGrp="1"/>
          </p:cNvSpPr>
          <p:nvPr>
            <p:ph sz="half" idx="1"/>
          </p:nvPr>
        </p:nvSpPr>
        <p:spPr/>
        <p:txBody>
          <a:bodyPr/>
          <a:lstStyle/>
          <a:p>
            <a:r>
              <a:rPr lang="en-US" dirty="0"/>
              <a:t>Complete the upper left block.</a:t>
            </a:r>
          </a:p>
        </p:txBody>
      </p:sp>
      <p:pic>
        <p:nvPicPr>
          <p:cNvPr id="4" name="Picture 3" descr="A grid of sudoku puzzle&#10;&#10;Description automatically generated">
            <a:extLst>
              <a:ext uri="{FF2B5EF4-FFF2-40B4-BE49-F238E27FC236}">
                <a16:creationId xmlns:a16="http://schemas.microsoft.com/office/drawing/2014/main" id="{6DB64C2A-A7FB-C106-0E93-024524425C9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EE4BBCE-380C-7559-3224-EAB4F770FB2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D5DA388-B1C9-6869-4ED3-C4C9BD94877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944AAF7-0EF0-5268-5B69-55B9B95932A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3AED7E7-C971-1CE7-5209-0D6760104F40}"/>
              </a:ext>
            </a:extLst>
          </p:cNvPr>
          <p:cNvSpPr txBox="1"/>
          <p:nvPr/>
        </p:nvSpPr>
        <p:spPr>
          <a:xfrm>
            <a:off x="3138310" y="901933"/>
            <a:ext cx="570089" cy="230832"/>
          </a:xfrm>
          <a:prstGeom prst="rect">
            <a:avLst/>
          </a:prstGeom>
          <a:noFill/>
        </p:spPr>
        <p:txBody>
          <a:bodyPr wrap="square" rtlCol="0">
            <a:spAutoFit/>
          </a:bodyPr>
          <a:lstStyle/>
          <a:p>
            <a:pPr algn="ctr"/>
            <a:r>
              <a:rPr lang="en-US" sz="900" dirty="0"/>
              <a:t>12345</a:t>
            </a:r>
          </a:p>
        </p:txBody>
      </p:sp>
      <p:sp>
        <p:nvSpPr>
          <p:cNvPr id="8" name="TextBox 7">
            <a:extLst>
              <a:ext uri="{FF2B5EF4-FFF2-40B4-BE49-F238E27FC236}">
                <a16:creationId xmlns:a16="http://schemas.microsoft.com/office/drawing/2014/main" id="{AF077332-C460-55C6-082B-553C4EBD86C8}"/>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8496ACFF-C20D-9B89-D2B6-97047A773145}"/>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EEE73988-4F00-E75B-F112-7EEEDE78BD42}"/>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4FDD659A-BBF2-90BC-5EBF-37169F509759}"/>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12345</a:t>
            </a:r>
          </a:p>
        </p:txBody>
      </p:sp>
      <p:sp>
        <p:nvSpPr>
          <p:cNvPr id="12" name="TextBox 11">
            <a:extLst>
              <a:ext uri="{FF2B5EF4-FFF2-40B4-BE49-F238E27FC236}">
                <a16:creationId xmlns:a16="http://schemas.microsoft.com/office/drawing/2014/main" id="{F064EF53-3269-4925-146B-1D50F8B05299}"/>
              </a:ext>
            </a:extLst>
          </p:cNvPr>
          <p:cNvSpPr txBox="1"/>
          <p:nvPr/>
        </p:nvSpPr>
        <p:spPr>
          <a:xfrm>
            <a:off x="3640666" y="901933"/>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FA5E41B0-2EF3-B0FC-9DB5-D7477B1B212D}"/>
              </a:ext>
            </a:extLst>
          </p:cNvPr>
          <p:cNvSpPr txBox="1"/>
          <p:nvPr/>
        </p:nvSpPr>
        <p:spPr>
          <a:xfrm>
            <a:off x="4143022" y="901933"/>
            <a:ext cx="570089" cy="230832"/>
          </a:xfrm>
          <a:prstGeom prst="rect">
            <a:avLst/>
          </a:prstGeom>
          <a:noFill/>
        </p:spPr>
        <p:txBody>
          <a:bodyPr wrap="square" rtlCol="0">
            <a:spAutoFit/>
          </a:bodyPr>
          <a:lstStyle/>
          <a:p>
            <a:pPr algn="ctr"/>
            <a:r>
              <a:rPr lang="en-US" sz="900" dirty="0"/>
              <a:t>6789</a:t>
            </a:r>
          </a:p>
        </p:txBody>
      </p:sp>
      <p:sp>
        <p:nvSpPr>
          <p:cNvPr id="14" name="TextBox 13">
            <a:extLst>
              <a:ext uri="{FF2B5EF4-FFF2-40B4-BE49-F238E27FC236}">
                <a16:creationId xmlns:a16="http://schemas.microsoft.com/office/drawing/2014/main" id="{5D864F62-2D0F-8254-62AC-E7A50C9F0C6A}"/>
              </a:ext>
            </a:extLst>
          </p:cNvPr>
          <p:cNvSpPr txBox="1"/>
          <p:nvPr/>
        </p:nvSpPr>
        <p:spPr>
          <a:xfrm>
            <a:off x="3640666" y="1903821"/>
            <a:ext cx="570089" cy="230832"/>
          </a:xfrm>
          <a:prstGeom prst="rect">
            <a:avLst/>
          </a:prstGeom>
          <a:noFill/>
        </p:spPr>
        <p:txBody>
          <a:bodyPr wrap="square" rtlCol="0">
            <a:spAutoFit/>
          </a:bodyPr>
          <a:lstStyle/>
          <a:p>
            <a:pPr algn="ctr"/>
            <a:r>
              <a:rPr lang="en-US" sz="900" dirty="0"/>
              <a:t>6789</a:t>
            </a:r>
          </a:p>
        </p:txBody>
      </p:sp>
      <p:sp>
        <p:nvSpPr>
          <p:cNvPr id="15" name="TextBox 14">
            <a:extLst>
              <a:ext uri="{FF2B5EF4-FFF2-40B4-BE49-F238E27FC236}">
                <a16:creationId xmlns:a16="http://schemas.microsoft.com/office/drawing/2014/main" id="{E8608134-1175-A0C7-1469-136276F51A6C}"/>
              </a:ext>
            </a:extLst>
          </p:cNvPr>
          <p:cNvSpPr txBox="1"/>
          <p:nvPr/>
        </p:nvSpPr>
        <p:spPr>
          <a:xfrm>
            <a:off x="3138310" y="1903821"/>
            <a:ext cx="570089" cy="230832"/>
          </a:xfrm>
          <a:prstGeom prst="rect">
            <a:avLst/>
          </a:prstGeom>
          <a:noFill/>
        </p:spPr>
        <p:txBody>
          <a:bodyPr wrap="square" rtlCol="0">
            <a:spAutoFit/>
          </a:bodyPr>
          <a:lstStyle/>
          <a:p>
            <a:pPr algn="ctr"/>
            <a:r>
              <a:rPr lang="en-US" sz="900" dirty="0"/>
              <a:t>6789</a:t>
            </a:r>
          </a:p>
        </p:txBody>
      </p:sp>
    </p:spTree>
    <p:extLst>
      <p:ext uri="{BB962C8B-B14F-4D97-AF65-F5344CB8AC3E}">
        <p14:creationId xmlns:p14="http://schemas.microsoft.com/office/powerpoint/2010/main" val="759194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06937-3D51-59FA-684B-BA061F95C05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95AD47-EF0A-96C8-3ADB-DC74AA3D357D}"/>
              </a:ext>
            </a:extLst>
          </p:cNvPr>
          <p:cNvSpPr>
            <a:spLocks noGrp="1"/>
          </p:cNvSpPr>
          <p:nvPr>
            <p:ph sz="half" idx="1"/>
          </p:nvPr>
        </p:nvSpPr>
        <p:spPr/>
        <p:txBody>
          <a:bodyPr/>
          <a:lstStyle/>
          <a:p>
            <a:r>
              <a:rPr lang="en-US" dirty="0"/>
              <a:t>The portion of [19 in 5] in the upper left block is at least 13 and at most 17.  However, the portion of [19 in 5] in the left center block is at least 6. Given that the cage sum is 19, we must use the least possible in both cases.</a:t>
            </a:r>
          </a:p>
        </p:txBody>
      </p:sp>
      <p:pic>
        <p:nvPicPr>
          <p:cNvPr id="4" name="Picture 3" descr="A grid of sudoku puzzle&#10;&#10;Description automatically generated">
            <a:extLst>
              <a:ext uri="{FF2B5EF4-FFF2-40B4-BE49-F238E27FC236}">
                <a16:creationId xmlns:a16="http://schemas.microsoft.com/office/drawing/2014/main" id="{95A306EF-B784-79B4-CD64-BB3A944F925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CDEBA1A-64A9-D69A-0727-A1DD564438B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973FD2E-9A3F-D3E2-2782-BBE665F4171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547758A-6E1A-D378-110A-E067FBB3932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64EA477-5E04-E207-2163-734367B6D43A}"/>
              </a:ext>
            </a:extLst>
          </p:cNvPr>
          <p:cNvSpPr txBox="1"/>
          <p:nvPr/>
        </p:nvSpPr>
        <p:spPr>
          <a:xfrm>
            <a:off x="3138310" y="901933"/>
            <a:ext cx="570089" cy="230832"/>
          </a:xfrm>
          <a:prstGeom prst="rect">
            <a:avLst/>
          </a:prstGeom>
          <a:noFill/>
        </p:spPr>
        <p:txBody>
          <a:bodyPr wrap="square" rtlCol="0">
            <a:spAutoFit/>
          </a:bodyPr>
          <a:lstStyle/>
          <a:p>
            <a:pPr algn="ctr"/>
            <a:r>
              <a:rPr lang="en-US" sz="900" dirty="0"/>
              <a:t>12345</a:t>
            </a:r>
          </a:p>
        </p:txBody>
      </p:sp>
      <p:sp>
        <p:nvSpPr>
          <p:cNvPr id="8" name="TextBox 7">
            <a:extLst>
              <a:ext uri="{FF2B5EF4-FFF2-40B4-BE49-F238E27FC236}">
                <a16:creationId xmlns:a16="http://schemas.microsoft.com/office/drawing/2014/main" id="{C87C4E56-4DF2-090C-A606-E678AED451E1}"/>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46F57FCC-5E64-5599-8039-2B2CB66A1C9B}"/>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2E96AEAF-038E-2BBA-5151-1E4DB7072B0A}"/>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786B3C05-F7C5-4228-305A-87B6C4B71D9F}"/>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12345</a:t>
            </a:r>
          </a:p>
        </p:txBody>
      </p:sp>
      <p:sp>
        <p:nvSpPr>
          <p:cNvPr id="12" name="TextBox 11">
            <a:extLst>
              <a:ext uri="{FF2B5EF4-FFF2-40B4-BE49-F238E27FC236}">
                <a16:creationId xmlns:a16="http://schemas.microsoft.com/office/drawing/2014/main" id="{91243A9A-2AE8-EA4B-D606-CA51AF21FFB5}"/>
              </a:ext>
            </a:extLst>
          </p:cNvPr>
          <p:cNvSpPr txBox="1"/>
          <p:nvPr/>
        </p:nvSpPr>
        <p:spPr>
          <a:xfrm>
            <a:off x="3640666" y="901933"/>
            <a:ext cx="570089" cy="230832"/>
          </a:xfrm>
          <a:prstGeom prst="rect">
            <a:avLst/>
          </a:prstGeom>
          <a:noFill/>
        </p:spPr>
        <p:txBody>
          <a:bodyPr wrap="square" rtlCol="0">
            <a:spAutoFit/>
          </a:bodyPr>
          <a:lstStyle/>
          <a:p>
            <a:pPr algn="ctr"/>
            <a:r>
              <a:rPr lang="en-US" sz="900" dirty="0"/>
              <a:t>89</a:t>
            </a:r>
          </a:p>
        </p:txBody>
      </p:sp>
      <p:sp>
        <p:nvSpPr>
          <p:cNvPr id="13" name="TextBox 12">
            <a:extLst>
              <a:ext uri="{FF2B5EF4-FFF2-40B4-BE49-F238E27FC236}">
                <a16:creationId xmlns:a16="http://schemas.microsoft.com/office/drawing/2014/main" id="{3887687A-8511-8812-20E7-17B2981E4F77}"/>
              </a:ext>
            </a:extLst>
          </p:cNvPr>
          <p:cNvSpPr txBox="1"/>
          <p:nvPr/>
        </p:nvSpPr>
        <p:spPr>
          <a:xfrm>
            <a:off x="4143022" y="901933"/>
            <a:ext cx="570089" cy="230832"/>
          </a:xfrm>
          <a:prstGeom prst="rect">
            <a:avLst/>
          </a:prstGeom>
          <a:noFill/>
        </p:spPr>
        <p:txBody>
          <a:bodyPr wrap="square" rtlCol="0">
            <a:spAutoFit/>
          </a:bodyPr>
          <a:lstStyle/>
          <a:p>
            <a:pPr algn="ctr"/>
            <a:r>
              <a:rPr lang="en-US" sz="900" dirty="0"/>
              <a:t>98</a:t>
            </a:r>
          </a:p>
        </p:txBody>
      </p:sp>
      <p:sp>
        <p:nvSpPr>
          <p:cNvPr id="14" name="TextBox 13">
            <a:extLst>
              <a:ext uri="{FF2B5EF4-FFF2-40B4-BE49-F238E27FC236}">
                <a16:creationId xmlns:a16="http://schemas.microsoft.com/office/drawing/2014/main" id="{6D8C6DFA-6C10-F292-586B-F923AD6E68F7}"/>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13D9EA5B-82C7-2399-6E9C-832DCE21A9EC}"/>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6F532B35-05F2-B7DD-05B4-BDFC71B03854}"/>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AD5CEBC0-D26E-41F6-5844-A070F07432E3}"/>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03AF51DB-8169-058F-D7C3-2FC0C5364A88}"/>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Tree>
    <p:extLst>
      <p:ext uri="{BB962C8B-B14F-4D97-AF65-F5344CB8AC3E}">
        <p14:creationId xmlns:p14="http://schemas.microsoft.com/office/powerpoint/2010/main" val="2963459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125A0-48D0-7A43-CE94-E6906948C1C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30AB54-253E-7295-3C27-39B6F4CC7779}"/>
              </a:ext>
            </a:extLst>
          </p:cNvPr>
          <p:cNvSpPr>
            <a:spLocks noGrp="1"/>
          </p:cNvSpPr>
          <p:nvPr>
            <p:ph sz="half" idx="1"/>
          </p:nvPr>
        </p:nvSpPr>
        <p:spPr/>
        <p:txBody>
          <a:bodyPr>
            <a:normAutofit/>
          </a:bodyPr>
          <a:lstStyle/>
          <a:p>
            <a:r>
              <a:rPr lang="en-US" dirty="0"/>
              <a:t>The portion of [18 in 5] in the upper center block is at least 10, and the portion in the upper left block is at least 8. Given that the cage sum is 18, we must use the minimums in both cases.</a:t>
            </a:r>
          </a:p>
        </p:txBody>
      </p:sp>
      <p:pic>
        <p:nvPicPr>
          <p:cNvPr id="4" name="Picture 3" descr="A grid of sudoku puzzle&#10;&#10;Description automatically generated">
            <a:extLst>
              <a:ext uri="{FF2B5EF4-FFF2-40B4-BE49-F238E27FC236}">
                <a16:creationId xmlns:a16="http://schemas.microsoft.com/office/drawing/2014/main" id="{E1CB9EAB-4192-DE8C-08C1-49893FF355B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29C7966-2684-16A6-25C0-876FCE4F03B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DBC44FE-BA8C-6FA3-EDE2-2B7C296AF8A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C3AC6B2-35B0-042C-7FF4-8A036FD2BFE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5180D1C-B156-5A74-F90C-BD4E2DF9EA07}"/>
              </a:ext>
            </a:extLst>
          </p:cNvPr>
          <p:cNvSpPr txBox="1"/>
          <p:nvPr/>
        </p:nvSpPr>
        <p:spPr>
          <a:xfrm>
            <a:off x="3138310" y="901933"/>
            <a:ext cx="570089" cy="230832"/>
          </a:xfrm>
          <a:prstGeom prst="rect">
            <a:avLst/>
          </a:prstGeom>
          <a:noFill/>
        </p:spPr>
        <p:txBody>
          <a:bodyPr wrap="square" rtlCol="0">
            <a:spAutoFit/>
          </a:bodyPr>
          <a:lstStyle/>
          <a:p>
            <a:pPr algn="ctr"/>
            <a:r>
              <a:rPr lang="en-US" sz="900" dirty="0"/>
              <a:t>12345</a:t>
            </a:r>
          </a:p>
        </p:txBody>
      </p:sp>
      <p:sp>
        <p:nvSpPr>
          <p:cNvPr id="8" name="TextBox 7">
            <a:extLst>
              <a:ext uri="{FF2B5EF4-FFF2-40B4-BE49-F238E27FC236}">
                <a16:creationId xmlns:a16="http://schemas.microsoft.com/office/drawing/2014/main" id="{22B5CB53-0B08-9753-EE73-C73ACA7497A8}"/>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A68A5B31-AF58-F201-EF24-CEBA2501C2A9}"/>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CD03D6FD-A5E2-B1FE-AFD8-AF7C9D1F991A}"/>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5D37CE4E-9245-B90B-CA07-5B92ED578381}"/>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F1EC9EE5-8ED5-F13C-05BA-41187B16AF62}"/>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34F0A667-F05C-C2DB-CF65-A002EEE0B702}"/>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2D1B29B9-80E1-C3B5-F514-DAF7F2AB7E1F}"/>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A27D645A-5650-9797-AD93-545A7C2B87C7}"/>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F81549C3-3830-635C-4636-F43A02979250}"/>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1904CEBD-5110-7BC5-31CE-4DAA8EA7BEAA}"/>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63C2E9DA-2A90-7E9C-E62A-3ECAE5135A5D}"/>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6FA21FC4-63D2-03FF-B2C8-1BEA1FA52603}"/>
              </a:ext>
            </a:extLst>
          </p:cNvPr>
          <p:cNvSpPr txBox="1"/>
          <p:nvPr/>
        </p:nvSpPr>
        <p:spPr>
          <a:xfrm>
            <a:off x="4645378" y="901933"/>
            <a:ext cx="570089" cy="230832"/>
          </a:xfrm>
          <a:prstGeom prst="rect">
            <a:avLst/>
          </a:prstGeom>
          <a:noFill/>
        </p:spPr>
        <p:txBody>
          <a:bodyPr wrap="square" rtlCol="0">
            <a:spAutoFit/>
          </a:bodyPr>
          <a:lstStyle/>
          <a:p>
            <a:pPr algn="ctr"/>
            <a:r>
              <a:rPr lang="en-US" sz="900" dirty="0"/>
              <a:t>1234</a:t>
            </a:r>
          </a:p>
        </p:txBody>
      </p:sp>
      <p:sp>
        <p:nvSpPr>
          <p:cNvPr id="22" name="TextBox 21">
            <a:extLst>
              <a:ext uri="{FF2B5EF4-FFF2-40B4-BE49-F238E27FC236}">
                <a16:creationId xmlns:a16="http://schemas.microsoft.com/office/drawing/2014/main" id="{2B647D29-5049-DA10-3124-3BE0FAC43B23}"/>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8080B03A-6DF8-C637-E483-B82826F61739}"/>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383855DB-7791-6FAC-296E-8ED769226B09}"/>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1234</a:t>
            </a:r>
          </a:p>
        </p:txBody>
      </p:sp>
    </p:spTree>
    <p:extLst>
      <p:ext uri="{BB962C8B-B14F-4D97-AF65-F5344CB8AC3E}">
        <p14:creationId xmlns:p14="http://schemas.microsoft.com/office/powerpoint/2010/main" val="1853941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4093C-0F62-9496-53B3-01BAE78B315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2A721E-A063-08B1-6B4B-C44CD8BD249C}"/>
              </a:ext>
            </a:extLst>
          </p:cNvPr>
          <p:cNvSpPr>
            <a:spLocks noGrp="1"/>
          </p:cNvSpPr>
          <p:nvPr>
            <p:ph sz="half" idx="1"/>
          </p:nvPr>
        </p:nvSpPr>
        <p:spPr/>
        <p:txBody>
          <a:bodyPr>
            <a:normAutofit/>
          </a:bodyPr>
          <a:lstStyle/>
          <a:p>
            <a:r>
              <a:rPr lang="en-US" dirty="0"/>
              <a:t>Complete the upper center block.</a:t>
            </a:r>
          </a:p>
        </p:txBody>
      </p:sp>
      <p:pic>
        <p:nvPicPr>
          <p:cNvPr id="4" name="Picture 3" descr="A grid of sudoku puzzle&#10;&#10;Description automatically generated">
            <a:extLst>
              <a:ext uri="{FF2B5EF4-FFF2-40B4-BE49-F238E27FC236}">
                <a16:creationId xmlns:a16="http://schemas.microsoft.com/office/drawing/2014/main" id="{403A1BCF-0964-21D7-D93F-1F0BB1DCED5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819AF52-57D4-6E4E-E125-0C66F72247D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425AD33-9276-FCF7-BC30-AA0D8AE8B7A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6F60F53-66BB-D0C4-9475-5A8B9B9F055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464A1D0-F480-E7AF-553F-F47ABE81C6B2}"/>
              </a:ext>
            </a:extLst>
          </p:cNvPr>
          <p:cNvSpPr txBox="1"/>
          <p:nvPr/>
        </p:nvSpPr>
        <p:spPr>
          <a:xfrm>
            <a:off x="3138310" y="901933"/>
            <a:ext cx="570089" cy="230832"/>
          </a:xfrm>
          <a:prstGeom prst="rect">
            <a:avLst/>
          </a:prstGeom>
          <a:noFill/>
        </p:spPr>
        <p:txBody>
          <a:bodyPr wrap="square" rtlCol="0">
            <a:spAutoFit/>
          </a:bodyPr>
          <a:lstStyle/>
          <a:p>
            <a:pPr algn="ctr"/>
            <a:r>
              <a:rPr lang="en-US" sz="900" dirty="0"/>
              <a:t>12345</a:t>
            </a:r>
          </a:p>
        </p:txBody>
      </p:sp>
      <p:sp>
        <p:nvSpPr>
          <p:cNvPr id="8" name="TextBox 7">
            <a:extLst>
              <a:ext uri="{FF2B5EF4-FFF2-40B4-BE49-F238E27FC236}">
                <a16:creationId xmlns:a16="http://schemas.microsoft.com/office/drawing/2014/main" id="{91FABA39-9539-727D-3BFE-08777E1D1E06}"/>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3EF176A2-1CD8-7E12-3CD4-0937D6E877C5}"/>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D2905966-9919-B7F5-F05A-1E3697B530F4}"/>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CD222882-514A-6F91-935B-9FF220E3D92D}"/>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5B04EDA6-58F4-DEA8-FB49-2D835A4B0605}"/>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A6623425-C03F-DCDD-DAAA-FC3F403CF5AB}"/>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D9F64902-3659-7CA2-9682-578E44CEA9DB}"/>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C54FB4CC-3CAD-F38C-9444-6583115F05AE}"/>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2124E372-F71D-F2E4-674C-5C05AA560EC0}"/>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1A186607-05B8-5427-2CBA-43C5CCA7DFE3}"/>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1F8830F0-AF3B-379C-A3A4-92BDB8AC33E2}"/>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88BFEB7C-DD28-3D7B-9ACE-A0F2964E721B}"/>
              </a:ext>
            </a:extLst>
          </p:cNvPr>
          <p:cNvSpPr txBox="1"/>
          <p:nvPr/>
        </p:nvSpPr>
        <p:spPr>
          <a:xfrm>
            <a:off x="4645378" y="901933"/>
            <a:ext cx="570089" cy="230832"/>
          </a:xfrm>
          <a:prstGeom prst="rect">
            <a:avLst/>
          </a:prstGeom>
          <a:noFill/>
        </p:spPr>
        <p:txBody>
          <a:bodyPr wrap="square" rtlCol="0">
            <a:spAutoFit/>
          </a:bodyPr>
          <a:lstStyle/>
          <a:p>
            <a:pPr algn="ctr"/>
            <a:r>
              <a:rPr lang="en-US" sz="900" dirty="0"/>
              <a:t>1234</a:t>
            </a:r>
          </a:p>
        </p:txBody>
      </p:sp>
      <p:sp>
        <p:nvSpPr>
          <p:cNvPr id="22" name="TextBox 21">
            <a:extLst>
              <a:ext uri="{FF2B5EF4-FFF2-40B4-BE49-F238E27FC236}">
                <a16:creationId xmlns:a16="http://schemas.microsoft.com/office/drawing/2014/main" id="{4589C9AD-A2BC-BFF2-D212-1FDFB7A148EA}"/>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F986E775-9692-1111-23DC-31E6722BEC0B}"/>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F3DB4455-DAE4-BD2F-1F31-6896410AFA63}"/>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1234</a:t>
            </a:r>
          </a:p>
        </p:txBody>
      </p:sp>
      <p:sp>
        <p:nvSpPr>
          <p:cNvPr id="12" name="TextBox 11">
            <a:extLst>
              <a:ext uri="{FF2B5EF4-FFF2-40B4-BE49-F238E27FC236}">
                <a16:creationId xmlns:a16="http://schemas.microsoft.com/office/drawing/2014/main" id="{E1AA0E01-6449-EC02-476D-E25E84874C1C}"/>
              </a:ext>
            </a:extLst>
          </p:cNvPr>
          <p:cNvSpPr txBox="1"/>
          <p:nvPr/>
        </p:nvSpPr>
        <p:spPr>
          <a:xfrm>
            <a:off x="5147734" y="901933"/>
            <a:ext cx="570089" cy="230832"/>
          </a:xfrm>
          <a:prstGeom prst="rect">
            <a:avLst/>
          </a:prstGeom>
          <a:noFill/>
        </p:spPr>
        <p:txBody>
          <a:bodyPr wrap="square" rtlCol="0">
            <a:spAutoFit/>
          </a:bodyPr>
          <a:lstStyle/>
          <a:p>
            <a:pPr algn="ctr"/>
            <a:r>
              <a:rPr lang="en-US" sz="900" dirty="0"/>
              <a:t>567</a:t>
            </a:r>
          </a:p>
        </p:txBody>
      </p:sp>
      <p:sp>
        <p:nvSpPr>
          <p:cNvPr id="13" name="TextBox 12">
            <a:extLst>
              <a:ext uri="{FF2B5EF4-FFF2-40B4-BE49-F238E27FC236}">
                <a16:creationId xmlns:a16="http://schemas.microsoft.com/office/drawing/2014/main" id="{2D1E1E41-843B-408B-0850-FE35B5B1EECA}"/>
              </a:ext>
            </a:extLst>
          </p:cNvPr>
          <p:cNvSpPr txBox="1"/>
          <p:nvPr/>
        </p:nvSpPr>
        <p:spPr>
          <a:xfrm>
            <a:off x="5650090" y="901933"/>
            <a:ext cx="570089" cy="230832"/>
          </a:xfrm>
          <a:prstGeom prst="rect">
            <a:avLst/>
          </a:prstGeom>
          <a:noFill/>
        </p:spPr>
        <p:txBody>
          <a:bodyPr wrap="square" rtlCol="0">
            <a:spAutoFit/>
          </a:bodyPr>
          <a:lstStyle/>
          <a:p>
            <a:pPr algn="ctr"/>
            <a:r>
              <a:rPr lang="en-US" sz="900" dirty="0"/>
              <a:t>567</a:t>
            </a:r>
          </a:p>
        </p:txBody>
      </p:sp>
      <p:sp>
        <p:nvSpPr>
          <p:cNvPr id="25" name="TextBox 24">
            <a:extLst>
              <a:ext uri="{FF2B5EF4-FFF2-40B4-BE49-F238E27FC236}">
                <a16:creationId xmlns:a16="http://schemas.microsoft.com/office/drawing/2014/main" id="{38B89426-F3D4-A9F1-7A82-F4D1179F52A6}"/>
              </a:ext>
            </a:extLst>
          </p:cNvPr>
          <p:cNvSpPr txBox="1"/>
          <p:nvPr/>
        </p:nvSpPr>
        <p:spPr>
          <a:xfrm>
            <a:off x="5147734" y="1402877"/>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2053AD48-4E3A-3B67-ED30-295E5A92C3B9}"/>
              </a:ext>
            </a:extLst>
          </p:cNvPr>
          <p:cNvSpPr txBox="1"/>
          <p:nvPr/>
        </p:nvSpPr>
        <p:spPr>
          <a:xfrm>
            <a:off x="5650090" y="1402877"/>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7AA8DFF7-AD28-2890-259D-DB630EC814C3}"/>
              </a:ext>
            </a:extLst>
          </p:cNvPr>
          <p:cNvSpPr txBox="1"/>
          <p:nvPr/>
        </p:nvSpPr>
        <p:spPr>
          <a:xfrm>
            <a:off x="5650090" y="1903821"/>
            <a:ext cx="570089" cy="230832"/>
          </a:xfrm>
          <a:prstGeom prst="rect">
            <a:avLst/>
          </a:prstGeom>
          <a:noFill/>
        </p:spPr>
        <p:txBody>
          <a:bodyPr wrap="square" rtlCol="0">
            <a:spAutoFit/>
          </a:bodyPr>
          <a:lstStyle/>
          <a:p>
            <a:pPr algn="ctr"/>
            <a:r>
              <a:rPr lang="en-US" sz="900" dirty="0"/>
              <a:t>589</a:t>
            </a:r>
          </a:p>
        </p:txBody>
      </p:sp>
    </p:spTree>
    <p:extLst>
      <p:ext uri="{BB962C8B-B14F-4D97-AF65-F5344CB8AC3E}">
        <p14:creationId xmlns:p14="http://schemas.microsoft.com/office/powerpoint/2010/main" val="642251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94605-8A0A-484F-4B96-129B2E40D9B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AF6638C-1D05-262B-424D-698722CCD5A9}"/>
              </a:ext>
            </a:extLst>
          </p:cNvPr>
          <p:cNvSpPr>
            <a:spLocks noGrp="1"/>
          </p:cNvSpPr>
          <p:nvPr>
            <p:ph sz="half" idx="1"/>
          </p:nvPr>
        </p:nvSpPr>
        <p:spPr/>
        <p:txBody>
          <a:bodyPr>
            <a:normAutofit/>
          </a:bodyPr>
          <a:lstStyle/>
          <a:p>
            <a:r>
              <a:rPr lang="en-US" dirty="0"/>
              <a:t>The portion of [22 in 5] in the upper center block will be at a minimum 18 (567). The portion in the upper right block will be at a minimum 3 (12). 22 exceeds 18+3 by 1, so the division will either be 19/3 or 20/2.</a:t>
            </a:r>
          </a:p>
        </p:txBody>
      </p:sp>
      <p:pic>
        <p:nvPicPr>
          <p:cNvPr id="4" name="Picture 3" descr="A grid of sudoku puzzle&#10;&#10;Description automatically generated">
            <a:extLst>
              <a:ext uri="{FF2B5EF4-FFF2-40B4-BE49-F238E27FC236}">
                <a16:creationId xmlns:a16="http://schemas.microsoft.com/office/drawing/2014/main" id="{B3CDCD43-2DEA-EDEF-C19D-B06AFEB1859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11CDF34-6C7B-8094-C223-D60BF3F8768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CE3FA10-330D-D829-D671-778207B572E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8FC6C89-C6B3-C594-11FA-9DA4FC4E037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2BF9073-C381-EA09-C4FC-CC6A4E1B1D0C}"/>
              </a:ext>
            </a:extLst>
          </p:cNvPr>
          <p:cNvSpPr txBox="1"/>
          <p:nvPr/>
        </p:nvSpPr>
        <p:spPr>
          <a:xfrm>
            <a:off x="3138310" y="901933"/>
            <a:ext cx="570089" cy="230832"/>
          </a:xfrm>
          <a:prstGeom prst="rect">
            <a:avLst/>
          </a:prstGeom>
          <a:noFill/>
        </p:spPr>
        <p:txBody>
          <a:bodyPr wrap="square" rtlCol="0">
            <a:spAutoFit/>
          </a:bodyPr>
          <a:lstStyle/>
          <a:p>
            <a:pPr algn="ctr"/>
            <a:r>
              <a:rPr lang="en-US" sz="900" dirty="0"/>
              <a:t>12345</a:t>
            </a:r>
          </a:p>
        </p:txBody>
      </p:sp>
      <p:sp>
        <p:nvSpPr>
          <p:cNvPr id="8" name="TextBox 7">
            <a:extLst>
              <a:ext uri="{FF2B5EF4-FFF2-40B4-BE49-F238E27FC236}">
                <a16:creationId xmlns:a16="http://schemas.microsoft.com/office/drawing/2014/main" id="{C43A0F58-947A-CF71-2C35-121AAAA64BC3}"/>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0A3B2916-E21E-56B4-E7B0-38ED94321FBC}"/>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DF0E9569-B441-B66A-153E-29B522800730}"/>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FCA6786F-B102-A6D0-5C5D-F7760D94C9B7}"/>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33A6E846-F0FE-576C-08FE-653404EAFAB9}"/>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9C9978EF-25A1-CC60-085E-501D0EAD27B4}"/>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682BC056-4FA6-A3A2-4B62-E1B3052772D9}"/>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B1323630-8ECE-CC87-CBB4-5560191F0218}"/>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BFF9F78E-B0CA-C518-4B7C-DF5C96FAC861}"/>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DEFD9ADD-A04C-3D0B-DD05-77652ACB2287}"/>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A6D346DE-5B4A-03AF-163E-935466D1DCA7}"/>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226D7735-DA9E-BB0E-6450-214CD621249C}"/>
              </a:ext>
            </a:extLst>
          </p:cNvPr>
          <p:cNvSpPr txBox="1"/>
          <p:nvPr/>
        </p:nvSpPr>
        <p:spPr>
          <a:xfrm>
            <a:off x="4645378" y="901933"/>
            <a:ext cx="570089" cy="230832"/>
          </a:xfrm>
          <a:prstGeom prst="rect">
            <a:avLst/>
          </a:prstGeom>
          <a:noFill/>
        </p:spPr>
        <p:txBody>
          <a:bodyPr wrap="square" rtlCol="0">
            <a:spAutoFit/>
          </a:bodyPr>
          <a:lstStyle/>
          <a:p>
            <a:pPr algn="ctr"/>
            <a:r>
              <a:rPr lang="en-US" sz="900" dirty="0"/>
              <a:t>1234</a:t>
            </a:r>
          </a:p>
        </p:txBody>
      </p:sp>
      <p:sp>
        <p:nvSpPr>
          <p:cNvPr id="22" name="TextBox 21">
            <a:extLst>
              <a:ext uri="{FF2B5EF4-FFF2-40B4-BE49-F238E27FC236}">
                <a16:creationId xmlns:a16="http://schemas.microsoft.com/office/drawing/2014/main" id="{06EFDF03-08E3-775D-FF63-561E9B8FFC5E}"/>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4B6AEAEE-C422-5A48-E50A-D6709FF13876}"/>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1009E930-09C5-2C66-5698-C98AAB48A0AF}"/>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1234</a:t>
            </a:r>
          </a:p>
        </p:txBody>
      </p:sp>
      <p:sp>
        <p:nvSpPr>
          <p:cNvPr id="12" name="TextBox 11">
            <a:extLst>
              <a:ext uri="{FF2B5EF4-FFF2-40B4-BE49-F238E27FC236}">
                <a16:creationId xmlns:a16="http://schemas.microsoft.com/office/drawing/2014/main" id="{9056A18E-E288-3FBC-231F-89B63B3141D5}"/>
              </a:ext>
            </a:extLst>
          </p:cNvPr>
          <p:cNvSpPr txBox="1"/>
          <p:nvPr/>
        </p:nvSpPr>
        <p:spPr>
          <a:xfrm>
            <a:off x="5147734" y="901933"/>
            <a:ext cx="570089" cy="230832"/>
          </a:xfrm>
          <a:prstGeom prst="rect">
            <a:avLst/>
          </a:prstGeom>
          <a:noFill/>
        </p:spPr>
        <p:txBody>
          <a:bodyPr wrap="square" rtlCol="0">
            <a:spAutoFit/>
          </a:bodyPr>
          <a:lstStyle/>
          <a:p>
            <a:pPr algn="ctr"/>
            <a:r>
              <a:rPr lang="en-US" sz="900" dirty="0"/>
              <a:t>567</a:t>
            </a:r>
          </a:p>
        </p:txBody>
      </p:sp>
      <p:sp>
        <p:nvSpPr>
          <p:cNvPr id="13" name="TextBox 12">
            <a:extLst>
              <a:ext uri="{FF2B5EF4-FFF2-40B4-BE49-F238E27FC236}">
                <a16:creationId xmlns:a16="http://schemas.microsoft.com/office/drawing/2014/main" id="{2FE98C6C-4E1D-6193-E3E7-7A6E504E70FA}"/>
              </a:ext>
            </a:extLst>
          </p:cNvPr>
          <p:cNvSpPr txBox="1"/>
          <p:nvPr/>
        </p:nvSpPr>
        <p:spPr>
          <a:xfrm>
            <a:off x="5650090" y="901933"/>
            <a:ext cx="570089" cy="230832"/>
          </a:xfrm>
          <a:prstGeom prst="rect">
            <a:avLst/>
          </a:prstGeom>
          <a:noFill/>
        </p:spPr>
        <p:txBody>
          <a:bodyPr wrap="square" rtlCol="0">
            <a:spAutoFit/>
          </a:bodyPr>
          <a:lstStyle/>
          <a:p>
            <a:pPr algn="ctr"/>
            <a:r>
              <a:rPr lang="en-US" sz="900" dirty="0"/>
              <a:t>567</a:t>
            </a:r>
          </a:p>
        </p:txBody>
      </p:sp>
      <p:sp>
        <p:nvSpPr>
          <p:cNvPr id="25" name="TextBox 24">
            <a:extLst>
              <a:ext uri="{FF2B5EF4-FFF2-40B4-BE49-F238E27FC236}">
                <a16:creationId xmlns:a16="http://schemas.microsoft.com/office/drawing/2014/main" id="{AAFCCA33-581A-24F6-D21D-F49E5E83FC02}"/>
              </a:ext>
            </a:extLst>
          </p:cNvPr>
          <p:cNvSpPr txBox="1"/>
          <p:nvPr/>
        </p:nvSpPr>
        <p:spPr>
          <a:xfrm>
            <a:off x="5147734" y="1402877"/>
            <a:ext cx="570089" cy="230832"/>
          </a:xfrm>
          <a:prstGeom prst="rect">
            <a:avLst/>
          </a:prstGeom>
          <a:noFill/>
        </p:spPr>
        <p:txBody>
          <a:bodyPr wrap="square" rtlCol="0">
            <a:spAutoFit/>
          </a:bodyPr>
          <a:lstStyle/>
          <a:p>
            <a:pPr algn="ctr"/>
            <a:r>
              <a:rPr lang="en-US" sz="900" dirty="0"/>
              <a:t>5678</a:t>
            </a:r>
          </a:p>
        </p:txBody>
      </p:sp>
      <p:sp>
        <p:nvSpPr>
          <p:cNvPr id="26" name="TextBox 25">
            <a:extLst>
              <a:ext uri="{FF2B5EF4-FFF2-40B4-BE49-F238E27FC236}">
                <a16:creationId xmlns:a16="http://schemas.microsoft.com/office/drawing/2014/main" id="{A1B93C46-1E2A-CC5E-2E24-F62BC99BC549}"/>
              </a:ext>
            </a:extLst>
          </p:cNvPr>
          <p:cNvSpPr txBox="1"/>
          <p:nvPr/>
        </p:nvSpPr>
        <p:spPr>
          <a:xfrm>
            <a:off x="5650090" y="1402877"/>
            <a:ext cx="570089" cy="230832"/>
          </a:xfrm>
          <a:prstGeom prst="rect">
            <a:avLst/>
          </a:prstGeom>
          <a:noFill/>
        </p:spPr>
        <p:txBody>
          <a:bodyPr wrap="square" rtlCol="0">
            <a:spAutoFit/>
          </a:bodyPr>
          <a:lstStyle/>
          <a:p>
            <a:pPr algn="ctr"/>
            <a:r>
              <a:rPr lang="en-US" sz="900" dirty="0"/>
              <a:t>5678</a:t>
            </a:r>
          </a:p>
        </p:txBody>
      </p:sp>
      <p:sp>
        <p:nvSpPr>
          <p:cNvPr id="27" name="TextBox 26">
            <a:extLst>
              <a:ext uri="{FF2B5EF4-FFF2-40B4-BE49-F238E27FC236}">
                <a16:creationId xmlns:a16="http://schemas.microsoft.com/office/drawing/2014/main" id="{B4D65B87-56AA-5F5E-B01A-DD72539F874B}"/>
              </a:ext>
            </a:extLst>
          </p:cNvPr>
          <p:cNvSpPr txBox="1"/>
          <p:nvPr/>
        </p:nvSpPr>
        <p:spPr>
          <a:xfrm>
            <a:off x="5650090" y="1903821"/>
            <a:ext cx="570089" cy="230832"/>
          </a:xfrm>
          <a:prstGeom prst="rect">
            <a:avLst/>
          </a:prstGeom>
          <a:noFill/>
        </p:spPr>
        <p:txBody>
          <a:bodyPr wrap="square" rtlCol="0">
            <a:spAutoFit/>
          </a:bodyPr>
          <a:lstStyle/>
          <a:p>
            <a:pPr algn="ctr"/>
            <a:r>
              <a:rPr lang="en-US" sz="900" dirty="0"/>
              <a:t>589</a:t>
            </a:r>
          </a:p>
        </p:txBody>
      </p:sp>
      <p:sp>
        <p:nvSpPr>
          <p:cNvPr id="28" name="TextBox 27">
            <a:extLst>
              <a:ext uri="{FF2B5EF4-FFF2-40B4-BE49-F238E27FC236}">
                <a16:creationId xmlns:a16="http://schemas.microsoft.com/office/drawing/2014/main" id="{BE38069E-D8DE-E8CE-63E6-EEACF7CFC4BC}"/>
              </a:ext>
            </a:extLst>
          </p:cNvPr>
          <p:cNvSpPr txBox="1"/>
          <p:nvPr/>
        </p:nvSpPr>
        <p:spPr>
          <a:xfrm>
            <a:off x="6152446" y="1402877"/>
            <a:ext cx="570089" cy="230832"/>
          </a:xfrm>
          <a:prstGeom prst="rect">
            <a:avLst/>
          </a:prstGeom>
          <a:noFill/>
        </p:spPr>
        <p:txBody>
          <a:bodyPr wrap="square" rtlCol="0">
            <a:spAutoFit/>
          </a:bodyPr>
          <a:lstStyle/>
          <a:p>
            <a:pPr algn="ctr"/>
            <a:r>
              <a:rPr lang="en-US" sz="900" dirty="0"/>
              <a:t>123</a:t>
            </a:r>
          </a:p>
        </p:txBody>
      </p:sp>
      <p:sp>
        <p:nvSpPr>
          <p:cNvPr id="29" name="TextBox 28">
            <a:extLst>
              <a:ext uri="{FF2B5EF4-FFF2-40B4-BE49-F238E27FC236}">
                <a16:creationId xmlns:a16="http://schemas.microsoft.com/office/drawing/2014/main" id="{A0C197BE-6263-D62D-D2FB-EA081212677C}"/>
              </a:ext>
            </a:extLst>
          </p:cNvPr>
          <p:cNvSpPr txBox="1"/>
          <p:nvPr/>
        </p:nvSpPr>
        <p:spPr>
          <a:xfrm>
            <a:off x="6152446" y="1903821"/>
            <a:ext cx="570089" cy="230832"/>
          </a:xfrm>
          <a:prstGeom prst="rect">
            <a:avLst/>
          </a:prstGeom>
          <a:noFill/>
        </p:spPr>
        <p:txBody>
          <a:bodyPr wrap="square" rtlCol="0">
            <a:spAutoFit/>
          </a:bodyPr>
          <a:lstStyle/>
          <a:p>
            <a:pPr algn="ctr"/>
            <a:r>
              <a:rPr lang="en-US" sz="900" dirty="0"/>
              <a:t>123</a:t>
            </a:r>
          </a:p>
        </p:txBody>
      </p:sp>
    </p:spTree>
    <p:extLst>
      <p:ext uri="{BB962C8B-B14F-4D97-AF65-F5344CB8AC3E}">
        <p14:creationId xmlns:p14="http://schemas.microsoft.com/office/powerpoint/2010/main" val="1830406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90DE2-50C3-1400-524F-557DC079E78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E876EF-DB1B-DEB5-6A70-572AF81B7CC8}"/>
              </a:ext>
            </a:extLst>
          </p:cNvPr>
          <p:cNvSpPr>
            <a:spLocks noGrp="1"/>
          </p:cNvSpPr>
          <p:nvPr>
            <p:ph sz="half" idx="1"/>
          </p:nvPr>
        </p:nvSpPr>
        <p:spPr/>
        <p:txBody>
          <a:bodyPr>
            <a:normAutofit/>
          </a:bodyPr>
          <a:lstStyle/>
          <a:p>
            <a:r>
              <a:rPr lang="en-US" dirty="0"/>
              <a:t>Last possible 9 in upper center block.</a:t>
            </a:r>
          </a:p>
        </p:txBody>
      </p:sp>
      <p:pic>
        <p:nvPicPr>
          <p:cNvPr id="4" name="Picture 3" descr="A grid of sudoku puzzle&#10;&#10;Description automatically generated">
            <a:extLst>
              <a:ext uri="{FF2B5EF4-FFF2-40B4-BE49-F238E27FC236}">
                <a16:creationId xmlns:a16="http://schemas.microsoft.com/office/drawing/2014/main" id="{EC2EA688-3B04-FD93-DBA7-50E8360F6BE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8661C65-CD48-4C1D-462C-E364BF61F40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D511F74-CE43-0003-491D-69B2BC012A7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28121A7-AAFD-DC47-22E8-C0C31594906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3C7EBC9-A154-C42D-EBF8-18CC37529CB3}"/>
              </a:ext>
            </a:extLst>
          </p:cNvPr>
          <p:cNvSpPr txBox="1"/>
          <p:nvPr/>
        </p:nvSpPr>
        <p:spPr>
          <a:xfrm>
            <a:off x="3138310" y="901933"/>
            <a:ext cx="570089" cy="230832"/>
          </a:xfrm>
          <a:prstGeom prst="rect">
            <a:avLst/>
          </a:prstGeom>
          <a:noFill/>
        </p:spPr>
        <p:txBody>
          <a:bodyPr wrap="square" rtlCol="0">
            <a:spAutoFit/>
          </a:bodyPr>
          <a:lstStyle/>
          <a:p>
            <a:pPr algn="ctr"/>
            <a:r>
              <a:rPr lang="en-US" sz="900" dirty="0"/>
              <a:t>12345</a:t>
            </a:r>
          </a:p>
        </p:txBody>
      </p:sp>
      <p:sp>
        <p:nvSpPr>
          <p:cNvPr id="8" name="TextBox 7">
            <a:extLst>
              <a:ext uri="{FF2B5EF4-FFF2-40B4-BE49-F238E27FC236}">
                <a16:creationId xmlns:a16="http://schemas.microsoft.com/office/drawing/2014/main" id="{B379B19B-1243-D247-9EBE-3CD49A79DAF7}"/>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29DB0474-4943-7D32-3CAF-BBDCDB34ED7B}"/>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50D1730D-B3CF-0C70-0F95-85D45A540BF1}"/>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48C0EE91-6CBC-5937-267D-EE5D6CFD35A1}"/>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D172BBDB-3FBC-C417-52CA-1E0D77145CEA}"/>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79EEC073-9051-4F9E-6530-4354B940DB2F}"/>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1813885F-CC4E-3DFF-7896-745509635A6C}"/>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A424B2EA-703A-40DD-6CDA-4FA309913DB2}"/>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5EC8C30C-B6FF-435A-52E8-4F3D61E0EB8E}"/>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74CD6A66-9898-D395-4277-664CB10412B3}"/>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09D1F596-4C1A-8091-A3D7-BADD79430BD7}"/>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90BE9A6E-3AC2-11C9-09E2-90864598072A}"/>
              </a:ext>
            </a:extLst>
          </p:cNvPr>
          <p:cNvSpPr txBox="1"/>
          <p:nvPr/>
        </p:nvSpPr>
        <p:spPr>
          <a:xfrm>
            <a:off x="4645378" y="901933"/>
            <a:ext cx="570089" cy="230832"/>
          </a:xfrm>
          <a:prstGeom prst="rect">
            <a:avLst/>
          </a:prstGeom>
          <a:noFill/>
        </p:spPr>
        <p:txBody>
          <a:bodyPr wrap="square" rtlCol="0">
            <a:spAutoFit/>
          </a:bodyPr>
          <a:lstStyle/>
          <a:p>
            <a:pPr algn="ctr"/>
            <a:r>
              <a:rPr lang="en-US" sz="900" dirty="0"/>
              <a:t>1234</a:t>
            </a:r>
          </a:p>
        </p:txBody>
      </p:sp>
      <p:sp>
        <p:nvSpPr>
          <p:cNvPr id="22" name="TextBox 21">
            <a:extLst>
              <a:ext uri="{FF2B5EF4-FFF2-40B4-BE49-F238E27FC236}">
                <a16:creationId xmlns:a16="http://schemas.microsoft.com/office/drawing/2014/main" id="{993D1686-F864-2C36-309D-E5C260A87269}"/>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BE3E3B04-D59E-0A79-1F3E-FAF74620BF9F}"/>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D4DA1747-D862-8178-19F6-2625C1041FAF}"/>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1234</a:t>
            </a:r>
          </a:p>
        </p:txBody>
      </p:sp>
      <p:sp>
        <p:nvSpPr>
          <p:cNvPr id="12" name="TextBox 11">
            <a:extLst>
              <a:ext uri="{FF2B5EF4-FFF2-40B4-BE49-F238E27FC236}">
                <a16:creationId xmlns:a16="http://schemas.microsoft.com/office/drawing/2014/main" id="{88FDA00E-D944-1F14-5B2C-57323CE0C2C2}"/>
              </a:ext>
            </a:extLst>
          </p:cNvPr>
          <p:cNvSpPr txBox="1"/>
          <p:nvPr/>
        </p:nvSpPr>
        <p:spPr>
          <a:xfrm>
            <a:off x="5147734" y="901933"/>
            <a:ext cx="570089" cy="230832"/>
          </a:xfrm>
          <a:prstGeom prst="rect">
            <a:avLst/>
          </a:prstGeom>
          <a:noFill/>
        </p:spPr>
        <p:txBody>
          <a:bodyPr wrap="square" rtlCol="0">
            <a:spAutoFit/>
          </a:bodyPr>
          <a:lstStyle/>
          <a:p>
            <a:pPr algn="ctr"/>
            <a:r>
              <a:rPr lang="en-US" sz="900" dirty="0"/>
              <a:t>567</a:t>
            </a:r>
          </a:p>
        </p:txBody>
      </p:sp>
      <p:sp>
        <p:nvSpPr>
          <p:cNvPr id="13" name="TextBox 12">
            <a:extLst>
              <a:ext uri="{FF2B5EF4-FFF2-40B4-BE49-F238E27FC236}">
                <a16:creationId xmlns:a16="http://schemas.microsoft.com/office/drawing/2014/main" id="{607784BC-D65B-5779-C1D0-C13209C1B94D}"/>
              </a:ext>
            </a:extLst>
          </p:cNvPr>
          <p:cNvSpPr txBox="1"/>
          <p:nvPr/>
        </p:nvSpPr>
        <p:spPr>
          <a:xfrm>
            <a:off x="5147734" y="1402877"/>
            <a:ext cx="570089" cy="230832"/>
          </a:xfrm>
          <a:prstGeom prst="rect">
            <a:avLst/>
          </a:prstGeom>
          <a:noFill/>
        </p:spPr>
        <p:txBody>
          <a:bodyPr wrap="square" rtlCol="0">
            <a:spAutoFit/>
          </a:bodyPr>
          <a:lstStyle/>
          <a:p>
            <a:pPr algn="ctr"/>
            <a:r>
              <a:rPr lang="en-US" sz="900" dirty="0"/>
              <a:t>5678</a:t>
            </a:r>
          </a:p>
        </p:txBody>
      </p:sp>
      <p:sp>
        <p:nvSpPr>
          <p:cNvPr id="25" name="TextBox 24">
            <a:extLst>
              <a:ext uri="{FF2B5EF4-FFF2-40B4-BE49-F238E27FC236}">
                <a16:creationId xmlns:a16="http://schemas.microsoft.com/office/drawing/2014/main" id="{D9213C01-47D9-959B-E399-0E79F677241F}"/>
              </a:ext>
            </a:extLst>
          </p:cNvPr>
          <p:cNvSpPr txBox="1"/>
          <p:nvPr/>
        </p:nvSpPr>
        <p:spPr>
          <a:xfrm>
            <a:off x="5650090" y="1402877"/>
            <a:ext cx="570089" cy="230832"/>
          </a:xfrm>
          <a:prstGeom prst="rect">
            <a:avLst/>
          </a:prstGeom>
          <a:noFill/>
        </p:spPr>
        <p:txBody>
          <a:bodyPr wrap="square" rtlCol="0">
            <a:spAutoFit/>
          </a:bodyPr>
          <a:lstStyle/>
          <a:p>
            <a:pPr algn="ctr"/>
            <a:r>
              <a:rPr lang="en-US" sz="900" dirty="0"/>
              <a:t>5678</a:t>
            </a:r>
          </a:p>
        </p:txBody>
      </p:sp>
      <p:sp>
        <p:nvSpPr>
          <p:cNvPr id="26" name="TextBox 25">
            <a:extLst>
              <a:ext uri="{FF2B5EF4-FFF2-40B4-BE49-F238E27FC236}">
                <a16:creationId xmlns:a16="http://schemas.microsoft.com/office/drawing/2014/main" id="{64964B1A-6986-273C-A62F-9DC5D0D1D3D9}"/>
              </a:ext>
            </a:extLst>
          </p:cNvPr>
          <p:cNvSpPr txBox="1"/>
          <p:nvPr/>
        </p:nvSpPr>
        <p:spPr>
          <a:xfrm>
            <a:off x="6152446" y="1402877"/>
            <a:ext cx="570089" cy="230832"/>
          </a:xfrm>
          <a:prstGeom prst="rect">
            <a:avLst/>
          </a:prstGeom>
          <a:noFill/>
        </p:spPr>
        <p:txBody>
          <a:bodyPr wrap="square" rtlCol="0">
            <a:spAutoFit/>
          </a:bodyPr>
          <a:lstStyle/>
          <a:p>
            <a:pPr algn="ctr"/>
            <a:r>
              <a:rPr lang="en-US" sz="900" dirty="0"/>
              <a:t>123</a:t>
            </a:r>
          </a:p>
        </p:txBody>
      </p:sp>
      <p:sp>
        <p:nvSpPr>
          <p:cNvPr id="27" name="TextBox 26">
            <a:extLst>
              <a:ext uri="{FF2B5EF4-FFF2-40B4-BE49-F238E27FC236}">
                <a16:creationId xmlns:a16="http://schemas.microsoft.com/office/drawing/2014/main" id="{994012E7-06FE-E423-8A1C-C54C98A64EE2}"/>
              </a:ext>
            </a:extLst>
          </p:cNvPr>
          <p:cNvSpPr txBox="1"/>
          <p:nvPr/>
        </p:nvSpPr>
        <p:spPr>
          <a:xfrm>
            <a:off x="6152446" y="1903821"/>
            <a:ext cx="570089" cy="230832"/>
          </a:xfrm>
          <a:prstGeom prst="rect">
            <a:avLst/>
          </a:prstGeom>
          <a:noFill/>
        </p:spPr>
        <p:txBody>
          <a:bodyPr wrap="square" rtlCol="0">
            <a:spAutoFit/>
          </a:bodyPr>
          <a:lstStyle/>
          <a:p>
            <a:pPr algn="ctr"/>
            <a:r>
              <a:rPr lang="en-US" sz="900" dirty="0"/>
              <a:t>123</a:t>
            </a:r>
          </a:p>
        </p:txBody>
      </p:sp>
      <p:sp>
        <p:nvSpPr>
          <p:cNvPr id="28" name="TextBox 27">
            <a:extLst>
              <a:ext uri="{FF2B5EF4-FFF2-40B4-BE49-F238E27FC236}">
                <a16:creationId xmlns:a16="http://schemas.microsoft.com/office/drawing/2014/main" id="{6BF6DE5C-F28D-006F-383C-4DCA13E72D7A}"/>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42B86FAE-7C3B-7126-8FED-98A12BF96FC8}"/>
              </a:ext>
            </a:extLst>
          </p:cNvPr>
          <p:cNvSpPr txBox="1"/>
          <p:nvPr/>
        </p:nvSpPr>
        <p:spPr>
          <a:xfrm>
            <a:off x="5650090" y="901933"/>
            <a:ext cx="570089" cy="230832"/>
          </a:xfrm>
          <a:prstGeom prst="rect">
            <a:avLst/>
          </a:prstGeom>
          <a:noFill/>
        </p:spPr>
        <p:txBody>
          <a:bodyPr wrap="square" rtlCol="0">
            <a:spAutoFit/>
          </a:bodyPr>
          <a:lstStyle/>
          <a:p>
            <a:pPr algn="ctr"/>
            <a:r>
              <a:rPr lang="en-US" sz="900" dirty="0"/>
              <a:t>567</a:t>
            </a:r>
          </a:p>
        </p:txBody>
      </p:sp>
    </p:spTree>
    <p:extLst>
      <p:ext uri="{BB962C8B-B14F-4D97-AF65-F5344CB8AC3E}">
        <p14:creationId xmlns:p14="http://schemas.microsoft.com/office/powerpoint/2010/main" val="4058606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0ABCA-3809-0246-B349-1252393F7C4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B94F68-A386-B60E-2648-14D0115DA8D1}"/>
              </a:ext>
            </a:extLst>
          </p:cNvPr>
          <p:cNvSpPr>
            <a:spLocks noGrp="1"/>
          </p:cNvSpPr>
          <p:nvPr>
            <p:ph sz="half" idx="1"/>
          </p:nvPr>
        </p:nvSpPr>
        <p:spPr/>
        <p:txBody>
          <a:bodyPr>
            <a:normAutofit/>
          </a:bodyPr>
          <a:lstStyle/>
          <a:p>
            <a:r>
              <a:rPr lang="en-US" dirty="0"/>
              <a:t>In the upper center block, 8 must be in [22 in 5], leading to this partition between the blocks.</a:t>
            </a:r>
          </a:p>
        </p:txBody>
      </p:sp>
      <p:pic>
        <p:nvPicPr>
          <p:cNvPr id="4" name="Picture 3" descr="A grid of sudoku puzzle&#10;&#10;Description automatically generated">
            <a:extLst>
              <a:ext uri="{FF2B5EF4-FFF2-40B4-BE49-F238E27FC236}">
                <a16:creationId xmlns:a16="http://schemas.microsoft.com/office/drawing/2014/main" id="{F73C8599-4532-6866-5AE7-CEF1DAD0A09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B4A8B3D-2675-1D0A-437F-48DF597B784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39E06DF-997C-CCA7-5303-4C09FC3AA2E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1C75CE7-857E-6072-AD8A-F635643B527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8430C6B-49F9-7156-A020-85699820B946}"/>
              </a:ext>
            </a:extLst>
          </p:cNvPr>
          <p:cNvSpPr txBox="1"/>
          <p:nvPr/>
        </p:nvSpPr>
        <p:spPr>
          <a:xfrm>
            <a:off x="3138310" y="901933"/>
            <a:ext cx="570089" cy="230832"/>
          </a:xfrm>
          <a:prstGeom prst="rect">
            <a:avLst/>
          </a:prstGeom>
          <a:noFill/>
        </p:spPr>
        <p:txBody>
          <a:bodyPr wrap="square" rtlCol="0">
            <a:spAutoFit/>
          </a:bodyPr>
          <a:lstStyle/>
          <a:p>
            <a:pPr algn="ctr"/>
            <a:r>
              <a:rPr lang="en-US" sz="900" dirty="0"/>
              <a:t>12345</a:t>
            </a:r>
          </a:p>
        </p:txBody>
      </p:sp>
      <p:sp>
        <p:nvSpPr>
          <p:cNvPr id="8" name="TextBox 7">
            <a:extLst>
              <a:ext uri="{FF2B5EF4-FFF2-40B4-BE49-F238E27FC236}">
                <a16:creationId xmlns:a16="http://schemas.microsoft.com/office/drawing/2014/main" id="{C1178A92-234D-946C-F31F-31BC442ED6E9}"/>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4082AE60-B6B6-94D5-D651-6761C3CCCD01}"/>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AB08B265-05E0-39A0-BDDD-0F05C5D9438D}"/>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F2F70EEE-95F3-8DBD-F004-8E4A103B4155}"/>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0EECAB41-0C2C-C6A0-6145-A12784DD42F8}"/>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7A340146-F4B6-06B2-7790-67CB6ED13EFF}"/>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D47372BA-66C2-964B-1388-21FFE11CDAE5}"/>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7418BE1B-36AD-F7BE-19AE-B66E543C2311}"/>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D199B781-4FC8-4359-5A9C-AE53D8F7DEB8}"/>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37283357-914E-2E3A-1751-0644DBA59559}"/>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7B3B34B6-C7F8-2977-D1D0-FE041A982D1A}"/>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3BB6D64F-2BE2-D169-6A32-2FF0E28B4A94}"/>
              </a:ext>
            </a:extLst>
          </p:cNvPr>
          <p:cNvSpPr txBox="1"/>
          <p:nvPr/>
        </p:nvSpPr>
        <p:spPr>
          <a:xfrm>
            <a:off x="4645378" y="901933"/>
            <a:ext cx="570089" cy="230832"/>
          </a:xfrm>
          <a:prstGeom prst="rect">
            <a:avLst/>
          </a:prstGeom>
          <a:noFill/>
        </p:spPr>
        <p:txBody>
          <a:bodyPr wrap="square" rtlCol="0">
            <a:spAutoFit/>
          </a:bodyPr>
          <a:lstStyle/>
          <a:p>
            <a:pPr algn="ctr"/>
            <a:r>
              <a:rPr lang="en-US" sz="900" dirty="0"/>
              <a:t>1234</a:t>
            </a:r>
          </a:p>
        </p:txBody>
      </p:sp>
      <p:sp>
        <p:nvSpPr>
          <p:cNvPr id="22" name="TextBox 21">
            <a:extLst>
              <a:ext uri="{FF2B5EF4-FFF2-40B4-BE49-F238E27FC236}">
                <a16:creationId xmlns:a16="http://schemas.microsoft.com/office/drawing/2014/main" id="{EA9D3FF1-7B64-8063-B146-FE73D97ECCF8}"/>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18DEDED0-FB08-F9C2-10CF-D986A029FF5A}"/>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71C790EC-B3E5-6061-2540-A348777B0FC7}"/>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1234</a:t>
            </a:r>
          </a:p>
        </p:txBody>
      </p:sp>
      <p:sp>
        <p:nvSpPr>
          <p:cNvPr id="12" name="TextBox 11">
            <a:extLst>
              <a:ext uri="{FF2B5EF4-FFF2-40B4-BE49-F238E27FC236}">
                <a16:creationId xmlns:a16="http://schemas.microsoft.com/office/drawing/2014/main" id="{19220025-5AB9-8CC9-7A40-AFB0E4869B0C}"/>
              </a:ext>
            </a:extLst>
          </p:cNvPr>
          <p:cNvSpPr txBox="1"/>
          <p:nvPr/>
        </p:nvSpPr>
        <p:spPr>
          <a:xfrm>
            <a:off x="5147734" y="901933"/>
            <a:ext cx="570089" cy="230832"/>
          </a:xfrm>
          <a:prstGeom prst="rect">
            <a:avLst/>
          </a:prstGeom>
          <a:noFill/>
        </p:spPr>
        <p:txBody>
          <a:bodyPr wrap="square" rtlCol="0">
            <a:spAutoFit/>
          </a:bodyPr>
          <a:lstStyle/>
          <a:p>
            <a:pPr algn="ctr"/>
            <a:r>
              <a:rPr lang="en-US" sz="900" dirty="0"/>
              <a:t>56</a:t>
            </a:r>
          </a:p>
        </p:txBody>
      </p:sp>
      <p:sp>
        <p:nvSpPr>
          <p:cNvPr id="13" name="TextBox 12">
            <a:extLst>
              <a:ext uri="{FF2B5EF4-FFF2-40B4-BE49-F238E27FC236}">
                <a16:creationId xmlns:a16="http://schemas.microsoft.com/office/drawing/2014/main" id="{E863AEFE-70C2-ACA2-AD0C-AAAE034E4E8E}"/>
              </a:ext>
            </a:extLst>
          </p:cNvPr>
          <p:cNvSpPr txBox="1"/>
          <p:nvPr/>
        </p:nvSpPr>
        <p:spPr>
          <a:xfrm>
            <a:off x="5147734" y="1402877"/>
            <a:ext cx="570089" cy="230832"/>
          </a:xfrm>
          <a:prstGeom prst="rect">
            <a:avLst/>
          </a:prstGeom>
          <a:noFill/>
        </p:spPr>
        <p:txBody>
          <a:bodyPr wrap="square" rtlCol="0">
            <a:spAutoFit/>
          </a:bodyPr>
          <a:lstStyle/>
          <a:p>
            <a:pPr algn="ctr"/>
            <a:r>
              <a:rPr lang="en-US" sz="900" dirty="0"/>
              <a:t>568</a:t>
            </a:r>
          </a:p>
        </p:txBody>
      </p:sp>
      <p:sp>
        <p:nvSpPr>
          <p:cNvPr id="25" name="TextBox 24">
            <a:extLst>
              <a:ext uri="{FF2B5EF4-FFF2-40B4-BE49-F238E27FC236}">
                <a16:creationId xmlns:a16="http://schemas.microsoft.com/office/drawing/2014/main" id="{B354FA78-DCDB-BE0B-5C75-8DDBEAA2BF1A}"/>
              </a:ext>
            </a:extLst>
          </p:cNvPr>
          <p:cNvSpPr txBox="1"/>
          <p:nvPr/>
        </p:nvSpPr>
        <p:spPr>
          <a:xfrm>
            <a:off x="5650090" y="1402877"/>
            <a:ext cx="570089" cy="230832"/>
          </a:xfrm>
          <a:prstGeom prst="rect">
            <a:avLst/>
          </a:prstGeom>
          <a:noFill/>
        </p:spPr>
        <p:txBody>
          <a:bodyPr wrap="square" rtlCol="0">
            <a:spAutoFit/>
          </a:bodyPr>
          <a:lstStyle/>
          <a:p>
            <a:pPr algn="ctr"/>
            <a:r>
              <a:rPr lang="en-US" sz="900" dirty="0"/>
              <a:t>568</a:t>
            </a:r>
          </a:p>
        </p:txBody>
      </p:sp>
      <p:sp>
        <p:nvSpPr>
          <p:cNvPr id="26" name="TextBox 25">
            <a:extLst>
              <a:ext uri="{FF2B5EF4-FFF2-40B4-BE49-F238E27FC236}">
                <a16:creationId xmlns:a16="http://schemas.microsoft.com/office/drawing/2014/main" id="{24E68C36-128E-9FC3-3ABF-BEB8B6448DDC}"/>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1B037353-58CF-694C-A5B6-16CEE4EF72D5}"/>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D0A1E4E6-7F53-055D-E29E-83A381704B30}"/>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A161285A-E81F-D350-CA1D-0129971C3431}"/>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092767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E50FD-D91D-7FFF-0AD9-83C4F5F8028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EF5E88-82E5-2A25-B49D-3C57E04DE075}"/>
              </a:ext>
            </a:extLst>
          </p:cNvPr>
          <p:cNvSpPr>
            <a:spLocks noGrp="1"/>
          </p:cNvSpPr>
          <p:nvPr>
            <p:ph sz="half" idx="1"/>
          </p:nvPr>
        </p:nvSpPr>
        <p:spPr/>
        <p:txBody>
          <a:bodyPr>
            <a:normAutofit/>
          </a:bodyPr>
          <a:lstStyle/>
          <a:p>
            <a:r>
              <a:rPr lang="en-US" dirty="0"/>
              <a:t>Note 12345/12345/12345/1234/12 quintet in Row 2.</a:t>
            </a:r>
          </a:p>
        </p:txBody>
      </p:sp>
      <p:pic>
        <p:nvPicPr>
          <p:cNvPr id="4" name="Picture 3" descr="A grid of sudoku puzzle&#10;&#10;Description automatically generated">
            <a:extLst>
              <a:ext uri="{FF2B5EF4-FFF2-40B4-BE49-F238E27FC236}">
                <a16:creationId xmlns:a16="http://schemas.microsoft.com/office/drawing/2014/main" id="{4798AB92-50C3-8312-AEB0-6ED21D38445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76A4332-8868-08B6-848A-86A42184B28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777BB1A-248E-E8BF-4C91-563FB417D70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8502956-31D4-AB4E-5231-334B0ED0870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C031104-C416-F534-52C2-15F5967DBF10}"/>
              </a:ext>
            </a:extLst>
          </p:cNvPr>
          <p:cNvSpPr txBox="1"/>
          <p:nvPr/>
        </p:nvSpPr>
        <p:spPr>
          <a:xfrm>
            <a:off x="3138310" y="901933"/>
            <a:ext cx="570089" cy="230832"/>
          </a:xfrm>
          <a:prstGeom prst="rect">
            <a:avLst/>
          </a:prstGeom>
          <a:noFill/>
        </p:spPr>
        <p:txBody>
          <a:bodyPr wrap="square" rtlCol="0">
            <a:spAutoFit/>
          </a:bodyPr>
          <a:lstStyle/>
          <a:p>
            <a:pPr algn="ctr"/>
            <a:r>
              <a:rPr lang="en-US" sz="900" dirty="0"/>
              <a:t>12345</a:t>
            </a:r>
          </a:p>
        </p:txBody>
      </p:sp>
      <p:sp>
        <p:nvSpPr>
          <p:cNvPr id="8" name="TextBox 7">
            <a:extLst>
              <a:ext uri="{FF2B5EF4-FFF2-40B4-BE49-F238E27FC236}">
                <a16:creationId xmlns:a16="http://schemas.microsoft.com/office/drawing/2014/main" id="{6443D79F-7443-B6CB-AA57-33B55BAC1B8A}"/>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CFC83C45-FE7D-FE6D-76F1-F99C9DC83474}"/>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0244AD7D-A07F-A6F4-875A-1965E3A5AB6C}"/>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7FB20BF6-9B57-8D9B-70A5-B19F84EF9A34}"/>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6A410E4E-E9B9-08EB-24C8-FBB914684A5C}"/>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8DF960FA-70E4-B534-BDD6-0F047AA1079F}"/>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67D6CB71-E248-B910-2DD6-27DBA30EF006}"/>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EBF3053B-6AF8-3C13-69E1-FBC44A31FAAA}"/>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3FE1FD9C-F65D-A24F-92F3-279984FBD662}"/>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00BAC860-2533-514F-9E02-CD2ABF0BE399}"/>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38F1AAC8-CE4F-2261-4A19-EF040643458B}"/>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554CF6F4-D0F4-FD67-0670-E81C1A844795}"/>
              </a:ext>
            </a:extLst>
          </p:cNvPr>
          <p:cNvSpPr txBox="1"/>
          <p:nvPr/>
        </p:nvSpPr>
        <p:spPr>
          <a:xfrm>
            <a:off x="4645378" y="901933"/>
            <a:ext cx="570089" cy="230832"/>
          </a:xfrm>
          <a:prstGeom prst="rect">
            <a:avLst/>
          </a:prstGeom>
          <a:noFill/>
        </p:spPr>
        <p:txBody>
          <a:bodyPr wrap="square" rtlCol="0">
            <a:spAutoFit/>
          </a:bodyPr>
          <a:lstStyle/>
          <a:p>
            <a:pPr algn="ctr"/>
            <a:r>
              <a:rPr lang="en-US" sz="900" dirty="0"/>
              <a:t>1234</a:t>
            </a:r>
          </a:p>
        </p:txBody>
      </p:sp>
      <p:sp>
        <p:nvSpPr>
          <p:cNvPr id="22" name="TextBox 21">
            <a:extLst>
              <a:ext uri="{FF2B5EF4-FFF2-40B4-BE49-F238E27FC236}">
                <a16:creationId xmlns:a16="http://schemas.microsoft.com/office/drawing/2014/main" id="{EC292631-C4BD-43A7-530F-4E351197CAF7}"/>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9C15DAE8-900C-F366-4FF9-FD4BB121802A}"/>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CC192FEA-C034-7871-CE42-7776120E338D}"/>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1234</a:t>
            </a:r>
          </a:p>
        </p:txBody>
      </p:sp>
      <p:sp>
        <p:nvSpPr>
          <p:cNvPr id="12" name="TextBox 11">
            <a:extLst>
              <a:ext uri="{FF2B5EF4-FFF2-40B4-BE49-F238E27FC236}">
                <a16:creationId xmlns:a16="http://schemas.microsoft.com/office/drawing/2014/main" id="{C3794280-1C79-B54A-AA23-363B1859942A}"/>
              </a:ext>
            </a:extLst>
          </p:cNvPr>
          <p:cNvSpPr txBox="1"/>
          <p:nvPr/>
        </p:nvSpPr>
        <p:spPr>
          <a:xfrm>
            <a:off x="5147734" y="901933"/>
            <a:ext cx="570089" cy="230832"/>
          </a:xfrm>
          <a:prstGeom prst="rect">
            <a:avLst/>
          </a:prstGeom>
          <a:noFill/>
        </p:spPr>
        <p:txBody>
          <a:bodyPr wrap="square" rtlCol="0">
            <a:spAutoFit/>
          </a:bodyPr>
          <a:lstStyle/>
          <a:p>
            <a:pPr algn="ctr"/>
            <a:r>
              <a:rPr lang="en-US" sz="900" dirty="0"/>
              <a:t>56</a:t>
            </a:r>
          </a:p>
        </p:txBody>
      </p:sp>
      <p:sp>
        <p:nvSpPr>
          <p:cNvPr id="13" name="TextBox 12">
            <a:extLst>
              <a:ext uri="{FF2B5EF4-FFF2-40B4-BE49-F238E27FC236}">
                <a16:creationId xmlns:a16="http://schemas.microsoft.com/office/drawing/2014/main" id="{C9EEDD7A-0618-484E-D776-3417722C5645}"/>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C06DC272-60B2-C8E2-931B-340F8D06A037}"/>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56452E2D-1B0C-E09B-C274-A744DF452238}"/>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36B1FBF2-C19C-64D6-5902-EA546CC50D83}"/>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BD83FA71-7B42-A11A-9E11-E8964A96F2F7}"/>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ECB68EC6-BC93-C87F-AB4E-C27F69DC6E68}"/>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0" name="TextBox 29">
            <a:extLst>
              <a:ext uri="{FF2B5EF4-FFF2-40B4-BE49-F238E27FC236}">
                <a16:creationId xmlns:a16="http://schemas.microsoft.com/office/drawing/2014/main" id="{07DDE638-0FF9-F2ED-6845-68E6A3E83C61}"/>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80F272BE-65CA-7EF2-3348-3B468D3D8046}"/>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Tree>
    <p:extLst>
      <p:ext uri="{BB962C8B-B14F-4D97-AF65-F5344CB8AC3E}">
        <p14:creationId xmlns:p14="http://schemas.microsoft.com/office/powerpoint/2010/main" val="858428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BC393-1ED5-9F22-9CF0-400BD0ACC0F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0405B6-5847-3A8C-5915-2425C17ACEDE}"/>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7D124E8-140B-57F0-BC8F-ACC5E1E0985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3831F4F-A746-9C51-EF6B-BD033E170A5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FE447BE-1846-F26C-B14B-A8DC24C9263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80AB50F-6B7D-3749-FA33-572C0AA3D4C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251EFBF-CF69-9399-26F9-88DFB3BD60C0}"/>
              </a:ext>
            </a:extLst>
          </p:cNvPr>
          <p:cNvSpPr txBox="1"/>
          <p:nvPr/>
        </p:nvSpPr>
        <p:spPr>
          <a:xfrm>
            <a:off x="3138310" y="901933"/>
            <a:ext cx="570089" cy="230832"/>
          </a:xfrm>
          <a:prstGeom prst="rect">
            <a:avLst/>
          </a:prstGeom>
          <a:noFill/>
        </p:spPr>
        <p:txBody>
          <a:bodyPr wrap="square" rtlCol="0">
            <a:spAutoFit/>
          </a:bodyPr>
          <a:lstStyle/>
          <a:p>
            <a:pPr algn="ctr"/>
            <a:r>
              <a:rPr lang="en-US" sz="900" dirty="0"/>
              <a:t>12345</a:t>
            </a:r>
          </a:p>
        </p:txBody>
      </p:sp>
      <p:sp>
        <p:nvSpPr>
          <p:cNvPr id="8" name="TextBox 7">
            <a:extLst>
              <a:ext uri="{FF2B5EF4-FFF2-40B4-BE49-F238E27FC236}">
                <a16:creationId xmlns:a16="http://schemas.microsoft.com/office/drawing/2014/main" id="{3C81CA58-E622-0939-0071-0771B78F7E05}"/>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290971FE-B523-BCBB-ACFD-4DFCED3531F7}"/>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1F7A54AE-DF34-05C3-658C-BAC1BE7048FB}"/>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F0A0800D-B946-4651-35CE-9E10868CD2DF}"/>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1021DA3C-55D7-9DCA-8C73-6817C4904BA1}"/>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B5D1DECA-5768-FB8E-1E26-40C29A18112D}"/>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62A19635-C9C2-5C56-DC8C-3DC550138CBC}"/>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F7885A8B-E904-2F7F-47BD-6216A4E33B2F}"/>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07658BDA-F0DA-5D30-A169-DB7F927C5D6A}"/>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6AEFDB63-709B-6486-9FBC-CFCD210C63DB}"/>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7D3588BD-2D45-5AAE-74C8-5523DE589A78}"/>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51BD5C15-A524-0743-EAA5-E5797B7C6150}"/>
              </a:ext>
            </a:extLst>
          </p:cNvPr>
          <p:cNvSpPr txBox="1"/>
          <p:nvPr/>
        </p:nvSpPr>
        <p:spPr>
          <a:xfrm>
            <a:off x="4645378" y="901933"/>
            <a:ext cx="570089" cy="230832"/>
          </a:xfrm>
          <a:prstGeom prst="rect">
            <a:avLst/>
          </a:prstGeom>
          <a:noFill/>
        </p:spPr>
        <p:txBody>
          <a:bodyPr wrap="square" rtlCol="0">
            <a:spAutoFit/>
          </a:bodyPr>
          <a:lstStyle/>
          <a:p>
            <a:pPr algn="ctr"/>
            <a:r>
              <a:rPr lang="en-US" sz="900" dirty="0"/>
              <a:t>1234</a:t>
            </a:r>
          </a:p>
        </p:txBody>
      </p:sp>
      <p:sp>
        <p:nvSpPr>
          <p:cNvPr id="22" name="TextBox 21">
            <a:extLst>
              <a:ext uri="{FF2B5EF4-FFF2-40B4-BE49-F238E27FC236}">
                <a16:creationId xmlns:a16="http://schemas.microsoft.com/office/drawing/2014/main" id="{57B02AF7-9395-3F0E-277F-A2481E209733}"/>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8138C10D-9A45-079C-B0F3-A93B503FABB9}"/>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810AE14D-4B98-3907-A839-9C5D2786E545}"/>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1234</a:t>
            </a:r>
          </a:p>
        </p:txBody>
      </p:sp>
      <p:sp>
        <p:nvSpPr>
          <p:cNvPr id="13" name="TextBox 12">
            <a:extLst>
              <a:ext uri="{FF2B5EF4-FFF2-40B4-BE49-F238E27FC236}">
                <a16:creationId xmlns:a16="http://schemas.microsoft.com/office/drawing/2014/main" id="{4A478B8C-53BD-6A29-617C-A79AE5C6BBC9}"/>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EFE7E276-BD70-D322-EAD1-1BAEDA966879}"/>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17E05A78-7E4A-9C5E-07C3-7D40CB993DD3}"/>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4938EF7E-DDB3-B704-C433-BF531028D1F7}"/>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23E300A5-DE8D-B302-1A2A-2868BED20482}"/>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4C30B274-DEAF-FA1C-AAC3-347FD871F71F}"/>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0" name="TextBox 29">
            <a:extLst>
              <a:ext uri="{FF2B5EF4-FFF2-40B4-BE49-F238E27FC236}">
                <a16:creationId xmlns:a16="http://schemas.microsoft.com/office/drawing/2014/main" id="{2B14C2D1-25E9-2222-49E5-EA547F30EBE9}"/>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41F74B4D-83C1-005D-919F-42CBD57F3984}"/>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2" name="TextBox 31">
            <a:extLst>
              <a:ext uri="{FF2B5EF4-FFF2-40B4-BE49-F238E27FC236}">
                <a16:creationId xmlns:a16="http://schemas.microsoft.com/office/drawing/2014/main" id="{6C2844EC-3174-C9AF-4083-E15195E1E281}"/>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567240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2573D-7AC8-8007-0F7C-67D1279AC1A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0B60E7-2C64-7AED-0FB9-F4CF91AE94E4}"/>
              </a:ext>
            </a:extLst>
          </p:cNvPr>
          <p:cNvSpPr>
            <a:spLocks noGrp="1"/>
          </p:cNvSpPr>
          <p:nvPr>
            <p:ph sz="half" idx="1"/>
          </p:nvPr>
        </p:nvSpPr>
        <p:spPr/>
        <p:txBody>
          <a:bodyPr>
            <a:normAutofit/>
          </a:bodyPr>
          <a:lstStyle/>
          <a:p>
            <a:r>
              <a:rPr lang="en-US" dirty="0"/>
              <a:t>Complete Row 1.</a:t>
            </a:r>
          </a:p>
        </p:txBody>
      </p:sp>
      <p:pic>
        <p:nvPicPr>
          <p:cNvPr id="4" name="Picture 3" descr="A grid of sudoku puzzle&#10;&#10;Description automatically generated">
            <a:extLst>
              <a:ext uri="{FF2B5EF4-FFF2-40B4-BE49-F238E27FC236}">
                <a16:creationId xmlns:a16="http://schemas.microsoft.com/office/drawing/2014/main" id="{C0CE5B37-D809-BE46-576D-ADB700E27EF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9140508-0A8E-63A6-29CE-B1AF8F9B8E6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057341C-0F46-113B-0A4F-B18C81E6A92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3135F8C-B847-EC24-82A6-764C5B91BDC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355EBF6-35B3-18E1-7308-75B2A1BC319E}"/>
              </a:ext>
            </a:extLst>
          </p:cNvPr>
          <p:cNvSpPr txBox="1"/>
          <p:nvPr/>
        </p:nvSpPr>
        <p:spPr>
          <a:xfrm>
            <a:off x="3138310" y="901933"/>
            <a:ext cx="570089" cy="230832"/>
          </a:xfrm>
          <a:prstGeom prst="rect">
            <a:avLst/>
          </a:prstGeom>
          <a:noFill/>
        </p:spPr>
        <p:txBody>
          <a:bodyPr wrap="square" rtlCol="0">
            <a:spAutoFit/>
          </a:bodyPr>
          <a:lstStyle/>
          <a:p>
            <a:pPr algn="ctr"/>
            <a:r>
              <a:rPr lang="en-US" sz="900" dirty="0"/>
              <a:t>12345</a:t>
            </a:r>
          </a:p>
        </p:txBody>
      </p:sp>
      <p:sp>
        <p:nvSpPr>
          <p:cNvPr id="8" name="TextBox 7">
            <a:extLst>
              <a:ext uri="{FF2B5EF4-FFF2-40B4-BE49-F238E27FC236}">
                <a16:creationId xmlns:a16="http://schemas.microsoft.com/office/drawing/2014/main" id="{A190EFCF-1F18-A5E0-0F74-D56858B4073F}"/>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4EEE8D96-E10B-C32A-D674-BD8E4994A232}"/>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0A2A47EC-9D84-CB0C-83A2-2D5811103667}"/>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F6174158-F0BE-7806-7A7A-9C8082C54DFF}"/>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AE424826-F861-03F2-3804-C64A60174EAC}"/>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2BE47F37-D455-8703-98C7-0B7175F7FB1F}"/>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4F99F992-7A34-D011-172B-2AA8A00E9F46}"/>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EF3EB551-80D5-D8AC-92E2-2E35017157BC}"/>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ABA6AABC-D27A-3436-5220-732A176E3808}"/>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A130F44C-9FEA-42E9-E885-D3818FF9D730}"/>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B7EB5FD9-DC99-A2D6-FE30-D04A89C17657}"/>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84B8A7B3-301E-88AA-BB88-42206DEF1799}"/>
              </a:ext>
            </a:extLst>
          </p:cNvPr>
          <p:cNvSpPr txBox="1"/>
          <p:nvPr/>
        </p:nvSpPr>
        <p:spPr>
          <a:xfrm>
            <a:off x="4645378" y="901933"/>
            <a:ext cx="570089" cy="230832"/>
          </a:xfrm>
          <a:prstGeom prst="rect">
            <a:avLst/>
          </a:prstGeom>
          <a:noFill/>
        </p:spPr>
        <p:txBody>
          <a:bodyPr wrap="square" rtlCol="0">
            <a:spAutoFit/>
          </a:bodyPr>
          <a:lstStyle/>
          <a:p>
            <a:pPr algn="ctr"/>
            <a:r>
              <a:rPr lang="en-US" sz="900" dirty="0"/>
              <a:t>1234</a:t>
            </a:r>
          </a:p>
        </p:txBody>
      </p:sp>
      <p:sp>
        <p:nvSpPr>
          <p:cNvPr id="22" name="TextBox 21">
            <a:extLst>
              <a:ext uri="{FF2B5EF4-FFF2-40B4-BE49-F238E27FC236}">
                <a16:creationId xmlns:a16="http://schemas.microsoft.com/office/drawing/2014/main" id="{F390E6FD-32AE-4F89-2A34-3907D6E36D38}"/>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695705C9-FADC-61E7-3F12-3C309A9CE835}"/>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708A4E4F-D9EA-11BD-13FE-03351CC3000F}"/>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1234</a:t>
            </a:r>
          </a:p>
        </p:txBody>
      </p:sp>
      <p:sp>
        <p:nvSpPr>
          <p:cNvPr id="13" name="TextBox 12">
            <a:extLst>
              <a:ext uri="{FF2B5EF4-FFF2-40B4-BE49-F238E27FC236}">
                <a16:creationId xmlns:a16="http://schemas.microsoft.com/office/drawing/2014/main" id="{4C4A0C34-F260-B720-9E63-03CC013C3C2A}"/>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BE3E50D5-7103-12C2-1D92-8B3670043EE6}"/>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91E24BC2-E35D-4EAE-0267-D168B0720D65}"/>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2EC72BE2-69DB-B4AD-CE92-D39BA6259DB7}"/>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AAB21C3E-EE2A-6FCC-3F5D-27439CC78991}"/>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DF98E18C-648D-A17B-849E-0633B5387B7F}"/>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0" name="TextBox 29">
            <a:extLst>
              <a:ext uri="{FF2B5EF4-FFF2-40B4-BE49-F238E27FC236}">
                <a16:creationId xmlns:a16="http://schemas.microsoft.com/office/drawing/2014/main" id="{43A17B16-22CB-A83C-0673-B9B6DB4ED14A}"/>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E1AC4C29-F635-3218-09D7-DCA030D59952}"/>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2" name="TextBox 31">
            <a:extLst>
              <a:ext uri="{FF2B5EF4-FFF2-40B4-BE49-F238E27FC236}">
                <a16:creationId xmlns:a16="http://schemas.microsoft.com/office/drawing/2014/main" id="{8C6D9BA9-CF33-BF65-3B44-6E9EE819E6BB}"/>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7DD3EBAC-1CA1-97B0-4DA8-8F1D612C6B72}"/>
              </a:ext>
            </a:extLst>
          </p:cNvPr>
          <p:cNvSpPr txBox="1"/>
          <p:nvPr/>
        </p:nvSpPr>
        <p:spPr>
          <a:xfrm>
            <a:off x="6152446" y="901933"/>
            <a:ext cx="570089" cy="230832"/>
          </a:xfrm>
          <a:prstGeom prst="rect">
            <a:avLst/>
          </a:prstGeom>
          <a:noFill/>
        </p:spPr>
        <p:txBody>
          <a:bodyPr wrap="square" rtlCol="0">
            <a:spAutoFit/>
          </a:bodyPr>
          <a:lstStyle/>
          <a:p>
            <a:pPr algn="ctr"/>
            <a:r>
              <a:rPr lang="en-US" sz="900" dirty="0"/>
              <a:t>346</a:t>
            </a:r>
          </a:p>
        </p:txBody>
      </p:sp>
      <p:sp>
        <p:nvSpPr>
          <p:cNvPr id="33" name="TextBox 32">
            <a:extLst>
              <a:ext uri="{FF2B5EF4-FFF2-40B4-BE49-F238E27FC236}">
                <a16:creationId xmlns:a16="http://schemas.microsoft.com/office/drawing/2014/main" id="{A7F7FB3C-56DF-D691-638D-B100B44B4B18}"/>
              </a:ext>
            </a:extLst>
          </p:cNvPr>
          <p:cNvSpPr txBox="1"/>
          <p:nvPr/>
        </p:nvSpPr>
        <p:spPr>
          <a:xfrm>
            <a:off x="6654802" y="901933"/>
            <a:ext cx="570089" cy="230832"/>
          </a:xfrm>
          <a:prstGeom prst="rect">
            <a:avLst/>
          </a:prstGeom>
          <a:noFill/>
        </p:spPr>
        <p:txBody>
          <a:bodyPr wrap="square" rtlCol="0">
            <a:spAutoFit/>
          </a:bodyPr>
          <a:lstStyle/>
          <a:p>
            <a:pPr algn="ctr"/>
            <a:r>
              <a:rPr lang="en-US" sz="900" dirty="0"/>
              <a:t>346</a:t>
            </a:r>
          </a:p>
        </p:txBody>
      </p:sp>
      <p:sp>
        <p:nvSpPr>
          <p:cNvPr id="34" name="TextBox 33">
            <a:extLst>
              <a:ext uri="{FF2B5EF4-FFF2-40B4-BE49-F238E27FC236}">
                <a16:creationId xmlns:a16="http://schemas.microsoft.com/office/drawing/2014/main" id="{A6D49EFD-A6CB-E4DE-2CD2-1A6C2C9BF247}"/>
              </a:ext>
            </a:extLst>
          </p:cNvPr>
          <p:cNvSpPr txBox="1"/>
          <p:nvPr/>
        </p:nvSpPr>
        <p:spPr>
          <a:xfrm>
            <a:off x="7157158" y="901933"/>
            <a:ext cx="570089" cy="230832"/>
          </a:xfrm>
          <a:prstGeom prst="rect">
            <a:avLst/>
          </a:prstGeom>
          <a:noFill/>
        </p:spPr>
        <p:txBody>
          <a:bodyPr wrap="square" rtlCol="0">
            <a:spAutoFit/>
          </a:bodyPr>
          <a:lstStyle/>
          <a:p>
            <a:pPr algn="ctr"/>
            <a:r>
              <a:rPr lang="en-US" sz="900" dirty="0"/>
              <a:t>346</a:t>
            </a:r>
          </a:p>
        </p:txBody>
      </p:sp>
    </p:spTree>
    <p:extLst>
      <p:ext uri="{BB962C8B-B14F-4D97-AF65-F5344CB8AC3E}">
        <p14:creationId xmlns:p14="http://schemas.microsoft.com/office/powerpoint/2010/main" val="93285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44A9A-8493-EEB9-D64C-1C9D6313E97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6CFDA9-CA43-3A15-60F7-719330AA7170}"/>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6EFEE757-F432-A453-89E5-044939A6FEE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9B963EE-B084-D004-C224-03C8EA25FB4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64BC7E0-570B-C0C4-EBE7-5B48817B1B1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2C70D64-4E4A-D48D-1442-B489A8831F9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9EB4A15-1471-3F80-89CE-BD4E258EF251}"/>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F9E47D1B-7071-057D-1944-4CE23F536735}"/>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AD922C97-3F69-66FA-62F0-B5B8373D8DE3}"/>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E096CF02-4A06-ADCB-A13E-002BD6649C3B}"/>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DC9B79EC-D01C-B981-DBD5-B6E64D833EA5}"/>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D48FCA1B-161C-2441-3DF5-A192B5C27D32}"/>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FAA2FACC-7403-8378-6F1F-EE806BFAB4E6}"/>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883EDABE-713B-8E28-BAF6-97BCE15C6649}"/>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DEF45C74-B0F2-8D89-95EC-8A6112BD9C98}"/>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8E73DF67-E3B3-4A73-919E-8BC3AC8393C9}"/>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C725EE3B-58E3-5E7D-DE44-794FB89B54E5}"/>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280DF5AC-9009-740B-98EF-AC393D947260}"/>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2659B5EF-6355-A5A2-EF11-B6C9FE7AF8FC}"/>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095176F4-871A-CE81-8EF6-CD2C5D9D7163}"/>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6D377F63-68B7-E444-71A4-F2E59D47A714}"/>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1E4B8DF4-E0D7-5E31-58C4-E81AD0751EE1}"/>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1234</a:t>
            </a:r>
          </a:p>
        </p:txBody>
      </p:sp>
      <p:sp>
        <p:nvSpPr>
          <p:cNvPr id="13" name="TextBox 12">
            <a:extLst>
              <a:ext uri="{FF2B5EF4-FFF2-40B4-BE49-F238E27FC236}">
                <a16:creationId xmlns:a16="http://schemas.microsoft.com/office/drawing/2014/main" id="{A2E722F4-8920-2860-31F3-22EE68BA60CD}"/>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CAFCF948-0785-9195-4437-0102C437CAAA}"/>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96A09D67-7F7E-B4EE-17D2-019DB13F0BD9}"/>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AEFD5207-8941-2D2D-6EC9-40593D8DF445}"/>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006F865C-11A0-5F83-9B9E-03329EFF33D8}"/>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8A1FD16D-652B-4DE4-FD8F-13794279382E}"/>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0" name="TextBox 29">
            <a:extLst>
              <a:ext uri="{FF2B5EF4-FFF2-40B4-BE49-F238E27FC236}">
                <a16:creationId xmlns:a16="http://schemas.microsoft.com/office/drawing/2014/main" id="{99948BA4-2597-FA1C-366D-11049F86B652}"/>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4A5DDF85-D8E2-0E1B-98A2-E9FA0F1411C6}"/>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2" name="TextBox 31">
            <a:extLst>
              <a:ext uri="{FF2B5EF4-FFF2-40B4-BE49-F238E27FC236}">
                <a16:creationId xmlns:a16="http://schemas.microsoft.com/office/drawing/2014/main" id="{2DA729B0-08AA-C977-F2DA-AB2F2278103F}"/>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7D720E3F-9ECD-0205-5C9C-320E8313B22B}"/>
              </a:ext>
            </a:extLst>
          </p:cNvPr>
          <p:cNvSpPr txBox="1"/>
          <p:nvPr/>
        </p:nvSpPr>
        <p:spPr>
          <a:xfrm>
            <a:off x="6152446" y="901933"/>
            <a:ext cx="570089" cy="230832"/>
          </a:xfrm>
          <a:prstGeom prst="rect">
            <a:avLst/>
          </a:prstGeom>
          <a:noFill/>
        </p:spPr>
        <p:txBody>
          <a:bodyPr wrap="square" rtlCol="0">
            <a:spAutoFit/>
          </a:bodyPr>
          <a:lstStyle/>
          <a:p>
            <a:pPr algn="ctr"/>
            <a:r>
              <a:rPr lang="en-US" sz="900" dirty="0"/>
              <a:t>346</a:t>
            </a:r>
          </a:p>
        </p:txBody>
      </p:sp>
      <p:sp>
        <p:nvSpPr>
          <p:cNvPr id="33" name="TextBox 32">
            <a:extLst>
              <a:ext uri="{FF2B5EF4-FFF2-40B4-BE49-F238E27FC236}">
                <a16:creationId xmlns:a16="http://schemas.microsoft.com/office/drawing/2014/main" id="{DD240465-7D30-9B03-CF10-52C3D507DD7E}"/>
              </a:ext>
            </a:extLst>
          </p:cNvPr>
          <p:cNvSpPr txBox="1"/>
          <p:nvPr/>
        </p:nvSpPr>
        <p:spPr>
          <a:xfrm>
            <a:off x="6654802" y="901933"/>
            <a:ext cx="570089" cy="230832"/>
          </a:xfrm>
          <a:prstGeom prst="rect">
            <a:avLst/>
          </a:prstGeom>
          <a:noFill/>
        </p:spPr>
        <p:txBody>
          <a:bodyPr wrap="square" rtlCol="0">
            <a:spAutoFit/>
          </a:bodyPr>
          <a:lstStyle/>
          <a:p>
            <a:pPr algn="ctr"/>
            <a:r>
              <a:rPr lang="en-US" sz="900" dirty="0"/>
              <a:t>346</a:t>
            </a:r>
          </a:p>
        </p:txBody>
      </p:sp>
      <p:sp>
        <p:nvSpPr>
          <p:cNvPr id="34" name="TextBox 33">
            <a:extLst>
              <a:ext uri="{FF2B5EF4-FFF2-40B4-BE49-F238E27FC236}">
                <a16:creationId xmlns:a16="http://schemas.microsoft.com/office/drawing/2014/main" id="{50A2D78B-7CA6-0E7C-C88D-F095292B01A7}"/>
              </a:ext>
            </a:extLst>
          </p:cNvPr>
          <p:cNvSpPr txBox="1"/>
          <p:nvPr/>
        </p:nvSpPr>
        <p:spPr>
          <a:xfrm>
            <a:off x="7157158" y="901933"/>
            <a:ext cx="570089" cy="230832"/>
          </a:xfrm>
          <a:prstGeom prst="rect">
            <a:avLst/>
          </a:prstGeom>
          <a:noFill/>
        </p:spPr>
        <p:txBody>
          <a:bodyPr wrap="square" rtlCol="0">
            <a:spAutoFit/>
          </a:bodyPr>
          <a:lstStyle/>
          <a:p>
            <a:pPr algn="ctr"/>
            <a:r>
              <a:rPr lang="en-US" sz="900" dirty="0"/>
              <a:t>346</a:t>
            </a:r>
          </a:p>
        </p:txBody>
      </p:sp>
    </p:spTree>
    <p:extLst>
      <p:ext uri="{BB962C8B-B14F-4D97-AF65-F5344CB8AC3E}">
        <p14:creationId xmlns:p14="http://schemas.microsoft.com/office/powerpoint/2010/main" val="3632665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434C5-BABD-3094-F3F5-84147F8F18C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42187C-10BA-95B8-9D2B-40F2DE737481}"/>
              </a:ext>
            </a:extLst>
          </p:cNvPr>
          <p:cNvSpPr>
            <a:spLocks noGrp="1"/>
          </p:cNvSpPr>
          <p:nvPr>
            <p:ph sz="half" idx="1"/>
          </p:nvPr>
        </p:nvSpPr>
        <p:spPr/>
        <p:txBody>
          <a:bodyPr>
            <a:normAutofit/>
          </a:bodyPr>
          <a:lstStyle/>
          <a:p>
            <a:r>
              <a:rPr lang="en-US" dirty="0"/>
              <a:t>In the upper left block, 5 must be in Row 2.</a:t>
            </a:r>
          </a:p>
        </p:txBody>
      </p:sp>
      <p:pic>
        <p:nvPicPr>
          <p:cNvPr id="4" name="Picture 3" descr="A grid of sudoku puzzle&#10;&#10;Description automatically generated">
            <a:extLst>
              <a:ext uri="{FF2B5EF4-FFF2-40B4-BE49-F238E27FC236}">
                <a16:creationId xmlns:a16="http://schemas.microsoft.com/office/drawing/2014/main" id="{B9C24118-9DA1-24C5-80C5-A1004947DEE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24D05B9-93BF-AE29-9396-1A5D862EBB4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74D2DF3-9B60-54DD-27CA-BEE7B119F0C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1B8114E-3B9E-0C20-647A-2A021272886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9314BB0-0AD6-F8C2-7E28-02F2B28CF7ED}"/>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1FB8510D-72BC-3C22-FCE1-120D40879E63}"/>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334822B4-5DFC-A2F8-C705-3D26D89C7273}"/>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6FE37D79-9087-471C-739B-D5581572C1FF}"/>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26AAB823-FDFD-B216-C018-D58F4E89371B}"/>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a:t>
            </a:r>
          </a:p>
        </p:txBody>
      </p:sp>
      <p:sp>
        <p:nvSpPr>
          <p:cNvPr id="14" name="TextBox 13">
            <a:extLst>
              <a:ext uri="{FF2B5EF4-FFF2-40B4-BE49-F238E27FC236}">
                <a16:creationId xmlns:a16="http://schemas.microsoft.com/office/drawing/2014/main" id="{086AC92A-C3C7-D559-AB72-565C5C5CFED2}"/>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A20FA136-BE49-A158-EF8F-5F3CCCE72C19}"/>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48EF92BE-69D1-D3C7-851E-64C4812869A2}"/>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CFA83689-4D9D-7459-0252-F9349A66EA1E}"/>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87384C33-8DCE-BFFD-E50A-F8A4A8E71A0C}"/>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03F0DBEF-AD04-C39A-922E-2B57A9FC32B2}"/>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9FA81BE3-46D1-BC17-CF6E-362399454ACC}"/>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78A6BD38-BF94-75E1-8528-DA447C564077}"/>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69B2EB84-1472-252E-3D0B-DA4E332E2845}"/>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526AFBE4-AC8B-0AC6-FD49-429476C250A0}"/>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591EFC58-E7D6-A874-C933-B8114994F86E}"/>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1234</a:t>
            </a:r>
          </a:p>
        </p:txBody>
      </p:sp>
      <p:sp>
        <p:nvSpPr>
          <p:cNvPr id="13" name="TextBox 12">
            <a:extLst>
              <a:ext uri="{FF2B5EF4-FFF2-40B4-BE49-F238E27FC236}">
                <a16:creationId xmlns:a16="http://schemas.microsoft.com/office/drawing/2014/main" id="{7E6B11A5-180C-94C3-AC30-B12392C49887}"/>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12F82FA4-DF90-1853-6134-C639F9514BCD}"/>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A7A746F7-CC9C-772C-EC47-C33E140762BE}"/>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248ADEC1-4611-803C-0AFD-C829CD7B2B6D}"/>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2A3CD284-3251-B277-C86C-252CC4ADB167}"/>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3FF39EF6-ED97-394A-2399-621B6CE58A38}"/>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0" name="TextBox 29">
            <a:extLst>
              <a:ext uri="{FF2B5EF4-FFF2-40B4-BE49-F238E27FC236}">
                <a16:creationId xmlns:a16="http://schemas.microsoft.com/office/drawing/2014/main" id="{08C486B4-DB5E-2439-0C36-463BC68AB62E}"/>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E619927C-3C15-969D-3EB6-5D1CD4552973}"/>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2" name="TextBox 31">
            <a:extLst>
              <a:ext uri="{FF2B5EF4-FFF2-40B4-BE49-F238E27FC236}">
                <a16:creationId xmlns:a16="http://schemas.microsoft.com/office/drawing/2014/main" id="{CB461E6A-1D9C-A8CF-6CD9-2C78F2D247E1}"/>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B234D292-A763-63E1-758F-784A0EA33E36}"/>
              </a:ext>
            </a:extLst>
          </p:cNvPr>
          <p:cNvSpPr txBox="1"/>
          <p:nvPr/>
        </p:nvSpPr>
        <p:spPr>
          <a:xfrm>
            <a:off x="6152446" y="901933"/>
            <a:ext cx="570089" cy="230832"/>
          </a:xfrm>
          <a:prstGeom prst="rect">
            <a:avLst/>
          </a:prstGeom>
          <a:noFill/>
        </p:spPr>
        <p:txBody>
          <a:bodyPr wrap="square" rtlCol="0">
            <a:spAutoFit/>
          </a:bodyPr>
          <a:lstStyle/>
          <a:p>
            <a:pPr algn="ctr"/>
            <a:r>
              <a:rPr lang="en-US" sz="900" dirty="0"/>
              <a:t>346</a:t>
            </a:r>
          </a:p>
        </p:txBody>
      </p:sp>
      <p:sp>
        <p:nvSpPr>
          <p:cNvPr id="33" name="TextBox 32">
            <a:extLst>
              <a:ext uri="{FF2B5EF4-FFF2-40B4-BE49-F238E27FC236}">
                <a16:creationId xmlns:a16="http://schemas.microsoft.com/office/drawing/2014/main" id="{F0F9F0F9-C1D3-3338-A79D-F33C829564E5}"/>
              </a:ext>
            </a:extLst>
          </p:cNvPr>
          <p:cNvSpPr txBox="1"/>
          <p:nvPr/>
        </p:nvSpPr>
        <p:spPr>
          <a:xfrm>
            <a:off x="6654802" y="901933"/>
            <a:ext cx="570089" cy="230832"/>
          </a:xfrm>
          <a:prstGeom prst="rect">
            <a:avLst/>
          </a:prstGeom>
          <a:noFill/>
        </p:spPr>
        <p:txBody>
          <a:bodyPr wrap="square" rtlCol="0">
            <a:spAutoFit/>
          </a:bodyPr>
          <a:lstStyle/>
          <a:p>
            <a:pPr algn="ctr"/>
            <a:r>
              <a:rPr lang="en-US" sz="900" dirty="0"/>
              <a:t>346</a:t>
            </a:r>
          </a:p>
        </p:txBody>
      </p:sp>
      <p:sp>
        <p:nvSpPr>
          <p:cNvPr id="34" name="TextBox 33">
            <a:extLst>
              <a:ext uri="{FF2B5EF4-FFF2-40B4-BE49-F238E27FC236}">
                <a16:creationId xmlns:a16="http://schemas.microsoft.com/office/drawing/2014/main" id="{BB9BE505-E391-E684-1121-196B51E4EE5E}"/>
              </a:ext>
            </a:extLst>
          </p:cNvPr>
          <p:cNvSpPr txBox="1"/>
          <p:nvPr/>
        </p:nvSpPr>
        <p:spPr>
          <a:xfrm>
            <a:off x="7157158" y="901933"/>
            <a:ext cx="570089" cy="230832"/>
          </a:xfrm>
          <a:prstGeom prst="rect">
            <a:avLst/>
          </a:prstGeom>
          <a:noFill/>
        </p:spPr>
        <p:txBody>
          <a:bodyPr wrap="square" rtlCol="0">
            <a:spAutoFit/>
          </a:bodyPr>
          <a:lstStyle/>
          <a:p>
            <a:pPr algn="ctr"/>
            <a:r>
              <a:rPr lang="en-US" sz="900" dirty="0"/>
              <a:t>346</a:t>
            </a:r>
          </a:p>
        </p:txBody>
      </p:sp>
    </p:spTree>
    <p:extLst>
      <p:ext uri="{BB962C8B-B14F-4D97-AF65-F5344CB8AC3E}">
        <p14:creationId xmlns:p14="http://schemas.microsoft.com/office/powerpoint/2010/main" val="4272376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150AA-1FA0-1ECA-EE8A-89FB2C778A1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BEF81B-44BB-6F1D-84AB-921E0E73F522}"/>
              </a:ext>
            </a:extLst>
          </p:cNvPr>
          <p:cNvSpPr>
            <a:spLocks noGrp="1"/>
          </p:cNvSpPr>
          <p:nvPr>
            <p:ph sz="half" idx="1"/>
          </p:nvPr>
        </p:nvSpPr>
        <p:spPr/>
        <p:txBody>
          <a:bodyPr>
            <a:normAutofit/>
          </a:bodyPr>
          <a:lstStyle/>
          <a:p>
            <a:r>
              <a:rPr lang="en-US" dirty="0"/>
              <a:t>Complete Row 3.</a:t>
            </a:r>
          </a:p>
        </p:txBody>
      </p:sp>
      <p:pic>
        <p:nvPicPr>
          <p:cNvPr id="4" name="Picture 3" descr="A grid of sudoku puzzle&#10;&#10;Description automatically generated">
            <a:extLst>
              <a:ext uri="{FF2B5EF4-FFF2-40B4-BE49-F238E27FC236}">
                <a16:creationId xmlns:a16="http://schemas.microsoft.com/office/drawing/2014/main" id="{89EDF032-276F-6758-F57C-BD16D3E372F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5F729A4-E5DA-E9B4-AF88-DE509891CF4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29A3283-37DB-ECAF-620A-D6AEABDFCFB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C77C985-AD39-F36E-BBDD-8ED2AA892B9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B273660-0AF2-94F4-38B2-C1717BCEDCC3}"/>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C361F04F-B2D6-D8F3-364F-A10B7EDFAB74}"/>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769DEA5E-18B2-B574-28F3-EB0E577DF196}"/>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39FC44F1-39DE-5A1B-238D-8C973DC26454}"/>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8C14DDD5-ABF3-7DD6-C661-AC26DE6A5217}"/>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a:t>
            </a:r>
          </a:p>
        </p:txBody>
      </p:sp>
      <p:sp>
        <p:nvSpPr>
          <p:cNvPr id="14" name="TextBox 13">
            <a:extLst>
              <a:ext uri="{FF2B5EF4-FFF2-40B4-BE49-F238E27FC236}">
                <a16:creationId xmlns:a16="http://schemas.microsoft.com/office/drawing/2014/main" id="{D27905BC-B41B-5DEA-30CB-281E77D79A0D}"/>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976E459E-1317-E53B-8C9E-4EBDA195CFC5}"/>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E24B088F-A3C0-C653-2218-14EF8248EF1E}"/>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228BC7A0-0CD7-B300-B05D-D48674F22DA9}"/>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B38D062A-8C69-B4D1-2F21-7F73EAE03D91}"/>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62A93328-6AD1-87F8-AFE8-1DF5B5FDF1A8}"/>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11E8FD0C-D924-ECD7-89A9-05B66835506D}"/>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E389DD85-07CF-3EE0-F3CF-607CF26A713F}"/>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4B268381-035F-B261-660B-A3B6B0915E24}"/>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6BEA5EA5-4395-9655-26C2-D44D8CE6CBC4}"/>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B26089FC-D730-F305-9919-7593FF0C0D0A}"/>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1234</a:t>
            </a:r>
          </a:p>
        </p:txBody>
      </p:sp>
      <p:sp>
        <p:nvSpPr>
          <p:cNvPr id="13" name="TextBox 12">
            <a:extLst>
              <a:ext uri="{FF2B5EF4-FFF2-40B4-BE49-F238E27FC236}">
                <a16:creationId xmlns:a16="http://schemas.microsoft.com/office/drawing/2014/main" id="{7656C67B-57CB-DE1F-CE6E-02187A0D0708}"/>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25E2A3C6-C222-28A1-DB2F-78E5FB10A818}"/>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435406BC-0899-667F-79F5-D754D5FFC005}"/>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E02E8697-F5A6-6231-16D1-9DF3066361FC}"/>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66EDDD57-4031-1BB7-934A-F5E71A25794A}"/>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51CE6D0F-D684-56EF-7C0E-0C1B669FCA87}"/>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0" name="TextBox 29">
            <a:extLst>
              <a:ext uri="{FF2B5EF4-FFF2-40B4-BE49-F238E27FC236}">
                <a16:creationId xmlns:a16="http://schemas.microsoft.com/office/drawing/2014/main" id="{4B4B336B-0FCB-BB29-4E60-7C1786CF346F}"/>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0F73B455-328D-9CC2-8646-5F03CA301455}"/>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2" name="TextBox 31">
            <a:extLst>
              <a:ext uri="{FF2B5EF4-FFF2-40B4-BE49-F238E27FC236}">
                <a16:creationId xmlns:a16="http://schemas.microsoft.com/office/drawing/2014/main" id="{3EA655BE-4939-5299-90A1-10962A2ABCA2}"/>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45F0D098-09D9-8041-843C-64610BF4816E}"/>
              </a:ext>
            </a:extLst>
          </p:cNvPr>
          <p:cNvSpPr txBox="1"/>
          <p:nvPr/>
        </p:nvSpPr>
        <p:spPr>
          <a:xfrm>
            <a:off x="6152446" y="901933"/>
            <a:ext cx="570089" cy="230832"/>
          </a:xfrm>
          <a:prstGeom prst="rect">
            <a:avLst/>
          </a:prstGeom>
          <a:noFill/>
        </p:spPr>
        <p:txBody>
          <a:bodyPr wrap="square" rtlCol="0">
            <a:spAutoFit/>
          </a:bodyPr>
          <a:lstStyle/>
          <a:p>
            <a:pPr algn="ctr"/>
            <a:r>
              <a:rPr lang="en-US" sz="900" dirty="0"/>
              <a:t>346</a:t>
            </a:r>
          </a:p>
        </p:txBody>
      </p:sp>
      <p:sp>
        <p:nvSpPr>
          <p:cNvPr id="33" name="TextBox 32">
            <a:extLst>
              <a:ext uri="{FF2B5EF4-FFF2-40B4-BE49-F238E27FC236}">
                <a16:creationId xmlns:a16="http://schemas.microsoft.com/office/drawing/2014/main" id="{AF3A7D32-E5A1-2532-154E-F75C952697E0}"/>
              </a:ext>
            </a:extLst>
          </p:cNvPr>
          <p:cNvSpPr txBox="1"/>
          <p:nvPr/>
        </p:nvSpPr>
        <p:spPr>
          <a:xfrm>
            <a:off x="6654802" y="901933"/>
            <a:ext cx="570089" cy="230832"/>
          </a:xfrm>
          <a:prstGeom prst="rect">
            <a:avLst/>
          </a:prstGeom>
          <a:noFill/>
        </p:spPr>
        <p:txBody>
          <a:bodyPr wrap="square" rtlCol="0">
            <a:spAutoFit/>
          </a:bodyPr>
          <a:lstStyle/>
          <a:p>
            <a:pPr algn="ctr"/>
            <a:r>
              <a:rPr lang="en-US" sz="900" dirty="0"/>
              <a:t>346</a:t>
            </a:r>
          </a:p>
        </p:txBody>
      </p:sp>
      <p:sp>
        <p:nvSpPr>
          <p:cNvPr id="34" name="TextBox 33">
            <a:extLst>
              <a:ext uri="{FF2B5EF4-FFF2-40B4-BE49-F238E27FC236}">
                <a16:creationId xmlns:a16="http://schemas.microsoft.com/office/drawing/2014/main" id="{5ABD0E06-229E-DE19-48AD-49F432F2F045}"/>
              </a:ext>
            </a:extLst>
          </p:cNvPr>
          <p:cNvSpPr txBox="1"/>
          <p:nvPr/>
        </p:nvSpPr>
        <p:spPr>
          <a:xfrm>
            <a:off x="7157158" y="901933"/>
            <a:ext cx="570089" cy="230832"/>
          </a:xfrm>
          <a:prstGeom prst="rect">
            <a:avLst/>
          </a:prstGeom>
          <a:noFill/>
        </p:spPr>
        <p:txBody>
          <a:bodyPr wrap="square" rtlCol="0">
            <a:spAutoFit/>
          </a:bodyPr>
          <a:lstStyle/>
          <a:p>
            <a:pPr algn="ctr"/>
            <a:r>
              <a:rPr lang="en-US" sz="900" dirty="0"/>
              <a:t>346</a:t>
            </a:r>
          </a:p>
        </p:txBody>
      </p:sp>
      <p:sp>
        <p:nvSpPr>
          <p:cNvPr id="35" name="TextBox 34">
            <a:extLst>
              <a:ext uri="{FF2B5EF4-FFF2-40B4-BE49-F238E27FC236}">
                <a16:creationId xmlns:a16="http://schemas.microsoft.com/office/drawing/2014/main" id="{0AC6285F-5789-880C-CB56-55121379B162}"/>
              </a:ext>
            </a:extLst>
          </p:cNvPr>
          <p:cNvSpPr txBox="1"/>
          <p:nvPr/>
        </p:nvSpPr>
        <p:spPr>
          <a:xfrm>
            <a:off x="6654802" y="1903821"/>
            <a:ext cx="570089" cy="230832"/>
          </a:xfrm>
          <a:prstGeom prst="rect">
            <a:avLst/>
          </a:prstGeom>
          <a:noFill/>
        </p:spPr>
        <p:txBody>
          <a:bodyPr wrap="square" rtlCol="0">
            <a:spAutoFit/>
          </a:bodyPr>
          <a:lstStyle/>
          <a:p>
            <a:pPr algn="ctr"/>
            <a:r>
              <a:rPr lang="en-US" sz="900" dirty="0"/>
              <a:t>58</a:t>
            </a:r>
          </a:p>
        </p:txBody>
      </p:sp>
      <p:sp>
        <p:nvSpPr>
          <p:cNvPr id="36" name="TextBox 35">
            <a:extLst>
              <a:ext uri="{FF2B5EF4-FFF2-40B4-BE49-F238E27FC236}">
                <a16:creationId xmlns:a16="http://schemas.microsoft.com/office/drawing/2014/main" id="{36B01780-BECF-E862-CDDD-D8E8ABF28F1D}"/>
              </a:ext>
            </a:extLst>
          </p:cNvPr>
          <p:cNvSpPr txBox="1"/>
          <p:nvPr/>
        </p:nvSpPr>
        <p:spPr>
          <a:xfrm>
            <a:off x="7157158" y="1903821"/>
            <a:ext cx="570089" cy="230832"/>
          </a:xfrm>
          <a:prstGeom prst="rect">
            <a:avLst/>
          </a:prstGeom>
          <a:noFill/>
        </p:spPr>
        <p:txBody>
          <a:bodyPr wrap="square" rtlCol="0">
            <a:spAutoFit/>
          </a:bodyPr>
          <a:lstStyle/>
          <a:p>
            <a:pPr algn="ctr"/>
            <a:r>
              <a:rPr lang="en-US" sz="900" dirty="0"/>
              <a:t>85</a:t>
            </a:r>
          </a:p>
        </p:txBody>
      </p:sp>
    </p:spTree>
    <p:extLst>
      <p:ext uri="{BB962C8B-B14F-4D97-AF65-F5344CB8AC3E}">
        <p14:creationId xmlns:p14="http://schemas.microsoft.com/office/powerpoint/2010/main" val="1199283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7FF96-5867-1421-00EE-A6CC0FA0D38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773EDA-A315-6D7D-5CE5-BD0CDF2B380E}"/>
              </a:ext>
            </a:extLst>
          </p:cNvPr>
          <p:cNvSpPr>
            <a:spLocks noGrp="1"/>
          </p:cNvSpPr>
          <p:nvPr>
            <p:ph sz="half" idx="1"/>
          </p:nvPr>
        </p:nvSpPr>
        <p:spPr/>
        <p:txBody>
          <a:bodyPr>
            <a:normAutofit/>
          </a:bodyPr>
          <a:lstStyle/>
          <a:p>
            <a:r>
              <a:rPr lang="en-US" dirty="0"/>
              <a:t>In the upper right block, [27 in 5] -&gt; [14 in 3] as one of 79 and two of 346, which has a minimum of 7.  To achieve a cage sum of 14, we must take the minimums in both cases.</a:t>
            </a:r>
          </a:p>
        </p:txBody>
      </p:sp>
      <p:pic>
        <p:nvPicPr>
          <p:cNvPr id="4" name="Picture 3" descr="A grid of sudoku puzzle&#10;&#10;Description automatically generated">
            <a:extLst>
              <a:ext uri="{FF2B5EF4-FFF2-40B4-BE49-F238E27FC236}">
                <a16:creationId xmlns:a16="http://schemas.microsoft.com/office/drawing/2014/main" id="{9F3AFDB4-42DC-3558-EA2E-F56A483DA33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C95DD54-108E-BA7E-10D4-88FF31739EF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CE0DDD3-D26D-7B3F-A3A9-DE826DAA4AF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32D859E-9AD1-B9B3-1C0A-A2DA73DA865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B9AE0A2-A1F1-D4CA-2767-BD4347589DF1}"/>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5FEE441E-8322-A444-59C6-41E09FE5A986}"/>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F21AE3E1-2F9E-9ACE-92A6-3C556E23820F}"/>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FCE68A3D-95D7-CEFB-4929-2272397A3590}"/>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0564DE51-8B7D-D933-EE85-63577F1945B9}"/>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a:t>
            </a:r>
          </a:p>
        </p:txBody>
      </p:sp>
      <p:sp>
        <p:nvSpPr>
          <p:cNvPr id="14" name="TextBox 13">
            <a:extLst>
              <a:ext uri="{FF2B5EF4-FFF2-40B4-BE49-F238E27FC236}">
                <a16:creationId xmlns:a16="http://schemas.microsoft.com/office/drawing/2014/main" id="{3A6094BD-385A-AEF8-FF81-E5097A9DEE1F}"/>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A98CEC43-735C-04BA-DC96-ED6CE154C840}"/>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2BFA7F47-C9A2-B637-512D-6EC582BEBA64}"/>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A523E281-5C12-6692-662A-8F9FB69A09AB}"/>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EC2BE1D8-E3B0-7187-CF70-E14A04DFDDD6}"/>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4BFAD9DB-6C1B-8961-9E38-A50CCACD4B42}"/>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31B850FA-4463-B043-4AC7-84D4F793617E}"/>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94C20BDE-E3F8-1F84-442F-B22073D79B2E}"/>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EAA91B5C-38AE-AF33-20F1-4D4B90A01EBE}"/>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7F22F35B-98E9-78C4-875F-6F01C41A397E}"/>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2A3BC0BD-9382-978F-A178-73702BF65863}"/>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1234</a:t>
            </a:r>
          </a:p>
        </p:txBody>
      </p:sp>
      <p:sp>
        <p:nvSpPr>
          <p:cNvPr id="13" name="TextBox 12">
            <a:extLst>
              <a:ext uri="{FF2B5EF4-FFF2-40B4-BE49-F238E27FC236}">
                <a16:creationId xmlns:a16="http://schemas.microsoft.com/office/drawing/2014/main" id="{87CDFAD8-EBB1-6F2A-6765-2A929E315A47}"/>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F6F076C0-E5A9-3EDA-7D06-FAE124FDFDB1}"/>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B53A3E6D-CA2D-7B22-3380-53CEED2F1AE5}"/>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6793D3E7-DB8E-DAF2-AF45-F9A972FC0640}"/>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F95ECE81-24BB-2B91-5F19-953B079322B7}"/>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7DDF3E54-18AC-48DB-69EC-19BBD4008BD5}"/>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0" name="TextBox 29">
            <a:extLst>
              <a:ext uri="{FF2B5EF4-FFF2-40B4-BE49-F238E27FC236}">
                <a16:creationId xmlns:a16="http://schemas.microsoft.com/office/drawing/2014/main" id="{0406B9EE-592E-7DBF-2C89-0EDC85D30AED}"/>
              </a:ext>
            </a:extLst>
          </p:cNvPr>
          <p:cNvSpPr txBox="1"/>
          <p:nvPr/>
        </p:nvSpPr>
        <p:spPr>
          <a:xfrm>
            <a:off x="6654802" y="1903821"/>
            <a:ext cx="570089" cy="230832"/>
          </a:xfrm>
          <a:prstGeom prst="rect">
            <a:avLst/>
          </a:prstGeom>
          <a:noFill/>
        </p:spPr>
        <p:txBody>
          <a:bodyPr wrap="square" rtlCol="0">
            <a:spAutoFit/>
          </a:bodyPr>
          <a:lstStyle/>
          <a:p>
            <a:pPr algn="ctr"/>
            <a:r>
              <a:rPr lang="en-US" sz="900" dirty="0"/>
              <a:t>58</a:t>
            </a:r>
          </a:p>
        </p:txBody>
      </p:sp>
      <p:sp>
        <p:nvSpPr>
          <p:cNvPr id="31" name="TextBox 30">
            <a:extLst>
              <a:ext uri="{FF2B5EF4-FFF2-40B4-BE49-F238E27FC236}">
                <a16:creationId xmlns:a16="http://schemas.microsoft.com/office/drawing/2014/main" id="{7F8F6BBE-E2DE-E0A7-FE52-59A1EA4FBE7F}"/>
              </a:ext>
            </a:extLst>
          </p:cNvPr>
          <p:cNvSpPr txBox="1"/>
          <p:nvPr/>
        </p:nvSpPr>
        <p:spPr>
          <a:xfrm>
            <a:off x="7157158" y="1903821"/>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4E9FCF43-7305-DA49-7A1D-0A228531D287}"/>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35" name="TextBox 34">
            <a:extLst>
              <a:ext uri="{FF2B5EF4-FFF2-40B4-BE49-F238E27FC236}">
                <a16:creationId xmlns:a16="http://schemas.microsoft.com/office/drawing/2014/main" id="{0698CF48-7F96-10DB-C102-C415A9DD7EBB}"/>
              </a:ext>
            </a:extLst>
          </p:cNvPr>
          <p:cNvSpPr txBox="1"/>
          <p:nvPr/>
        </p:nvSpPr>
        <p:spPr>
          <a:xfrm>
            <a:off x="6152446" y="901933"/>
            <a:ext cx="570089" cy="230832"/>
          </a:xfrm>
          <a:prstGeom prst="rect">
            <a:avLst/>
          </a:prstGeom>
          <a:noFill/>
        </p:spPr>
        <p:txBody>
          <a:bodyPr wrap="square" rtlCol="0">
            <a:spAutoFit/>
          </a:bodyPr>
          <a:lstStyle/>
          <a:p>
            <a:pPr algn="ctr"/>
            <a:r>
              <a:rPr lang="en-US" sz="900" dirty="0"/>
              <a:t>34</a:t>
            </a:r>
          </a:p>
        </p:txBody>
      </p:sp>
      <p:sp>
        <p:nvSpPr>
          <p:cNvPr id="36" name="TextBox 35">
            <a:extLst>
              <a:ext uri="{FF2B5EF4-FFF2-40B4-BE49-F238E27FC236}">
                <a16:creationId xmlns:a16="http://schemas.microsoft.com/office/drawing/2014/main" id="{2FE6694C-2C13-FF17-EDAB-3167515ED65D}"/>
              </a:ext>
            </a:extLst>
          </p:cNvPr>
          <p:cNvSpPr txBox="1"/>
          <p:nvPr/>
        </p:nvSpPr>
        <p:spPr>
          <a:xfrm>
            <a:off x="6654802" y="901933"/>
            <a:ext cx="570089" cy="230832"/>
          </a:xfrm>
          <a:prstGeom prst="rect">
            <a:avLst/>
          </a:prstGeom>
          <a:noFill/>
        </p:spPr>
        <p:txBody>
          <a:bodyPr wrap="square" rtlCol="0">
            <a:spAutoFit/>
          </a:bodyPr>
          <a:lstStyle/>
          <a:p>
            <a:pPr algn="ctr"/>
            <a:r>
              <a:rPr lang="en-US" sz="900" dirty="0"/>
              <a:t>43</a:t>
            </a:r>
          </a:p>
        </p:txBody>
      </p:sp>
      <p:sp>
        <p:nvSpPr>
          <p:cNvPr id="12" name="TextBox 11">
            <a:extLst>
              <a:ext uri="{FF2B5EF4-FFF2-40B4-BE49-F238E27FC236}">
                <a16:creationId xmlns:a16="http://schemas.microsoft.com/office/drawing/2014/main" id="{2E502AF9-CB63-A3C4-62C7-427203ED1950}"/>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A345EF43-0A84-40F5-40F1-6B141DE1543A}"/>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2454FD94-9E67-A6E9-2C0B-691D3183DA6A}"/>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0390249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76CE0-4C7A-08E9-0988-41477D2FFB7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90D88DF-905A-E603-4988-0D1CF780FF2B}"/>
              </a:ext>
            </a:extLst>
          </p:cNvPr>
          <p:cNvSpPr>
            <a:spLocks noGrp="1"/>
          </p:cNvSpPr>
          <p:nvPr>
            <p:ph sz="half" idx="1"/>
          </p:nvPr>
        </p:nvSpPr>
        <p:spPr/>
        <p:txBody>
          <a:bodyPr>
            <a:normAutofit/>
          </a:bodyPr>
          <a:lstStyle/>
          <a:p>
            <a:r>
              <a:rPr lang="en-US" dirty="0"/>
              <a:t>In the [20 in 5] -&gt; [11 in 4], the remaining four cells must be 1235.</a:t>
            </a:r>
          </a:p>
        </p:txBody>
      </p:sp>
      <p:pic>
        <p:nvPicPr>
          <p:cNvPr id="4" name="Picture 3" descr="A grid of sudoku puzzle&#10;&#10;Description automatically generated">
            <a:extLst>
              <a:ext uri="{FF2B5EF4-FFF2-40B4-BE49-F238E27FC236}">
                <a16:creationId xmlns:a16="http://schemas.microsoft.com/office/drawing/2014/main" id="{3EE36111-7282-4EB9-1AC0-18A1EEB9DF0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B023DEC-9D76-4A6C-7736-902ECA8B6AA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254B0B1-7BCB-BC17-5C8D-8ED4096B3F9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EB7B4A8-97FD-FC0C-2BAF-D38FFC87978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53C7A58-17A8-A70E-37AE-0F96E61CB5D7}"/>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E3971B55-5DAA-0B00-FE47-4EE9CF2F637F}"/>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7A11BF74-3F04-BF6A-7C85-D55748FAE815}"/>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15889F88-27EB-E424-3A83-3D8CA3001D1D}"/>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15D78C00-78BE-E803-D7C6-E4DDF2E0BC8B}"/>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a:t>
            </a:r>
          </a:p>
        </p:txBody>
      </p:sp>
      <p:sp>
        <p:nvSpPr>
          <p:cNvPr id="14" name="TextBox 13">
            <a:extLst>
              <a:ext uri="{FF2B5EF4-FFF2-40B4-BE49-F238E27FC236}">
                <a16:creationId xmlns:a16="http://schemas.microsoft.com/office/drawing/2014/main" id="{EC5C4646-282A-DB36-9510-2F61CF9D0213}"/>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9C70F62F-40A8-83F7-ECE1-9EE495087241}"/>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C40A1C22-B391-6D8C-E582-CE4F75B3D0E0}"/>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D553609C-3920-B4FA-ACE9-A4A8EBC83F8C}"/>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FFC054B2-FC5E-E10F-776D-2D67CF10FBB6}"/>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19FC31B4-AF66-3DC8-AB16-733ABBAEC71E}"/>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CA4E20BF-74AD-BA7D-720D-D373F1E1CC41}"/>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6B4293D1-D399-604B-743A-0655682473B3}"/>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F6EC5E83-A06F-5913-39ED-1059B1CFB9AF}"/>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8D8DBC44-C688-2596-043B-BBEF223E30A1}"/>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4C6F36D5-DF84-B768-B748-FCB987CFFCE9}"/>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1234</a:t>
            </a:r>
          </a:p>
        </p:txBody>
      </p:sp>
      <p:sp>
        <p:nvSpPr>
          <p:cNvPr id="13" name="TextBox 12">
            <a:extLst>
              <a:ext uri="{FF2B5EF4-FFF2-40B4-BE49-F238E27FC236}">
                <a16:creationId xmlns:a16="http://schemas.microsoft.com/office/drawing/2014/main" id="{7EDB6CD1-4787-5641-0CA2-D9A4AE25C506}"/>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E7605B7A-F152-86AF-6878-7803743816E8}"/>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82ABE9FD-C483-7417-F717-99B9B129967E}"/>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6D641135-048D-50FF-B22C-6EC7C25C7978}"/>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A86FD0B3-D73C-02C2-DDA5-1852D660E02A}"/>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97F77EF3-FF9B-F310-9087-313584C5C968}"/>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0" name="TextBox 29">
            <a:extLst>
              <a:ext uri="{FF2B5EF4-FFF2-40B4-BE49-F238E27FC236}">
                <a16:creationId xmlns:a16="http://schemas.microsoft.com/office/drawing/2014/main" id="{D2A1BE61-5106-7DA8-EB0F-9CC17F0BB4B5}"/>
              </a:ext>
            </a:extLst>
          </p:cNvPr>
          <p:cNvSpPr txBox="1"/>
          <p:nvPr/>
        </p:nvSpPr>
        <p:spPr>
          <a:xfrm>
            <a:off x="6654802" y="1903821"/>
            <a:ext cx="570089" cy="230832"/>
          </a:xfrm>
          <a:prstGeom prst="rect">
            <a:avLst/>
          </a:prstGeom>
          <a:noFill/>
        </p:spPr>
        <p:txBody>
          <a:bodyPr wrap="square" rtlCol="0">
            <a:spAutoFit/>
          </a:bodyPr>
          <a:lstStyle/>
          <a:p>
            <a:pPr algn="ctr"/>
            <a:r>
              <a:rPr lang="en-US" sz="900" dirty="0"/>
              <a:t>58</a:t>
            </a:r>
          </a:p>
        </p:txBody>
      </p:sp>
      <p:sp>
        <p:nvSpPr>
          <p:cNvPr id="31" name="TextBox 30">
            <a:extLst>
              <a:ext uri="{FF2B5EF4-FFF2-40B4-BE49-F238E27FC236}">
                <a16:creationId xmlns:a16="http://schemas.microsoft.com/office/drawing/2014/main" id="{B592FA19-C617-98AC-909A-D828A71E759B}"/>
              </a:ext>
            </a:extLst>
          </p:cNvPr>
          <p:cNvSpPr txBox="1"/>
          <p:nvPr/>
        </p:nvSpPr>
        <p:spPr>
          <a:xfrm>
            <a:off x="7157158" y="1903821"/>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8CDF4AE5-B6B8-71A0-B704-5BFB1796FCBF}"/>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35" name="TextBox 34">
            <a:extLst>
              <a:ext uri="{FF2B5EF4-FFF2-40B4-BE49-F238E27FC236}">
                <a16:creationId xmlns:a16="http://schemas.microsoft.com/office/drawing/2014/main" id="{485DA26C-53ED-1452-24D1-053088F6A944}"/>
              </a:ext>
            </a:extLst>
          </p:cNvPr>
          <p:cNvSpPr txBox="1"/>
          <p:nvPr/>
        </p:nvSpPr>
        <p:spPr>
          <a:xfrm>
            <a:off x="6152446" y="901933"/>
            <a:ext cx="570089" cy="230832"/>
          </a:xfrm>
          <a:prstGeom prst="rect">
            <a:avLst/>
          </a:prstGeom>
          <a:noFill/>
        </p:spPr>
        <p:txBody>
          <a:bodyPr wrap="square" rtlCol="0">
            <a:spAutoFit/>
          </a:bodyPr>
          <a:lstStyle/>
          <a:p>
            <a:pPr algn="ctr"/>
            <a:r>
              <a:rPr lang="en-US" sz="900" dirty="0"/>
              <a:t>34</a:t>
            </a:r>
          </a:p>
        </p:txBody>
      </p:sp>
      <p:sp>
        <p:nvSpPr>
          <p:cNvPr id="36" name="TextBox 35">
            <a:extLst>
              <a:ext uri="{FF2B5EF4-FFF2-40B4-BE49-F238E27FC236}">
                <a16:creationId xmlns:a16="http://schemas.microsoft.com/office/drawing/2014/main" id="{384690E9-5DD6-865F-8B75-7388EA7EE35D}"/>
              </a:ext>
            </a:extLst>
          </p:cNvPr>
          <p:cNvSpPr txBox="1"/>
          <p:nvPr/>
        </p:nvSpPr>
        <p:spPr>
          <a:xfrm>
            <a:off x="6654802" y="901933"/>
            <a:ext cx="570089" cy="230832"/>
          </a:xfrm>
          <a:prstGeom prst="rect">
            <a:avLst/>
          </a:prstGeom>
          <a:noFill/>
        </p:spPr>
        <p:txBody>
          <a:bodyPr wrap="square" rtlCol="0">
            <a:spAutoFit/>
          </a:bodyPr>
          <a:lstStyle/>
          <a:p>
            <a:pPr algn="ctr"/>
            <a:r>
              <a:rPr lang="en-US" sz="900" dirty="0"/>
              <a:t>43</a:t>
            </a:r>
          </a:p>
        </p:txBody>
      </p:sp>
      <p:sp>
        <p:nvSpPr>
          <p:cNvPr id="12" name="TextBox 11">
            <a:extLst>
              <a:ext uri="{FF2B5EF4-FFF2-40B4-BE49-F238E27FC236}">
                <a16:creationId xmlns:a16="http://schemas.microsoft.com/office/drawing/2014/main" id="{AC7F8D41-CFF5-EA37-C5C6-1DF618546405}"/>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FDF61E38-9C8C-F548-A863-A98D46864ECE}"/>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8664204E-B707-6E76-D649-A0210D4A67A9}"/>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2" name="TextBox 31">
            <a:extLst>
              <a:ext uri="{FF2B5EF4-FFF2-40B4-BE49-F238E27FC236}">
                <a16:creationId xmlns:a16="http://schemas.microsoft.com/office/drawing/2014/main" id="{45B75FEA-669D-C9B3-A63C-8225174D8253}"/>
              </a:ext>
            </a:extLst>
          </p:cNvPr>
          <p:cNvSpPr txBox="1"/>
          <p:nvPr/>
        </p:nvSpPr>
        <p:spPr>
          <a:xfrm>
            <a:off x="4645378" y="2404765"/>
            <a:ext cx="570089" cy="230832"/>
          </a:xfrm>
          <a:prstGeom prst="rect">
            <a:avLst/>
          </a:prstGeom>
          <a:noFill/>
        </p:spPr>
        <p:txBody>
          <a:bodyPr wrap="square" rtlCol="0">
            <a:spAutoFit/>
          </a:bodyPr>
          <a:lstStyle/>
          <a:p>
            <a:pPr algn="ctr"/>
            <a:r>
              <a:rPr lang="en-US" sz="900" dirty="0"/>
              <a:t>1235</a:t>
            </a:r>
          </a:p>
        </p:txBody>
      </p:sp>
      <p:sp>
        <p:nvSpPr>
          <p:cNvPr id="33" name="TextBox 32">
            <a:extLst>
              <a:ext uri="{FF2B5EF4-FFF2-40B4-BE49-F238E27FC236}">
                <a16:creationId xmlns:a16="http://schemas.microsoft.com/office/drawing/2014/main" id="{244DC774-875F-0499-A1C4-3B7032A20E73}"/>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1235</a:t>
            </a:r>
          </a:p>
        </p:txBody>
      </p:sp>
      <p:sp>
        <p:nvSpPr>
          <p:cNvPr id="37" name="TextBox 36">
            <a:extLst>
              <a:ext uri="{FF2B5EF4-FFF2-40B4-BE49-F238E27FC236}">
                <a16:creationId xmlns:a16="http://schemas.microsoft.com/office/drawing/2014/main" id="{BC9C1790-864C-2C53-A29F-7D4D0D5C64B6}"/>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1235</a:t>
            </a:r>
          </a:p>
        </p:txBody>
      </p:sp>
      <p:sp>
        <p:nvSpPr>
          <p:cNvPr id="40" name="TextBox 39">
            <a:extLst>
              <a:ext uri="{FF2B5EF4-FFF2-40B4-BE49-F238E27FC236}">
                <a16:creationId xmlns:a16="http://schemas.microsoft.com/office/drawing/2014/main" id="{3E51E2F1-2E99-74F3-C192-3ED9A241E0A3}"/>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1235</a:t>
            </a:r>
          </a:p>
        </p:txBody>
      </p:sp>
    </p:spTree>
    <p:extLst>
      <p:ext uri="{BB962C8B-B14F-4D97-AF65-F5344CB8AC3E}">
        <p14:creationId xmlns:p14="http://schemas.microsoft.com/office/powerpoint/2010/main" val="14518274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19ABF-BCE5-06E5-9BB3-725C2AD5FED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1C9244-EFF1-8499-93FF-C18238ED5F90}"/>
              </a:ext>
            </a:extLst>
          </p:cNvPr>
          <p:cNvSpPr>
            <a:spLocks noGrp="1"/>
          </p:cNvSpPr>
          <p:nvPr>
            <p:ph sz="half" idx="1"/>
          </p:nvPr>
        </p:nvSpPr>
        <p:spPr/>
        <p:txBody>
          <a:bodyPr>
            <a:normAutofit/>
          </a:bodyPr>
          <a:lstStyle/>
          <a:p>
            <a:r>
              <a:rPr lang="en-US" dirty="0"/>
              <a:t>Complete Column 4.</a:t>
            </a:r>
          </a:p>
        </p:txBody>
      </p:sp>
      <p:pic>
        <p:nvPicPr>
          <p:cNvPr id="4" name="Picture 3" descr="A grid of sudoku puzzle&#10;&#10;Description automatically generated">
            <a:extLst>
              <a:ext uri="{FF2B5EF4-FFF2-40B4-BE49-F238E27FC236}">
                <a16:creationId xmlns:a16="http://schemas.microsoft.com/office/drawing/2014/main" id="{5E5D2727-60E4-9086-74AA-281EEC4D27E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C3B01D4-D116-EBAE-57F6-4FFDCB184EC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3C13F2D-832D-2D69-D843-4B7853FA3B6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86AD169-4D42-91D4-DDEB-52313D29343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FA76CBF-1B84-61CE-B413-9A1E1C54C9CB}"/>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339D94E4-D27B-C90E-9530-ABD5AFC111E2}"/>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6C3AFDD4-156B-0830-1CC7-E58F31CC2658}"/>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9603F73A-213C-261B-94A1-625FEA388993}"/>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2FA168D4-80C4-C14C-DCFB-FFA00C47C71F}"/>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a:t>
            </a:r>
          </a:p>
        </p:txBody>
      </p:sp>
      <p:sp>
        <p:nvSpPr>
          <p:cNvPr id="14" name="TextBox 13">
            <a:extLst>
              <a:ext uri="{FF2B5EF4-FFF2-40B4-BE49-F238E27FC236}">
                <a16:creationId xmlns:a16="http://schemas.microsoft.com/office/drawing/2014/main" id="{2854A01C-4BA4-67D9-37A6-D4234AD29264}"/>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9E2610C2-38E3-3C93-785C-E1179C7EB517}"/>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8E064E6E-98C1-FD31-45F9-82EA8C996343}"/>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2DE87BE1-2FE9-4245-B3C3-73E64759F08F}"/>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4950A3B6-42A5-FE03-86C0-597AA96E55B4}"/>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C87896BC-3C45-E874-B753-AC48FEB4CC49}"/>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7F89D5AE-4137-6B2B-D5C4-B55FFDC0EDF7}"/>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8F429ED9-867C-67C1-ED68-365A52EEC504}"/>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718D2E1A-0F07-37D7-0DF0-36CCBE9806F1}"/>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F3259E08-0352-0822-A6D6-E9ECD39887EF}"/>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99910583-67E8-9FE0-7C8A-F7F89F7D24E1}"/>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1234</a:t>
            </a:r>
          </a:p>
        </p:txBody>
      </p:sp>
      <p:sp>
        <p:nvSpPr>
          <p:cNvPr id="13" name="TextBox 12">
            <a:extLst>
              <a:ext uri="{FF2B5EF4-FFF2-40B4-BE49-F238E27FC236}">
                <a16:creationId xmlns:a16="http://schemas.microsoft.com/office/drawing/2014/main" id="{D0074A56-30AB-694B-D9C4-747B640A4527}"/>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175D6B99-0A39-D62E-98A6-699784B81702}"/>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89281ECA-2DA3-33A4-1082-379CD70705D5}"/>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62F75BD2-AAD0-9186-D4D6-17B26C2D111F}"/>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2DF24965-A6DB-90E3-B77C-FE48ADE6668D}"/>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9D55E1EA-8407-BB8A-F9C9-2F923C001A44}"/>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0" name="TextBox 29">
            <a:extLst>
              <a:ext uri="{FF2B5EF4-FFF2-40B4-BE49-F238E27FC236}">
                <a16:creationId xmlns:a16="http://schemas.microsoft.com/office/drawing/2014/main" id="{7FCD2013-17EE-40A4-AE53-DB85E28BA03B}"/>
              </a:ext>
            </a:extLst>
          </p:cNvPr>
          <p:cNvSpPr txBox="1"/>
          <p:nvPr/>
        </p:nvSpPr>
        <p:spPr>
          <a:xfrm>
            <a:off x="6654802" y="1903821"/>
            <a:ext cx="570089" cy="230832"/>
          </a:xfrm>
          <a:prstGeom prst="rect">
            <a:avLst/>
          </a:prstGeom>
          <a:noFill/>
        </p:spPr>
        <p:txBody>
          <a:bodyPr wrap="square" rtlCol="0">
            <a:spAutoFit/>
          </a:bodyPr>
          <a:lstStyle/>
          <a:p>
            <a:pPr algn="ctr"/>
            <a:r>
              <a:rPr lang="en-US" sz="900" dirty="0"/>
              <a:t>58</a:t>
            </a:r>
          </a:p>
        </p:txBody>
      </p:sp>
      <p:sp>
        <p:nvSpPr>
          <p:cNvPr id="31" name="TextBox 30">
            <a:extLst>
              <a:ext uri="{FF2B5EF4-FFF2-40B4-BE49-F238E27FC236}">
                <a16:creationId xmlns:a16="http://schemas.microsoft.com/office/drawing/2014/main" id="{EF059977-0237-D534-4BBC-0E40C9801443}"/>
              </a:ext>
            </a:extLst>
          </p:cNvPr>
          <p:cNvSpPr txBox="1"/>
          <p:nvPr/>
        </p:nvSpPr>
        <p:spPr>
          <a:xfrm>
            <a:off x="7157158" y="1903821"/>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4BA3B4E0-FDA5-9908-EC5B-CC74EB876E00}"/>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35" name="TextBox 34">
            <a:extLst>
              <a:ext uri="{FF2B5EF4-FFF2-40B4-BE49-F238E27FC236}">
                <a16:creationId xmlns:a16="http://schemas.microsoft.com/office/drawing/2014/main" id="{6747A64B-0177-B568-87D4-8D1981338C23}"/>
              </a:ext>
            </a:extLst>
          </p:cNvPr>
          <p:cNvSpPr txBox="1"/>
          <p:nvPr/>
        </p:nvSpPr>
        <p:spPr>
          <a:xfrm>
            <a:off x="6152446" y="901933"/>
            <a:ext cx="570089" cy="230832"/>
          </a:xfrm>
          <a:prstGeom prst="rect">
            <a:avLst/>
          </a:prstGeom>
          <a:noFill/>
        </p:spPr>
        <p:txBody>
          <a:bodyPr wrap="square" rtlCol="0">
            <a:spAutoFit/>
          </a:bodyPr>
          <a:lstStyle/>
          <a:p>
            <a:pPr algn="ctr"/>
            <a:r>
              <a:rPr lang="en-US" sz="900" dirty="0"/>
              <a:t>34</a:t>
            </a:r>
          </a:p>
        </p:txBody>
      </p:sp>
      <p:sp>
        <p:nvSpPr>
          <p:cNvPr id="36" name="TextBox 35">
            <a:extLst>
              <a:ext uri="{FF2B5EF4-FFF2-40B4-BE49-F238E27FC236}">
                <a16:creationId xmlns:a16="http://schemas.microsoft.com/office/drawing/2014/main" id="{0DD639C9-FE46-3141-B870-921D3A404E23}"/>
              </a:ext>
            </a:extLst>
          </p:cNvPr>
          <p:cNvSpPr txBox="1"/>
          <p:nvPr/>
        </p:nvSpPr>
        <p:spPr>
          <a:xfrm>
            <a:off x="6654802" y="901933"/>
            <a:ext cx="570089" cy="230832"/>
          </a:xfrm>
          <a:prstGeom prst="rect">
            <a:avLst/>
          </a:prstGeom>
          <a:noFill/>
        </p:spPr>
        <p:txBody>
          <a:bodyPr wrap="square" rtlCol="0">
            <a:spAutoFit/>
          </a:bodyPr>
          <a:lstStyle/>
          <a:p>
            <a:pPr algn="ctr"/>
            <a:r>
              <a:rPr lang="en-US" sz="900" dirty="0"/>
              <a:t>43</a:t>
            </a:r>
          </a:p>
        </p:txBody>
      </p:sp>
      <p:sp>
        <p:nvSpPr>
          <p:cNvPr id="12" name="TextBox 11">
            <a:extLst>
              <a:ext uri="{FF2B5EF4-FFF2-40B4-BE49-F238E27FC236}">
                <a16:creationId xmlns:a16="http://schemas.microsoft.com/office/drawing/2014/main" id="{673BACB3-E07C-7BA7-D40E-1EBD5B3C5D95}"/>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FB50AD61-CD5D-EF1B-19FB-0F226C65ECED}"/>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46CD9DE7-FA65-9D0C-FAE0-8A2AA6FF297F}"/>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2" name="TextBox 31">
            <a:extLst>
              <a:ext uri="{FF2B5EF4-FFF2-40B4-BE49-F238E27FC236}">
                <a16:creationId xmlns:a16="http://schemas.microsoft.com/office/drawing/2014/main" id="{0A8CD98C-4680-788D-3F84-ABA99B5D46D5}"/>
              </a:ext>
            </a:extLst>
          </p:cNvPr>
          <p:cNvSpPr txBox="1"/>
          <p:nvPr/>
        </p:nvSpPr>
        <p:spPr>
          <a:xfrm>
            <a:off x="4645378" y="2404765"/>
            <a:ext cx="570089" cy="230832"/>
          </a:xfrm>
          <a:prstGeom prst="rect">
            <a:avLst/>
          </a:prstGeom>
          <a:noFill/>
        </p:spPr>
        <p:txBody>
          <a:bodyPr wrap="square" rtlCol="0">
            <a:spAutoFit/>
          </a:bodyPr>
          <a:lstStyle/>
          <a:p>
            <a:pPr algn="ctr"/>
            <a:r>
              <a:rPr lang="en-US" sz="900" dirty="0"/>
              <a:t>1235</a:t>
            </a:r>
          </a:p>
        </p:txBody>
      </p:sp>
      <p:sp>
        <p:nvSpPr>
          <p:cNvPr id="33" name="TextBox 32">
            <a:extLst>
              <a:ext uri="{FF2B5EF4-FFF2-40B4-BE49-F238E27FC236}">
                <a16:creationId xmlns:a16="http://schemas.microsoft.com/office/drawing/2014/main" id="{FB8C06FD-0DC5-10E5-0128-02174C1FDF06}"/>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1235</a:t>
            </a:r>
          </a:p>
        </p:txBody>
      </p:sp>
      <p:sp>
        <p:nvSpPr>
          <p:cNvPr id="37" name="TextBox 36">
            <a:extLst>
              <a:ext uri="{FF2B5EF4-FFF2-40B4-BE49-F238E27FC236}">
                <a16:creationId xmlns:a16="http://schemas.microsoft.com/office/drawing/2014/main" id="{064B473E-09CA-CA8D-B494-CE427275CF6E}"/>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1235</a:t>
            </a:r>
          </a:p>
        </p:txBody>
      </p:sp>
      <p:sp>
        <p:nvSpPr>
          <p:cNvPr id="40" name="TextBox 39">
            <a:extLst>
              <a:ext uri="{FF2B5EF4-FFF2-40B4-BE49-F238E27FC236}">
                <a16:creationId xmlns:a16="http://schemas.microsoft.com/office/drawing/2014/main" id="{0ECD7460-7A87-5AC0-62A5-B44343BF5DA2}"/>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1235</a:t>
            </a:r>
          </a:p>
        </p:txBody>
      </p:sp>
      <p:sp>
        <p:nvSpPr>
          <p:cNvPr id="41" name="TextBox 40">
            <a:extLst>
              <a:ext uri="{FF2B5EF4-FFF2-40B4-BE49-F238E27FC236}">
                <a16:creationId xmlns:a16="http://schemas.microsoft.com/office/drawing/2014/main" id="{62FE0E45-B6D6-DA4A-CDA2-68786045AF32}"/>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B8375B90-A7D5-DF77-9D2D-E828DF067AD3}"/>
              </a:ext>
            </a:extLst>
          </p:cNvPr>
          <p:cNvSpPr txBox="1"/>
          <p:nvPr/>
        </p:nvSpPr>
        <p:spPr>
          <a:xfrm>
            <a:off x="4645378" y="3907597"/>
            <a:ext cx="570089" cy="230832"/>
          </a:xfrm>
          <a:prstGeom prst="rect">
            <a:avLst/>
          </a:prstGeom>
          <a:noFill/>
        </p:spPr>
        <p:txBody>
          <a:bodyPr wrap="square" rtlCol="0">
            <a:spAutoFit/>
          </a:bodyPr>
          <a:lstStyle/>
          <a:p>
            <a:pPr algn="ctr"/>
            <a:r>
              <a:rPr lang="en-US" sz="900" dirty="0"/>
              <a:t>6789</a:t>
            </a:r>
          </a:p>
        </p:txBody>
      </p:sp>
      <p:sp>
        <p:nvSpPr>
          <p:cNvPr id="43" name="TextBox 42">
            <a:extLst>
              <a:ext uri="{FF2B5EF4-FFF2-40B4-BE49-F238E27FC236}">
                <a16:creationId xmlns:a16="http://schemas.microsoft.com/office/drawing/2014/main" id="{9DF456E5-B867-B959-6626-BFF184F15049}"/>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EFC5C421-0B7F-ADEA-AD5D-6A6621A1F217}"/>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Tree>
    <p:extLst>
      <p:ext uri="{BB962C8B-B14F-4D97-AF65-F5344CB8AC3E}">
        <p14:creationId xmlns:p14="http://schemas.microsoft.com/office/powerpoint/2010/main" val="40970245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662BC-2131-1344-E49D-45C44FCD536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484D7A2-9F73-EABF-B463-4D3EE1F88144}"/>
              </a:ext>
            </a:extLst>
          </p:cNvPr>
          <p:cNvSpPr>
            <a:spLocks noGrp="1"/>
          </p:cNvSpPr>
          <p:nvPr>
            <p:ph sz="half" idx="1"/>
          </p:nvPr>
        </p:nvSpPr>
        <p:spPr/>
        <p:txBody>
          <a:bodyPr>
            <a:normAutofit/>
          </a:bodyPr>
          <a:lstStyle/>
          <a:p>
            <a:r>
              <a:rPr lang="en-US" dirty="0"/>
              <a:t>In the upper center block, 4 in is Column 4.</a:t>
            </a:r>
          </a:p>
          <a:p>
            <a:r>
              <a:rPr lang="en-US" dirty="0"/>
              <a:t>In the center block, 5 is in Column 4.</a:t>
            </a:r>
          </a:p>
        </p:txBody>
      </p:sp>
      <p:pic>
        <p:nvPicPr>
          <p:cNvPr id="4" name="Picture 3" descr="A grid of sudoku puzzle&#10;&#10;Description automatically generated">
            <a:extLst>
              <a:ext uri="{FF2B5EF4-FFF2-40B4-BE49-F238E27FC236}">
                <a16:creationId xmlns:a16="http://schemas.microsoft.com/office/drawing/2014/main" id="{ACCC8DAB-510A-A34C-CC2D-8C3F4872A73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6C09715-8E84-856A-831A-20E2FD8A045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624251F-B797-CE91-18FD-A53678C36D1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29E593F-D870-C700-5652-D198DE30DE5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7ED67C2-2194-AE03-43E0-8CDC6D79AB51}"/>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08FEFD5F-B304-943E-178D-3E7C98CB9B69}"/>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E6C61923-242D-5436-0C10-5D094C90AD2B}"/>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E448EB51-74C2-4795-6CBE-049FAE7DFB8B}"/>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CC61404F-E13B-57AC-BBB7-30EDAA151ABE}"/>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a:t>
            </a:r>
          </a:p>
        </p:txBody>
      </p:sp>
      <p:sp>
        <p:nvSpPr>
          <p:cNvPr id="14" name="TextBox 13">
            <a:extLst>
              <a:ext uri="{FF2B5EF4-FFF2-40B4-BE49-F238E27FC236}">
                <a16:creationId xmlns:a16="http://schemas.microsoft.com/office/drawing/2014/main" id="{0C03FD9E-968A-8CE9-B0AF-EAFA6D030FE5}"/>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D7244302-188F-4E29-813D-4747F0B1AC57}"/>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F91EB4AD-008F-E524-6EC6-D3A811AC407D}"/>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0173EE33-9911-C388-580B-ECA6DB8A2982}"/>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CEB52F93-A827-F985-7780-E7E5FC2DEA89}"/>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7C18C38E-957C-FDC8-7F18-80C73AC695DD}"/>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DA7B7071-1689-C21A-DAFD-6FBB72E4513A}"/>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99DDAA44-8C4A-E497-C007-3F3B0D1D1024}"/>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87DA72E4-DB17-4B5D-BAEA-2DCA1B4480B7}"/>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F2F7F5AC-A680-4B93-7144-EA3E5AD52FE7}"/>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FCAC2C6F-027C-A9AE-F30E-DDC5046AE721}"/>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9CBC2EA3-67A0-C643-B500-CE742C1F237A}"/>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272F7193-C5EC-72EE-D80F-49155F378055}"/>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A2B1BA9D-714A-E9E3-DEDB-2DB988DAA11B}"/>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26C18310-2E1B-2F89-700F-63CF3C01397E}"/>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55B87BBE-CDE8-3E2C-C3BE-7B544656756C}"/>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BCE32AC4-B212-9496-0119-5A020959BB8D}"/>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0" name="TextBox 29">
            <a:extLst>
              <a:ext uri="{FF2B5EF4-FFF2-40B4-BE49-F238E27FC236}">
                <a16:creationId xmlns:a16="http://schemas.microsoft.com/office/drawing/2014/main" id="{6EE0B608-0E95-1C0F-EE41-C4EB5F188162}"/>
              </a:ext>
            </a:extLst>
          </p:cNvPr>
          <p:cNvSpPr txBox="1"/>
          <p:nvPr/>
        </p:nvSpPr>
        <p:spPr>
          <a:xfrm>
            <a:off x="6654802" y="1903821"/>
            <a:ext cx="570089" cy="230832"/>
          </a:xfrm>
          <a:prstGeom prst="rect">
            <a:avLst/>
          </a:prstGeom>
          <a:noFill/>
        </p:spPr>
        <p:txBody>
          <a:bodyPr wrap="square" rtlCol="0">
            <a:spAutoFit/>
          </a:bodyPr>
          <a:lstStyle/>
          <a:p>
            <a:pPr algn="ctr"/>
            <a:r>
              <a:rPr lang="en-US" sz="900" dirty="0"/>
              <a:t>58</a:t>
            </a:r>
          </a:p>
        </p:txBody>
      </p:sp>
      <p:sp>
        <p:nvSpPr>
          <p:cNvPr id="31" name="TextBox 30">
            <a:extLst>
              <a:ext uri="{FF2B5EF4-FFF2-40B4-BE49-F238E27FC236}">
                <a16:creationId xmlns:a16="http://schemas.microsoft.com/office/drawing/2014/main" id="{B2CDACEC-487E-FB2C-728B-565E6F57217E}"/>
              </a:ext>
            </a:extLst>
          </p:cNvPr>
          <p:cNvSpPr txBox="1"/>
          <p:nvPr/>
        </p:nvSpPr>
        <p:spPr>
          <a:xfrm>
            <a:off x="7157158" y="1903821"/>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F6C2B8DE-5A3B-3474-F945-E85DCD0C3F21}"/>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35" name="TextBox 34">
            <a:extLst>
              <a:ext uri="{FF2B5EF4-FFF2-40B4-BE49-F238E27FC236}">
                <a16:creationId xmlns:a16="http://schemas.microsoft.com/office/drawing/2014/main" id="{CA534C27-577A-1C06-465B-BAD844D18823}"/>
              </a:ext>
            </a:extLst>
          </p:cNvPr>
          <p:cNvSpPr txBox="1"/>
          <p:nvPr/>
        </p:nvSpPr>
        <p:spPr>
          <a:xfrm>
            <a:off x="6152446" y="901933"/>
            <a:ext cx="570089" cy="230832"/>
          </a:xfrm>
          <a:prstGeom prst="rect">
            <a:avLst/>
          </a:prstGeom>
          <a:noFill/>
        </p:spPr>
        <p:txBody>
          <a:bodyPr wrap="square" rtlCol="0">
            <a:spAutoFit/>
          </a:bodyPr>
          <a:lstStyle/>
          <a:p>
            <a:pPr algn="ctr"/>
            <a:r>
              <a:rPr lang="en-US" sz="900" dirty="0"/>
              <a:t>34</a:t>
            </a:r>
          </a:p>
        </p:txBody>
      </p:sp>
      <p:sp>
        <p:nvSpPr>
          <p:cNvPr id="36" name="TextBox 35">
            <a:extLst>
              <a:ext uri="{FF2B5EF4-FFF2-40B4-BE49-F238E27FC236}">
                <a16:creationId xmlns:a16="http://schemas.microsoft.com/office/drawing/2014/main" id="{B638DAE0-D251-8F61-470D-32B496106C4C}"/>
              </a:ext>
            </a:extLst>
          </p:cNvPr>
          <p:cNvSpPr txBox="1"/>
          <p:nvPr/>
        </p:nvSpPr>
        <p:spPr>
          <a:xfrm>
            <a:off x="6654802" y="901933"/>
            <a:ext cx="570089" cy="230832"/>
          </a:xfrm>
          <a:prstGeom prst="rect">
            <a:avLst/>
          </a:prstGeom>
          <a:noFill/>
        </p:spPr>
        <p:txBody>
          <a:bodyPr wrap="square" rtlCol="0">
            <a:spAutoFit/>
          </a:bodyPr>
          <a:lstStyle/>
          <a:p>
            <a:pPr algn="ctr"/>
            <a:r>
              <a:rPr lang="en-US" sz="900" dirty="0"/>
              <a:t>43</a:t>
            </a:r>
          </a:p>
        </p:txBody>
      </p:sp>
      <p:sp>
        <p:nvSpPr>
          <p:cNvPr id="12" name="TextBox 11">
            <a:extLst>
              <a:ext uri="{FF2B5EF4-FFF2-40B4-BE49-F238E27FC236}">
                <a16:creationId xmlns:a16="http://schemas.microsoft.com/office/drawing/2014/main" id="{10B534E1-36AE-DF8F-139F-EA85450CA986}"/>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11B51957-7735-33B7-B93F-6D16D3754CE3}"/>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CCF1A3A7-DD05-E9D4-9800-BDCFDCD04D9F}"/>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2" name="TextBox 31">
            <a:extLst>
              <a:ext uri="{FF2B5EF4-FFF2-40B4-BE49-F238E27FC236}">
                <a16:creationId xmlns:a16="http://schemas.microsoft.com/office/drawing/2014/main" id="{ECA97E39-73DF-3066-1587-CBEE63E378F2}"/>
              </a:ext>
            </a:extLst>
          </p:cNvPr>
          <p:cNvSpPr txBox="1"/>
          <p:nvPr/>
        </p:nvSpPr>
        <p:spPr>
          <a:xfrm>
            <a:off x="4645378" y="2404765"/>
            <a:ext cx="570089" cy="230832"/>
          </a:xfrm>
          <a:prstGeom prst="rect">
            <a:avLst/>
          </a:prstGeom>
          <a:noFill/>
        </p:spPr>
        <p:txBody>
          <a:bodyPr wrap="square" rtlCol="0">
            <a:spAutoFit/>
          </a:bodyPr>
          <a:lstStyle/>
          <a:p>
            <a:pPr algn="ctr"/>
            <a:r>
              <a:rPr lang="en-US" sz="900" dirty="0"/>
              <a:t>1235</a:t>
            </a:r>
          </a:p>
        </p:txBody>
      </p:sp>
      <p:sp>
        <p:nvSpPr>
          <p:cNvPr id="33" name="TextBox 32">
            <a:extLst>
              <a:ext uri="{FF2B5EF4-FFF2-40B4-BE49-F238E27FC236}">
                <a16:creationId xmlns:a16="http://schemas.microsoft.com/office/drawing/2014/main" id="{07FAD28E-4C1A-FB69-9495-79F7079EC8F2}"/>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3178BD35-7195-F571-9EDC-1E0B6F288376}"/>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6965333F-B3E2-AFB9-C1A6-EFB6BF4D653F}"/>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1235</a:t>
            </a:r>
          </a:p>
        </p:txBody>
      </p:sp>
      <p:sp>
        <p:nvSpPr>
          <p:cNvPr id="41" name="TextBox 40">
            <a:extLst>
              <a:ext uri="{FF2B5EF4-FFF2-40B4-BE49-F238E27FC236}">
                <a16:creationId xmlns:a16="http://schemas.microsoft.com/office/drawing/2014/main" id="{96A73998-3572-C473-7FEA-123A725BA9EB}"/>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0C459789-45AF-83D4-27C9-1910AF0D4BE0}"/>
              </a:ext>
            </a:extLst>
          </p:cNvPr>
          <p:cNvSpPr txBox="1"/>
          <p:nvPr/>
        </p:nvSpPr>
        <p:spPr>
          <a:xfrm>
            <a:off x="4645378" y="3907597"/>
            <a:ext cx="570089" cy="230832"/>
          </a:xfrm>
          <a:prstGeom prst="rect">
            <a:avLst/>
          </a:prstGeom>
          <a:noFill/>
        </p:spPr>
        <p:txBody>
          <a:bodyPr wrap="square" rtlCol="0">
            <a:spAutoFit/>
          </a:bodyPr>
          <a:lstStyle/>
          <a:p>
            <a:pPr algn="ctr"/>
            <a:r>
              <a:rPr lang="en-US" sz="900" dirty="0"/>
              <a:t>6789</a:t>
            </a:r>
          </a:p>
        </p:txBody>
      </p:sp>
      <p:sp>
        <p:nvSpPr>
          <p:cNvPr id="43" name="TextBox 42">
            <a:extLst>
              <a:ext uri="{FF2B5EF4-FFF2-40B4-BE49-F238E27FC236}">
                <a16:creationId xmlns:a16="http://schemas.microsoft.com/office/drawing/2014/main" id="{30855F7A-2EE1-3E50-C9FB-09479D28C946}"/>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90C8033A-629F-66F3-3EB1-BC9B72B8452E}"/>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Tree>
    <p:extLst>
      <p:ext uri="{BB962C8B-B14F-4D97-AF65-F5344CB8AC3E}">
        <p14:creationId xmlns:p14="http://schemas.microsoft.com/office/powerpoint/2010/main" val="11776555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CC905-49F1-C0C5-DBFE-7A0594C9BDB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7204DD-D599-A993-4E21-D4299325A21F}"/>
              </a:ext>
            </a:extLst>
          </p:cNvPr>
          <p:cNvSpPr>
            <a:spLocks noGrp="1"/>
          </p:cNvSpPr>
          <p:nvPr>
            <p:ph sz="half" idx="1"/>
          </p:nvPr>
        </p:nvSpPr>
        <p:spPr/>
        <p:txBody>
          <a:bodyPr>
            <a:normAutofit/>
          </a:bodyPr>
          <a:lstStyle/>
          <a:p>
            <a:r>
              <a:rPr lang="en-US" dirty="0"/>
              <a:t>In Row 4, reduce.</a:t>
            </a:r>
          </a:p>
          <a:p>
            <a:r>
              <a:rPr lang="en-US" dirty="0"/>
              <a:t>Then, in the center block, reduce.</a:t>
            </a:r>
          </a:p>
        </p:txBody>
      </p:sp>
      <p:pic>
        <p:nvPicPr>
          <p:cNvPr id="4" name="Picture 3" descr="A grid of sudoku puzzle&#10;&#10;Description automatically generated">
            <a:extLst>
              <a:ext uri="{FF2B5EF4-FFF2-40B4-BE49-F238E27FC236}">
                <a16:creationId xmlns:a16="http://schemas.microsoft.com/office/drawing/2014/main" id="{BBEDA96E-1E9A-EFEB-E44A-F7E59C44BC7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1352E6F-850C-9E42-722A-9BC2EE0AD53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EDAC4F8-9CA2-DB22-E45A-C5A7CA9A229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FA5985F-3480-FBA9-6D8F-C3C3120E23A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10868B4-705A-D1F5-8759-97E88C892528}"/>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45004338-CB8D-8785-76EB-9FA9A38F90FF}"/>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259DA712-37A4-5EFE-E333-9602B339DA6B}"/>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5E1D2E0C-FDD7-B0C6-60DF-5D7CE0F06784}"/>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0BFAAFA1-5B15-87AA-C309-6C4F491F58AB}"/>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a:t>
            </a:r>
          </a:p>
        </p:txBody>
      </p:sp>
      <p:sp>
        <p:nvSpPr>
          <p:cNvPr id="14" name="TextBox 13">
            <a:extLst>
              <a:ext uri="{FF2B5EF4-FFF2-40B4-BE49-F238E27FC236}">
                <a16:creationId xmlns:a16="http://schemas.microsoft.com/office/drawing/2014/main" id="{16F93CC0-871E-E821-C280-21935C71402F}"/>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51DD96FB-BD35-6D16-0B6B-12CBAFD2EB70}"/>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D2D60830-5AC7-C1BA-D5F7-1116D53265FC}"/>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81579CAA-69F2-6BB6-41E2-E263EC399ED6}"/>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1274DE6B-19CF-7A8B-F101-5B948C45AC3A}"/>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3A2B8818-1221-1737-6972-14128E36005E}"/>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E76B3791-4367-51CC-65E0-96F0A458D7A5}"/>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24483ADB-1B75-C30A-229C-5ADE40CD097D}"/>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CCF6D58F-399B-36A6-88FC-C197D1E1C1DC}"/>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84C5A9C0-070E-6C49-64DE-C5F857C568F1}"/>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B92D3E38-88F5-2CF9-7F1A-2DA3C015EDB2}"/>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C781890A-F0F5-53D7-AA2B-2895452D182F}"/>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3D9232CB-EAC2-5F17-FA1A-A83500CA2BE9}"/>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8EC8FBDA-95C0-8DD7-5442-31910C5A646C}"/>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B44F65E2-8CBD-2692-66CA-296C56D8FFBB}"/>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639C8241-6C07-EC5C-8031-A9AFDE0E4643}"/>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3953C7A3-1087-562D-A4C1-793EBDBF2714}"/>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0" name="TextBox 29">
            <a:extLst>
              <a:ext uri="{FF2B5EF4-FFF2-40B4-BE49-F238E27FC236}">
                <a16:creationId xmlns:a16="http://schemas.microsoft.com/office/drawing/2014/main" id="{952DFC5E-2443-21E5-2D24-CB59256CD8E1}"/>
              </a:ext>
            </a:extLst>
          </p:cNvPr>
          <p:cNvSpPr txBox="1"/>
          <p:nvPr/>
        </p:nvSpPr>
        <p:spPr>
          <a:xfrm>
            <a:off x="6654802" y="1903821"/>
            <a:ext cx="570089" cy="230832"/>
          </a:xfrm>
          <a:prstGeom prst="rect">
            <a:avLst/>
          </a:prstGeom>
          <a:noFill/>
        </p:spPr>
        <p:txBody>
          <a:bodyPr wrap="square" rtlCol="0">
            <a:spAutoFit/>
          </a:bodyPr>
          <a:lstStyle/>
          <a:p>
            <a:pPr algn="ctr"/>
            <a:r>
              <a:rPr lang="en-US" sz="900" dirty="0"/>
              <a:t>58</a:t>
            </a:r>
          </a:p>
        </p:txBody>
      </p:sp>
      <p:sp>
        <p:nvSpPr>
          <p:cNvPr id="31" name="TextBox 30">
            <a:extLst>
              <a:ext uri="{FF2B5EF4-FFF2-40B4-BE49-F238E27FC236}">
                <a16:creationId xmlns:a16="http://schemas.microsoft.com/office/drawing/2014/main" id="{7265338F-01AE-61EE-90F6-A04297C9BEE3}"/>
              </a:ext>
            </a:extLst>
          </p:cNvPr>
          <p:cNvSpPr txBox="1"/>
          <p:nvPr/>
        </p:nvSpPr>
        <p:spPr>
          <a:xfrm>
            <a:off x="7157158" y="1903821"/>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0BD2B42C-1B51-463A-1F1A-E1C881A4E48D}"/>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35" name="TextBox 34">
            <a:extLst>
              <a:ext uri="{FF2B5EF4-FFF2-40B4-BE49-F238E27FC236}">
                <a16:creationId xmlns:a16="http://schemas.microsoft.com/office/drawing/2014/main" id="{43EFB3D1-B6D3-1A96-9336-AE662A506B83}"/>
              </a:ext>
            </a:extLst>
          </p:cNvPr>
          <p:cNvSpPr txBox="1"/>
          <p:nvPr/>
        </p:nvSpPr>
        <p:spPr>
          <a:xfrm>
            <a:off x="6152446" y="901933"/>
            <a:ext cx="570089" cy="230832"/>
          </a:xfrm>
          <a:prstGeom prst="rect">
            <a:avLst/>
          </a:prstGeom>
          <a:noFill/>
        </p:spPr>
        <p:txBody>
          <a:bodyPr wrap="square" rtlCol="0">
            <a:spAutoFit/>
          </a:bodyPr>
          <a:lstStyle/>
          <a:p>
            <a:pPr algn="ctr"/>
            <a:r>
              <a:rPr lang="en-US" sz="900" dirty="0"/>
              <a:t>34</a:t>
            </a:r>
          </a:p>
        </p:txBody>
      </p:sp>
      <p:sp>
        <p:nvSpPr>
          <p:cNvPr id="36" name="TextBox 35">
            <a:extLst>
              <a:ext uri="{FF2B5EF4-FFF2-40B4-BE49-F238E27FC236}">
                <a16:creationId xmlns:a16="http://schemas.microsoft.com/office/drawing/2014/main" id="{ED3A93D1-20ED-6DDC-3C0B-3A4694C4B7EE}"/>
              </a:ext>
            </a:extLst>
          </p:cNvPr>
          <p:cNvSpPr txBox="1"/>
          <p:nvPr/>
        </p:nvSpPr>
        <p:spPr>
          <a:xfrm>
            <a:off x="6654802" y="901933"/>
            <a:ext cx="570089" cy="230832"/>
          </a:xfrm>
          <a:prstGeom prst="rect">
            <a:avLst/>
          </a:prstGeom>
          <a:noFill/>
        </p:spPr>
        <p:txBody>
          <a:bodyPr wrap="square" rtlCol="0">
            <a:spAutoFit/>
          </a:bodyPr>
          <a:lstStyle/>
          <a:p>
            <a:pPr algn="ctr"/>
            <a:r>
              <a:rPr lang="en-US" sz="900" dirty="0"/>
              <a:t>43</a:t>
            </a:r>
          </a:p>
        </p:txBody>
      </p:sp>
      <p:sp>
        <p:nvSpPr>
          <p:cNvPr id="12" name="TextBox 11">
            <a:extLst>
              <a:ext uri="{FF2B5EF4-FFF2-40B4-BE49-F238E27FC236}">
                <a16:creationId xmlns:a16="http://schemas.microsoft.com/office/drawing/2014/main" id="{2E3C64AB-04E9-A81A-6372-B23F7185C298}"/>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FA8296E0-ADCA-383C-39C2-243F4BC21BE3}"/>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2EF2CEBF-BE9D-5B63-5740-68F5E45344D2}"/>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6E9F2E23-FF7E-3EFC-09E6-EE77DFF92B27}"/>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CDF21E6F-315D-2331-DAE7-94889FF2DAF2}"/>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010A151A-A453-EB7C-53BB-626539A63045}"/>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FAFF61DA-93D3-E73C-B8D4-595479AA6E09}"/>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A1E500A3-E3BE-B078-26D2-FFA4F89388BE}"/>
              </a:ext>
            </a:extLst>
          </p:cNvPr>
          <p:cNvSpPr txBox="1"/>
          <p:nvPr/>
        </p:nvSpPr>
        <p:spPr>
          <a:xfrm>
            <a:off x="4645378" y="3907597"/>
            <a:ext cx="570089" cy="230832"/>
          </a:xfrm>
          <a:prstGeom prst="rect">
            <a:avLst/>
          </a:prstGeom>
          <a:noFill/>
        </p:spPr>
        <p:txBody>
          <a:bodyPr wrap="square" rtlCol="0">
            <a:spAutoFit/>
          </a:bodyPr>
          <a:lstStyle/>
          <a:p>
            <a:pPr algn="ctr"/>
            <a:r>
              <a:rPr lang="en-US" sz="900" dirty="0"/>
              <a:t>6789</a:t>
            </a:r>
          </a:p>
        </p:txBody>
      </p:sp>
      <p:sp>
        <p:nvSpPr>
          <p:cNvPr id="43" name="TextBox 42">
            <a:extLst>
              <a:ext uri="{FF2B5EF4-FFF2-40B4-BE49-F238E27FC236}">
                <a16:creationId xmlns:a16="http://schemas.microsoft.com/office/drawing/2014/main" id="{91325F10-BF39-F008-F54B-42A97466D5F8}"/>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5FC5B039-508B-43F6-61E7-5325B4F8D8FA}"/>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45" name="TextBox 44">
            <a:extLst>
              <a:ext uri="{FF2B5EF4-FFF2-40B4-BE49-F238E27FC236}">
                <a16:creationId xmlns:a16="http://schemas.microsoft.com/office/drawing/2014/main" id="{6A10D055-7FE1-387C-BAA3-77142245FEB9}"/>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23548489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E6C6B-03EF-3392-8BA4-2E724D68D01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DE14B2-D20C-E7E3-1A8A-7F45F78A9046}"/>
              </a:ext>
            </a:extLst>
          </p:cNvPr>
          <p:cNvSpPr>
            <a:spLocks noGrp="1"/>
          </p:cNvSpPr>
          <p:nvPr>
            <p:ph sz="half" idx="1"/>
          </p:nvPr>
        </p:nvSpPr>
        <p:spPr/>
        <p:txBody>
          <a:bodyPr>
            <a:normAutofit/>
          </a:bodyPr>
          <a:lstStyle/>
          <a:p>
            <a:r>
              <a:rPr lang="en-US" dirty="0"/>
              <a:t>Last remaining places for 123 in Row 6.</a:t>
            </a:r>
          </a:p>
        </p:txBody>
      </p:sp>
      <p:pic>
        <p:nvPicPr>
          <p:cNvPr id="4" name="Picture 3" descr="A grid of sudoku puzzle&#10;&#10;Description automatically generated">
            <a:extLst>
              <a:ext uri="{FF2B5EF4-FFF2-40B4-BE49-F238E27FC236}">
                <a16:creationId xmlns:a16="http://schemas.microsoft.com/office/drawing/2014/main" id="{082A8648-1E09-FAE8-4204-057C3759BD0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24E745D-B23B-6BA1-148B-8ED3706CE8A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AB41CB5-5EEE-84AE-A4B4-8EB4EFD1E90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16A4B4C-28CB-F5B0-41EB-12084C63A44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CD101A8-37B3-E3DB-9B7D-0672D9479F60}"/>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5D43BA81-ADE3-F42C-773F-FD0D728F216C}"/>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8B76EB50-09EA-EEC8-94A5-114A866A7619}"/>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027CE0FB-510D-F349-64C0-38EEB8BAD4B0}"/>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EDC56B32-628A-6A3C-0763-DEA3A9ADE480}"/>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a:t>
            </a:r>
          </a:p>
        </p:txBody>
      </p:sp>
      <p:sp>
        <p:nvSpPr>
          <p:cNvPr id="14" name="TextBox 13">
            <a:extLst>
              <a:ext uri="{FF2B5EF4-FFF2-40B4-BE49-F238E27FC236}">
                <a16:creationId xmlns:a16="http://schemas.microsoft.com/office/drawing/2014/main" id="{FC32A9A4-CA29-2E37-E86A-2B1F820B6EF8}"/>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07ECB672-B14E-403D-86B4-64B54AE0F835}"/>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C845E423-E152-66CD-A040-74E1FF64C8EB}"/>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DB148443-8693-0C64-5735-90D369015195}"/>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F5955671-F494-6A18-325A-6DD99DBB5EBF}"/>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3E48A0D6-D97F-4248-CBF7-C344C7451F88}"/>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90D4B263-9113-970F-C72D-C87F2BA264B2}"/>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E37B71DF-818D-3F31-1BAB-D017B764082A}"/>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05F706A5-AE4D-0DCD-6D9D-11F87D8428B6}"/>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134F02BA-5AD6-0901-2C3D-77497E18FE9B}"/>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988276D1-1483-00DB-010C-380F7ECCFCC8}"/>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D75A1238-77C3-12CF-8DC0-6ECA59D373D2}"/>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2B8DB67B-F97C-1EF5-4A13-416DAB1E8EE6}"/>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109FBD2E-EDE3-CAB9-0728-910AA435D7A5}"/>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FB7EBBF9-2B41-18F8-3B28-B079E6028D45}"/>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8EF9378C-947A-EF5C-6843-B749F09E3673}"/>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AE8278E7-16CD-FC43-E7BA-C8CBEDB4F02E}"/>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0" name="TextBox 29">
            <a:extLst>
              <a:ext uri="{FF2B5EF4-FFF2-40B4-BE49-F238E27FC236}">
                <a16:creationId xmlns:a16="http://schemas.microsoft.com/office/drawing/2014/main" id="{0495DF3C-2315-6C58-4177-D3165653F729}"/>
              </a:ext>
            </a:extLst>
          </p:cNvPr>
          <p:cNvSpPr txBox="1"/>
          <p:nvPr/>
        </p:nvSpPr>
        <p:spPr>
          <a:xfrm>
            <a:off x="6654802" y="1903821"/>
            <a:ext cx="570089" cy="230832"/>
          </a:xfrm>
          <a:prstGeom prst="rect">
            <a:avLst/>
          </a:prstGeom>
          <a:noFill/>
        </p:spPr>
        <p:txBody>
          <a:bodyPr wrap="square" rtlCol="0">
            <a:spAutoFit/>
          </a:bodyPr>
          <a:lstStyle/>
          <a:p>
            <a:pPr algn="ctr"/>
            <a:r>
              <a:rPr lang="en-US" sz="900" dirty="0"/>
              <a:t>58</a:t>
            </a:r>
          </a:p>
        </p:txBody>
      </p:sp>
      <p:sp>
        <p:nvSpPr>
          <p:cNvPr id="31" name="TextBox 30">
            <a:extLst>
              <a:ext uri="{FF2B5EF4-FFF2-40B4-BE49-F238E27FC236}">
                <a16:creationId xmlns:a16="http://schemas.microsoft.com/office/drawing/2014/main" id="{CBC46DFE-FEC7-FAB7-2D01-63149FDF7BC4}"/>
              </a:ext>
            </a:extLst>
          </p:cNvPr>
          <p:cNvSpPr txBox="1"/>
          <p:nvPr/>
        </p:nvSpPr>
        <p:spPr>
          <a:xfrm>
            <a:off x="7157158" y="1903821"/>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BB8D4ED8-5000-93C0-0ED4-5C6BCF4C88FA}"/>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35" name="TextBox 34">
            <a:extLst>
              <a:ext uri="{FF2B5EF4-FFF2-40B4-BE49-F238E27FC236}">
                <a16:creationId xmlns:a16="http://schemas.microsoft.com/office/drawing/2014/main" id="{531F4F15-F41A-5C39-E80B-FEF58FA25474}"/>
              </a:ext>
            </a:extLst>
          </p:cNvPr>
          <p:cNvSpPr txBox="1"/>
          <p:nvPr/>
        </p:nvSpPr>
        <p:spPr>
          <a:xfrm>
            <a:off x="6152446" y="901933"/>
            <a:ext cx="570089" cy="230832"/>
          </a:xfrm>
          <a:prstGeom prst="rect">
            <a:avLst/>
          </a:prstGeom>
          <a:noFill/>
        </p:spPr>
        <p:txBody>
          <a:bodyPr wrap="square" rtlCol="0">
            <a:spAutoFit/>
          </a:bodyPr>
          <a:lstStyle/>
          <a:p>
            <a:pPr algn="ctr"/>
            <a:r>
              <a:rPr lang="en-US" sz="900" dirty="0"/>
              <a:t>34</a:t>
            </a:r>
          </a:p>
        </p:txBody>
      </p:sp>
      <p:sp>
        <p:nvSpPr>
          <p:cNvPr id="36" name="TextBox 35">
            <a:extLst>
              <a:ext uri="{FF2B5EF4-FFF2-40B4-BE49-F238E27FC236}">
                <a16:creationId xmlns:a16="http://schemas.microsoft.com/office/drawing/2014/main" id="{384F4A49-65C6-B510-0AC9-1EC3FE066FD9}"/>
              </a:ext>
            </a:extLst>
          </p:cNvPr>
          <p:cNvSpPr txBox="1"/>
          <p:nvPr/>
        </p:nvSpPr>
        <p:spPr>
          <a:xfrm>
            <a:off x="6654802" y="901933"/>
            <a:ext cx="570089" cy="230832"/>
          </a:xfrm>
          <a:prstGeom prst="rect">
            <a:avLst/>
          </a:prstGeom>
          <a:noFill/>
        </p:spPr>
        <p:txBody>
          <a:bodyPr wrap="square" rtlCol="0">
            <a:spAutoFit/>
          </a:bodyPr>
          <a:lstStyle/>
          <a:p>
            <a:pPr algn="ctr"/>
            <a:r>
              <a:rPr lang="en-US" sz="900" dirty="0"/>
              <a:t>43</a:t>
            </a:r>
          </a:p>
        </p:txBody>
      </p:sp>
      <p:sp>
        <p:nvSpPr>
          <p:cNvPr id="12" name="TextBox 11">
            <a:extLst>
              <a:ext uri="{FF2B5EF4-FFF2-40B4-BE49-F238E27FC236}">
                <a16:creationId xmlns:a16="http://schemas.microsoft.com/office/drawing/2014/main" id="{2129455A-1ABE-0087-BD30-70469CB9106E}"/>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E7808EDC-C8DB-D67C-D64D-B4577B04EB4F}"/>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4AC6827C-E772-CDC3-2AAE-548FB26B221E}"/>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D91D8436-62D4-9B05-1C3E-C6F4ADA5EEB4}"/>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D55DCDE2-95E8-4672-0715-6B93E70D1999}"/>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7CBCF4CE-3BAF-11D5-CAD3-5FF7D64D012E}"/>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FCA826A3-8310-42B5-02EC-0CC9DAC3ED5D}"/>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83FA9630-7184-C49B-7580-EA971E26538A}"/>
              </a:ext>
            </a:extLst>
          </p:cNvPr>
          <p:cNvSpPr txBox="1"/>
          <p:nvPr/>
        </p:nvSpPr>
        <p:spPr>
          <a:xfrm>
            <a:off x="4645378" y="3907597"/>
            <a:ext cx="570089" cy="230832"/>
          </a:xfrm>
          <a:prstGeom prst="rect">
            <a:avLst/>
          </a:prstGeom>
          <a:noFill/>
        </p:spPr>
        <p:txBody>
          <a:bodyPr wrap="square" rtlCol="0">
            <a:spAutoFit/>
          </a:bodyPr>
          <a:lstStyle/>
          <a:p>
            <a:pPr algn="ctr"/>
            <a:r>
              <a:rPr lang="en-US" sz="900" dirty="0"/>
              <a:t>6789</a:t>
            </a:r>
          </a:p>
        </p:txBody>
      </p:sp>
      <p:sp>
        <p:nvSpPr>
          <p:cNvPr id="43" name="TextBox 42">
            <a:extLst>
              <a:ext uri="{FF2B5EF4-FFF2-40B4-BE49-F238E27FC236}">
                <a16:creationId xmlns:a16="http://schemas.microsoft.com/office/drawing/2014/main" id="{5CFDDBD4-E4DA-BFE1-A978-794D797E01B6}"/>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BF79F10B-014A-536B-29D6-CD0C3F826EC4}"/>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45" name="TextBox 44">
            <a:extLst>
              <a:ext uri="{FF2B5EF4-FFF2-40B4-BE49-F238E27FC236}">
                <a16:creationId xmlns:a16="http://schemas.microsoft.com/office/drawing/2014/main" id="{EC85A20F-C7C4-C54F-2906-DA9439F59059}"/>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CD286428-4B40-10BF-37B6-26855583A30F}"/>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8703C051-EAEB-C5FF-1225-F05BC10E5EEC}"/>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BF8E8B06-4CF1-F4EF-9EBA-C27B5BD04A74}"/>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Tree>
    <p:extLst>
      <p:ext uri="{BB962C8B-B14F-4D97-AF65-F5344CB8AC3E}">
        <p14:creationId xmlns:p14="http://schemas.microsoft.com/office/powerpoint/2010/main" val="7583366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EB74D-70B1-A748-99DB-4F2F65B2385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812037-3D0E-5212-E6C4-567A0EB60F63}"/>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D5F9DF8-BBBE-A5A8-B967-2B2E21BDDE6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86A8675-E8FF-E7D5-4122-001B95A7742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7A04EAF-9F35-B64C-D5A8-7216F7D97B5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2379D79-DDED-8C07-8D38-97E4FD1473B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BC1308D-311E-81F3-A2CF-B5FD73BCA9FB}"/>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D11DF1FE-63B3-1287-8F66-E05780B8ED89}"/>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88577991-1E0A-FA64-CD19-FD99EB00FC95}"/>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450066AF-1300-B8D0-ACF4-1D975EE19848}"/>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AA1C0CC4-03FF-52FB-8A4F-135D66DC8434}"/>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a:t>
            </a:r>
          </a:p>
        </p:txBody>
      </p:sp>
      <p:sp>
        <p:nvSpPr>
          <p:cNvPr id="14" name="TextBox 13">
            <a:extLst>
              <a:ext uri="{FF2B5EF4-FFF2-40B4-BE49-F238E27FC236}">
                <a16:creationId xmlns:a16="http://schemas.microsoft.com/office/drawing/2014/main" id="{559F2EE1-F8AE-4B1E-68F8-D59FBD0F1680}"/>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2709C311-3DF6-916E-9301-9426E74D5C04}"/>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E17C9AFF-DD48-5959-8E14-3EE9AFB3E743}"/>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EA9F2796-5F36-8092-754D-6A6D32CF979C}"/>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B893641B-9C5A-1E49-939A-1213CBF98A3F}"/>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2D6FF7E5-F5C4-1563-47D4-F82F9ECE4D76}"/>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01E0382F-D791-DEF1-6EA4-F16480A71082}"/>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5EDD02BE-BEA1-EBB5-A084-A548D3A6EC7A}"/>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7E3B9153-CCDF-0019-DCBA-1D5791B77DE0}"/>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F3816C76-ED45-44D8-E638-41A3357150F7}"/>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6E1F7038-0B7E-46F6-84C5-A72BA36ECD3E}"/>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E50806B1-B9F9-F2EC-CEA0-89B98A29767B}"/>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C2BD4912-7C94-CF49-5B18-7B90ABBDF57A}"/>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861FB29C-36F2-FF92-C02D-FEE4F4C681AE}"/>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15A5C093-668B-FDD2-7C07-DA0F3A93FB47}"/>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4D6511D7-0A09-0BC9-5725-0DEC64736E07}"/>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89237764-D16A-A94F-17C5-04490B4E2890}"/>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0" name="TextBox 29">
            <a:extLst>
              <a:ext uri="{FF2B5EF4-FFF2-40B4-BE49-F238E27FC236}">
                <a16:creationId xmlns:a16="http://schemas.microsoft.com/office/drawing/2014/main" id="{26AF8004-9E6D-B6C8-F186-4F8A1031DCA6}"/>
              </a:ext>
            </a:extLst>
          </p:cNvPr>
          <p:cNvSpPr txBox="1"/>
          <p:nvPr/>
        </p:nvSpPr>
        <p:spPr>
          <a:xfrm>
            <a:off x="6654802" y="1903821"/>
            <a:ext cx="570089" cy="230832"/>
          </a:xfrm>
          <a:prstGeom prst="rect">
            <a:avLst/>
          </a:prstGeom>
          <a:noFill/>
        </p:spPr>
        <p:txBody>
          <a:bodyPr wrap="square" rtlCol="0">
            <a:spAutoFit/>
          </a:bodyPr>
          <a:lstStyle/>
          <a:p>
            <a:pPr algn="ctr"/>
            <a:r>
              <a:rPr lang="en-US" sz="900" dirty="0"/>
              <a:t>58</a:t>
            </a:r>
          </a:p>
        </p:txBody>
      </p:sp>
      <p:sp>
        <p:nvSpPr>
          <p:cNvPr id="31" name="TextBox 30">
            <a:extLst>
              <a:ext uri="{FF2B5EF4-FFF2-40B4-BE49-F238E27FC236}">
                <a16:creationId xmlns:a16="http://schemas.microsoft.com/office/drawing/2014/main" id="{3CE91A8E-A91F-2927-4AEE-24FE5D2E5789}"/>
              </a:ext>
            </a:extLst>
          </p:cNvPr>
          <p:cNvSpPr txBox="1"/>
          <p:nvPr/>
        </p:nvSpPr>
        <p:spPr>
          <a:xfrm>
            <a:off x="7157158" y="1903821"/>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5F88E8A9-A54D-D04B-2D44-AAFAD4A98485}"/>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D8D68B54-4932-DEFD-B5D9-F9BC43C74917}"/>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C75BD9C4-1EA5-DE9C-E39A-3DE970C10AAE}"/>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3D9ACEA3-6140-E36F-2E03-5B63C9A26305}"/>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87E421DC-8FFB-ED8E-A2BA-60EC5C88EE1F}"/>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D71BBDBC-6EA2-C700-8E83-6BDA722E7ECE}"/>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89D10B1C-17A9-5B3A-E7FC-36CA2FB601ED}"/>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59F4EAA3-ED1F-ECC3-A4DE-A5F9CDFB9DB1}"/>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4AA70291-93F9-CE6C-532A-B397815E341E}"/>
              </a:ext>
            </a:extLst>
          </p:cNvPr>
          <p:cNvSpPr txBox="1"/>
          <p:nvPr/>
        </p:nvSpPr>
        <p:spPr>
          <a:xfrm>
            <a:off x="4645378" y="3907597"/>
            <a:ext cx="570089" cy="230832"/>
          </a:xfrm>
          <a:prstGeom prst="rect">
            <a:avLst/>
          </a:prstGeom>
          <a:noFill/>
        </p:spPr>
        <p:txBody>
          <a:bodyPr wrap="square" rtlCol="0">
            <a:spAutoFit/>
          </a:bodyPr>
          <a:lstStyle/>
          <a:p>
            <a:pPr algn="ctr"/>
            <a:r>
              <a:rPr lang="en-US" sz="900" dirty="0"/>
              <a:t>6789</a:t>
            </a:r>
          </a:p>
        </p:txBody>
      </p:sp>
      <p:sp>
        <p:nvSpPr>
          <p:cNvPr id="43" name="TextBox 42">
            <a:extLst>
              <a:ext uri="{FF2B5EF4-FFF2-40B4-BE49-F238E27FC236}">
                <a16:creationId xmlns:a16="http://schemas.microsoft.com/office/drawing/2014/main" id="{5AD8F706-2E33-812D-CF56-7CB2A8A5A6EF}"/>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43E7DBB9-6506-C442-8ECA-757761F30D36}"/>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45" name="TextBox 44">
            <a:extLst>
              <a:ext uri="{FF2B5EF4-FFF2-40B4-BE49-F238E27FC236}">
                <a16:creationId xmlns:a16="http://schemas.microsoft.com/office/drawing/2014/main" id="{0647D15C-9047-A8FB-9AFC-AD0F97A391E3}"/>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14982A02-6344-76CD-0E91-C5033F1A01BB}"/>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64756322-5297-01CA-6EC5-D0E823383470}"/>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1995EDEA-B43A-C398-166C-EA8778364448}"/>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8BC51BD5-38AE-78A5-2EED-641FF1ACCC1A}"/>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C2029B5A-F00E-C11E-CD07-745DD977EA36}"/>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19252502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FFBFC-FDA7-3365-D2F0-439E7505E37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C99835-FBB2-427E-2202-1B6DBCBBE749}"/>
              </a:ext>
            </a:extLst>
          </p:cNvPr>
          <p:cNvSpPr>
            <a:spLocks noGrp="1"/>
          </p:cNvSpPr>
          <p:nvPr>
            <p:ph sz="half" idx="1"/>
          </p:nvPr>
        </p:nvSpPr>
        <p:spPr/>
        <p:txBody>
          <a:bodyPr>
            <a:normAutofit/>
          </a:bodyPr>
          <a:lstStyle/>
          <a:p>
            <a:r>
              <a:rPr lang="en-US" dirty="0"/>
              <a:t>[25 in 5, no 1, 2] -&gt; [22 in 4, no 1, 2, 3] must be 4567</a:t>
            </a:r>
          </a:p>
        </p:txBody>
      </p:sp>
      <p:pic>
        <p:nvPicPr>
          <p:cNvPr id="4" name="Picture 3" descr="A grid of sudoku puzzle&#10;&#10;Description automatically generated">
            <a:extLst>
              <a:ext uri="{FF2B5EF4-FFF2-40B4-BE49-F238E27FC236}">
                <a16:creationId xmlns:a16="http://schemas.microsoft.com/office/drawing/2014/main" id="{D9FE6608-3F19-28E7-EB98-631A2003B0E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CBE062B-42BF-C37D-B6D9-AF45CF516A0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2A0CCFA-0214-4E56-872E-C1F5DF98450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81B8141-6212-09E6-AE55-9DE49476451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23874F1-A5DA-A1F8-CBC4-9EC9F1AA4877}"/>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254C2C59-FE23-24C9-28D0-00CF1CABA387}"/>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E51F38BA-F9DA-D2CA-121B-990FF8880A2D}"/>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57C541A9-D369-E608-EA90-97368766CF8B}"/>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0426881B-C659-36E8-D756-2924781DA6CF}"/>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a:t>
            </a:r>
          </a:p>
        </p:txBody>
      </p:sp>
      <p:sp>
        <p:nvSpPr>
          <p:cNvPr id="14" name="TextBox 13">
            <a:extLst>
              <a:ext uri="{FF2B5EF4-FFF2-40B4-BE49-F238E27FC236}">
                <a16:creationId xmlns:a16="http://schemas.microsoft.com/office/drawing/2014/main" id="{14E7FE7B-35C2-0DDC-F7F7-E9DF2C78E609}"/>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21A7351B-8FE6-744F-9BA9-1E003B85D8D6}"/>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691F551E-9197-D055-0D95-DFE674606322}"/>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70B0A5EC-0931-7721-4451-7EBB23D621F7}"/>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3AE35F51-F98B-1322-7208-7A9C6DC8C02F}"/>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5F457A3E-FADF-511A-5499-5AC564CD6A16}"/>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300D7A08-2DAB-73F8-4876-6E98FB211DC6}"/>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90A1C8BF-9C88-A3D0-62A2-139368DD904B}"/>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BCB97A42-BFFE-2D4F-AC15-0E63C1E3BE73}"/>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51A0425C-C6F1-5101-22B1-84EA0E020DA0}"/>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7A74601A-AF12-006B-6AEF-6F025A46933E}"/>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EEFDE201-D384-2AB0-5246-B610F266B33A}"/>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0E48DA08-8B65-26D4-D572-AE597FBCA01D}"/>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715442FF-1E01-C577-A0D7-7399D50F8EEE}"/>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66FC30E4-169F-1F36-9424-D5271E44050B}"/>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69AEAE1C-202E-EDA0-D210-534A4B8B34D5}"/>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9EC3A788-3C9A-CC5C-6739-691A4DF9593E}"/>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0" name="TextBox 29">
            <a:extLst>
              <a:ext uri="{FF2B5EF4-FFF2-40B4-BE49-F238E27FC236}">
                <a16:creationId xmlns:a16="http://schemas.microsoft.com/office/drawing/2014/main" id="{A5116A60-B4FE-2750-3623-F4BA6A1717A2}"/>
              </a:ext>
            </a:extLst>
          </p:cNvPr>
          <p:cNvSpPr txBox="1"/>
          <p:nvPr/>
        </p:nvSpPr>
        <p:spPr>
          <a:xfrm>
            <a:off x="6654802" y="1903821"/>
            <a:ext cx="570089" cy="230832"/>
          </a:xfrm>
          <a:prstGeom prst="rect">
            <a:avLst/>
          </a:prstGeom>
          <a:noFill/>
        </p:spPr>
        <p:txBody>
          <a:bodyPr wrap="square" rtlCol="0">
            <a:spAutoFit/>
          </a:bodyPr>
          <a:lstStyle/>
          <a:p>
            <a:pPr algn="ctr"/>
            <a:r>
              <a:rPr lang="en-US" sz="900" dirty="0"/>
              <a:t>58</a:t>
            </a:r>
          </a:p>
        </p:txBody>
      </p:sp>
      <p:sp>
        <p:nvSpPr>
          <p:cNvPr id="31" name="TextBox 30">
            <a:extLst>
              <a:ext uri="{FF2B5EF4-FFF2-40B4-BE49-F238E27FC236}">
                <a16:creationId xmlns:a16="http://schemas.microsoft.com/office/drawing/2014/main" id="{FF606538-D4EC-1E45-CEC2-85E32542FC03}"/>
              </a:ext>
            </a:extLst>
          </p:cNvPr>
          <p:cNvSpPr txBox="1"/>
          <p:nvPr/>
        </p:nvSpPr>
        <p:spPr>
          <a:xfrm>
            <a:off x="7157158" y="1903821"/>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557E7F15-5889-AF33-E021-F79BE1A901BA}"/>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D2A8A73B-AF65-837F-E9A5-8F1B22F4DDC3}"/>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DFAADD25-5584-CFE2-6D78-E8342E44A526}"/>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36646B39-4F49-BA16-040F-9798D1F5CAEF}"/>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522F8462-813C-C0AE-ECD8-1F2C03A8540D}"/>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30CCF236-F806-6922-BAE4-1055726BA884}"/>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4E972DF8-6BE9-8AE3-7FA6-E89874FE0456}"/>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2C986E32-6F11-1576-DD9C-2FA198C93EAF}"/>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10C8E8DE-D06A-4CD6-4B36-C963E06356E4}"/>
              </a:ext>
            </a:extLst>
          </p:cNvPr>
          <p:cNvSpPr txBox="1"/>
          <p:nvPr/>
        </p:nvSpPr>
        <p:spPr>
          <a:xfrm>
            <a:off x="4645378" y="3907597"/>
            <a:ext cx="570089" cy="230832"/>
          </a:xfrm>
          <a:prstGeom prst="rect">
            <a:avLst/>
          </a:prstGeom>
          <a:noFill/>
        </p:spPr>
        <p:txBody>
          <a:bodyPr wrap="square" rtlCol="0">
            <a:spAutoFit/>
          </a:bodyPr>
          <a:lstStyle/>
          <a:p>
            <a:pPr algn="ctr"/>
            <a:r>
              <a:rPr lang="en-US" sz="900" dirty="0"/>
              <a:t>6789</a:t>
            </a:r>
          </a:p>
        </p:txBody>
      </p:sp>
      <p:sp>
        <p:nvSpPr>
          <p:cNvPr id="43" name="TextBox 42">
            <a:extLst>
              <a:ext uri="{FF2B5EF4-FFF2-40B4-BE49-F238E27FC236}">
                <a16:creationId xmlns:a16="http://schemas.microsoft.com/office/drawing/2014/main" id="{CED10A65-0D26-6170-B075-A69DD0D9B1D0}"/>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2A5DF6BF-BAEF-39F4-BED7-1D87DF02C606}"/>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45" name="TextBox 44">
            <a:extLst>
              <a:ext uri="{FF2B5EF4-FFF2-40B4-BE49-F238E27FC236}">
                <a16:creationId xmlns:a16="http://schemas.microsoft.com/office/drawing/2014/main" id="{275FA4EB-0A16-8837-717F-0C18B7FB0594}"/>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1D89D04C-A0B0-5117-F418-852754E15FB8}"/>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795BCDE1-9EED-A20C-AF03-81ECC57BA063}"/>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2B1F5EEE-8E2D-639D-239F-2B688535BDC0}"/>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6DEAA630-D874-6B46-1DDF-29156E70BFBC}"/>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D925EF45-6485-898D-918F-0411BF3B80E6}"/>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56BD3DD9-B60E-E385-E90A-89712C6A9AFA}"/>
              </a:ext>
            </a:extLst>
          </p:cNvPr>
          <p:cNvSpPr txBox="1"/>
          <p:nvPr/>
        </p:nvSpPr>
        <p:spPr>
          <a:xfrm>
            <a:off x="6152446" y="2404765"/>
            <a:ext cx="570089" cy="230832"/>
          </a:xfrm>
          <a:prstGeom prst="rect">
            <a:avLst/>
          </a:prstGeom>
          <a:noFill/>
        </p:spPr>
        <p:txBody>
          <a:bodyPr wrap="square" rtlCol="0">
            <a:spAutoFit/>
          </a:bodyPr>
          <a:lstStyle/>
          <a:p>
            <a:pPr algn="ctr"/>
            <a:r>
              <a:rPr lang="en-US" sz="900" dirty="0"/>
              <a:t>4567</a:t>
            </a:r>
          </a:p>
        </p:txBody>
      </p:sp>
      <p:sp>
        <p:nvSpPr>
          <p:cNvPr id="36" name="TextBox 35">
            <a:extLst>
              <a:ext uri="{FF2B5EF4-FFF2-40B4-BE49-F238E27FC236}">
                <a16:creationId xmlns:a16="http://schemas.microsoft.com/office/drawing/2014/main" id="{D3EE7E30-593B-B5CE-FBEC-DD5374418FAC}"/>
              </a:ext>
            </a:extLst>
          </p:cNvPr>
          <p:cNvSpPr txBox="1"/>
          <p:nvPr/>
        </p:nvSpPr>
        <p:spPr>
          <a:xfrm>
            <a:off x="6654802" y="2404765"/>
            <a:ext cx="570089" cy="230832"/>
          </a:xfrm>
          <a:prstGeom prst="rect">
            <a:avLst/>
          </a:prstGeom>
          <a:noFill/>
        </p:spPr>
        <p:txBody>
          <a:bodyPr wrap="square" rtlCol="0">
            <a:spAutoFit/>
          </a:bodyPr>
          <a:lstStyle/>
          <a:p>
            <a:pPr algn="ctr"/>
            <a:r>
              <a:rPr lang="en-US" sz="900" dirty="0"/>
              <a:t>4567</a:t>
            </a:r>
          </a:p>
        </p:txBody>
      </p:sp>
      <p:sp>
        <p:nvSpPr>
          <p:cNvPr id="50" name="TextBox 49">
            <a:extLst>
              <a:ext uri="{FF2B5EF4-FFF2-40B4-BE49-F238E27FC236}">
                <a16:creationId xmlns:a16="http://schemas.microsoft.com/office/drawing/2014/main" id="{08932A95-E87C-7771-E01C-E3EA453AE512}"/>
              </a:ext>
            </a:extLst>
          </p:cNvPr>
          <p:cNvSpPr txBox="1"/>
          <p:nvPr/>
        </p:nvSpPr>
        <p:spPr>
          <a:xfrm>
            <a:off x="6152446" y="2905709"/>
            <a:ext cx="570089" cy="230832"/>
          </a:xfrm>
          <a:prstGeom prst="rect">
            <a:avLst/>
          </a:prstGeom>
          <a:noFill/>
        </p:spPr>
        <p:txBody>
          <a:bodyPr wrap="square" rtlCol="0">
            <a:spAutoFit/>
          </a:bodyPr>
          <a:lstStyle/>
          <a:p>
            <a:pPr algn="ctr"/>
            <a:r>
              <a:rPr lang="en-US" sz="900" dirty="0"/>
              <a:t>4567</a:t>
            </a:r>
          </a:p>
        </p:txBody>
      </p:sp>
      <p:sp>
        <p:nvSpPr>
          <p:cNvPr id="51" name="TextBox 50">
            <a:extLst>
              <a:ext uri="{FF2B5EF4-FFF2-40B4-BE49-F238E27FC236}">
                <a16:creationId xmlns:a16="http://schemas.microsoft.com/office/drawing/2014/main" id="{09FBAFF8-EEFA-D648-B83E-E43F957E52F2}"/>
              </a:ext>
            </a:extLst>
          </p:cNvPr>
          <p:cNvSpPr txBox="1"/>
          <p:nvPr/>
        </p:nvSpPr>
        <p:spPr>
          <a:xfrm>
            <a:off x="5650090" y="3406653"/>
            <a:ext cx="570089" cy="230832"/>
          </a:xfrm>
          <a:prstGeom prst="rect">
            <a:avLst/>
          </a:prstGeom>
          <a:noFill/>
        </p:spPr>
        <p:txBody>
          <a:bodyPr wrap="square" rtlCol="0">
            <a:spAutoFit/>
          </a:bodyPr>
          <a:lstStyle/>
          <a:p>
            <a:pPr algn="ctr"/>
            <a:r>
              <a:rPr lang="en-US" sz="900" dirty="0"/>
              <a:t>4567</a:t>
            </a:r>
          </a:p>
        </p:txBody>
      </p:sp>
    </p:spTree>
    <p:extLst>
      <p:ext uri="{BB962C8B-B14F-4D97-AF65-F5344CB8AC3E}">
        <p14:creationId xmlns:p14="http://schemas.microsoft.com/office/powerpoint/2010/main" val="40951560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C7756-A725-0C00-6E08-E2BEAC04C54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3E77E7-2D96-D977-F956-E51E569A6852}"/>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06D5D4E-3DB6-A687-36A5-F27CC083AD2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80458AE-0002-0490-0232-D0671479BB4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416402F-BEDA-2A7D-2467-65A7796064B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FDA1193-4780-E05A-377B-F1B6C1AAD38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C0E39DD-A39F-DF6E-5011-04E4C0BD6517}"/>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461AEB94-CDC9-B0AE-AC7C-7DD9A3831BDE}"/>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7D7354B7-C3D0-3AC0-D580-04BB09BDB597}"/>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FEFFD619-E73B-3C22-0A71-2D86991FA653}"/>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70B6AD85-B86B-3D29-219E-364A43B2F767}"/>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a:t>
            </a:r>
          </a:p>
        </p:txBody>
      </p:sp>
      <p:sp>
        <p:nvSpPr>
          <p:cNvPr id="14" name="TextBox 13">
            <a:extLst>
              <a:ext uri="{FF2B5EF4-FFF2-40B4-BE49-F238E27FC236}">
                <a16:creationId xmlns:a16="http://schemas.microsoft.com/office/drawing/2014/main" id="{AE672DCA-0D37-5671-158D-75A75778F318}"/>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D8143B49-FCD2-74B6-018E-7F7E61AFFFB1}"/>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7D62D6B8-8496-0448-E3C2-7B85B42CE97B}"/>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79ED9EFC-1A90-C6FA-22C4-533264F04755}"/>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D30523C3-DA41-294F-28AF-F70A26C29A12}"/>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0943FD8D-A32E-FE9F-83FD-AA2C4F5E5263}"/>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01AAE3A6-238C-8A77-9F0E-52E2373A32FF}"/>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606298F4-FB81-D4ED-96D6-683C71D1D22C}"/>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ECF12179-8BA1-4B30-FE3B-16A743020338}"/>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305C900E-F62F-38B8-4721-B51F041EADCB}"/>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8DF75D6C-954F-1A85-B947-C560B8E4F44C}"/>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3DE72117-2FB2-DA40-1783-6132C2008415}"/>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D4E52230-FDD4-D082-5053-97B8744132B4}"/>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A953D02C-606A-0F9F-3F18-E34664CB3838}"/>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FB076037-8896-2B86-08C6-9F1A5364562E}"/>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7129727A-3881-A85F-D65E-0AAF45DFDE5D}"/>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09907238-AD4F-2CF2-F9BD-69AB39A0455F}"/>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0" name="TextBox 29">
            <a:extLst>
              <a:ext uri="{FF2B5EF4-FFF2-40B4-BE49-F238E27FC236}">
                <a16:creationId xmlns:a16="http://schemas.microsoft.com/office/drawing/2014/main" id="{BF665414-549E-1DCB-3E47-75BDDF7373C1}"/>
              </a:ext>
            </a:extLst>
          </p:cNvPr>
          <p:cNvSpPr txBox="1"/>
          <p:nvPr/>
        </p:nvSpPr>
        <p:spPr>
          <a:xfrm>
            <a:off x="6654802" y="1903821"/>
            <a:ext cx="570089" cy="230832"/>
          </a:xfrm>
          <a:prstGeom prst="rect">
            <a:avLst/>
          </a:prstGeom>
          <a:noFill/>
        </p:spPr>
        <p:txBody>
          <a:bodyPr wrap="square" rtlCol="0">
            <a:spAutoFit/>
          </a:bodyPr>
          <a:lstStyle/>
          <a:p>
            <a:pPr algn="ctr"/>
            <a:r>
              <a:rPr lang="en-US" sz="900" dirty="0"/>
              <a:t>58</a:t>
            </a:r>
          </a:p>
        </p:txBody>
      </p:sp>
      <p:sp>
        <p:nvSpPr>
          <p:cNvPr id="31" name="TextBox 30">
            <a:extLst>
              <a:ext uri="{FF2B5EF4-FFF2-40B4-BE49-F238E27FC236}">
                <a16:creationId xmlns:a16="http://schemas.microsoft.com/office/drawing/2014/main" id="{5D176C77-5303-181D-4988-85C21560A4B0}"/>
              </a:ext>
            </a:extLst>
          </p:cNvPr>
          <p:cNvSpPr txBox="1"/>
          <p:nvPr/>
        </p:nvSpPr>
        <p:spPr>
          <a:xfrm>
            <a:off x="7157158" y="1903821"/>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EC275A2A-5A36-EF24-6C51-8D480DC7990B}"/>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AC1479F1-54C2-98B3-DA6E-60D86226BC53}"/>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BCF521F9-7B25-6E56-35B9-C097E0410844}"/>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074ACEDD-A0BA-9B39-E9EC-FB7074586606}"/>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EDE851D3-CC2A-0B53-E7B6-C672D2C56F03}"/>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961C4706-462A-BC6B-0F7D-868F0B6739CF}"/>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FB2E985D-03BE-86F9-D366-5CCCFEF36033}"/>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FF9A0AB9-E40D-3CA3-7FAB-E9A50807C29C}"/>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F57454EB-2E56-B157-CC10-5F2BC1685208}"/>
              </a:ext>
            </a:extLst>
          </p:cNvPr>
          <p:cNvSpPr txBox="1"/>
          <p:nvPr/>
        </p:nvSpPr>
        <p:spPr>
          <a:xfrm>
            <a:off x="4645378" y="3907597"/>
            <a:ext cx="570089" cy="230832"/>
          </a:xfrm>
          <a:prstGeom prst="rect">
            <a:avLst/>
          </a:prstGeom>
          <a:noFill/>
        </p:spPr>
        <p:txBody>
          <a:bodyPr wrap="square" rtlCol="0">
            <a:spAutoFit/>
          </a:bodyPr>
          <a:lstStyle/>
          <a:p>
            <a:pPr algn="ctr"/>
            <a:r>
              <a:rPr lang="en-US" sz="900" dirty="0"/>
              <a:t>6789</a:t>
            </a:r>
          </a:p>
        </p:txBody>
      </p:sp>
      <p:sp>
        <p:nvSpPr>
          <p:cNvPr id="43" name="TextBox 42">
            <a:extLst>
              <a:ext uri="{FF2B5EF4-FFF2-40B4-BE49-F238E27FC236}">
                <a16:creationId xmlns:a16="http://schemas.microsoft.com/office/drawing/2014/main" id="{901FF29C-B5F4-0016-4DE6-E31B1B163C2C}"/>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9C7872B0-EA9A-34F5-9D9D-648269FFD9BA}"/>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45" name="TextBox 44">
            <a:extLst>
              <a:ext uri="{FF2B5EF4-FFF2-40B4-BE49-F238E27FC236}">
                <a16:creationId xmlns:a16="http://schemas.microsoft.com/office/drawing/2014/main" id="{262B1B2B-F25D-1F32-9181-C0BE0C740606}"/>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FED127C6-2EFD-A657-1B3B-5AC4F864F697}"/>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FD78FFA3-3CB0-75DB-9DA8-E3CF31E3D928}"/>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F553C5FA-C6C1-4004-C91F-F0BE0E7CBCCE}"/>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B4AE9092-6030-E631-380B-D1273A7347F1}"/>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CF05F5AD-2F95-955D-A954-8572540BC68B}"/>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21B7DEFD-0FA1-0CF8-628A-3BCA6CD6A062}"/>
              </a:ext>
            </a:extLst>
          </p:cNvPr>
          <p:cNvSpPr txBox="1"/>
          <p:nvPr/>
        </p:nvSpPr>
        <p:spPr>
          <a:xfrm>
            <a:off x="6654802" y="2404765"/>
            <a:ext cx="570089" cy="230832"/>
          </a:xfrm>
          <a:prstGeom prst="rect">
            <a:avLst/>
          </a:prstGeom>
          <a:noFill/>
        </p:spPr>
        <p:txBody>
          <a:bodyPr wrap="square" rtlCol="0">
            <a:spAutoFit/>
          </a:bodyPr>
          <a:lstStyle/>
          <a:p>
            <a:pPr algn="ctr"/>
            <a:r>
              <a:rPr lang="en-US" sz="900" dirty="0"/>
              <a:t>64</a:t>
            </a:r>
          </a:p>
        </p:txBody>
      </p:sp>
      <p:sp>
        <p:nvSpPr>
          <p:cNvPr id="51" name="TextBox 50">
            <a:extLst>
              <a:ext uri="{FF2B5EF4-FFF2-40B4-BE49-F238E27FC236}">
                <a16:creationId xmlns:a16="http://schemas.microsoft.com/office/drawing/2014/main" id="{6A22E712-CD60-B7D7-8D9F-5491E9B9F610}"/>
              </a:ext>
            </a:extLst>
          </p:cNvPr>
          <p:cNvSpPr txBox="1"/>
          <p:nvPr/>
        </p:nvSpPr>
        <p:spPr>
          <a:xfrm>
            <a:off x="5650090" y="3406653"/>
            <a:ext cx="570089" cy="230832"/>
          </a:xfrm>
          <a:prstGeom prst="rect">
            <a:avLst/>
          </a:prstGeom>
          <a:noFill/>
        </p:spPr>
        <p:txBody>
          <a:bodyPr wrap="square" rtlCol="0">
            <a:spAutoFit/>
          </a:bodyPr>
          <a:lstStyle/>
          <a:p>
            <a:pPr algn="ctr"/>
            <a:r>
              <a:rPr lang="en-US" sz="900" dirty="0"/>
              <a:t>46</a:t>
            </a:r>
          </a:p>
        </p:txBody>
      </p:sp>
      <p:sp>
        <p:nvSpPr>
          <p:cNvPr id="52" name="TextBox 51">
            <a:extLst>
              <a:ext uri="{FF2B5EF4-FFF2-40B4-BE49-F238E27FC236}">
                <a16:creationId xmlns:a16="http://schemas.microsoft.com/office/drawing/2014/main" id="{360A9443-931F-653D-2D3C-1C2463CAFC73}"/>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A1403437-E707-487A-06D3-87F4511F8E32}"/>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13820624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98056-E1DC-0AB3-3B2F-F910BF3FC06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70D25C-BDCA-F8C0-4BFC-4AA47C8488E6}"/>
              </a:ext>
            </a:extLst>
          </p:cNvPr>
          <p:cNvSpPr>
            <a:spLocks noGrp="1"/>
          </p:cNvSpPr>
          <p:nvPr>
            <p:ph sz="half" idx="1"/>
          </p:nvPr>
        </p:nvSpPr>
        <p:spPr/>
        <p:txBody>
          <a:bodyPr>
            <a:normAutofit/>
          </a:bodyPr>
          <a:lstStyle/>
          <a:p>
            <a:r>
              <a:rPr lang="en-US" dirty="0"/>
              <a:t>Last possible 9 in right center block.</a:t>
            </a:r>
          </a:p>
        </p:txBody>
      </p:sp>
      <p:pic>
        <p:nvPicPr>
          <p:cNvPr id="4" name="Picture 3" descr="A grid of sudoku puzzle&#10;&#10;Description automatically generated">
            <a:extLst>
              <a:ext uri="{FF2B5EF4-FFF2-40B4-BE49-F238E27FC236}">
                <a16:creationId xmlns:a16="http://schemas.microsoft.com/office/drawing/2014/main" id="{874C831E-3D26-DE30-082A-D1CE9B8BB74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F3A681D-464E-F652-AEE4-1DC61892F83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B3EF84B-2EA2-364D-6ED1-12279AB6CE6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ED414C6-FC61-7393-2C07-54082145F2C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FFB9AC2-5ADB-E462-C7BB-3C94649D0404}"/>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740FF8CF-AA0C-8FDE-A1BD-E498026588F2}"/>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81B90434-EF67-4DAE-9875-E47EF6A27360}"/>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D9269357-DC50-10EE-6BF2-E9530005C0DA}"/>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696138D4-E3DA-DBBF-A17B-21E562910341}"/>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a:t>
            </a:r>
          </a:p>
        </p:txBody>
      </p:sp>
      <p:sp>
        <p:nvSpPr>
          <p:cNvPr id="14" name="TextBox 13">
            <a:extLst>
              <a:ext uri="{FF2B5EF4-FFF2-40B4-BE49-F238E27FC236}">
                <a16:creationId xmlns:a16="http://schemas.microsoft.com/office/drawing/2014/main" id="{FEFEEF31-FDF3-7B88-C017-30AD582F6C99}"/>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54DEC99A-0566-3821-E767-978DB982BC9F}"/>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BE3F5EB4-EF74-FC16-8B72-8FE9E158363D}"/>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CB829BAC-2D59-2ABC-3805-5EDAE1C2AC50}"/>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EA9E647B-5818-2B08-22A8-6CAC17BB911C}"/>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19E7AD7B-51FE-7A6F-4B01-4EF527080D8A}"/>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C712A1A3-2E05-6FD3-D43D-C3253FCC5C48}"/>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38CEE029-0670-88C4-E734-50D135E23B1E}"/>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BF60B7D9-1B47-0D11-6313-2974AD88D066}"/>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D7DBA125-5920-A386-10C6-10F6F4444B58}"/>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7EBBEA0F-C787-00B6-9889-BCEFFB5D5F8D}"/>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E8AB1B1F-86DD-0F62-C9FA-356B2C006B74}"/>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947E4E06-FF3D-CC73-61D8-A05FC5C9E9DA}"/>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F0DA8D7D-52BA-0899-C777-25419E86E57F}"/>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FD070358-07A4-E0EB-B0C6-52F95EAA0A53}"/>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B99EDE39-561D-399A-59BF-81CE0336EA82}"/>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7260E8CB-B8C9-66FB-83D2-8A9217B8FC5F}"/>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0" name="TextBox 29">
            <a:extLst>
              <a:ext uri="{FF2B5EF4-FFF2-40B4-BE49-F238E27FC236}">
                <a16:creationId xmlns:a16="http://schemas.microsoft.com/office/drawing/2014/main" id="{B945C993-01BF-62D0-9D9A-B55A833A58A5}"/>
              </a:ext>
            </a:extLst>
          </p:cNvPr>
          <p:cNvSpPr txBox="1"/>
          <p:nvPr/>
        </p:nvSpPr>
        <p:spPr>
          <a:xfrm>
            <a:off x="6654802" y="1903821"/>
            <a:ext cx="570089" cy="230832"/>
          </a:xfrm>
          <a:prstGeom prst="rect">
            <a:avLst/>
          </a:prstGeom>
          <a:noFill/>
        </p:spPr>
        <p:txBody>
          <a:bodyPr wrap="square" rtlCol="0">
            <a:spAutoFit/>
          </a:bodyPr>
          <a:lstStyle/>
          <a:p>
            <a:pPr algn="ctr"/>
            <a:r>
              <a:rPr lang="en-US" sz="900" dirty="0"/>
              <a:t>58</a:t>
            </a:r>
          </a:p>
        </p:txBody>
      </p:sp>
      <p:sp>
        <p:nvSpPr>
          <p:cNvPr id="31" name="TextBox 30">
            <a:extLst>
              <a:ext uri="{FF2B5EF4-FFF2-40B4-BE49-F238E27FC236}">
                <a16:creationId xmlns:a16="http://schemas.microsoft.com/office/drawing/2014/main" id="{1451A0B9-1FA5-A798-3330-4E27BF02C7A6}"/>
              </a:ext>
            </a:extLst>
          </p:cNvPr>
          <p:cNvSpPr txBox="1"/>
          <p:nvPr/>
        </p:nvSpPr>
        <p:spPr>
          <a:xfrm>
            <a:off x="7157158" y="1903821"/>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AC72BAD7-67C0-660B-4ED9-77F71D7C9E29}"/>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3108C3E3-1EEC-9096-5B59-DCCA9516C855}"/>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5E39DF95-0E0E-DE3E-43E7-A1DFC81DC7CA}"/>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D2ABB77D-C703-5398-6D8E-3119E416F2D5}"/>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77ECFF4C-5425-F4B7-CA0F-DF7A44492554}"/>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7840F096-79B1-277E-2CD4-9C92E6BB9869}"/>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8395C776-369A-4FF4-F797-982AA4D15D7F}"/>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F48CCBE9-EB4E-97F3-215C-9B0C18AD6B58}"/>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F92385CB-8448-C96D-3705-5F665ABFC3A6}"/>
              </a:ext>
            </a:extLst>
          </p:cNvPr>
          <p:cNvSpPr txBox="1"/>
          <p:nvPr/>
        </p:nvSpPr>
        <p:spPr>
          <a:xfrm>
            <a:off x="4645378" y="3907597"/>
            <a:ext cx="570089" cy="230832"/>
          </a:xfrm>
          <a:prstGeom prst="rect">
            <a:avLst/>
          </a:prstGeom>
          <a:noFill/>
        </p:spPr>
        <p:txBody>
          <a:bodyPr wrap="square" rtlCol="0">
            <a:spAutoFit/>
          </a:bodyPr>
          <a:lstStyle/>
          <a:p>
            <a:pPr algn="ctr"/>
            <a:r>
              <a:rPr lang="en-US" sz="900" dirty="0"/>
              <a:t>6789</a:t>
            </a:r>
          </a:p>
        </p:txBody>
      </p:sp>
      <p:sp>
        <p:nvSpPr>
          <p:cNvPr id="43" name="TextBox 42">
            <a:extLst>
              <a:ext uri="{FF2B5EF4-FFF2-40B4-BE49-F238E27FC236}">
                <a16:creationId xmlns:a16="http://schemas.microsoft.com/office/drawing/2014/main" id="{3B44E471-F46D-0CBF-84C8-DABFC9F6C4F7}"/>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5417F2F1-BA12-2A3C-82EB-368F81C9DE7B}"/>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45" name="TextBox 44">
            <a:extLst>
              <a:ext uri="{FF2B5EF4-FFF2-40B4-BE49-F238E27FC236}">
                <a16:creationId xmlns:a16="http://schemas.microsoft.com/office/drawing/2014/main" id="{B8DC8060-DBA6-3EEB-F261-4E927E193A37}"/>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252CBFD5-845E-F3C1-611E-5AFE6CC4AB73}"/>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074A94AF-FF44-8D20-704B-42E2B115BED5}"/>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F764266B-660F-443E-82CC-B35CA0CF69A1}"/>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AAB37E0E-94FA-F8C6-2110-31B5952017B7}"/>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C9F4DE70-06B4-2795-4E40-5164E4C99F40}"/>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F3B1D228-F540-35F7-582E-FB6A81E1A24D}"/>
              </a:ext>
            </a:extLst>
          </p:cNvPr>
          <p:cNvSpPr txBox="1"/>
          <p:nvPr/>
        </p:nvSpPr>
        <p:spPr>
          <a:xfrm>
            <a:off x="6654802" y="2404765"/>
            <a:ext cx="570089" cy="230832"/>
          </a:xfrm>
          <a:prstGeom prst="rect">
            <a:avLst/>
          </a:prstGeom>
          <a:noFill/>
        </p:spPr>
        <p:txBody>
          <a:bodyPr wrap="square" rtlCol="0">
            <a:spAutoFit/>
          </a:bodyPr>
          <a:lstStyle/>
          <a:p>
            <a:pPr algn="ctr"/>
            <a:r>
              <a:rPr lang="en-US" sz="900" dirty="0"/>
              <a:t>64</a:t>
            </a:r>
          </a:p>
        </p:txBody>
      </p:sp>
      <p:sp>
        <p:nvSpPr>
          <p:cNvPr id="51" name="TextBox 50">
            <a:extLst>
              <a:ext uri="{FF2B5EF4-FFF2-40B4-BE49-F238E27FC236}">
                <a16:creationId xmlns:a16="http://schemas.microsoft.com/office/drawing/2014/main" id="{76776232-F1B3-9598-AAE5-971CAD61C56D}"/>
              </a:ext>
            </a:extLst>
          </p:cNvPr>
          <p:cNvSpPr txBox="1"/>
          <p:nvPr/>
        </p:nvSpPr>
        <p:spPr>
          <a:xfrm>
            <a:off x="5650090" y="3406653"/>
            <a:ext cx="570089" cy="230832"/>
          </a:xfrm>
          <a:prstGeom prst="rect">
            <a:avLst/>
          </a:prstGeom>
          <a:noFill/>
        </p:spPr>
        <p:txBody>
          <a:bodyPr wrap="square" rtlCol="0">
            <a:spAutoFit/>
          </a:bodyPr>
          <a:lstStyle/>
          <a:p>
            <a:pPr algn="ctr"/>
            <a:r>
              <a:rPr lang="en-US" sz="900" dirty="0"/>
              <a:t>46</a:t>
            </a:r>
          </a:p>
        </p:txBody>
      </p:sp>
      <p:sp>
        <p:nvSpPr>
          <p:cNvPr id="52" name="TextBox 51">
            <a:extLst>
              <a:ext uri="{FF2B5EF4-FFF2-40B4-BE49-F238E27FC236}">
                <a16:creationId xmlns:a16="http://schemas.microsoft.com/office/drawing/2014/main" id="{F53BCF6C-D992-A4A1-5141-E8B8C38C1C1E}"/>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CF180D62-C24B-81FD-ED4B-18509C76D3D3}"/>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35" name="TextBox 34">
            <a:extLst>
              <a:ext uri="{FF2B5EF4-FFF2-40B4-BE49-F238E27FC236}">
                <a16:creationId xmlns:a16="http://schemas.microsoft.com/office/drawing/2014/main" id="{0B571E07-0732-19FE-B514-43AA62A8EAC4}"/>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32233333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FF1D6-07CE-64D4-1DCC-7E8ED2343E1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A41EBE-D764-5299-4A8A-E5414B9FB59B}"/>
              </a:ext>
            </a:extLst>
          </p:cNvPr>
          <p:cNvSpPr>
            <a:spLocks noGrp="1"/>
          </p:cNvSpPr>
          <p:nvPr>
            <p:ph sz="half" idx="1"/>
          </p:nvPr>
        </p:nvSpPr>
        <p:spPr/>
        <p:txBody>
          <a:bodyPr>
            <a:normAutofit/>
          </a:bodyPr>
          <a:lstStyle/>
          <a:p>
            <a:r>
              <a:rPr lang="en-US" dirty="0"/>
              <a:t>Complete Column 7.</a:t>
            </a:r>
          </a:p>
        </p:txBody>
      </p:sp>
      <p:pic>
        <p:nvPicPr>
          <p:cNvPr id="4" name="Picture 3" descr="A grid of sudoku puzzle&#10;&#10;Description automatically generated">
            <a:extLst>
              <a:ext uri="{FF2B5EF4-FFF2-40B4-BE49-F238E27FC236}">
                <a16:creationId xmlns:a16="http://schemas.microsoft.com/office/drawing/2014/main" id="{D3DC9983-61C3-B8F0-1FC6-38C54D08794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F89070B-69C0-6DB3-A3CE-2C329A348A2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F59009A-EC63-98D7-C037-9F34DB66B31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1F70C8E-C49D-B7C7-C24A-0D069F0011C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F1C0624-C859-7EFF-4891-1EA7606DA667}"/>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F7DB6953-2386-80ED-5F8D-3EFB140DD304}"/>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986F0965-1CE6-DE0D-02FE-AFA2CA186A2F}"/>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D6ADA878-253A-5880-DD02-700DBB9EC233}"/>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8B3170FE-4FBC-5104-ED67-49D7CEF62111}"/>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a:t>
            </a:r>
          </a:p>
        </p:txBody>
      </p:sp>
      <p:sp>
        <p:nvSpPr>
          <p:cNvPr id="14" name="TextBox 13">
            <a:extLst>
              <a:ext uri="{FF2B5EF4-FFF2-40B4-BE49-F238E27FC236}">
                <a16:creationId xmlns:a16="http://schemas.microsoft.com/office/drawing/2014/main" id="{56E11100-B832-2342-7E79-0CE43A4ACD91}"/>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39DF1C17-CBAF-7557-444D-95512A38D648}"/>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48B21591-F84D-153E-2FC2-B6F2AB781790}"/>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FF88A9C4-7B6B-92CA-7B96-58B31F7E2564}"/>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96D47B65-8B0E-4C0B-9DAC-7294F606EB40}"/>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D0817B32-EAE4-B5CA-E534-DB7D7E345EB5}"/>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11C6C42C-CD78-DC2A-D7E9-99514247DE94}"/>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DF828F8A-2E45-88BB-D63B-02A74699C55F}"/>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4D80D222-2E1F-3695-F5C9-A91D4E779835}"/>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9F3BCBD0-AC65-29F7-1DE8-57DF51C60951}"/>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2D9361EA-8AFA-5AC4-6E61-5C65D68B45F8}"/>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3F9AF00D-233C-9CA7-3588-7E5225BE4DB3}"/>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1946F117-B387-C754-3FF0-DAEAB07FFC56}"/>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DF044F85-4C00-083B-57B7-DB38AC37BEC3}"/>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CB7FFA80-323C-48AB-8426-960539070AAF}"/>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4EC2EBD6-9FC8-C68F-C586-35B4287714FC}"/>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AC640D30-10BE-22A4-3FC2-15D14200BA16}"/>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0" name="TextBox 29">
            <a:extLst>
              <a:ext uri="{FF2B5EF4-FFF2-40B4-BE49-F238E27FC236}">
                <a16:creationId xmlns:a16="http://schemas.microsoft.com/office/drawing/2014/main" id="{DA94DAF2-82E7-91BD-4A20-1061B3B59F4C}"/>
              </a:ext>
            </a:extLst>
          </p:cNvPr>
          <p:cNvSpPr txBox="1"/>
          <p:nvPr/>
        </p:nvSpPr>
        <p:spPr>
          <a:xfrm>
            <a:off x="6654802" y="1903821"/>
            <a:ext cx="570089" cy="230832"/>
          </a:xfrm>
          <a:prstGeom prst="rect">
            <a:avLst/>
          </a:prstGeom>
          <a:noFill/>
        </p:spPr>
        <p:txBody>
          <a:bodyPr wrap="square" rtlCol="0">
            <a:spAutoFit/>
          </a:bodyPr>
          <a:lstStyle/>
          <a:p>
            <a:pPr algn="ctr"/>
            <a:r>
              <a:rPr lang="en-US" sz="900" dirty="0"/>
              <a:t>58</a:t>
            </a:r>
          </a:p>
        </p:txBody>
      </p:sp>
      <p:sp>
        <p:nvSpPr>
          <p:cNvPr id="31" name="TextBox 30">
            <a:extLst>
              <a:ext uri="{FF2B5EF4-FFF2-40B4-BE49-F238E27FC236}">
                <a16:creationId xmlns:a16="http://schemas.microsoft.com/office/drawing/2014/main" id="{222C0612-21C9-4418-D1F8-5CA0B74BE1FA}"/>
              </a:ext>
            </a:extLst>
          </p:cNvPr>
          <p:cNvSpPr txBox="1"/>
          <p:nvPr/>
        </p:nvSpPr>
        <p:spPr>
          <a:xfrm>
            <a:off x="7157158" y="1903821"/>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3D728058-C567-A25D-0197-E70D0F931E08}"/>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67C32B5A-5BC4-26A9-95C5-68B74B35C242}"/>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7E6DC84B-C87D-50F1-B9C6-50098CED199F}"/>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E425CAC2-1088-E9F7-257C-91D531A78ADE}"/>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D00A13A8-7B7D-927A-9A5E-4C03CD7EB123}"/>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C3A8A0F4-B3E4-FB7D-3A3F-03BC8AA3A8F0}"/>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363FB290-5309-1929-5315-AD452B301572}"/>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9AE6E3BF-4C13-AB15-DA55-060CEA995075}"/>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36B152F7-6AB6-A1D9-B868-7CE60CF8F0F4}"/>
              </a:ext>
            </a:extLst>
          </p:cNvPr>
          <p:cNvSpPr txBox="1"/>
          <p:nvPr/>
        </p:nvSpPr>
        <p:spPr>
          <a:xfrm>
            <a:off x="4645378" y="3907597"/>
            <a:ext cx="570089" cy="230832"/>
          </a:xfrm>
          <a:prstGeom prst="rect">
            <a:avLst/>
          </a:prstGeom>
          <a:noFill/>
        </p:spPr>
        <p:txBody>
          <a:bodyPr wrap="square" rtlCol="0">
            <a:spAutoFit/>
          </a:bodyPr>
          <a:lstStyle/>
          <a:p>
            <a:pPr algn="ctr"/>
            <a:r>
              <a:rPr lang="en-US" sz="900" dirty="0"/>
              <a:t>6789</a:t>
            </a:r>
          </a:p>
        </p:txBody>
      </p:sp>
      <p:sp>
        <p:nvSpPr>
          <p:cNvPr id="43" name="TextBox 42">
            <a:extLst>
              <a:ext uri="{FF2B5EF4-FFF2-40B4-BE49-F238E27FC236}">
                <a16:creationId xmlns:a16="http://schemas.microsoft.com/office/drawing/2014/main" id="{05C49DB0-B880-D2AC-7271-BAE2B91E4603}"/>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F23F7F1E-6C12-869A-5463-006A3641902A}"/>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45" name="TextBox 44">
            <a:extLst>
              <a:ext uri="{FF2B5EF4-FFF2-40B4-BE49-F238E27FC236}">
                <a16:creationId xmlns:a16="http://schemas.microsoft.com/office/drawing/2014/main" id="{CB332A38-B6D6-DA57-3969-1091B9E54011}"/>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74B2F8E8-ACF3-43F1-9C1C-7FDC0FF54B56}"/>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374C9979-504B-D683-9DE7-FDA94EA49C14}"/>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AF5214C6-5AFA-A2A2-0AC2-ACA235623BC9}"/>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FD2A6977-D840-6CF0-2394-689E7AF57ABF}"/>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A40E44E1-5D32-A665-B890-92A36F7C9162}"/>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CF2E5116-3CFC-602B-D80C-BA04E65DA27B}"/>
              </a:ext>
            </a:extLst>
          </p:cNvPr>
          <p:cNvSpPr txBox="1"/>
          <p:nvPr/>
        </p:nvSpPr>
        <p:spPr>
          <a:xfrm>
            <a:off x="6654802" y="2404765"/>
            <a:ext cx="570089" cy="230832"/>
          </a:xfrm>
          <a:prstGeom prst="rect">
            <a:avLst/>
          </a:prstGeom>
          <a:noFill/>
        </p:spPr>
        <p:txBody>
          <a:bodyPr wrap="square" rtlCol="0">
            <a:spAutoFit/>
          </a:bodyPr>
          <a:lstStyle/>
          <a:p>
            <a:pPr algn="ctr"/>
            <a:r>
              <a:rPr lang="en-US" sz="900" dirty="0"/>
              <a:t>64</a:t>
            </a:r>
          </a:p>
        </p:txBody>
      </p:sp>
      <p:sp>
        <p:nvSpPr>
          <p:cNvPr id="51" name="TextBox 50">
            <a:extLst>
              <a:ext uri="{FF2B5EF4-FFF2-40B4-BE49-F238E27FC236}">
                <a16:creationId xmlns:a16="http://schemas.microsoft.com/office/drawing/2014/main" id="{5D8DC271-EE66-AB6D-4E6A-1AD210FCD897}"/>
              </a:ext>
            </a:extLst>
          </p:cNvPr>
          <p:cNvSpPr txBox="1"/>
          <p:nvPr/>
        </p:nvSpPr>
        <p:spPr>
          <a:xfrm>
            <a:off x="5650090" y="3406653"/>
            <a:ext cx="570089" cy="230832"/>
          </a:xfrm>
          <a:prstGeom prst="rect">
            <a:avLst/>
          </a:prstGeom>
          <a:noFill/>
        </p:spPr>
        <p:txBody>
          <a:bodyPr wrap="square" rtlCol="0">
            <a:spAutoFit/>
          </a:bodyPr>
          <a:lstStyle/>
          <a:p>
            <a:pPr algn="ctr"/>
            <a:r>
              <a:rPr lang="en-US" sz="900" dirty="0"/>
              <a:t>46</a:t>
            </a:r>
          </a:p>
        </p:txBody>
      </p:sp>
      <p:sp>
        <p:nvSpPr>
          <p:cNvPr id="52" name="TextBox 51">
            <a:extLst>
              <a:ext uri="{FF2B5EF4-FFF2-40B4-BE49-F238E27FC236}">
                <a16:creationId xmlns:a16="http://schemas.microsoft.com/office/drawing/2014/main" id="{171A392D-9C6E-DB02-FA29-C6B9B19D9DAA}"/>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CD9FF779-A15D-6695-A362-016FECF2469B}"/>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35" name="TextBox 34">
            <a:extLst>
              <a:ext uri="{FF2B5EF4-FFF2-40B4-BE49-F238E27FC236}">
                <a16:creationId xmlns:a16="http://schemas.microsoft.com/office/drawing/2014/main" id="{8FC73902-4453-EC25-FEBA-5AA7CA46AB61}"/>
              </a:ext>
            </a:extLst>
          </p:cNvPr>
          <p:cNvSpPr txBox="1"/>
          <p:nvPr/>
        </p:nvSpPr>
        <p:spPr>
          <a:xfrm>
            <a:off x="6152446" y="3907597"/>
            <a:ext cx="570089" cy="230832"/>
          </a:xfrm>
          <a:prstGeom prst="rect">
            <a:avLst/>
          </a:prstGeom>
          <a:noFill/>
        </p:spPr>
        <p:txBody>
          <a:bodyPr wrap="square" rtlCol="0">
            <a:spAutoFit/>
          </a:bodyPr>
          <a:lstStyle/>
          <a:p>
            <a:pPr algn="ctr"/>
            <a:r>
              <a:rPr lang="en-US" sz="900" dirty="0"/>
              <a:t>68</a:t>
            </a:r>
          </a:p>
        </p:txBody>
      </p:sp>
      <p:sp>
        <p:nvSpPr>
          <p:cNvPr id="50" name="TextBox 49">
            <a:extLst>
              <a:ext uri="{FF2B5EF4-FFF2-40B4-BE49-F238E27FC236}">
                <a16:creationId xmlns:a16="http://schemas.microsoft.com/office/drawing/2014/main" id="{0422410D-D15E-04EB-0E32-6ABD70FE069B}"/>
              </a:ext>
            </a:extLst>
          </p:cNvPr>
          <p:cNvSpPr txBox="1"/>
          <p:nvPr/>
        </p:nvSpPr>
        <p:spPr>
          <a:xfrm>
            <a:off x="6152446" y="4408541"/>
            <a:ext cx="570089" cy="230832"/>
          </a:xfrm>
          <a:prstGeom prst="rect">
            <a:avLst/>
          </a:prstGeom>
          <a:noFill/>
        </p:spPr>
        <p:txBody>
          <a:bodyPr wrap="square" rtlCol="0">
            <a:spAutoFit/>
          </a:bodyPr>
          <a:lstStyle/>
          <a:p>
            <a:pPr algn="ctr"/>
            <a:r>
              <a:rPr lang="en-US" sz="900" dirty="0"/>
              <a:t>689</a:t>
            </a:r>
          </a:p>
        </p:txBody>
      </p:sp>
      <p:sp>
        <p:nvSpPr>
          <p:cNvPr id="54" name="TextBox 53">
            <a:extLst>
              <a:ext uri="{FF2B5EF4-FFF2-40B4-BE49-F238E27FC236}">
                <a16:creationId xmlns:a16="http://schemas.microsoft.com/office/drawing/2014/main" id="{0B56A261-0F19-B64E-4C38-39A1DB2786B3}"/>
              </a:ext>
            </a:extLst>
          </p:cNvPr>
          <p:cNvSpPr txBox="1"/>
          <p:nvPr/>
        </p:nvSpPr>
        <p:spPr>
          <a:xfrm>
            <a:off x="6152446" y="4909484"/>
            <a:ext cx="570089" cy="230832"/>
          </a:xfrm>
          <a:prstGeom prst="rect">
            <a:avLst/>
          </a:prstGeom>
          <a:noFill/>
        </p:spPr>
        <p:txBody>
          <a:bodyPr wrap="square" rtlCol="0">
            <a:spAutoFit/>
          </a:bodyPr>
          <a:lstStyle/>
          <a:p>
            <a:pPr algn="ctr"/>
            <a:r>
              <a:rPr lang="en-US" sz="900" dirty="0"/>
              <a:t>689</a:t>
            </a:r>
          </a:p>
        </p:txBody>
      </p:sp>
      <p:sp>
        <p:nvSpPr>
          <p:cNvPr id="58" name="TextBox 57">
            <a:extLst>
              <a:ext uri="{FF2B5EF4-FFF2-40B4-BE49-F238E27FC236}">
                <a16:creationId xmlns:a16="http://schemas.microsoft.com/office/drawing/2014/main" id="{3563BA5D-8D89-1A1B-DDA6-77888607014E}"/>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19695648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C7B80-14F0-C46D-C3C9-666A9B9C998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71B87F-0888-EE6B-3A08-E16EDE6FACA1}"/>
              </a:ext>
            </a:extLst>
          </p:cNvPr>
          <p:cNvSpPr>
            <a:spLocks noGrp="1"/>
          </p:cNvSpPr>
          <p:nvPr>
            <p:ph sz="half" idx="1"/>
          </p:nvPr>
        </p:nvSpPr>
        <p:spPr/>
        <p:txBody>
          <a:bodyPr>
            <a:normAutofit/>
          </a:bodyPr>
          <a:lstStyle/>
          <a:p>
            <a:r>
              <a:rPr lang="en-US" dirty="0"/>
              <a:t>Were this cell to be 8, we would be left with [5 in 3], which is not possible.</a:t>
            </a:r>
          </a:p>
          <a:p>
            <a:r>
              <a:rPr lang="en-US" dirty="0"/>
              <a:t>The cell must be 6. And reduce.</a:t>
            </a:r>
          </a:p>
        </p:txBody>
      </p:sp>
      <p:pic>
        <p:nvPicPr>
          <p:cNvPr id="4" name="Picture 3" descr="A grid of sudoku puzzle&#10;&#10;Description automatically generated">
            <a:extLst>
              <a:ext uri="{FF2B5EF4-FFF2-40B4-BE49-F238E27FC236}">
                <a16:creationId xmlns:a16="http://schemas.microsoft.com/office/drawing/2014/main" id="{0E98C910-8FAA-7606-6784-69FB08DF39C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2BDAE63-D729-8117-8514-198291E042A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4255E9F-A3D5-C7E4-22CE-627ED984B69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496025B-1D95-CD89-8BFA-A24EF932AB0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4B3C142-9D42-98DE-A4AA-E8397194CEA1}"/>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B29BD883-73AE-55EA-2939-BA76EA9996B5}"/>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B4E20722-216B-EE63-98B9-FC5DD58FD823}"/>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8AAE3815-A9CE-E2EF-C476-2794D60A1882}"/>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2D8B852A-3A74-ED47-DE51-A60ADBC99D34}"/>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a:t>
            </a:r>
          </a:p>
        </p:txBody>
      </p:sp>
      <p:sp>
        <p:nvSpPr>
          <p:cNvPr id="14" name="TextBox 13">
            <a:extLst>
              <a:ext uri="{FF2B5EF4-FFF2-40B4-BE49-F238E27FC236}">
                <a16:creationId xmlns:a16="http://schemas.microsoft.com/office/drawing/2014/main" id="{7CA6829F-D246-3CCA-2ED3-AD7D35CC1492}"/>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E4CB66C5-0F96-146F-C7F7-7718F2A0F5E0}"/>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3CC7F442-FDB4-4ECF-DF1C-FF589F9CCAB4}"/>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2F4665B2-2451-D34C-120E-B5F48625FAE9}"/>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DB438291-5C78-0DAA-26CA-83BCB50ED82D}"/>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DDEE01DE-8257-3068-366F-7E24DCA76BC4}"/>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A1034F05-4BD0-5451-CEEB-B97D14A79342}"/>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BA2324AD-22C8-3EF1-377D-0D62B8B829F7}"/>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3839EBB0-4D09-C32C-F7E0-DDC4089E6D70}"/>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35BF3DA3-49A9-469F-D37D-76569BA25B3E}"/>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9741A5B2-CBC2-07AA-6F6E-CA48E3458476}"/>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8702394D-818D-FE21-4497-E518B3ABC8F5}"/>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054A19C7-79FC-E83F-FC9E-62F57AD3BF53}"/>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25A95F2D-5296-161B-05F5-015BB494149A}"/>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AC67F7F7-1C5D-2BF0-29BA-3053C6352E31}"/>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3C4CCCDB-C018-4478-EEE3-C27B22A6BFF0}"/>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091CB8A9-92D7-5A09-28E4-095756357ED0}"/>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0" name="TextBox 29">
            <a:extLst>
              <a:ext uri="{FF2B5EF4-FFF2-40B4-BE49-F238E27FC236}">
                <a16:creationId xmlns:a16="http://schemas.microsoft.com/office/drawing/2014/main" id="{2CC53A2E-4F0C-A818-2122-79F5451C224A}"/>
              </a:ext>
            </a:extLst>
          </p:cNvPr>
          <p:cNvSpPr txBox="1"/>
          <p:nvPr/>
        </p:nvSpPr>
        <p:spPr>
          <a:xfrm>
            <a:off x="6654802" y="1903821"/>
            <a:ext cx="570089" cy="230832"/>
          </a:xfrm>
          <a:prstGeom prst="rect">
            <a:avLst/>
          </a:prstGeom>
          <a:noFill/>
        </p:spPr>
        <p:txBody>
          <a:bodyPr wrap="square" rtlCol="0">
            <a:spAutoFit/>
          </a:bodyPr>
          <a:lstStyle/>
          <a:p>
            <a:pPr algn="ctr"/>
            <a:r>
              <a:rPr lang="en-US" sz="900" dirty="0"/>
              <a:t>58</a:t>
            </a:r>
          </a:p>
        </p:txBody>
      </p:sp>
      <p:sp>
        <p:nvSpPr>
          <p:cNvPr id="31" name="TextBox 30">
            <a:extLst>
              <a:ext uri="{FF2B5EF4-FFF2-40B4-BE49-F238E27FC236}">
                <a16:creationId xmlns:a16="http://schemas.microsoft.com/office/drawing/2014/main" id="{0C228BF8-0C30-7BA4-F45D-677201F1B408}"/>
              </a:ext>
            </a:extLst>
          </p:cNvPr>
          <p:cNvSpPr txBox="1"/>
          <p:nvPr/>
        </p:nvSpPr>
        <p:spPr>
          <a:xfrm>
            <a:off x="7157158" y="1903821"/>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744CA08D-66E3-CD5E-6A59-505E3F2B25EB}"/>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B05880C6-7ECE-53C5-7FB6-4F5E2F619B33}"/>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F039D3C3-8C32-44B4-7D27-54A3B5C2780E}"/>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850043EA-E2BF-1BC1-F46F-32A85B339181}"/>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D8AA2615-6986-4AA9-BFF3-8997A695E027}"/>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3E0FABB5-E0F0-D66C-80ED-E65C645F18C6}"/>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B1F26267-8753-E417-A33C-2DA32D819700}"/>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FECF3279-4A8A-0147-C8D7-B67B458922A3}"/>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51259BC8-1B12-EC12-559E-C7C55FFB3856}"/>
              </a:ext>
            </a:extLst>
          </p:cNvPr>
          <p:cNvSpPr txBox="1"/>
          <p:nvPr/>
        </p:nvSpPr>
        <p:spPr>
          <a:xfrm>
            <a:off x="4645378" y="3907597"/>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AF6C2949-84C9-7BDD-770E-704758A1326A}"/>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D0D6DCF0-0A5B-5DA6-19A6-84D2CCFC01CE}"/>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45" name="TextBox 44">
            <a:extLst>
              <a:ext uri="{FF2B5EF4-FFF2-40B4-BE49-F238E27FC236}">
                <a16:creationId xmlns:a16="http://schemas.microsoft.com/office/drawing/2014/main" id="{62280EAD-369C-2C57-5BF6-F583216BFCAE}"/>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7F8A6BC1-FE8C-7726-8B64-B5A461FECD33}"/>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BE3529B5-6A5F-4A87-B7B5-81227B47E29F}"/>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EA6F0C58-C275-8596-3BAE-F483B3B0EA5E}"/>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F32F80F3-E56E-6281-1AB2-A08154062AA2}"/>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570CF826-51E5-161B-493A-E62B6B72AAF3}"/>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6E73C5EB-12D4-980D-A6F5-8F48668BBB3D}"/>
              </a:ext>
            </a:extLst>
          </p:cNvPr>
          <p:cNvSpPr txBox="1"/>
          <p:nvPr/>
        </p:nvSpPr>
        <p:spPr>
          <a:xfrm>
            <a:off x="6654802" y="2404765"/>
            <a:ext cx="570089" cy="230832"/>
          </a:xfrm>
          <a:prstGeom prst="rect">
            <a:avLst/>
          </a:prstGeom>
          <a:noFill/>
        </p:spPr>
        <p:txBody>
          <a:bodyPr wrap="square" rtlCol="0">
            <a:spAutoFit/>
          </a:bodyPr>
          <a:lstStyle/>
          <a:p>
            <a:pPr algn="ctr"/>
            <a:r>
              <a:rPr lang="en-US" sz="900" dirty="0"/>
              <a:t>64</a:t>
            </a:r>
          </a:p>
        </p:txBody>
      </p:sp>
      <p:sp>
        <p:nvSpPr>
          <p:cNvPr id="51" name="TextBox 50">
            <a:extLst>
              <a:ext uri="{FF2B5EF4-FFF2-40B4-BE49-F238E27FC236}">
                <a16:creationId xmlns:a16="http://schemas.microsoft.com/office/drawing/2014/main" id="{9ABB2EBC-CE3D-40ED-69A2-06CFB8CA3286}"/>
              </a:ext>
            </a:extLst>
          </p:cNvPr>
          <p:cNvSpPr txBox="1"/>
          <p:nvPr/>
        </p:nvSpPr>
        <p:spPr>
          <a:xfrm>
            <a:off x="5650090" y="3406653"/>
            <a:ext cx="570089" cy="230832"/>
          </a:xfrm>
          <a:prstGeom prst="rect">
            <a:avLst/>
          </a:prstGeom>
          <a:noFill/>
        </p:spPr>
        <p:txBody>
          <a:bodyPr wrap="square" rtlCol="0">
            <a:spAutoFit/>
          </a:bodyPr>
          <a:lstStyle/>
          <a:p>
            <a:pPr algn="ctr"/>
            <a:r>
              <a:rPr lang="en-US" sz="900" dirty="0"/>
              <a:t>46</a:t>
            </a:r>
          </a:p>
        </p:txBody>
      </p:sp>
      <p:sp>
        <p:nvSpPr>
          <p:cNvPr id="52" name="TextBox 51">
            <a:extLst>
              <a:ext uri="{FF2B5EF4-FFF2-40B4-BE49-F238E27FC236}">
                <a16:creationId xmlns:a16="http://schemas.microsoft.com/office/drawing/2014/main" id="{9A8B7BFE-A6D3-A465-49BA-DC92C662C606}"/>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EBD7811B-A36C-0B77-2CC8-FDF78BCAB439}"/>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38B91C86-CB0A-F16A-39FA-1AE6D796941D}"/>
              </a:ext>
            </a:extLst>
          </p:cNvPr>
          <p:cNvSpPr txBox="1"/>
          <p:nvPr/>
        </p:nvSpPr>
        <p:spPr>
          <a:xfrm>
            <a:off x="6152446" y="4408541"/>
            <a:ext cx="570089" cy="230832"/>
          </a:xfrm>
          <a:prstGeom prst="rect">
            <a:avLst/>
          </a:prstGeom>
          <a:noFill/>
        </p:spPr>
        <p:txBody>
          <a:bodyPr wrap="square" rtlCol="0">
            <a:spAutoFit/>
          </a:bodyPr>
          <a:lstStyle/>
          <a:p>
            <a:pPr algn="ctr"/>
            <a:r>
              <a:rPr lang="en-US" sz="900" dirty="0"/>
              <a:t>89</a:t>
            </a:r>
          </a:p>
        </p:txBody>
      </p:sp>
      <p:sp>
        <p:nvSpPr>
          <p:cNvPr id="54" name="TextBox 53">
            <a:extLst>
              <a:ext uri="{FF2B5EF4-FFF2-40B4-BE49-F238E27FC236}">
                <a16:creationId xmlns:a16="http://schemas.microsoft.com/office/drawing/2014/main" id="{844079B8-6357-5F15-2507-5AF6D4C0B195}"/>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58" name="TextBox 57">
            <a:extLst>
              <a:ext uri="{FF2B5EF4-FFF2-40B4-BE49-F238E27FC236}">
                <a16:creationId xmlns:a16="http://schemas.microsoft.com/office/drawing/2014/main" id="{E815F536-B369-EE54-34BB-FA7C5CB5B234}"/>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6FCA9AF9-4520-1492-88D6-E8D1E107AFD5}"/>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16334128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8CE83-5AAE-7042-A04B-6CCDC35C8E4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675281-E725-AB32-53B8-D605FBD001C6}"/>
              </a:ext>
            </a:extLst>
          </p:cNvPr>
          <p:cNvSpPr>
            <a:spLocks noGrp="1"/>
          </p:cNvSpPr>
          <p:nvPr>
            <p:ph sz="half" idx="1"/>
          </p:nvPr>
        </p:nvSpPr>
        <p:spPr/>
        <p:txBody>
          <a:bodyPr>
            <a:normAutofit/>
          </a:bodyPr>
          <a:lstStyle/>
          <a:p>
            <a:r>
              <a:rPr lang="en-US" dirty="0"/>
              <a:t>[22 in 5] -&gt; [7 in 3], which is 124. The position of the 4 is forced.</a:t>
            </a:r>
          </a:p>
        </p:txBody>
      </p:sp>
      <p:pic>
        <p:nvPicPr>
          <p:cNvPr id="4" name="Picture 3" descr="A grid of sudoku puzzle&#10;&#10;Description automatically generated">
            <a:extLst>
              <a:ext uri="{FF2B5EF4-FFF2-40B4-BE49-F238E27FC236}">
                <a16:creationId xmlns:a16="http://schemas.microsoft.com/office/drawing/2014/main" id="{FDAB940F-C159-708F-85D4-A6DFB67CB1C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B5E6E87-0A67-4525-8E5E-346551297FF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2932FE3-C500-8324-E058-78ABAC91A93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4C27B67-C9E8-2FF2-4AD1-E1585ACA8AA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92DB588-ADAF-64F5-75FF-E2C6D49D4846}"/>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0039A7FA-0A27-7EB1-8DF2-8B81A3CE3861}"/>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793F1559-36DD-1D42-FF1E-43B79BA07E84}"/>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C19A9104-74C6-52DF-A80E-C379AF418ECC}"/>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503C1EDC-D297-69F7-8650-7E000E5B5FC9}"/>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a:t>
            </a:r>
          </a:p>
        </p:txBody>
      </p:sp>
      <p:sp>
        <p:nvSpPr>
          <p:cNvPr id="14" name="TextBox 13">
            <a:extLst>
              <a:ext uri="{FF2B5EF4-FFF2-40B4-BE49-F238E27FC236}">
                <a16:creationId xmlns:a16="http://schemas.microsoft.com/office/drawing/2014/main" id="{B00BBA64-174C-2836-F8D9-61D12737FC96}"/>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2D147AC6-C360-7170-C899-7806878C245E}"/>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0F153713-D17D-9F37-23D1-B094992C037B}"/>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40122C7C-57FA-AFB3-3771-EE38CBEDC699}"/>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A60B1954-311A-15F8-EB73-6FEC06297CD4}"/>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27817F2C-F037-BA8D-3688-E7F9FFE9DFAD}"/>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FC298745-AF75-ACCC-C088-B2C00F4FB01A}"/>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10D01A20-DB5B-30C4-2743-BB54EEB9916F}"/>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CF8C8567-196A-14CF-029A-5109FD646B90}"/>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01931B12-FB66-C649-731A-55DAA637308C}"/>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44CA8B77-63B0-AADC-BA7A-AC903EBF7DD4}"/>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CD8C10AA-6C0A-B17A-5354-6CFC8E1146F9}"/>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3CC54FB0-2C20-2763-BAB7-FC03AB7D2296}"/>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354F5135-5643-C2DC-8ED1-1E72D0FF0575}"/>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B25615EB-3093-1201-7270-EB7427CF1A9A}"/>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B7A8A4A9-989B-26D9-8FEB-0777A759F5DC}"/>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CF446C04-995E-A426-DCE2-AD0FABC5B66A}"/>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0" name="TextBox 29">
            <a:extLst>
              <a:ext uri="{FF2B5EF4-FFF2-40B4-BE49-F238E27FC236}">
                <a16:creationId xmlns:a16="http://schemas.microsoft.com/office/drawing/2014/main" id="{04B2912E-411E-F0B0-A9F5-F1AF459BDB61}"/>
              </a:ext>
            </a:extLst>
          </p:cNvPr>
          <p:cNvSpPr txBox="1"/>
          <p:nvPr/>
        </p:nvSpPr>
        <p:spPr>
          <a:xfrm>
            <a:off x="6654802" y="1903821"/>
            <a:ext cx="570089" cy="230832"/>
          </a:xfrm>
          <a:prstGeom prst="rect">
            <a:avLst/>
          </a:prstGeom>
          <a:noFill/>
        </p:spPr>
        <p:txBody>
          <a:bodyPr wrap="square" rtlCol="0">
            <a:spAutoFit/>
          </a:bodyPr>
          <a:lstStyle/>
          <a:p>
            <a:pPr algn="ctr"/>
            <a:r>
              <a:rPr lang="en-US" sz="900" dirty="0"/>
              <a:t>58</a:t>
            </a:r>
          </a:p>
        </p:txBody>
      </p:sp>
      <p:sp>
        <p:nvSpPr>
          <p:cNvPr id="31" name="TextBox 30">
            <a:extLst>
              <a:ext uri="{FF2B5EF4-FFF2-40B4-BE49-F238E27FC236}">
                <a16:creationId xmlns:a16="http://schemas.microsoft.com/office/drawing/2014/main" id="{A9E4449B-51C0-8846-5807-556620C3E809}"/>
              </a:ext>
            </a:extLst>
          </p:cNvPr>
          <p:cNvSpPr txBox="1"/>
          <p:nvPr/>
        </p:nvSpPr>
        <p:spPr>
          <a:xfrm>
            <a:off x="7157158" y="1903821"/>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BAB7D53F-3183-A2DC-9EEB-1FC0076D698F}"/>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F566EDD0-ABEA-CDBB-E9CD-5746028F4481}"/>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D4FB40EA-43E2-A459-85AE-3AC484432FB7}"/>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03DD6B89-18FE-BB6D-E164-421B8242262F}"/>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8FD7E5D0-248F-1F76-E462-3F78DCDE6AC9}"/>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6100CFE4-03F9-6F2A-26EA-B2ED8B2EAE68}"/>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4C4E46C7-E50C-8B84-53B5-9096D4E1AAC4}"/>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186C3320-3BC5-9302-4B97-8E605A9DF963}"/>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B30F0E14-AE1C-A531-E425-06D28B9356EE}"/>
              </a:ext>
            </a:extLst>
          </p:cNvPr>
          <p:cNvSpPr txBox="1"/>
          <p:nvPr/>
        </p:nvSpPr>
        <p:spPr>
          <a:xfrm>
            <a:off x="4645378" y="3907597"/>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6605AAA1-04D2-2517-0457-E5485389D950}"/>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31A644E2-AAB1-5FC3-C9A3-1BC3ED7D8B68}"/>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45" name="TextBox 44">
            <a:extLst>
              <a:ext uri="{FF2B5EF4-FFF2-40B4-BE49-F238E27FC236}">
                <a16:creationId xmlns:a16="http://schemas.microsoft.com/office/drawing/2014/main" id="{02840933-DD19-B28A-6702-B3948F059DD1}"/>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A6A32359-9888-32B5-C0CF-F727FCEE6618}"/>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213E46F5-A954-DA55-30F7-A2C926F8677F}"/>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84FA8784-468B-8A3E-973F-F050295A441D}"/>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6DD5CEAB-597B-F86E-5438-6F4482899B99}"/>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1F1F89AD-4DE0-06C8-B6B6-9C414CE4EBC3}"/>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9E65140F-06CB-4F79-D240-F1E02B4AC0E2}"/>
              </a:ext>
            </a:extLst>
          </p:cNvPr>
          <p:cNvSpPr txBox="1"/>
          <p:nvPr/>
        </p:nvSpPr>
        <p:spPr>
          <a:xfrm>
            <a:off x="6654802" y="2404765"/>
            <a:ext cx="570089" cy="230832"/>
          </a:xfrm>
          <a:prstGeom prst="rect">
            <a:avLst/>
          </a:prstGeom>
          <a:noFill/>
        </p:spPr>
        <p:txBody>
          <a:bodyPr wrap="square" rtlCol="0">
            <a:spAutoFit/>
          </a:bodyPr>
          <a:lstStyle/>
          <a:p>
            <a:pPr algn="ctr"/>
            <a:r>
              <a:rPr lang="en-US" sz="900" dirty="0"/>
              <a:t>64</a:t>
            </a:r>
          </a:p>
        </p:txBody>
      </p:sp>
      <p:sp>
        <p:nvSpPr>
          <p:cNvPr id="51" name="TextBox 50">
            <a:extLst>
              <a:ext uri="{FF2B5EF4-FFF2-40B4-BE49-F238E27FC236}">
                <a16:creationId xmlns:a16="http://schemas.microsoft.com/office/drawing/2014/main" id="{800C45DC-A0ED-DFC3-02EB-522FDE931BDC}"/>
              </a:ext>
            </a:extLst>
          </p:cNvPr>
          <p:cNvSpPr txBox="1"/>
          <p:nvPr/>
        </p:nvSpPr>
        <p:spPr>
          <a:xfrm>
            <a:off x="5650090" y="3406653"/>
            <a:ext cx="570089" cy="230832"/>
          </a:xfrm>
          <a:prstGeom prst="rect">
            <a:avLst/>
          </a:prstGeom>
          <a:noFill/>
        </p:spPr>
        <p:txBody>
          <a:bodyPr wrap="square" rtlCol="0">
            <a:spAutoFit/>
          </a:bodyPr>
          <a:lstStyle/>
          <a:p>
            <a:pPr algn="ctr"/>
            <a:r>
              <a:rPr lang="en-US" sz="900" dirty="0"/>
              <a:t>46</a:t>
            </a:r>
          </a:p>
        </p:txBody>
      </p:sp>
      <p:sp>
        <p:nvSpPr>
          <p:cNvPr id="52" name="TextBox 51">
            <a:extLst>
              <a:ext uri="{FF2B5EF4-FFF2-40B4-BE49-F238E27FC236}">
                <a16:creationId xmlns:a16="http://schemas.microsoft.com/office/drawing/2014/main" id="{7671070C-B4B1-885E-B30D-B0D1D31D9432}"/>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0CAF2A36-5B31-63F6-E2C6-DB3E57C63128}"/>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32360CF0-F416-4EA1-41CC-04064461D775}"/>
              </a:ext>
            </a:extLst>
          </p:cNvPr>
          <p:cNvSpPr txBox="1"/>
          <p:nvPr/>
        </p:nvSpPr>
        <p:spPr>
          <a:xfrm>
            <a:off x="6152446" y="4408541"/>
            <a:ext cx="570089" cy="230832"/>
          </a:xfrm>
          <a:prstGeom prst="rect">
            <a:avLst/>
          </a:prstGeom>
          <a:noFill/>
        </p:spPr>
        <p:txBody>
          <a:bodyPr wrap="square" rtlCol="0">
            <a:spAutoFit/>
          </a:bodyPr>
          <a:lstStyle/>
          <a:p>
            <a:pPr algn="ctr"/>
            <a:r>
              <a:rPr lang="en-US" sz="900" dirty="0"/>
              <a:t>89</a:t>
            </a:r>
          </a:p>
        </p:txBody>
      </p:sp>
      <p:sp>
        <p:nvSpPr>
          <p:cNvPr id="54" name="TextBox 53">
            <a:extLst>
              <a:ext uri="{FF2B5EF4-FFF2-40B4-BE49-F238E27FC236}">
                <a16:creationId xmlns:a16="http://schemas.microsoft.com/office/drawing/2014/main" id="{F6C5B6BD-8E5D-FE3E-0759-D1A20B35E57E}"/>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58" name="TextBox 57">
            <a:extLst>
              <a:ext uri="{FF2B5EF4-FFF2-40B4-BE49-F238E27FC236}">
                <a16:creationId xmlns:a16="http://schemas.microsoft.com/office/drawing/2014/main" id="{0651715C-CC31-EE9E-1ABC-9EFE2C9F1FCD}"/>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9F5D4CEE-712E-1666-11B0-9234F1B2C7BF}"/>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836CC6EA-44AE-9AC3-E0DA-554E46FE1FBA}"/>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DB31855C-190B-1E2B-63C7-B1F56156C521}"/>
              </a:ext>
            </a:extLst>
          </p:cNvPr>
          <p:cNvSpPr txBox="1"/>
          <p:nvPr/>
        </p:nvSpPr>
        <p:spPr>
          <a:xfrm>
            <a:off x="6654802" y="3907597"/>
            <a:ext cx="570089" cy="230832"/>
          </a:xfrm>
          <a:prstGeom prst="rect">
            <a:avLst/>
          </a:prstGeom>
          <a:noFill/>
        </p:spPr>
        <p:txBody>
          <a:bodyPr wrap="square" rtlCol="0">
            <a:spAutoFit/>
          </a:bodyPr>
          <a:lstStyle/>
          <a:p>
            <a:pPr algn="ctr"/>
            <a:r>
              <a:rPr lang="en-US" sz="900" dirty="0"/>
              <a:t>21</a:t>
            </a:r>
          </a:p>
        </p:txBody>
      </p:sp>
    </p:spTree>
    <p:extLst>
      <p:ext uri="{BB962C8B-B14F-4D97-AF65-F5344CB8AC3E}">
        <p14:creationId xmlns:p14="http://schemas.microsoft.com/office/powerpoint/2010/main" val="27357635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AB809-A7A7-6145-754E-6AF332AA7A4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34C7526-8DEA-C66F-642F-9E6A951200C2}"/>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9136F6D-2B0A-F698-DB09-5B085AE3A8A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FD24BA4-772C-EA87-6582-64B150FB6AC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31B53FD-6F07-9A4E-9FAA-54D72F1B303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A1C5312-D9EB-9428-2B50-FAEF203F306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DF2399F-EDBB-4F94-5CEE-F5F161CD5D4F}"/>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CC98CC9D-D5B7-9EF4-C572-62D7CAA163BA}"/>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908C21E6-7143-FF69-57D0-663F81C8481B}"/>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A59B3562-7A0C-64C5-6018-CD9D46EBCAE8}"/>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64BDCC35-C411-DAF4-D60B-800F6BF6DAE0}"/>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a:t>
            </a:r>
          </a:p>
        </p:txBody>
      </p:sp>
      <p:sp>
        <p:nvSpPr>
          <p:cNvPr id="14" name="TextBox 13">
            <a:extLst>
              <a:ext uri="{FF2B5EF4-FFF2-40B4-BE49-F238E27FC236}">
                <a16:creationId xmlns:a16="http://schemas.microsoft.com/office/drawing/2014/main" id="{72CBD62B-066A-B582-FC82-D75793AA1089}"/>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CA142AA9-30B0-BA19-F76F-D73A841753BA}"/>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7A6FFA4D-62BE-12B9-9C6E-AC1B363B2D0F}"/>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BA0DF006-724B-85F1-9317-2A34816DD547}"/>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306D4AB0-FBFF-3703-725D-0E8C796D68B3}"/>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278EB465-8AD7-BDA5-A2B3-E477F3C7E4BD}"/>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EAD0DB9F-300A-C37B-C423-A874D6CFEA98}"/>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3D2063E3-87FD-04EA-455D-872524C1B04A}"/>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38509356-8500-B457-78A9-418F10EE70FD}"/>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4419BE33-DADD-5149-80E3-77405F352B4A}"/>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53567A00-B86A-32FA-E222-6495BB9A5744}"/>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B5D39FDA-3558-EE40-C715-642EFA34F7D9}"/>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C2FCC559-2BF9-B54C-5AE7-534DF7069FB3}"/>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95CD587B-62FB-A175-D528-9BCE15524CCD}"/>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93C31B50-D99E-D597-7902-975050713CF2}"/>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2A94A8FC-01FA-7958-86CB-28AFAFA73239}"/>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161296AB-FCBD-040C-9E4C-0D63A93954E1}"/>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0" name="TextBox 29">
            <a:extLst>
              <a:ext uri="{FF2B5EF4-FFF2-40B4-BE49-F238E27FC236}">
                <a16:creationId xmlns:a16="http://schemas.microsoft.com/office/drawing/2014/main" id="{58E26743-C832-4905-F479-3C33CE601610}"/>
              </a:ext>
            </a:extLst>
          </p:cNvPr>
          <p:cNvSpPr txBox="1"/>
          <p:nvPr/>
        </p:nvSpPr>
        <p:spPr>
          <a:xfrm>
            <a:off x="6654802" y="1903821"/>
            <a:ext cx="570089" cy="230832"/>
          </a:xfrm>
          <a:prstGeom prst="rect">
            <a:avLst/>
          </a:prstGeom>
          <a:noFill/>
        </p:spPr>
        <p:txBody>
          <a:bodyPr wrap="square" rtlCol="0">
            <a:spAutoFit/>
          </a:bodyPr>
          <a:lstStyle/>
          <a:p>
            <a:pPr algn="ctr"/>
            <a:r>
              <a:rPr lang="en-US" sz="900" dirty="0"/>
              <a:t>58</a:t>
            </a:r>
          </a:p>
        </p:txBody>
      </p:sp>
      <p:sp>
        <p:nvSpPr>
          <p:cNvPr id="31" name="TextBox 30">
            <a:extLst>
              <a:ext uri="{FF2B5EF4-FFF2-40B4-BE49-F238E27FC236}">
                <a16:creationId xmlns:a16="http://schemas.microsoft.com/office/drawing/2014/main" id="{7E9E372B-E9E7-3BD9-DBC3-B4F7C5CD0E9A}"/>
              </a:ext>
            </a:extLst>
          </p:cNvPr>
          <p:cNvSpPr txBox="1"/>
          <p:nvPr/>
        </p:nvSpPr>
        <p:spPr>
          <a:xfrm>
            <a:off x="7157158" y="1903821"/>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C296E043-BB27-53D8-4C3A-FFADA498F91D}"/>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9BBB4EC0-CD30-5187-BACE-881D4D68F9B1}"/>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AFF53093-F256-CFF6-A647-58C92DEE8221}"/>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422CD96A-BFEE-1007-6446-B8F2D133BC5F}"/>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34992C70-6CF8-ABF1-1F77-CF2A2443BB9A}"/>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8AE50C76-42E4-85CB-3254-F21F6C50AD46}"/>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5BDCD9BD-4BEF-5DBD-77FD-0AD907A50BEE}"/>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D9908E67-C913-BE87-7970-9239049F4BE5}"/>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97056E42-878A-0F50-DDC0-386A78B4418D}"/>
              </a:ext>
            </a:extLst>
          </p:cNvPr>
          <p:cNvSpPr txBox="1"/>
          <p:nvPr/>
        </p:nvSpPr>
        <p:spPr>
          <a:xfrm>
            <a:off x="4645378" y="3907597"/>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B5CC73F7-8E9B-32F3-F398-2A239032A869}"/>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9BE8C228-C02D-837E-237C-7783D47C4AFC}"/>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45" name="TextBox 44">
            <a:extLst>
              <a:ext uri="{FF2B5EF4-FFF2-40B4-BE49-F238E27FC236}">
                <a16:creationId xmlns:a16="http://schemas.microsoft.com/office/drawing/2014/main" id="{E40080E7-4316-41E0-AF3E-193314474ABB}"/>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00B24208-9995-A028-E1CE-6D963234DAC5}"/>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E7018617-29D6-62D4-4D5D-9EC93E324C15}"/>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1D6C360F-38AF-2907-5D4E-043DAC703EF6}"/>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9BA87BD9-09EC-4A9D-2B17-9474FEE92698}"/>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66F9D5E1-6091-1204-58B0-EEDC1475E5B6}"/>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E389218B-3DE5-071A-0A95-60378D213B8F}"/>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7252AB69-4CA8-442B-1665-92686899D326}"/>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9CBDFBF4-D08D-6BFD-2168-B5BED1459EFA}"/>
              </a:ext>
            </a:extLst>
          </p:cNvPr>
          <p:cNvSpPr txBox="1"/>
          <p:nvPr/>
        </p:nvSpPr>
        <p:spPr>
          <a:xfrm>
            <a:off x="6152446" y="4408541"/>
            <a:ext cx="570089" cy="230832"/>
          </a:xfrm>
          <a:prstGeom prst="rect">
            <a:avLst/>
          </a:prstGeom>
          <a:noFill/>
        </p:spPr>
        <p:txBody>
          <a:bodyPr wrap="square" rtlCol="0">
            <a:spAutoFit/>
          </a:bodyPr>
          <a:lstStyle/>
          <a:p>
            <a:pPr algn="ctr"/>
            <a:r>
              <a:rPr lang="en-US" sz="900" dirty="0"/>
              <a:t>89</a:t>
            </a:r>
          </a:p>
        </p:txBody>
      </p:sp>
      <p:sp>
        <p:nvSpPr>
          <p:cNvPr id="54" name="TextBox 53">
            <a:extLst>
              <a:ext uri="{FF2B5EF4-FFF2-40B4-BE49-F238E27FC236}">
                <a16:creationId xmlns:a16="http://schemas.microsoft.com/office/drawing/2014/main" id="{CB8BAAB9-03B8-3152-C6BC-647335B3643F}"/>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58" name="TextBox 57">
            <a:extLst>
              <a:ext uri="{FF2B5EF4-FFF2-40B4-BE49-F238E27FC236}">
                <a16:creationId xmlns:a16="http://schemas.microsoft.com/office/drawing/2014/main" id="{3074C390-F236-31F3-1CD2-B8C080D6224F}"/>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8D989574-8F7B-F188-6843-9B7660156606}"/>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8E45AE6A-ACEA-65F1-E1B2-861A33558511}"/>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B20EF639-598D-6D4D-BF44-8674724F0F3F}"/>
              </a:ext>
            </a:extLst>
          </p:cNvPr>
          <p:cNvSpPr txBox="1"/>
          <p:nvPr/>
        </p:nvSpPr>
        <p:spPr>
          <a:xfrm>
            <a:off x="6654802" y="3907597"/>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F3DB80BF-798A-5367-6A03-FEBE4D51BDC9}"/>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94415F3A-0D0F-2814-E750-47C832472BE5}"/>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7785576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B3B4C-7E06-734F-4D9B-20DFA37DFB8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64EABC-02E0-0511-126A-18A0323760C2}"/>
              </a:ext>
            </a:extLst>
          </p:cNvPr>
          <p:cNvSpPr>
            <a:spLocks noGrp="1"/>
          </p:cNvSpPr>
          <p:nvPr>
            <p:ph sz="half" idx="1"/>
          </p:nvPr>
        </p:nvSpPr>
        <p:spPr/>
        <p:txBody>
          <a:bodyPr>
            <a:normAutofit/>
          </a:bodyPr>
          <a:lstStyle/>
          <a:p>
            <a:r>
              <a:rPr lang="en-US" dirty="0"/>
              <a:t>Last possible 8 in right center block.</a:t>
            </a:r>
          </a:p>
        </p:txBody>
      </p:sp>
      <p:pic>
        <p:nvPicPr>
          <p:cNvPr id="4" name="Picture 3" descr="A grid of sudoku puzzle&#10;&#10;Description automatically generated">
            <a:extLst>
              <a:ext uri="{FF2B5EF4-FFF2-40B4-BE49-F238E27FC236}">
                <a16:creationId xmlns:a16="http://schemas.microsoft.com/office/drawing/2014/main" id="{7472BFE7-8DEB-3CD4-8FFA-FCE79044D1A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3429926-AD09-81B1-3D7D-631FD629FF0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599EDD5-14B5-91E0-467D-FA3565712AD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5502AC5-0934-A85F-49BF-653FB4B58CA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C8E695A-6E74-92DE-C209-E6B1A16DE018}"/>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FC6B0578-C95C-8119-A07C-8A2AEB8DE4FC}"/>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3E292873-846A-4094-A65C-8359BA564D12}"/>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44B59E77-EA8E-294A-98F4-3AE1CEA174D1}"/>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54608A1A-E4E4-7CA2-E7C1-163B78467EE2}"/>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a:t>
            </a:r>
          </a:p>
        </p:txBody>
      </p:sp>
      <p:sp>
        <p:nvSpPr>
          <p:cNvPr id="14" name="TextBox 13">
            <a:extLst>
              <a:ext uri="{FF2B5EF4-FFF2-40B4-BE49-F238E27FC236}">
                <a16:creationId xmlns:a16="http://schemas.microsoft.com/office/drawing/2014/main" id="{6DC06ECD-C887-ECFD-F1A5-03D827671CFC}"/>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235E3C09-45E3-981D-58C1-81D865C851C2}"/>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AD1BEDB0-BBA8-9217-F42F-264CE168AFB6}"/>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4EA57112-3008-0CD1-507B-A153B4313755}"/>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5845744A-D926-511E-F78A-AA4B80F9411E}"/>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400A4CF2-E0CB-C755-9911-8E087BA8D199}"/>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9F7561EA-CA1D-593F-A929-C168E999B4C1}"/>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AD0C5398-A8F8-80CF-ACF8-05019FF74861}"/>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AC4478B8-FB9C-E9B9-27FC-29AC29F1707C}"/>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2EA1D253-17BD-469F-01B9-337CCFDF5A12}"/>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933FA5CD-0EE0-C290-2FEC-AD48017AD150}"/>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97B527C0-1D87-D4B2-A6BA-E56C3E7F17A3}"/>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5215726C-D4EE-952E-4776-FB99304FDDBA}"/>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88C49C9D-998A-556A-CED3-D2BCD2CDC0A1}"/>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DAF1C716-E291-A41B-69D3-D30A52DDC4D7}"/>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8AD2739F-A39F-9B1E-5B12-19773A48052A}"/>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7A3EA945-A9B9-A2B8-D489-C5364622BFD8}"/>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0" name="TextBox 29">
            <a:extLst>
              <a:ext uri="{FF2B5EF4-FFF2-40B4-BE49-F238E27FC236}">
                <a16:creationId xmlns:a16="http://schemas.microsoft.com/office/drawing/2014/main" id="{5A13B627-F509-57A9-DD0F-FD609A1DA1B3}"/>
              </a:ext>
            </a:extLst>
          </p:cNvPr>
          <p:cNvSpPr txBox="1"/>
          <p:nvPr/>
        </p:nvSpPr>
        <p:spPr>
          <a:xfrm>
            <a:off x="6654802" y="1903821"/>
            <a:ext cx="570089" cy="230832"/>
          </a:xfrm>
          <a:prstGeom prst="rect">
            <a:avLst/>
          </a:prstGeom>
          <a:noFill/>
        </p:spPr>
        <p:txBody>
          <a:bodyPr wrap="square" rtlCol="0">
            <a:spAutoFit/>
          </a:bodyPr>
          <a:lstStyle/>
          <a:p>
            <a:pPr algn="ctr"/>
            <a:r>
              <a:rPr lang="en-US" sz="900" dirty="0"/>
              <a:t>58</a:t>
            </a:r>
          </a:p>
        </p:txBody>
      </p:sp>
      <p:sp>
        <p:nvSpPr>
          <p:cNvPr id="31" name="TextBox 30">
            <a:extLst>
              <a:ext uri="{FF2B5EF4-FFF2-40B4-BE49-F238E27FC236}">
                <a16:creationId xmlns:a16="http://schemas.microsoft.com/office/drawing/2014/main" id="{486478B4-2A7D-7B38-241B-F3384A67785D}"/>
              </a:ext>
            </a:extLst>
          </p:cNvPr>
          <p:cNvSpPr txBox="1"/>
          <p:nvPr/>
        </p:nvSpPr>
        <p:spPr>
          <a:xfrm>
            <a:off x="7157158" y="1903821"/>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AF3188AE-03A2-75C7-B246-3D3E1386BDDC}"/>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AB28EB0C-3CB2-39CF-C681-746571268E1B}"/>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08BC49F0-D3B0-5517-2E86-B41A22075A73}"/>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869CE726-D2F4-1571-0AD5-E2A0D7701526}"/>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0B8728B9-8DF8-C48A-245E-76E9F1CAD3D6}"/>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F7340DEA-9908-AD4E-0F94-AF51344E969F}"/>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BE49428A-9B78-A385-D3E1-0E20E3D74C95}"/>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4BFD825C-63EB-B997-0C88-D627C668FC9F}"/>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EDABF98D-9078-99FC-6A8A-A61D7AFBBAE8}"/>
              </a:ext>
            </a:extLst>
          </p:cNvPr>
          <p:cNvSpPr txBox="1"/>
          <p:nvPr/>
        </p:nvSpPr>
        <p:spPr>
          <a:xfrm>
            <a:off x="4645378" y="3907597"/>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CED4F79A-AD26-1B21-6C68-613500B2C005}"/>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0ACBD14A-111E-C2C9-3E95-F73BEE6F6170}"/>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45" name="TextBox 44">
            <a:extLst>
              <a:ext uri="{FF2B5EF4-FFF2-40B4-BE49-F238E27FC236}">
                <a16:creationId xmlns:a16="http://schemas.microsoft.com/office/drawing/2014/main" id="{DE358B6D-6F5F-5952-D2C3-FC12ED79774B}"/>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53A86445-BABA-3C9E-DFE7-641C5F67F41F}"/>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9249E373-C8EA-950C-5F75-C5F74CCCD0A6}"/>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2A10F380-8893-1738-E677-AC646138268A}"/>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8F07618F-A81A-6C3E-3AE5-23F4A66B4C35}"/>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F1CAF3AB-EDA9-A367-0004-D6F8B2B641FE}"/>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54887C65-6A23-B621-CE51-4F6BE12EE4AC}"/>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1B45DAD9-4CB9-346F-9755-BBF1A6A75CB7}"/>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5961459B-C3D9-EFA0-CEC0-AB92EF671CBC}"/>
              </a:ext>
            </a:extLst>
          </p:cNvPr>
          <p:cNvSpPr txBox="1"/>
          <p:nvPr/>
        </p:nvSpPr>
        <p:spPr>
          <a:xfrm>
            <a:off x="6152446" y="4408541"/>
            <a:ext cx="570089" cy="230832"/>
          </a:xfrm>
          <a:prstGeom prst="rect">
            <a:avLst/>
          </a:prstGeom>
          <a:noFill/>
        </p:spPr>
        <p:txBody>
          <a:bodyPr wrap="square" rtlCol="0">
            <a:spAutoFit/>
          </a:bodyPr>
          <a:lstStyle/>
          <a:p>
            <a:pPr algn="ctr"/>
            <a:r>
              <a:rPr lang="en-US" sz="900" dirty="0"/>
              <a:t>89</a:t>
            </a:r>
          </a:p>
        </p:txBody>
      </p:sp>
      <p:sp>
        <p:nvSpPr>
          <p:cNvPr id="54" name="TextBox 53">
            <a:extLst>
              <a:ext uri="{FF2B5EF4-FFF2-40B4-BE49-F238E27FC236}">
                <a16:creationId xmlns:a16="http://schemas.microsoft.com/office/drawing/2014/main" id="{49E44494-2943-1277-63F5-2A106487D03A}"/>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58" name="TextBox 57">
            <a:extLst>
              <a:ext uri="{FF2B5EF4-FFF2-40B4-BE49-F238E27FC236}">
                <a16:creationId xmlns:a16="http://schemas.microsoft.com/office/drawing/2014/main" id="{0E2DC598-8139-5A9B-66DD-E22349E83F24}"/>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28CBBB52-6DD5-B679-45F2-F1123535375C}"/>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FB4B1F71-846F-93F9-EBBE-3AE183019274}"/>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54375FB7-11D7-3D75-7199-B620FEC28061}"/>
              </a:ext>
            </a:extLst>
          </p:cNvPr>
          <p:cNvSpPr txBox="1"/>
          <p:nvPr/>
        </p:nvSpPr>
        <p:spPr>
          <a:xfrm>
            <a:off x="6654802" y="3907597"/>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15E2E37A-3070-4BC3-DD18-9CCC49ED6BB3}"/>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AF1842F9-3C18-08CF-4A18-8A7D36E06C21}"/>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107C3CCF-A7CE-BFB2-D7B9-A469D719F3E5}"/>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7386281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1BA58-C6A6-85ED-7C86-109B4C128AA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E89379-4C50-176C-C310-15A8B51751DB}"/>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C289B8B-4A61-6155-0C1B-0F1B07D5E1D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3AC402A-6230-8FD8-425A-A66C5E3C7E8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162E0E2-F691-ED56-3BC8-B6318D303F7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FDDA34A-2619-1E86-5273-88F10970793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A1C8D73-0763-C66B-7CCD-3EDDE9F63714}"/>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B4CE871C-2C47-2ED0-F0EB-E9E3B0229CA1}"/>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BDCE814C-5190-BC11-DFD3-DD9C42F7707A}"/>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29CAC45C-D957-CE92-1B6C-73C82797FE6D}"/>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C0D8425F-13F7-26D2-CC47-A8400631F6FA}"/>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a:t>
            </a:r>
          </a:p>
        </p:txBody>
      </p:sp>
      <p:sp>
        <p:nvSpPr>
          <p:cNvPr id="14" name="TextBox 13">
            <a:extLst>
              <a:ext uri="{FF2B5EF4-FFF2-40B4-BE49-F238E27FC236}">
                <a16:creationId xmlns:a16="http://schemas.microsoft.com/office/drawing/2014/main" id="{A6B211A2-C7D6-4EE7-A5C0-1D42C44E8B9D}"/>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79FBE17A-6C43-1F32-9505-725CC0B6B8F1}"/>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30FA3560-5B80-B59D-4CBD-4220734DCA3E}"/>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C606344E-F635-76DE-3F1B-42D83F1AB7B8}"/>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BCE9D522-8D9D-544E-E217-985DDDD927D7}"/>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DE399078-5B42-A775-E719-0BDF0C2FC72C}"/>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A4BA0069-57CA-F926-12C8-E226FDD79A01}"/>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1E909218-EB53-0DF3-6A13-FD74BD76A5D2}"/>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0E94BE3F-EBA8-7B2B-93A0-0248682F5E27}"/>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82BBBA5E-D2BF-F7BD-96E0-6AF328B4BE20}"/>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0C627F61-2C9B-A051-EAF6-029FE4D2788F}"/>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6AD0A76B-9F9C-E409-6F61-134383D9EF07}"/>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9725B97A-EE3F-00C1-8D1B-3E37E362FF69}"/>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6F872812-4E74-5D0A-B930-2936F9AB082D}"/>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43A2B8E2-CE7C-A3D3-963D-102FA929D959}"/>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83AEFA91-4A3B-0A0A-8F38-D585E7F37D35}"/>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C0E30FDE-1E0B-EC3C-B755-4F1F77927F01}"/>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E7CBC889-FE60-5F66-6437-A4ACD888B052}"/>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DDB07CE2-C436-CAA3-914A-D7F4CD4AE985}"/>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DD406BF4-59DE-060D-9A5A-2213144FD602}"/>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04886091-C988-750A-535B-52B029A64EE0}"/>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F011E8E6-445E-8F71-E46B-7258CADD90C7}"/>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E743812C-F0EB-E827-E9E1-B0C734A5339C}"/>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0AE77BC7-8FD2-DBC0-F0C6-48F1D99392B7}"/>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96DA3B44-1462-754E-BFD2-BDC2BB429B78}"/>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DC5B4A9A-F22F-902A-9A81-106754536851}"/>
              </a:ext>
            </a:extLst>
          </p:cNvPr>
          <p:cNvSpPr txBox="1"/>
          <p:nvPr/>
        </p:nvSpPr>
        <p:spPr>
          <a:xfrm>
            <a:off x="4645378" y="3907597"/>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138F58EE-8788-FD78-12C9-52F29590800D}"/>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86B61115-8CDF-5AD2-0D28-94C67C85CD36}"/>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45" name="TextBox 44">
            <a:extLst>
              <a:ext uri="{FF2B5EF4-FFF2-40B4-BE49-F238E27FC236}">
                <a16:creationId xmlns:a16="http://schemas.microsoft.com/office/drawing/2014/main" id="{1E4426D0-C3BB-7877-13D0-0C2401B5683D}"/>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A3AF3CF8-31E2-A894-4022-42AE8F42349B}"/>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9B677767-AA97-2640-42F2-5D4FFF779CE5}"/>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16F6BB31-BCB9-0FBD-6A25-BB4F7BF9C58E}"/>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6E24429C-D6F7-0457-8845-DA516B237D2E}"/>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85F3664F-DA2E-7D85-FCEF-981CAF5EC43F}"/>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FD07E052-3C6D-9E35-D3BD-956D1A6F25D1}"/>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6253BB2C-68B8-2517-EDA2-662D0BA21526}"/>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35624EAE-CFE8-8AF1-9EC2-DBB3387E2D68}"/>
              </a:ext>
            </a:extLst>
          </p:cNvPr>
          <p:cNvSpPr txBox="1"/>
          <p:nvPr/>
        </p:nvSpPr>
        <p:spPr>
          <a:xfrm>
            <a:off x="6152446" y="4408541"/>
            <a:ext cx="570089" cy="230832"/>
          </a:xfrm>
          <a:prstGeom prst="rect">
            <a:avLst/>
          </a:prstGeom>
          <a:noFill/>
        </p:spPr>
        <p:txBody>
          <a:bodyPr wrap="square" rtlCol="0">
            <a:spAutoFit/>
          </a:bodyPr>
          <a:lstStyle/>
          <a:p>
            <a:pPr algn="ctr"/>
            <a:r>
              <a:rPr lang="en-US" sz="900" dirty="0"/>
              <a:t>89</a:t>
            </a:r>
          </a:p>
        </p:txBody>
      </p:sp>
      <p:sp>
        <p:nvSpPr>
          <p:cNvPr id="54" name="TextBox 53">
            <a:extLst>
              <a:ext uri="{FF2B5EF4-FFF2-40B4-BE49-F238E27FC236}">
                <a16:creationId xmlns:a16="http://schemas.microsoft.com/office/drawing/2014/main" id="{1E5CBE5C-721C-2DDE-50E7-F045D54DFFEB}"/>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58" name="TextBox 57">
            <a:extLst>
              <a:ext uri="{FF2B5EF4-FFF2-40B4-BE49-F238E27FC236}">
                <a16:creationId xmlns:a16="http://schemas.microsoft.com/office/drawing/2014/main" id="{50E32A25-4C8C-662C-2A2C-800BABBCFBFB}"/>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55C95BE9-2EDF-900D-0EB3-F815D6F06EF4}"/>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CC8BE167-5875-CA74-4C82-755F921BE3FC}"/>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F05DEA6C-9100-CBBD-6E0B-A94F43F05E64}"/>
              </a:ext>
            </a:extLst>
          </p:cNvPr>
          <p:cNvSpPr txBox="1"/>
          <p:nvPr/>
        </p:nvSpPr>
        <p:spPr>
          <a:xfrm>
            <a:off x="6654802" y="3907597"/>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729B4B4D-FDBF-B85C-6AA7-41F1B0169E3A}"/>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DEA19AE7-89F2-88EA-3F51-3F8177E7B0FC}"/>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DA761857-C610-DA19-BB42-95280C3D1774}"/>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BFE137CC-D7E4-2A86-0E7C-C83D810231DD}"/>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90234A72-1D62-EB19-724A-4F18CC055B82}"/>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3160478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3B640-DA28-8142-A8E0-E88E39FFC59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8A54C3-7B66-A90D-70CD-6BCFD121C138}"/>
              </a:ext>
            </a:extLst>
          </p:cNvPr>
          <p:cNvSpPr>
            <a:spLocks noGrp="1"/>
          </p:cNvSpPr>
          <p:nvPr>
            <p:ph sz="half" idx="1"/>
          </p:nvPr>
        </p:nvSpPr>
        <p:spPr/>
        <p:txBody>
          <a:bodyPr>
            <a:normAutofit/>
          </a:bodyPr>
          <a:lstStyle/>
          <a:p>
            <a:r>
              <a:rPr lang="en-US" dirty="0"/>
              <a:t>Complete Columns 8 and 9.</a:t>
            </a:r>
          </a:p>
        </p:txBody>
      </p:sp>
      <p:pic>
        <p:nvPicPr>
          <p:cNvPr id="4" name="Picture 3" descr="A grid of sudoku puzzle&#10;&#10;Description automatically generated">
            <a:extLst>
              <a:ext uri="{FF2B5EF4-FFF2-40B4-BE49-F238E27FC236}">
                <a16:creationId xmlns:a16="http://schemas.microsoft.com/office/drawing/2014/main" id="{E209268C-9321-6D9E-4E4D-62816972193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A1A1AD0-9521-273B-05E2-412CDBD700F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20DA4C5-20EA-C985-43C1-C2D921FB6B7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173CD5D-CCBD-4F39-C796-82D362AAAA9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1C7C93C-160E-6118-6358-F7FCB39164A4}"/>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03D18C96-4AC3-61DA-FC8C-16F895384ED2}"/>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E014D086-0754-9E84-098D-35701DB1E382}"/>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1379E73A-FF0E-C884-C9F9-45BCECA27387}"/>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4B2E59F6-DB89-BF2F-F856-82BE7ED16CC3}"/>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a:t>
            </a:r>
          </a:p>
        </p:txBody>
      </p:sp>
      <p:sp>
        <p:nvSpPr>
          <p:cNvPr id="14" name="TextBox 13">
            <a:extLst>
              <a:ext uri="{FF2B5EF4-FFF2-40B4-BE49-F238E27FC236}">
                <a16:creationId xmlns:a16="http://schemas.microsoft.com/office/drawing/2014/main" id="{A0EE9CB6-798A-C15F-6910-332B1B9B0081}"/>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C196AF2C-2360-A6D0-2830-156F45F6D6DD}"/>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8B852962-3323-501F-6881-ED356DD636BA}"/>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750C9520-E748-EDA2-4881-8D3000D0C7A0}"/>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842E6B82-97A9-9E8C-B391-6D6C54218E4D}"/>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437B882F-D2EF-BB2E-18BF-8B20D766A59A}"/>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3EFC9441-7846-E3EF-9830-EE82F6BE25EB}"/>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86FF5E03-8121-4D5D-6DF5-B871A93053E8}"/>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8CC0E5B5-51E4-BEAC-681F-E699C666AE86}"/>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01C95C15-47CC-6998-6112-E94EC775FE36}"/>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5358D537-0903-10DF-D9F1-82F50F3ECC53}"/>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4640645C-3C3B-3A61-DC43-0FEC0018EDAB}"/>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23D97221-56AE-A3B7-2DEA-769A6986B693}"/>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320D2759-9D6D-8A2A-3776-E889EF3E0315}"/>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A31E8757-3F0F-5C59-99B6-0E40A997673C}"/>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A5485EF5-2BA9-7643-ECC1-01B1A4BBA035}"/>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656D456D-27EC-C4D3-DBE5-71882277928C}"/>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DAA0F264-A535-C75F-BECD-CAE71755E4DD}"/>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8101A1D1-EA5F-5268-7715-F6F02AECBC11}"/>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CF23D889-5E7D-A5D2-84C3-DBEF13BA086D}"/>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C2232174-B6C7-1A31-46EA-9482BFABC8F4}"/>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BA53ADAA-EC1A-9EF8-5430-DB7AEC5C0E72}"/>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2DA0DD31-280B-BAAA-59E6-BDAF36D6D1C7}"/>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5FE9C583-396F-0CD7-16BC-6734A11E6E82}"/>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2F22840F-77B2-ADFF-1A80-12EBCEABB795}"/>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1E7EFAF3-AA78-ED81-2D3A-5439F7980A5D}"/>
              </a:ext>
            </a:extLst>
          </p:cNvPr>
          <p:cNvSpPr txBox="1"/>
          <p:nvPr/>
        </p:nvSpPr>
        <p:spPr>
          <a:xfrm>
            <a:off x="4645378" y="3907597"/>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B5E98A88-C5A5-E870-060F-6E53DA038B3F}"/>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C148BF47-C433-15E2-34C6-C67476A0C9F7}"/>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45" name="TextBox 44">
            <a:extLst>
              <a:ext uri="{FF2B5EF4-FFF2-40B4-BE49-F238E27FC236}">
                <a16:creationId xmlns:a16="http://schemas.microsoft.com/office/drawing/2014/main" id="{918C6FC2-3150-E111-65E7-FFDFACFEB342}"/>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BF060756-D6A8-B8DC-C3AB-D4A32E60B709}"/>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2B863C86-26B0-08A1-8BAB-40461006DA3A}"/>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E8CD8DD7-1FF3-2833-9CFD-9EBAD1F76E36}"/>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6DF260A6-AD51-82ED-B5AA-A5E3E103E806}"/>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FA01462B-E58D-B235-EC93-C4C403110FE5}"/>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CBCE5123-B5B2-471D-D0F9-F1F2F4A0ABE9}"/>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006DB1C6-CA6F-E64E-A1D7-EB9AC3DC2B99}"/>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2DFBF8D8-E08C-BE31-8BB5-67225B8C36C1}"/>
              </a:ext>
            </a:extLst>
          </p:cNvPr>
          <p:cNvSpPr txBox="1"/>
          <p:nvPr/>
        </p:nvSpPr>
        <p:spPr>
          <a:xfrm>
            <a:off x="6152446" y="4408541"/>
            <a:ext cx="570089" cy="230832"/>
          </a:xfrm>
          <a:prstGeom prst="rect">
            <a:avLst/>
          </a:prstGeom>
          <a:noFill/>
        </p:spPr>
        <p:txBody>
          <a:bodyPr wrap="square" rtlCol="0">
            <a:spAutoFit/>
          </a:bodyPr>
          <a:lstStyle/>
          <a:p>
            <a:pPr algn="ctr"/>
            <a:r>
              <a:rPr lang="en-US" sz="900" dirty="0"/>
              <a:t>89</a:t>
            </a:r>
          </a:p>
        </p:txBody>
      </p:sp>
      <p:sp>
        <p:nvSpPr>
          <p:cNvPr id="54" name="TextBox 53">
            <a:extLst>
              <a:ext uri="{FF2B5EF4-FFF2-40B4-BE49-F238E27FC236}">
                <a16:creationId xmlns:a16="http://schemas.microsoft.com/office/drawing/2014/main" id="{B7D4C5E2-D9C9-D4A8-D568-5FA3E1B5DB36}"/>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58" name="TextBox 57">
            <a:extLst>
              <a:ext uri="{FF2B5EF4-FFF2-40B4-BE49-F238E27FC236}">
                <a16:creationId xmlns:a16="http://schemas.microsoft.com/office/drawing/2014/main" id="{B28838FE-0CF9-6F36-E350-DC40462C601B}"/>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7F1BB434-7C11-D755-5818-84855E09BF38}"/>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189DDC9E-A98B-9454-C04C-A0538E7CDDBB}"/>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E652CFA0-2CA5-F6F1-D5AA-2EC99F47008E}"/>
              </a:ext>
            </a:extLst>
          </p:cNvPr>
          <p:cNvSpPr txBox="1"/>
          <p:nvPr/>
        </p:nvSpPr>
        <p:spPr>
          <a:xfrm>
            <a:off x="6654802" y="3907597"/>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178C66AB-B896-E431-F22E-182617542809}"/>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BB7AD88D-DB5B-286B-F37A-475A764F0979}"/>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74408074-6B0A-9855-D864-ECCA29173DCF}"/>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910904F8-F29D-1EE9-72D7-5F1FD9292FDF}"/>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1EEBC918-88F8-E26B-28C0-8A9AFDFDAE86}"/>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244276EB-DA9F-EC42-4D0F-5897085A1374}"/>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1237</a:t>
            </a:r>
          </a:p>
        </p:txBody>
      </p:sp>
      <p:sp>
        <p:nvSpPr>
          <p:cNvPr id="31" name="TextBox 30">
            <a:extLst>
              <a:ext uri="{FF2B5EF4-FFF2-40B4-BE49-F238E27FC236}">
                <a16:creationId xmlns:a16="http://schemas.microsoft.com/office/drawing/2014/main" id="{EE5D5FB9-60C9-CEBF-066D-F4D570E2EA31}"/>
              </a:ext>
            </a:extLst>
          </p:cNvPr>
          <p:cNvSpPr txBox="1"/>
          <p:nvPr/>
        </p:nvSpPr>
        <p:spPr>
          <a:xfrm>
            <a:off x="6654802" y="4408541"/>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25DD117F-E9DB-0E31-493A-D39397DD2610}"/>
              </a:ext>
            </a:extLst>
          </p:cNvPr>
          <p:cNvSpPr txBox="1"/>
          <p:nvPr/>
        </p:nvSpPr>
        <p:spPr>
          <a:xfrm>
            <a:off x="7157158" y="4408541"/>
            <a:ext cx="570089" cy="230832"/>
          </a:xfrm>
          <a:prstGeom prst="rect">
            <a:avLst/>
          </a:prstGeom>
          <a:noFill/>
        </p:spPr>
        <p:txBody>
          <a:bodyPr wrap="square" rtlCol="0">
            <a:spAutoFit/>
          </a:bodyPr>
          <a:lstStyle/>
          <a:p>
            <a:pPr algn="ctr"/>
            <a:r>
              <a:rPr lang="en-US" sz="900" dirty="0"/>
              <a:t>1237</a:t>
            </a:r>
          </a:p>
        </p:txBody>
      </p:sp>
      <p:sp>
        <p:nvSpPr>
          <p:cNvPr id="62" name="TextBox 61">
            <a:extLst>
              <a:ext uri="{FF2B5EF4-FFF2-40B4-BE49-F238E27FC236}">
                <a16:creationId xmlns:a16="http://schemas.microsoft.com/office/drawing/2014/main" id="{E5261893-7DEE-2572-26A3-FF230B8453A8}"/>
              </a:ext>
            </a:extLst>
          </p:cNvPr>
          <p:cNvSpPr txBox="1"/>
          <p:nvPr/>
        </p:nvSpPr>
        <p:spPr>
          <a:xfrm>
            <a:off x="6654802" y="4909484"/>
            <a:ext cx="570089" cy="230832"/>
          </a:xfrm>
          <a:prstGeom prst="rect">
            <a:avLst/>
          </a:prstGeom>
          <a:noFill/>
        </p:spPr>
        <p:txBody>
          <a:bodyPr wrap="square" rtlCol="0">
            <a:spAutoFit/>
          </a:bodyPr>
          <a:lstStyle/>
          <a:p>
            <a:pPr algn="ctr"/>
            <a:r>
              <a:rPr lang="en-US" sz="900" dirty="0"/>
              <a:t>54</a:t>
            </a:r>
          </a:p>
        </p:txBody>
      </p:sp>
      <p:sp>
        <p:nvSpPr>
          <p:cNvPr id="63" name="TextBox 62">
            <a:extLst>
              <a:ext uri="{FF2B5EF4-FFF2-40B4-BE49-F238E27FC236}">
                <a16:creationId xmlns:a16="http://schemas.microsoft.com/office/drawing/2014/main" id="{D7C0840B-B842-00CC-F47E-F830503E4174}"/>
              </a:ext>
            </a:extLst>
          </p:cNvPr>
          <p:cNvSpPr txBox="1"/>
          <p:nvPr/>
        </p:nvSpPr>
        <p:spPr>
          <a:xfrm>
            <a:off x="7157158" y="4909484"/>
            <a:ext cx="570089" cy="230832"/>
          </a:xfrm>
          <a:prstGeom prst="rect">
            <a:avLst/>
          </a:prstGeom>
          <a:noFill/>
        </p:spPr>
        <p:txBody>
          <a:bodyPr wrap="square" rtlCol="0">
            <a:spAutoFit/>
          </a:bodyPr>
          <a:lstStyle/>
          <a:p>
            <a:pPr algn="ctr"/>
            <a:r>
              <a:rPr lang="en-US" sz="900" dirty="0"/>
              <a:t>1237</a:t>
            </a:r>
          </a:p>
        </p:txBody>
      </p:sp>
    </p:spTree>
    <p:extLst>
      <p:ext uri="{BB962C8B-B14F-4D97-AF65-F5344CB8AC3E}">
        <p14:creationId xmlns:p14="http://schemas.microsoft.com/office/powerpoint/2010/main" val="14928015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C32D5-A20D-880D-808A-4CCF46D15B4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3F179C-9FBD-7EED-BB82-BF66CCDC2024}"/>
              </a:ext>
            </a:extLst>
          </p:cNvPr>
          <p:cNvSpPr>
            <a:spLocks noGrp="1"/>
          </p:cNvSpPr>
          <p:nvPr>
            <p:ph sz="half" idx="1"/>
          </p:nvPr>
        </p:nvSpPr>
        <p:spPr/>
        <p:txBody>
          <a:bodyPr>
            <a:normAutofit/>
          </a:bodyPr>
          <a:lstStyle/>
          <a:p>
            <a:r>
              <a:rPr lang="en-US" dirty="0"/>
              <a:t>The 7 cannot be in the [26 in 4] because 4789 sums to 28, &gt;26.</a:t>
            </a:r>
          </a:p>
        </p:txBody>
      </p:sp>
      <p:pic>
        <p:nvPicPr>
          <p:cNvPr id="4" name="Picture 3" descr="A grid of sudoku puzzle&#10;&#10;Description automatically generated">
            <a:extLst>
              <a:ext uri="{FF2B5EF4-FFF2-40B4-BE49-F238E27FC236}">
                <a16:creationId xmlns:a16="http://schemas.microsoft.com/office/drawing/2014/main" id="{776646D1-6C88-5767-B92A-6A5F3B2D4CE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88FB292-697C-3F9C-FC93-90C6DDD9803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C14DF22-A06F-D84B-EC54-BA86DF34A4B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15448B3-BEB4-9144-5458-A258480BD83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1285144-A9E5-06B4-0734-0CAC0A97A149}"/>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D3543D06-FBAC-5496-4EF8-A47CF98C2068}"/>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26D76FCE-4824-328E-C6D2-59BE1021F3D0}"/>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ABF06305-0B14-5E51-D7BA-0A4DEED6D884}"/>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AFB77528-F270-1846-8800-A6353284D250}"/>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a:t>
            </a:r>
          </a:p>
        </p:txBody>
      </p:sp>
      <p:sp>
        <p:nvSpPr>
          <p:cNvPr id="14" name="TextBox 13">
            <a:extLst>
              <a:ext uri="{FF2B5EF4-FFF2-40B4-BE49-F238E27FC236}">
                <a16:creationId xmlns:a16="http://schemas.microsoft.com/office/drawing/2014/main" id="{25258C47-C57F-4A34-3152-66EC0F0A4C28}"/>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AEC9413F-AD58-E0A3-4196-A512C28B6C84}"/>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610431AD-FB5A-6781-B810-6F3116824975}"/>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27D8EBEB-1E54-90DF-A77C-19B57A7B6379}"/>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F98642E4-6FEE-64C0-B89C-7DB36B62A55B}"/>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10FC2BDF-589B-8BE5-5200-2AA498EEE164}"/>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77B7FE82-9AA7-B8E4-A5C1-F071B5271223}"/>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025BA43A-EA24-4159-9C53-C62BACCBB1A9}"/>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7A422058-8B30-5557-363E-C3508FEFC222}"/>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34CEA261-1DC0-1D75-DC8A-483E3D88CFC6}"/>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55FF984D-0A6B-259B-26F4-0A2B97FEFD15}"/>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E62E8FCF-4F7E-CF08-2934-CDE7D6761292}"/>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F67BDD4F-4825-56EE-D956-9024D0DCE3EB}"/>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1A7F8EEF-9B49-85D6-D867-5CE5ADAD119C}"/>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545A9E78-785C-C098-66DB-9772716180BA}"/>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BA8826D8-B852-BA64-9ACD-3DEFCE2EC511}"/>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060882F9-7485-A63A-F268-D234D833579B}"/>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31E9DC55-1D9D-22DD-6208-A76DE481A0F7}"/>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8BAAD7E6-C93A-79DC-E177-12AE944CE8FD}"/>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86747D7A-0552-CD04-D938-57D3B80068D7}"/>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304ADD3E-DC39-9D3F-A0DF-BC999F73EE19}"/>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14A93E67-F673-E9A4-0FA0-3D86E0372AE2}"/>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9E30BA78-EF3A-C191-B9B1-CC18908E988D}"/>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486F744A-58F5-2891-5B2B-D416C9191238}"/>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43BB980F-3625-744B-172F-2BD882268581}"/>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1FDAD206-9841-551A-F311-BFC4C415B8D3}"/>
              </a:ext>
            </a:extLst>
          </p:cNvPr>
          <p:cNvSpPr txBox="1"/>
          <p:nvPr/>
        </p:nvSpPr>
        <p:spPr>
          <a:xfrm>
            <a:off x="4645378" y="3907597"/>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3C539BE8-2A6A-1D4B-4611-2C235841A5CB}"/>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20D14227-C479-03FB-BE09-3998824C5761}"/>
              </a:ext>
            </a:extLst>
          </p:cNvPr>
          <p:cNvSpPr txBox="1"/>
          <p:nvPr/>
        </p:nvSpPr>
        <p:spPr>
          <a:xfrm>
            <a:off x="4645378" y="4909484"/>
            <a:ext cx="570089" cy="230832"/>
          </a:xfrm>
          <a:prstGeom prst="rect">
            <a:avLst/>
          </a:prstGeom>
          <a:noFill/>
        </p:spPr>
        <p:txBody>
          <a:bodyPr wrap="square" rtlCol="0">
            <a:spAutoFit/>
          </a:bodyPr>
          <a:lstStyle/>
          <a:p>
            <a:pPr algn="ctr"/>
            <a:r>
              <a:rPr lang="en-US" sz="900" dirty="0"/>
              <a:t>689</a:t>
            </a:r>
          </a:p>
        </p:txBody>
      </p:sp>
      <p:sp>
        <p:nvSpPr>
          <p:cNvPr id="45" name="TextBox 44">
            <a:extLst>
              <a:ext uri="{FF2B5EF4-FFF2-40B4-BE49-F238E27FC236}">
                <a16:creationId xmlns:a16="http://schemas.microsoft.com/office/drawing/2014/main" id="{DBBA548D-2EE9-2637-B7B4-9EA16AA484E9}"/>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F8F8F374-C4E1-5655-E44D-85CDE3739908}"/>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34FAA907-5265-FD74-9802-34E880D595C5}"/>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C074DD5D-B142-F33D-1FDD-EE9CEF6A842A}"/>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EDEA8FB2-6BC9-BBEE-9E30-65DA908655A8}"/>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143AB416-95B1-F005-A6B0-10AC9E4A166F}"/>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AFFB9FD6-4006-1430-A4CC-AE90755E636B}"/>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20E6D896-1163-732F-0BCF-15DD16C2714D}"/>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EC76CA6E-CACA-6E51-C074-DD8D11183D91}"/>
              </a:ext>
            </a:extLst>
          </p:cNvPr>
          <p:cNvSpPr txBox="1"/>
          <p:nvPr/>
        </p:nvSpPr>
        <p:spPr>
          <a:xfrm>
            <a:off x="6152446" y="4408541"/>
            <a:ext cx="570089" cy="230832"/>
          </a:xfrm>
          <a:prstGeom prst="rect">
            <a:avLst/>
          </a:prstGeom>
          <a:noFill/>
        </p:spPr>
        <p:txBody>
          <a:bodyPr wrap="square" rtlCol="0">
            <a:spAutoFit/>
          </a:bodyPr>
          <a:lstStyle/>
          <a:p>
            <a:pPr algn="ctr"/>
            <a:r>
              <a:rPr lang="en-US" sz="900" dirty="0"/>
              <a:t>89</a:t>
            </a:r>
          </a:p>
        </p:txBody>
      </p:sp>
      <p:sp>
        <p:nvSpPr>
          <p:cNvPr id="54" name="TextBox 53">
            <a:extLst>
              <a:ext uri="{FF2B5EF4-FFF2-40B4-BE49-F238E27FC236}">
                <a16:creationId xmlns:a16="http://schemas.microsoft.com/office/drawing/2014/main" id="{C1AB19F3-0486-D5A5-BD8C-2F4A57484BDA}"/>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58" name="TextBox 57">
            <a:extLst>
              <a:ext uri="{FF2B5EF4-FFF2-40B4-BE49-F238E27FC236}">
                <a16:creationId xmlns:a16="http://schemas.microsoft.com/office/drawing/2014/main" id="{F0649B57-BC10-E0D0-F873-254889C9FCE9}"/>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166961ED-4538-4B94-E32E-BB39EA5D1B55}"/>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D5A67A02-1651-CDAB-E1AC-5EFD97C8668A}"/>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EB206965-EAE4-FC50-2766-84E7D44B0D47}"/>
              </a:ext>
            </a:extLst>
          </p:cNvPr>
          <p:cNvSpPr txBox="1"/>
          <p:nvPr/>
        </p:nvSpPr>
        <p:spPr>
          <a:xfrm>
            <a:off x="6654802" y="3907597"/>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541F65E1-9C2F-AF0E-CB42-91ADF461D9C2}"/>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CB6A9FF7-D686-3E3C-0351-95C22D1EB746}"/>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646989C3-569A-9C28-EAE8-CFD7CD1D257C}"/>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7CBA2F15-1771-E47E-C66C-AE9082B81FF8}"/>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BA498749-229A-A99B-F1A1-239875615C72}"/>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EC19FBC3-EAC7-D959-B1C6-02FD0160477C}"/>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31" name="TextBox 30">
            <a:extLst>
              <a:ext uri="{FF2B5EF4-FFF2-40B4-BE49-F238E27FC236}">
                <a16:creationId xmlns:a16="http://schemas.microsoft.com/office/drawing/2014/main" id="{123A6269-B255-3342-0489-C14E86BD6CA9}"/>
              </a:ext>
            </a:extLst>
          </p:cNvPr>
          <p:cNvSpPr txBox="1"/>
          <p:nvPr/>
        </p:nvSpPr>
        <p:spPr>
          <a:xfrm>
            <a:off x="6654802" y="4408541"/>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05AD434E-6A20-CD04-36FB-3713A904A21D}"/>
              </a:ext>
            </a:extLst>
          </p:cNvPr>
          <p:cNvSpPr txBox="1"/>
          <p:nvPr/>
        </p:nvSpPr>
        <p:spPr>
          <a:xfrm>
            <a:off x="7157158" y="4408541"/>
            <a:ext cx="570089" cy="230832"/>
          </a:xfrm>
          <a:prstGeom prst="rect">
            <a:avLst/>
          </a:prstGeom>
          <a:noFill/>
        </p:spPr>
        <p:txBody>
          <a:bodyPr wrap="square" rtlCol="0">
            <a:spAutoFit/>
          </a:bodyPr>
          <a:lstStyle/>
          <a:p>
            <a:pPr algn="ctr"/>
            <a:r>
              <a:rPr lang="en-US" sz="900" dirty="0"/>
              <a:t>123</a:t>
            </a:r>
          </a:p>
        </p:txBody>
      </p:sp>
      <p:sp>
        <p:nvSpPr>
          <p:cNvPr id="62" name="TextBox 61">
            <a:extLst>
              <a:ext uri="{FF2B5EF4-FFF2-40B4-BE49-F238E27FC236}">
                <a16:creationId xmlns:a16="http://schemas.microsoft.com/office/drawing/2014/main" id="{F28E53A8-9400-56CE-579B-75DF219C45AD}"/>
              </a:ext>
            </a:extLst>
          </p:cNvPr>
          <p:cNvSpPr txBox="1"/>
          <p:nvPr/>
        </p:nvSpPr>
        <p:spPr>
          <a:xfrm>
            <a:off x="6654802" y="4909484"/>
            <a:ext cx="570089" cy="230832"/>
          </a:xfrm>
          <a:prstGeom prst="rect">
            <a:avLst/>
          </a:prstGeom>
          <a:noFill/>
        </p:spPr>
        <p:txBody>
          <a:bodyPr wrap="square" rtlCol="0">
            <a:spAutoFit/>
          </a:bodyPr>
          <a:lstStyle/>
          <a:p>
            <a:pPr algn="ctr"/>
            <a:r>
              <a:rPr lang="en-US" sz="900" dirty="0"/>
              <a:t>54</a:t>
            </a:r>
          </a:p>
        </p:txBody>
      </p:sp>
      <p:sp>
        <p:nvSpPr>
          <p:cNvPr id="64" name="TextBox 63">
            <a:extLst>
              <a:ext uri="{FF2B5EF4-FFF2-40B4-BE49-F238E27FC236}">
                <a16:creationId xmlns:a16="http://schemas.microsoft.com/office/drawing/2014/main" id="{125EEE72-239C-40A2-0E9A-220A2A55A16D}"/>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6503889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87E82-1881-7999-9A32-8D929AB47F2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308F8A-5A6D-2061-3FC0-13640EEA1354}"/>
              </a:ext>
            </a:extLst>
          </p:cNvPr>
          <p:cNvSpPr>
            <a:spLocks noGrp="1"/>
          </p:cNvSpPr>
          <p:nvPr>
            <p:ph sz="half" idx="1"/>
          </p:nvPr>
        </p:nvSpPr>
        <p:spPr/>
        <p:txBody>
          <a:bodyPr>
            <a:normAutofit/>
          </a:bodyPr>
          <a:lstStyle/>
          <a:p>
            <a:r>
              <a:rPr lang="en-US" dirty="0"/>
              <a:t>Complete center block.</a:t>
            </a:r>
          </a:p>
        </p:txBody>
      </p:sp>
      <p:pic>
        <p:nvPicPr>
          <p:cNvPr id="4" name="Picture 3" descr="A grid of sudoku puzzle&#10;&#10;Description automatically generated">
            <a:extLst>
              <a:ext uri="{FF2B5EF4-FFF2-40B4-BE49-F238E27FC236}">
                <a16:creationId xmlns:a16="http://schemas.microsoft.com/office/drawing/2014/main" id="{F1E0B50B-BE58-0893-DFDE-22CF0413381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14974F8-AE23-C39D-112F-9B80AC9F3C6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B1872B9-8CFB-1443-0C53-E13E761F3DC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DC7DF5A-C721-D93E-B4AE-98BA2EB278F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DBE8847-4665-77B0-330A-C56AFB20CBD7}"/>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9A07DF3F-F5A1-515A-6E79-31BFC404625B}"/>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F2C5D475-10AF-8BDC-B225-9B2D20DB165F}"/>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58D49F2A-C927-A047-9CD4-AD5F5A4A2607}"/>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F4358398-5EA2-E9C1-DF75-C9BFE69276D3}"/>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a:t>
            </a:r>
          </a:p>
        </p:txBody>
      </p:sp>
      <p:sp>
        <p:nvSpPr>
          <p:cNvPr id="14" name="TextBox 13">
            <a:extLst>
              <a:ext uri="{FF2B5EF4-FFF2-40B4-BE49-F238E27FC236}">
                <a16:creationId xmlns:a16="http://schemas.microsoft.com/office/drawing/2014/main" id="{BFCDCEC8-77CB-294D-4F7E-B5BEADD1F53F}"/>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01F3006C-F570-8930-C028-F2EB1EB60FFA}"/>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3CE446EC-C2EA-0CAE-0184-D78156752644}"/>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B1851F52-F23E-5821-CCC6-D5DA9D632F66}"/>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5E1A6076-3072-3075-5E59-CD0F3C8A744C}"/>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10CDE7DD-DAE0-AA7C-6017-307311363A65}"/>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0C233C5B-AA25-9C91-85A7-1EBA2F26833E}"/>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BA8B5B0A-4019-9C6C-9F73-A794CC2C8DB8}"/>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88F4E12F-B5EE-8AB0-5F9F-6FAA6D0E242B}"/>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5D6D4BE2-3430-DE78-726F-16B02B6937BC}"/>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024B9E60-B06A-C7FB-90E0-0908365B0AAD}"/>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D9B4BECE-6040-6B9C-C3DE-15BCE960DB5C}"/>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9E8B0362-842D-F7B0-4725-845FB17AF784}"/>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46D641A1-C2EF-F722-FEFE-1FF93895AC76}"/>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CD7B028F-AF28-FB58-184C-5B36AC5B427A}"/>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63D3AFFA-E2C4-F399-FE77-6F9BA65A6D29}"/>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152D1E0A-EBFC-0569-65CB-C170F118A9C4}"/>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D2C93610-D9BE-61B1-99BA-A3402EB1A11C}"/>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B76DED1E-4B8B-EE50-B62F-C93B92B0A7CD}"/>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878BFDC9-EFDE-0BFB-AED2-6FB5D4E25777}"/>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C06D7247-0DDB-7CF6-A021-7DDB22E904D7}"/>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6511DD4A-CA5B-A12C-4AF6-6A753E5C8FC9}"/>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8E065BCE-F49B-46B3-260A-E86D266E6FC0}"/>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1BF13F84-67BB-E87F-A81D-3BFFB5CF3D94}"/>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7C05A012-A95D-3F55-0F8E-86AF656469A2}"/>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476C6A20-0BCE-9715-6890-FF2B090689BD}"/>
              </a:ext>
            </a:extLst>
          </p:cNvPr>
          <p:cNvSpPr txBox="1"/>
          <p:nvPr/>
        </p:nvSpPr>
        <p:spPr>
          <a:xfrm>
            <a:off x="4645378" y="3907597"/>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4B6EE6A6-7BE7-AE39-9B9E-75231BCB7B99}"/>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FBB4584F-22DF-903B-6E00-72D458376116}"/>
              </a:ext>
            </a:extLst>
          </p:cNvPr>
          <p:cNvSpPr txBox="1"/>
          <p:nvPr/>
        </p:nvSpPr>
        <p:spPr>
          <a:xfrm>
            <a:off x="4645378" y="4909484"/>
            <a:ext cx="570089" cy="230832"/>
          </a:xfrm>
          <a:prstGeom prst="rect">
            <a:avLst/>
          </a:prstGeom>
          <a:noFill/>
        </p:spPr>
        <p:txBody>
          <a:bodyPr wrap="square" rtlCol="0">
            <a:spAutoFit/>
          </a:bodyPr>
          <a:lstStyle/>
          <a:p>
            <a:pPr algn="ctr"/>
            <a:r>
              <a:rPr lang="en-US" sz="900" dirty="0"/>
              <a:t>689</a:t>
            </a:r>
          </a:p>
        </p:txBody>
      </p:sp>
      <p:sp>
        <p:nvSpPr>
          <p:cNvPr id="45" name="TextBox 44">
            <a:extLst>
              <a:ext uri="{FF2B5EF4-FFF2-40B4-BE49-F238E27FC236}">
                <a16:creationId xmlns:a16="http://schemas.microsoft.com/office/drawing/2014/main" id="{AE1E8CC3-7381-6578-2DB2-5BC495ACB64E}"/>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97FA1B4C-7736-F113-B6C4-CFEA86173354}"/>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9028D7DA-75F4-2D80-ECD9-257F8153C246}"/>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DD538917-3C0C-F71F-2625-7BB380865717}"/>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3B315C0E-0938-62BA-1F8A-83BD7090213C}"/>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BF7ED7B4-4049-AB8F-4564-78BD99897B90}"/>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C969B903-4516-5AEC-4153-9B56A9CCB93F}"/>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5D7D95D1-4658-06C8-ECA3-93A0AAA5779A}"/>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B951EE6B-43CA-948A-4317-80D4D43C1B05}"/>
              </a:ext>
            </a:extLst>
          </p:cNvPr>
          <p:cNvSpPr txBox="1"/>
          <p:nvPr/>
        </p:nvSpPr>
        <p:spPr>
          <a:xfrm>
            <a:off x="6152446" y="4408541"/>
            <a:ext cx="570089" cy="230832"/>
          </a:xfrm>
          <a:prstGeom prst="rect">
            <a:avLst/>
          </a:prstGeom>
          <a:noFill/>
        </p:spPr>
        <p:txBody>
          <a:bodyPr wrap="square" rtlCol="0">
            <a:spAutoFit/>
          </a:bodyPr>
          <a:lstStyle/>
          <a:p>
            <a:pPr algn="ctr"/>
            <a:r>
              <a:rPr lang="en-US" sz="900" dirty="0"/>
              <a:t>89</a:t>
            </a:r>
          </a:p>
        </p:txBody>
      </p:sp>
      <p:sp>
        <p:nvSpPr>
          <p:cNvPr id="54" name="TextBox 53">
            <a:extLst>
              <a:ext uri="{FF2B5EF4-FFF2-40B4-BE49-F238E27FC236}">
                <a16:creationId xmlns:a16="http://schemas.microsoft.com/office/drawing/2014/main" id="{BF177109-0E61-0362-9659-4ED7C517FFE7}"/>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58" name="TextBox 57">
            <a:extLst>
              <a:ext uri="{FF2B5EF4-FFF2-40B4-BE49-F238E27FC236}">
                <a16:creationId xmlns:a16="http://schemas.microsoft.com/office/drawing/2014/main" id="{4E56FD6D-93AA-0FC1-5113-58212832DADC}"/>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6C02AE8D-DF62-6F79-6773-B5CE3EBAF6AC}"/>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7E4E67DF-37D9-729F-3717-D5F7F111B253}"/>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F1406414-B907-884A-BE8F-41CDA3D6CA23}"/>
              </a:ext>
            </a:extLst>
          </p:cNvPr>
          <p:cNvSpPr txBox="1"/>
          <p:nvPr/>
        </p:nvSpPr>
        <p:spPr>
          <a:xfrm>
            <a:off x="6654802" y="3907597"/>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4C8D174F-62F8-1208-6FC2-AEB54EF18C28}"/>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6ADF96FF-3792-6538-07D0-FD4D3289FD63}"/>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3DFA438A-445C-3C37-D683-3F04E1878AD4}"/>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2E1A6462-2151-8A89-88BF-DDC8902F9101}"/>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97758894-2259-B89E-C0D2-8BF78779B2DC}"/>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83ADF459-AAC8-C065-A833-5E204232E847}"/>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31" name="TextBox 30">
            <a:extLst>
              <a:ext uri="{FF2B5EF4-FFF2-40B4-BE49-F238E27FC236}">
                <a16:creationId xmlns:a16="http://schemas.microsoft.com/office/drawing/2014/main" id="{E2F6CC6C-51E3-9831-0D78-F2F6314B6C6D}"/>
              </a:ext>
            </a:extLst>
          </p:cNvPr>
          <p:cNvSpPr txBox="1"/>
          <p:nvPr/>
        </p:nvSpPr>
        <p:spPr>
          <a:xfrm>
            <a:off x="6654802" y="4408541"/>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C1083E26-45B8-52A4-B558-22F39B7554EF}"/>
              </a:ext>
            </a:extLst>
          </p:cNvPr>
          <p:cNvSpPr txBox="1"/>
          <p:nvPr/>
        </p:nvSpPr>
        <p:spPr>
          <a:xfrm>
            <a:off x="7157158" y="4408541"/>
            <a:ext cx="570089" cy="230832"/>
          </a:xfrm>
          <a:prstGeom prst="rect">
            <a:avLst/>
          </a:prstGeom>
          <a:noFill/>
        </p:spPr>
        <p:txBody>
          <a:bodyPr wrap="square" rtlCol="0">
            <a:spAutoFit/>
          </a:bodyPr>
          <a:lstStyle/>
          <a:p>
            <a:pPr algn="ctr"/>
            <a:r>
              <a:rPr lang="en-US" sz="900" dirty="0"/>
              <a:t>123</a:t>
            </a:r>
          </a:p>
        </p:txBody>
      </p:sp>
      <p:sp>
        <p:nvSpPr>
          <p:cNvPr id="62" name="TextBox 61">
            <a:extLst>
              <a:ext uri="{FF2B5EF4-FFF2-40B4-BE49-F238E27FC236}">
                <a16:creationId xmlns:a16="http://schemas.microsoft.com/office/drawing/2014/main" id="{3C0443F7-579C-B1A7-871C-2E1CB3AD98EA}"/>
              </a:ext>
            </a:extLst>
          </p:cNvPr>
          <p:cNvSpPr txBox="1"/>
          <p:nvPr/>
        </p:nvSpPr>
        <p:spPr>
          <a:xfrm>
            <a:off x="6654802" y="4909484"/>
            <a:ext cx="570089" cy="230832"/>
          </a:xfrm>
          <a:prstGeom prst="rect">
            <a:avLst/>
          </a:prstGeom>
          <a:noFill/>
        </p:spPr>
        <p:txBody>
          <a:bodyPr wrap="square" rtlCol="0">
            <a:spAutoFit/>
          </a:bodyPr>
          <a:lstStyle/>
          <a:p>
            <a:pPr algn="ctr"/>
            <a:r>
              <a:rPr lang="en-US" sz="900" dirty="0"/>
              <a:t>54</a:t>
            </a:r>
          </a:p>
        </p:txBody>
      </p:sp>
      <p:sp>
        <p:nvSpPr>
          <p:cNvPr id="64" name="TextBox 63">
            <a:extLst>
              <a:ext uri="{FF2B5EF4-FFF2-40B4-BE49-F238E27FC236}">
                <a16:creationId xmlns:a16="http://schemas.microsoft.com/office/drawing/2014/main" id="{D9E327F6-97CE-512B-8480-8514EB10BE64}"/>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BFF63098-FB0E-4B8D-B39E-D2E06CF7775B}"/>
              </a:ext>
            </a:extLst>
          </p:cNvPr>
          <p:cNvSpPr txBox="1"/>
          <p:nvPr/>
        </p:nvSpPr>
        <p:spPr>
          <a:xfrm>
            <a:off x="5147734" y="2905709"/>
            <a:ext cx="570089" cy="230832"/>
          </a:xfrm>
          <a:prstGeom prst="rect">
            <a:avLst/>
          </a:prstGeom>
          <a:noFill/>
        </p:spPr>
        <p:txBody>
          <a:bodyPr wrap="square" rtlCol="0">
            <a:spAutoFit/>
          </a:bodyPr>
          <a:lstStyle/>
          <a:p>
            <a:pPr algn="ctr"/>
            <a:r>
              <a:rPr lang="en-US" sz="900" dirty="0"/>
              <a:t>6789</a:t>
            </a:r>
          </a:p>
        </p:txBody>
      </p:sp>
      <p:sp>
        <p:nvSpPr>
          <p:cNvPr id="65" name="TextBox 64">
            <a:extLst>
              <a:ext uri="{FF2B5EF4-FFF2-40B4-BE49-F238E27FC236}">
                <a16:creationId xmlns:a16="http://schemas.microsoft.com/office/drawing/2014/main" id="{1A6C2ADB-E323-23A0-B6C9-F8EB3FC9663B}"/>
              </a:ext>
            </a:extLst>
          </p:cNvPr>
          <p:cNvSpPr txBox="1"/>
          <p:nvPr/>
        </p:nvSpPr>
        <p:spPr>
          <a:xfrm>
            <a:off x="5650090" y="2905709"/>
            <a:ext cx="570089" cy="230832"/>
          </a:xfrm>
          <a:prstGeom prst="rect">
            <a:avLst/>
          </a:prstGeom>
          <a:noFill/>
        </p:spPr>
        <p:txBody>
          <a:bodyPr wrap="square" rtlCol="0">
            <a:spAutoFit/>
          </a:bodyPr>
          <a:lstStyle/>
          <a:p>
            <a:pPr algn="ctr"/>
            <a:r>
              <a:rPr lang="en-US" sz="900" dirty="0"/>
              <a:t>6789</a:t>
            </a:r>
          </a:p>
        </p:txBody>
      </p:sp>
      <p:sp>
        <p:nvSpPr>
          <p:cNvPr id="66" name="TextBox 65">
            <a:extLst>
              <a:ext uri="{FF2B5EF4-FFF2-40B4-BE49-F238E27FC236}">
                <a16:creationId xmlns:a16="http://schemas.microsoft.com/office/drawing/2014/main" id="{A8F9B1D6-6B3E-A67D-42EA-C2712C24AEED}"/>
              </a:ext>
            </a:extLst>
          </p:cNvPr>
          <p:cNvSpPr txBox="1"/>
          <p:nvPr/>
        </p:nvSpPr>
        <p:spPr>
          <a:xfrm>
            <a:off x="5147734" y="3406653"/>
            <a:ext cx="570089" cy="230832"/>
          </a:xfrm>
          <a:prstGeom prst="rect">
            <a:avLst/>
          </a:prstGeom>
          <a:noFill/>
        </p:spPr>
        <p:txBody>
          <a:bodyPr wrap="square" rtlCol="0">
            <a:spAutoFit/>
          </a:bodyPr>
          <a:lstStyle/>
          <a:p>
            <a:pPr algn="ctr"/>
            <a:r>
              <a:rPr lang="en-US" sz="900" dirty="0"/>
              <a:t>6789</a:t>
            </a:r>
          </a:p>
        </p:txBody>
      </p:sp>
    </p:spTree>
    <p:extLst>
      <p:ext uri="{BB962C8B-B14F-4D97-AF65-F5344CB8AC3E}">
        <p14:creationId xmlns:p14="http://schemas.microsoft.com/office/powerpoint/2010/main" val="8998940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0A8D1-2230-B3C7-78EF-E776B38E250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44877E-B10F-620F-D379-DA37DB48FAA7}"/>
              </a:ext>
            </a:extLst>
          </p:cNvPr>
          <p:cNvSpPr>
            <a:spLocks noGrp="1"/>
          </p:cNvSpPr>
          <p:nvPr>
            <p:ph sz="half" idx="1"/>
          </p:nvPr>
        </p:nvSpPr>
        <p:spPr/>
        <p:txBody>
          <a:bodyPr>
            <a:normAutofit/>
          </a:bodyPr>
          <a:lstStyle/>
          <a:p>
            <a:r>
              <a:rPr lang="en-US" dirty="0"/>
              <a:t>Complete [32 in 5].</a:t>
            </a:r>
          </a:p>
        </p:txBody>
      </p:sp>
      <p:pic>
        <p:nvPicPr>
          <p:cNvPr id="4" name="Picture 3" descr="A grid of sudoku puzzle&#10;&#10;Description automatically generated">
            <a:extLst>
              <a:ext uri="{FF2B5EF4-FFF2-40B4-BE49-F238E27FC236}">
                <a16:creationId xmlns:a16="http://schemas.microsoft.com/office/drawing/2014/main" id="{FC5D7C8F-EA26-54AE-60B5-E2DCA5252DA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90C25CD-D575-030E-8480-CC21E0A8820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51713BF-D5A6-F8D3-22F0-751387C63AD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87E6D5E-44AE-F217-4CE0-E9F2748B8EA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B11E15A-CCF1-353D-4A4F-9A80D0033BAF}"/>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E91314B7-E6D7-8F31-3E10-90DEF779FCFA}"/>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0CB80A50-74B4-DBBD-07FA-F8BF172C4761}"/>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27B2321A-F0E1-93E8-54BF-86AC2A6473A5}"/>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283C7C71-BF27-8158-B794-EADF3D7D03F4}"/>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a:t>
            </a:r>
          </a:p>
        </p:txBody>
      </p:sp>
      <p:sp>
        <p:nvSpPr>
          <p:cNvPr id="14" name="TextBox 13">
            <a:extLst>
              <a:ext uri="{FF2B5EF4-FFF2-40B4-BE49-F238E27FC236}">
                <a16:creationId xmlns:a16="http://schemas.microsoft.com/office/drawing/2014/main" id="{DD5A88E1-DEBA-C597-744D-ACB5CAA90C66}"/>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B09D72BC-16B9-941E-51B1-6F3302DE45DF}"/>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F7C77DC0-AE36-21BD-84AA-97A938156536}"/>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570E06E5-AA23-E084-D98C-DEEBB7BB051C}"/>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9A51EB74-B876-5B2F-DB05-A6A0B0B5B714}"/>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56BC7CF1-21D3-C2F9-516C-AAE9EE2E1CF4}"/>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A9F391CF-015F-AF17-50AA-25CB129D8F59}"/>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A66C4B99-5787-B002-8E10-EA3429E74037}"/>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A2871D1A-8532-0667-8821-E8BA9AF900BB}"/>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44DC2333-DF9B-0BF2-8473-B9607F15E974}"/>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38C136AE-0BFE-CF75-9B1A-22D5D39C4EE5}"/>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F776D42D-DAB3-1E4A-885B-8B636EBADA14}"/>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25BBDC3F-3615-E662-0834-63F0F7C68224}"/>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8F1BE41A-095C-8FD0-F715-86BA931CD879}"/>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D9318753-8CD7-C0A1-12E8-AB66F0C945C3}"/>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1FD817A6-8C0A-9655-C935-52B0FE3C0C2E}"/>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FAB0956B-DFED-5F54-E90D-AE10A846E97D}"/>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155B18E1-5E52-1844-687C-D861E3CFA328}"/>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589716B9-0C26-E30A-0C2C-FE823E5BEA23}"/>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45FBB45A-BD28-763D-6CB8-81D35930E282}"/>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702139DB-B4CA-68B0-374C-3660F938B1B0}"/>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4EDC7E61-C2D9-2547-3F15-394B741C2F2B}"/>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EDF3D2ED-D8B7-0CA3-9283-0E1D820D2C3D}"/>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1D626B8B-319F-26B0-E9BC-C014A603B113}"/>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B4C904A3-F0BF-2F07-C413-8D1A22FCE212}"/>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F2BD9576-FD4E-335A-82AD-75A2190A8C53}"/>
              </a:ext>
            </a:extLst>
          </p:cNvPr>
          <p:cNvSpPr txBox="1"/>
          <p:nvPr/>
        </p:nvSpPr>
        <p:spPr>
          <a:xfrm>
            <a:off x="4645378" y="3907597"/>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7BB81BFB-D64A-EB60-24BA-93D497523FB2}"/>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5C760321-BA09-D6DF-878F-96F5B5CA151A}"/>
              </a:ext>
            </a:extLst>
          </p:cNvPr>
          <p:cNvSpPr txBox="1"/>
          <p:nvPr/>
        </p:nvSpPr>
        <p:spPr>
          <a:xfrm>
            <a:off x="4645378" y="4909484"/>
            <a:ext cx="570089" cy="230832"/>
          </a:xfrm>
          <a:prstGeom prst="rect">
            <a:avLst/>
          </a:prstGeom>
          <a:noFill/>
        </p:spPr>
        <p:txBody>
          <a:bodyPr wrap="square" rtlCol="0">
            <a:spAutoFit/>
          </a:bodyPr>
          <a:lstStyle/>
          <a:p>
            <a:pPr algn="ctr"/>
            <a:r>
              <a:rPr lang="en-US" sz="900" dirty="0"/>
              <a:t>689</a:t>
            </a:r>
          </a:p>
        </p:txBody>
      </p:sp>
      <p:sp>
        <p:nvSpPr>
          <p:cNvPr id="45" name="TextBox 44">
            <a:extLst>
              <a:ext uri="{FF2B5EF4-FFF2-40B4-BE49-F238E27FC236}">
                <a16:creationId xmlns:a16="http://schemas.microsoft.com/office/drawing/2014/main" id="{55D63A16-2C1E-978A-933D-1DB213EF2AB8}"/>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CC2802C0-4479-4E93-0813-CE0E3E6E76B9}"/>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1D7CF151-67CA-C169-9B45-593ADE477F6E}"/>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D54A919F-8C24-9172-A922-F14A9F6D1E42}"/>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A12EEABB-AB5F-3492-9457-BC9E785F2990}"/>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DFBECC7D-2CFD-B130-3A82-42E708C8A8E6}"/>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24B5D31C-7BE0-76E4-C573-043338358C10}"/>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CA84CE72-F631-0E2C-580B-CE1887E25D2B}"/>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D6E1F8C6-B306-572E-055A-F93FBE3474C0}"/>
              </a:ext>
            </a:extLst>
          </p:cNvPr>
          <p:cNvSpPr txBox="1"/>
          <p:nvPr/>
        </p:nvSpPr>
        <p:spPr>
          <a:xfrm>
            <a:off x="6152446" y="4408541"/>
            <a:ext cx="570089" cy="230832"/>
          </a:xfrm>
          <a:prstGeom prst="rect">
            <a:avLst/>
          </a:prstGeom>
          <a:noFill/>
        </p:spPr>
        <p:txBody>
          <a:bodyPr wrap="square" rtlCol="0">
            <a:spAutoFit/>
          </a:bodyPr>
          <a:lstStyle/>
          <a:p>
            <a:pPr algn="ctr"/>
            <a:r>
              <a:rPr lang="en-US" sz="900" dirty="0"/>
              <a:t>89</a:t>
            </a:r>
          </a:p>
        </p:txBody>
      </p:sp>
      <p:sp>
        <p:nvSpPr>
          <p:cNvPr id="54" name="TextBox 53">
            <a:extLst>
              <a:ext uri="{FF2B5EF4-FFF2-40B4-BE49-F238E27FC236}">
                <a16:creationId xmlns:a16="http://schemas.microsoft.com/office/drawing/2014/main" id="{528D88BE-7B09-9490-2E69-9F735E340341}"/>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58" name="TextBox 57">
            <a:extLst>
              <a:ext uri="{FF2B5EF4-FFF2-40B4-BE49-F238E27FC236}">
                <a16:creationId xmlns:a16="http://schemas.microsoft.com/office/drawing/2014/main" id="{945973D3-B7B8-169D-6777-C8C5AA8BF018}"/>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C1009178-25E6-1794-1F05-D8A849F2B65D}"/>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68948A19-01AB-4F30-70A1-76487105103E}"/>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E6CD4919-122C-6331-032A-8D02E60D2E14}"/>
              </a:ext>
            </a:extLst>
          </p:cNvPr>
          <p:cNvSpPr txBox="1"/>
          <p:nvPr/>
        </p:nvSpPr>
        <p:spPr>
          <a:xfrm>
            <a:off x="6654802" y="3907597"/>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7F4AD512-BE3D-ABDC-AEC0-EC9EAE975535}"/>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E7E00144-040C-1A01-48B0-D8255DEE45C7}"/>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479F5642-84A6-606A-238B-E4CC7021CD69}"/>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98F1D4C5-6CED-5B47-ED72-9297250EBE36}"/>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AF08FE9C-854E-A515-D3E0-525AF21B68F4}"/>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6B6F8056-6A70-402C-79FA-4FB05C8C04E9}"/>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31" name="TextBox 30">
            <a:extLst>
              <a:ext uri="{FF2B5EF4-FFF2-40B4-BE49-F238E27FC236}">
                <a16:creationId xmlns:a16="http://schemas.microsoft.com/office/drawing/2014/main" id="{287EC082-55B1-ACAF-3B58-2115D2AB8527}"/>
              </a:ext>
            </a:extLst>
          </p:cNvPr>
          <p:cNvSpPr txBox="1"/>
          <p:nvPr/>
        </p:nvSpPr>
        <p:spPr>
          <a:xfrm>
            <a:off x="6654802" y="4408541"/>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FBB1735B-F92C-E38B-699E-1EFBF6A928F6}"/>
              </a:ext>
            </a:extLst>
          </p:cNvPr>
          <p:cNvSpPr txBox="1"/>
          <p:nvPr/>
        </p:nvSpPr>
        <p:spPr>
          <a:xfrm>
            <a:off x="7157158" y="4408541"/>
            <a:ext cx="570089" cy="230832"/>
          </a:xfrm>
          <a:prstGeom prst="rect">
            <a:avLst/>
          </a:prstGeom>
          <a:noFill/>
        </p:spPr>
        <p:txBody>
          <a:bodyPr wrap="square" rtlCol="0">
            <a:spAutoFit/>
          </a:bodyPr>
          <a:lstStyle/>
          <a:p>
            <a:pPr algn="ctr"/>
            <a:r>
              <a:rPr lang="en-US" sz="900" dirty="0"/>
              <a:t>123</a:t>
            </a:r>
          </a:p>
        </p:txBody>
      </p:sp>
      <p:sp>
        <p:nvSpPr>
          <p:cNvPr id="62" name="TextBox 61">
            <a:extLst>
              <a:ext uri="{FF2B5EF4-FFF2-40B4-BE49-F238E27FC236}">
                <a16:creationId xmlns:a16="http://schemas.microsoft.com/office/drawing/2014/main" id="{39617E7E-AB6C-3C04-9FE2-05C1CA101EB8}"/>
              </a:ext>
            </a:extLst>
          </p:cNvPr>
          <p:cNvSpPr txBox="1"/>
          <p:nvPr/>
        </p:nvSpPr>
        <p:spPr>
          <a:xfrm>
            <a:off x="6654802" y="4909484"/>
            <a:ext cx="570089" cy="230832"/>
          </a:xfrm>
          <a:prstGeom prst="rect">
            <a:avLst/>
          </a:prstGeom>
          <a:noFill/>
        </p:spPr>
        <p:txBody>
          <a:bodyPr wrap="square" rtlCol="0">
            <a:spAutoFit/>
          </a:bodyPr>
          <a:lstStyle/>
          <a:p>
            <a:pPr algn="ctr"/>
            <a:r>
              <a:rPr lang="en-US" sz="900" dirty="0"/>
              <a:t>54</a:t>
            </a:r>
          </a:p>
        </p:txBody>
      </p:sp>
      <p:sp>
        <p:nvSpPr>
          <p:cNvPr id="64" name="TextBox 63">
            <a:extLst>
              <a:ext uri="{FF2B5EF4-FFF2-40B4-BE49-F238E27FC236}">
                <a16:creationId xmlns:a16="http://schemas.microsoft.com/office/drawing/2014/main" id="{21FA22CD-4119-AC4F-8D56-DF22C09C938A}"/>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F99BAD83-2637-9D28-7A43-4525C0DE8EE4}"/>
              </a:ext>
            </a:extLst>
          </p:cNvPr>
          <p:cNvSpPr txBox="1"/>
          <p:nvPr/>
        </p:nvSpPr>
        <p:spPr>
          <a:xfrm>
            <a:off x="5147734" y="2905709"/>
            <a:ext cx="570089" cy="230832"/>
          </a:xfrm>
          <a:prstGeom prst="rect">
            <a:avLst/>
          </a:prstGeom>
          <a:noFill/>
        </p:spPr>
        <p:txBody>
          <a:bodyPr wrap="square" rtlCol="0">
            <a:spAutoFit/>
          </a:bodyPr>
          <a:lstStyle/>
          <a:p>
            <a:pPr algn="ctr"/>
            <a:r>
              <a:rPr lang="en-US" sz="900" dirty="0"/>
              <a:t>6789</a:t>
            </a:r>
          </a:p>
        </p:txBody>
      </p:sp>
      <p:sp>
        <p:nvSpPr>
          <p:cNvPr id="65" name="TextBox 64">
            <a:extLst>
              <a:ext uri="{FF2B5EF4-FFF2-40B4-BE49-F238E27FC236}">
                <a16:creationId xmlns:a16="http://schemas.microsoft.com/office/drawing/2014/main" id="{3717975C-3955-9429-C3E3-37CFB3D4F73D}"/>
              </a:ext>
            </a:extLst>
          </p:cNvPr>
          <p:cNvSpPr txBox="1"/>
          <p:nvPr/>
        </p:nvSpPr>
        <p:spPr>
          <a:xfrm>
            <a:off x="5650090" y="2905709"/>
            <a:ext cx="570089" cy="230832"/>
          </a:xfrm>
          <a:prstGeom prst="rect">
            <a:avLst/>
          </a:prstGeom>
          <a:noFill/>
        </p:spPr>
        <p:txBody>
          <a:bodyPr wrap="square" rtlCol="0">
            <a:spAutoFit/>
          </a:bodyPr>
          <a:lstStyle/>
          <a:p>
            <a:pPr algn="ctr"/>
            <a:r>
              <a:rPr lang="en-US" sz="900" dirty="0"/>
              <a:t>6789</a:t>
            </a:r>
          </a:p>
        </p:txBody>
      </p:sp>
      <p:sp>
        <p:nvSpPr>
          <p:cNvPr id="66" name="TextBox 65">
            <a:extLst>
              <a:ext uri="{FF2B5EF4-FFF2-40B4-BE49-F238E27FC236}">
                <a16:creationId xmlns:a16="http://schemas.microsoft.com/office/drawing/2014/main" id="{79A3E68C-2204-3C7A-C220-37C52E70CE31}"/>
              </a:ext>
            </a:extLst>
          </p:cNvPr>
          <p:cNvSpPr txBox="1"/>
          <p:nvPr/>
        </p:nvSpPr>
        <p:spPr>
          <a:xfrm>
            <a:off x="5147734" y="3406653"/>
            <a:ext cx="570089" cy="230832"/>
          </a:xfrm>
          <a:prstGeom prst="rect">
            <a:avLst/>
          </a:prstGeom>
          <a:noFill/>
        </p:spPr>
        <p:txBody>
          <a:bodyPr wrap="square" rtlCol="0">
            <a:spAutoFit/>
          </a:bodyPr>
          <a:lstStyle/>
          <a:p>
            <a:pPr algn="ctr"/>
            <a:r>
              <a:rPr lang="en-US" sz="900" dirty="0"/>
              <a:t>6789</a:t>
            </a:r>
          </a:p>
        </p:txBody>
      </p:sp>
      <p:sp>
        <p:nvSpPr>
          <p:cNvPr id="67" name="TextBox 66">
            <a:extLst>
              <a:ext uri="{FF2B5EF4-FFF2-40B4-BE49-F238E27FC236}">
                <a16:creationId xmlns:a16="http://schemas.microsoft.com/office/drawing/2014/main" id="{F3AE6733-4B6F-3729-BA26-1DEAAF148311}"/>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16824257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8378B-E750-4515-3E66-D1D4A5884F0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5FA426-0347-14E1-913C-89C1035E29E4}"/>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FBB43A2-49E0-AE7A-D72F-8E4D07E3292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1580C64-D94F-F3E6-903B-DFC9926503D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EEC8960-14B9-7D02-07AB-BADCCCD5B18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C3F3638-4053-FA5A-5771-CCAEE24B953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A0B911E-5DCF-AD6F-AE61-F0FAA4C0988D}"/>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A5C487B1-6A0A-155D-5C7D-7E749AE8890F}"/>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1704CB3D-025C-2214-C1C0-CAB39626270C}"/>
              </a:ext>
            </a:extLst>
          </p:cNvPr>
          <p:cNvSpPr txBox="1"/>
          <p:nvPr/>
        </p:nvSpPr>
        <p:spPr>
          <a:xfrm>
            <a:off x="4143022" y="1402877"/>
            <a:ext cx="570089" cy="230832"/>
          </a:xfrm>
          <a:prstGeom prst="rect">
            <a:avLst/>
          </a:prstGeom>
          <a:noFill/>
        </p:spPr>
        <p:txBody>
          <a:bodyPr wrap="square" rtlCol="0">
            <a:spAutoFit/>
          </a:bodyPr>
          <a:lstStyle/>
          <a:p>
            <a:pPr algn="ctr"/>
            <a:r>
              <a:rPr lang="en-US" sz="900" dirty="0"/>
              <a:t>1345</a:t>
            </a:r>
          </a:p>
        </p:txBody>
      </p:sp>
      <p:sp>
        <p:nvSpPr>
          <p:cNvPr id="10" name="TextBox 9">
            <a:extLst>
              <a:ext uri="{FF2B5EF4-FFF2-40B4-BE49-F238E27FC236}">
                <a16:creationId xmlns:a16="http://schemas.microsoft.com/office/drawing/2014/main" id="{FA7539EC-8120-A3E1-7188-51C437392664}"/>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5741964B-49B8-E935-C9D9-F231B5412520}"/>
              </a:ext>
            </a:extLst>
          </p:cNvPr>
          <p:cNvSpPr txBox="1"/>
          <p:nvPr/>
        </p:nvSpPr>
        <p:spPr>
          <a:xfrm>
            <a:off x="4143022" y="1903821"/>
            <a:ext cx="570089" cy="230832"/>
          </a:xfrm>
          <a:prstGeom prst="rect">
            <a:avLst/>
          </a:prstGeom>
          <a:noFill/>
        </p:spPr>
        <p:txBody>
          <a:bodyPr wrap="square" rtlCol="0">
            <a:spAutoFit/>
          </a:bodyPr>
          <a:lstStyle/>
          <a:p>
            <a:pPr algn="ctr"/>
            <a:r>
              <a:rPr lang="en-US" sz="900" dirty="0"/>
              <a:t>134</a:t>
            </a:r>
          </a:p>
        </p:txBody>
      </p:sp>
      <p:sp>
        <p:nvSpPr>
          <p:cNvPr id="14" name="TextBox 13">
            <a:extLst>
              <a:ext uri="{FF2B5EF4-FFF2-40B4-BE49-F238E27FC236}">
                <a16:creationId xmlns:a16="http://schemas.microsoft.com/office/drawing/2014/main" id="{7E33959C-12FD-F6FD-833E-145D366D3751}"/>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2E8D8C1C-BAC9-1C4A-59A7-C7D4611C43E4}"/>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804FCD4D-E89B-BF8E-E0D6-0A86F97EEADE}"/>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6DB91A9D-6D47-9702-22C4-CC8DEBD80640}"/>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279AFEB0-5FEC-2ECD-DA75-1C7ED37A3F31}"/>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1B8B3ECA-A4E8-8FF0-0B32-05B4F90CDFE7}"/>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E9AA85C4-3985-901A-3DCA-3C503DCB0884}"/>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60CE8E65-FAC1-B07D-74FB-374ED207FC1F}"/>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C17127F6-3A59-43A0-52DB-BFE595A146C4}"/>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0806B682-C19D-507B-BECC-3528582481FD}"/>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D3A93CD1-EEAA-DDD3-F1D7-1EF6FA3D4C3E}"/>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3B85C5E4-9FB6-C4FC-D0FF-2C0A344E0ED2}"/>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F6067ED1-9107-C92B-2170-8F1AB79A5D2F}"/>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D10142E9-30D4-8AB4-6FC9-D60ABB97C13A}"/>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684C0B1F-60DD-65B6-1735-C52F07B67EFE}"/>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9B4A085E-1CCE-6D10-8B1C-1D4E2947CDCB}"/>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BB051E6D-6D3A-47A8-BF13-E3DE931C095B}"/>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F067158D-FE3A-6EAD-8535-A3A539C8BA7C}"/>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79FD400C-8616-F8D9-55C3-2ADB284BFFBA}"/>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796A717C-C67B-658B-BBC2-604717620F3E}"/>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4668033F-623E-C9C8-1177-DE60C319F5DF}"/>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9ED65AF9-E982-526A-9428-287441DEB80F}"/>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8DBFC29E-7473-ADA2-D6FE-0473B8DDA6DB}"/>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3AD8E3DD-5FFE-ECEB-E94C-F14287EBAB14}"/>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8874E818-92E4-A832-5CB3-11CF2BE44E27}"/>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E435CD94-B323-3383-FB0A-59602F6DF181}"/>
              </a:ext>
            </a:extLst>
          </p:cNvPr>
          <p:cNvSpPr txBox="1"/>
          <p:nvPr/>
        </p:nvSpPr>
        <p:spPr>
          <a:xfrm>
            <a:off x="4645378" y="3907597"/>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87A04249-23A7-2F4E-9932-21ABA2F96BA2}"/>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E933F741-DCAF-7B58-0DBE-DC9EA588C8AA}"/>
              </a:ext>
            </a:extLst>
          </p:cNvPr>
          <p:cNvSpPr txBox="1"/>
          <p:nvPr/>
        </p:nvSpPr>
        <p:spPr>
          <a:xfrm>
            <a:off x="4645378" y="4909484"/>
            <a:ext cx="570089" cy="230832"/>
          </a:xfrm>
          <a:prstGeom prst="rect">
            <a:avLst/>
          </a:prstGeom>
          <a:noFill/>
        </p:spPr>
        <p:txBody>
          <a:bodyPr wrap="square" rtlCol="0">
            <a:spAutoFit/>
          </a:bodyPr>
          <a:lstStyle/>
          <a:p>
            <a:pPr algn="ctr"/>
            <a:r>
              <a:rPr lang="en-US" sz="900" dirty="0"/>
              <a:t>689</a:t>
            </a:r>
          </a:p>
        </p:txBody>
      </p:sp>
      <p:sp>
        <p:nvSpPr>
          <p:cNvPr id="45" name="TextBox 44">
            <a:extLst>
              <a:ext uri="{FF2B5EF4-FFF2-40B4-BE49-F238E27FC236}">
                <a16:creationId xmlns:a16="http://schemas.microsoft.com/office/drawing/2014/main" id="{90CF192B-B274-B83E-EE10-511606D80C28}"/>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CEB5E199-2F81-FC5C-7DC5-EDF2300A8328}"/>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C7DDF995-7E82-31C2-E582-6F0CE7207D74}"/>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31347EEB-6F69-936A-E8E0-BBF768BD5FCF}"/>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DFE220BC-557A-88D3-FD13-4A596CCF985E}"/>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76912AC7-29FE-7BB7-1BA0-BF9C8064837A}"/>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D3A67B4F-6FFF-D85F-FB7A-F6F3022200E6}"/>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40F9E50F-3607-05E6-0DCD-EC5E2F8144A6}"/>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42711673-2DC7-6C63-33E3-8E4789CF0552}"/>
              </a:ext>
            </a:extLst>
          </p:cNvPr>
          <p:cNvSpPr txBox="1"/>
          <p:nvPr/>
        </p:nvSpPr>
        <p:spPr>
          <a:xfrm>
            <a:off x="6152446" y="4408541"/>
            <a:ext cx="570089" cy="230832"/>
          </a:xfrm>
          <a:prstGeom prst="rect">
            <a:avLst/>
          </a:prstGeom>
          <a:noFill/>
        </p:spPr>
        <p:txBody>
          <a:bodyPr wrap="square" rtlCol="0">
            <a:spAutoFit/>
          </a:bodyPr>
          <a:lstStyle/>
          <a:p>
            <a:pPr algn="ctr"/>
            <a:r>
              <a:rPr lang="en-US" sz="900" dirty="0"/>
              <a:t>89</a:t>
            </a:r>
          </a:p>
        </p:txBody>
      </p:sp>
      <p:sp>
        <p:nvSpPr>
          <p:cNvPr id="54" name="TextBox 53">
            <a:extLst>
              <a:ext uri="{FF2B5EF4-FFF2-40B4-BE49-F238E27FC236}">
                <a16:creationId xmlns:a16="http://schemas.microsoft.com/office/drawing/2014/main" id="{AB66582B-B728-7519-E822-9764D78D1F64}"/>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58" name="TextBox 57">
            <a:extLst>
              <a:ext uri="{FF2B5EF4-FFF2-40B4-BE49-F238E27FC236}">
                <a16:creationId xmlns:a16="http://schemas.microsoft.com/office/drawing/2014/main" id="{D47E2926-608A-C0E5-C826-C46C284404DF}"/>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C70E993B-397B-84E8-8987-F911DDB9BFAB}"/>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F991C1AD-8D5D-CA40-E324-7D85332369CB}"/>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FC073A42-57DD-6F17-BA16-8CDF0BE7CC9C}"/>
              </a:ext>
            </a:extLst>
          </p:cNvPr>
          <p:cNvSpPr txBox="1"/>
          <p:nvPr/>
        </p:nvSpPr>
        <p:spPr>
          <a:xfrm>
            <a:off x="6654802" y="3907597"/>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2723716A-5D82-6519-8767-E0622F6AA563}"/>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B5D91BDF-61CF-120D-01B5-21507D5B4416}"/>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5F1103A2-0D6D-1D04-0950-4DF2DC5D2183}"/>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F7265E8F-A96F-BB98-2B50-FB2DBBD352F6}"/>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B7D9ACE6-9339-69C1-0FEF-1F93BE8416BB}"/>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F137CA33-CB13-E6FD-0E08-40EFA0108C6B}"/>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31" name="TextBox 30">
            <a:extLst>
              <a:ext uri="{FF2B5EF4-FFF2-40B4-BE49-F238E27FC236}">
                <a16:creationId xmlns:a16="http://schemas.microsoft.com/office/drawing/2014/main" id="{06D876E1-3A8D-5A5A-F6A2-EB7F015D6988}"/>
              </a:ext>
            </a:extLst>
          </p:cNvPr>
          <p:cNvSpPr txBox="1"/>
          <p:nvPr/>
        </p:nvSpPr>
        <p:spPr>
          <a:xfrm>
            <a:off x="6654802" y="4408541"/>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9573EE79-0C40-74EA-1E59-92D17C58E0AE}"/>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2" name="TextBox 61">
            <a:extLst>
              <a:ext uri="{FF2B5EF4-FFF2-40B4-BE49-F238E27FC236}">
                <a16:creationId xmlns:a16="http://schemas.microsoft.com/office/drawing/2014/main" id="{9F28B331-811E-5ED4-0CE2-A172F3DE4F01}"/>
              </a:ext>
            </a:extLst>
          </p:cNvPr>
          <p:cNvSpPr txBox="1"/>
          <p:nvPr/>
        </p:nvSpPr>
        <p:spPr>
          <a:xfrm>
            <a:off x="6654802" y="4909484"/>
            <a:ext cx="570089" cy="230832"/>
          </a:xfrm>
          <a:prstGeom prst="rect">
            <a:avLst/>
          </a:prstGeom>
          <a:noFill/>
        </p:spPr>
        <p:txBody>
          <a:bodyPr wrap="square" rtlCol="0">
            <a:spAutoFit/>
          </a:bodyPr>
          <a:lstStyle/>
          <a:p>
            <a:pPr algn="ctr"/>
            <a:r>
              <a:rPr lang="en-US" sz="900" dirty="0"/>
              <a:t>54</a:t>
            </a:r>
          </a:p>
        </p:txBody>
      </p:sp>
      <p:sp>
        <p:nvSpPr>
          <p:cNvPr id="64" name="TextBox 63">
            <a:extLst>
              <a:ext uri="{FF2B5EF4-FFF2-40B4-BE49-F238E27FC236}">
                <a16:creationId xmlns:a16="http://schemas.microsoft.com/office/drawing/2014/main" id="{02D456C6-EB70-3224-55A1-44D684D966CC}"/>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51D36F9F-6BB1-C8A1-6ED7-39C60BE516F2}"/>
              </a:ext>
            </a:extLst>
          </p:cNvPr>
          <p:cNvSpPr txBox="1"/>
          <p:nvPr/>
        </p:nvSpPr>
        <p:spPr>
          <a:xfrm>
            <a:off x="5147734" y="2905709"/>
            <a:ext cx="570089" cy="230832"/>
          </a:xfrm>
          <a:prstGeom prst="rect">
            <a:avLst/>
          </a:prstGeom>
          <a:noFill/>
        </p:spPr>
        <p:txBody>
          <a:bodyPr wrap="square" rtlCol="0">
            <a:spAutoFit/>
          </a:bodyPr>
          <a:lstStyle/>
          <a:p>
            <a:pPr algn="ctr"/>
            <a:r>
              <a:rPr lang="en-US" sz="900" dirty="0"/>
              <a:t>678</a:t>
            </a:r>
          </a:p>
        </p:txBody>
      </p:sp>
      <p:sp>
        <p:nvSpPr>
          <p:cNvPr id="65" name="TextBox 64">
            <a:extLst>
              <a:ext uri="{FF2B5EF4-FFF2-40B4-BE49-F238E27FC236}">
                <a16:creationId xmlns:a16="http://schemas.microsoft.com/office/drawing/2014/main" id="{F5A79D54-4CE2-A493-2160-6FBD1A01F58B}"/>
              </a:ext>
            </a:extLst>
          </p:cNvPr>
          <p:cNvSpPr txBox="1"/>
          <p:nvPr/>
        </p:nvSpPr>
        <p:spPr>
          <a:xfrm>
            <a:off x="5650090" y="2905709"/>
            <a:ext cx="570089" cy="230832"/>
          </a:xfrm>
          <a:prstGeom prst="rect">
            <a:avLst/>
          </a:prstGeom>
          <a:noFill/>
        </p:spPr>
        <p:txBody>
          <a:bodyPr wrap="square" rtlCol="0">
            <a:spAutoFit/>
          </a:bodyPr>
          <a:lstStyle/>
          <a:p>
            <a:pPr algn="ctr"/>
            <a:r>
              <a:rPr lang="en-US" sz="900" dirty="0"/>
              <a:t>68</a:t>
            </a:r>
          </a:p>
        </p:txBody>
      </p:sp>
      <p:sp>
        <p:nvSpPr>
          <p:cNvPr id="66" name="TextBox 65">
            <a:extLst>
              <a:ext uri="{FF2B5EF4-FFF2-40B4-BE49-F238E27FC236}">
                <a16:creationId xmlns:a16="http://schemas.microsoft.com/office/drawing/2014/main" id="{ABC5C565-8F29-F945-B44E-D81E2F205319}"/>
              </a:ext>
            </a:extLst>
          </p:cNvPr>
          <p:cNvSpPr txBox="1"/>
          <p:nvPr/>
        </p:nvSpPr>
        <p:spPr>
          <a:xfrm>
            <a:off x="5147734" y="3406653"/>
            <a:ext cx="570089" cy="230832"/>
          </a:xfrm>
          <a:prstGeom prst="rect">
            <a:avLst/>
          </a:prstGeom>
          <a:noFill/>
        </p:spPr>
        <p:txBody>
          <a:bodyPr wrap="square" rtlCol="0">
            <a:spAutoFit/>
          </a:bodyPr>
          <a:lstStyle/>
          <a:p>
            <a:pPr algn="ctr"/>
            <a:r>
              <a:rPr lang="en-US" sz="900" dirty="0"/>
              <a:t>6789</a:t>
            </a:r>
          </a:p>
        </p:txBody>
      </p:sp>
      <p:sp>
        <p:nvSpPr>
          <p:cNvPr id="67" name="TextBox 66">
            <a:extLst>
              <a:ext uri="{FF2B5EF4-FFF2-40B4-BE49-F238E27FC236}">
                <a16:creationId xmlns:a16="http://schemas.microsoft.com/office/drawing/2014/main" id="{086C8CC4-46A4-3572-F535-3D6E422EEFFE}"/>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1955772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005AA-9F72-DFC7-F232-5CA5E45FC04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895AB6-F38E-706B-72AF-56BC7E77EA24}"/>
              </a:ext>
            </a:extLst>
          </p:cNvPr>
          <p:cNvSpPr>
            <a:spLocks noGrp="1"/>
          </p:cNvSpPr>
          <p:nvPr>
            <p:ph sz="half" idx="1"/>
          </p:nvPr>
        </p:nvSpPr>
        <p:spPr/>
        <p:txBody>
          <a:bodyPr>
            <a:normAutofit/>
          </a:bodyPr>
          <a:lstStyle/>
          <a:p>
            <a:r>
              <a:rPr lang="en-US" dirty="0"/>
              <a:t>Complete Row 4.</a:t>
            </a:r>
          </a:p>
        </p:txBody>
      </p:sp>
      <p:pic>
        <p:nvPicPr>
          <p:cNvPr id="4" name="Picture 3" descr="A grid of sudoku puzzle&#10;&#10;Description automatically generated">
            <a:extLst>
              <a:ext uri="{FF2B5EF4-FFF2-40B4-BE49-F238E27FC236}">
                <a16:creationId xmlns:a16="http://schemas.microsoft.com/office/drawing/2014/main" id="{07592E89-C48E-3E7D-5BF6-D776C5F13B5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345AB9C-EE47-1C24-CE44-B670CDB0C20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0D50B38-3FB1-6AD0-0037-1483C815852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4F182E3-F571-CD6F-A05F-8E979A4CE2B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548DF5E-0ADB-D7C9-423E-D10D349C30C8}"/>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688C1A4E-8D45-8ACA-DC2D-D1852A1ABA86}"/>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B7FD10D8-C067-E918-9AD6-F54A47459BD0}"/>
              </a:ext>
            </a:extLst>
          </p:cNvPr>
          <p:cNvSpPr txBox="1"/>
          <p:nvPr/>
        </p:nvSpPr>
        <p:spPr>
          <a:xfrm>
            <a:off x="4143022" y="1402877"/>
            <a:ext cx="570089" cy="230832"/>
          </a:xfrm>
          <a:prstGeom prst="rect">
            <a:avLst/>
          </a:prstGeom>
          <a:noFill/>
        </p:spPr>
        <p:txBody>
          <a:bodyPr wrap="square" rtlCol="0">
            <a:spAutoFit/>
          </a:bodyPr>
          <a:lstStyle/>
          <a:p>
            <a:pPr algn="ctr"/>
            <a:r>
              <a:rPr lang="en-US" sz="900" dirty="0"/>
              <a:t>1345</a:t>
            </a:r>
          </a:p>
        </p:txBody>
      </p:sp>
      <p:sp>
        <p:nvSpPr>
          <p:cNvPr id="10" name="TextBox 9">
            <a:extLst>
              <a:ext uri="{FF2B5EF4-FFF2-40B4-BE49-F238E27FC236}">
                <a16:creationId xmlns:a16="http://schemas.microsoft.com/office/drawing/2014/main" id="{0478147D-EADD-427C-573F-48378798B8BE}"/>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E365E358-5A7E-90A8-022D-843D0255DD78}"/>
              </a:ext>
            </a:extLst>
          </p:cNvPr>
          <p:cNvSpPr txBox="1"/>
          <p:nvPr/>
        </p:nvSpPr>
        <p:spPr>
          <a:xfrm>
            <a:off x="4143022" y="1903821"/>
            <a:ext cx="570089" cy="230832"/>
          </a:xfrm>
          <a:prstGeom prst="rect">
            <a:avLst/>
          </a:prstGeom>
          <a:noFill/>
        </p:spPr>
        <p:txBody>
          <a:bodyPr wrap="square" rtlCol="0">
            <a:spAutoFit/>
          </a:bodyPr>
          <a:lstStyle/>
          <a:p>
            <a:pPr algn="ctr"/>
            <a:r>
              <a:rPr lang="en-US" sz="900" dirty="0"/>
              <a:t>134</a:t>
            </a:r>
          </a:p>
        </p:txBody>
      </p:sp>
      <p:sp>
        <p:nvSpPr>
          <p:cNvPr id="14" name="TextBox 13">
            <a:extLst>
              <a:ext uri="{FF2B5EF4-FFF2-40B4-BE49-F238E27FC236}">
                <a16:creationId xmlns:a16="http://schemas.microsoft.com/office/drawing/2014/main" id="{59D4EAFD-B8D4-86B6-2E8A-8D7D1505A076}"/>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4C826381-2E4D-BBE7-3502-8C621D5A5916}"/>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B832CE18-DE21-CE09-5230-9259153948BA}"/>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950542CA-19DB-333A-819E-786E63982960}"/>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123B9FCA-4249-E5B2-088D-B490F0323307}"/>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4ABD42F3-D51A-A1CC-251B-D729D3D57F5D}"/>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D8BABFB0-2A29-2F8F-3529-022F7D037F31}"/>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0039E136-D7BF-9C2D-5029-561D9ADBE11B}"/>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E5D0C2B7-61C0-0839-C703-DEC5B9C1DE42}"/>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AAAFB271-D263-65DD-B25B-46A813ACDAFA}"/>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5EF56883-7ED6-7B56-19A4-2CD084F76CCB}"/>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75F470DA-C769-2E73-ED03-CC61BD63D221}"/>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0DB47F10-3F8E-2F4C-DB03-F9670B32540D}"/>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FD315C18-CF95-F464-5C74-A40F43EA2A0A}"/>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7B65B1DB-17BD-B3B0-C10F-7A5503E01477}"/>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A308881E-F769-EB55-24A7-D8ACD2DA3280}"/>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87C53353-3A23-DE2D-B827-964FB02BA817}"/>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C28FC704-D849-1CB5-984E-19D59C4E48BE}"/>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DBDA201C-C670-14B4-BD06-C1B392929499}"/>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1002B17D-5C92-CB33-21C2-7B62CCF5C576}"/>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414C5188-D2CE-DF84-9359-66B0DB2CA409}"/>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7A9C6721-A86B-2A5C-2ADB-AF5E58C0B721}"/>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F776EA5D-2B07-C6F1-B6EB-C849DA1F7140}"/>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72A92EAE-2927-52A0-D712-96F73A82C608}"/>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6B800ED2-6147-4E01-9F97-EA57F9CA151C}"/>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A386888F-8E33-17F7-7FFE-EE940FDE8F8F}"/>
              </a:ext>
            </a:extLst>
          </p:cNvPr>
          <p:cNvSpPr txBox="1"/>
          <p:nvPr/>
        </p:nvSpPr>
        <p:spPr>
          <a:xfrm>
            <a:off x="4645378" y="3907597"/>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91EAAC2B-D852-73D9-3DC7-2BB2C39C8822}"/>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134FB6B5-1C4E-63E8-7DB8-36733F5FB2EC}"/>
              </a:ext>
            </a:extLst>
          </p:cNvPr>
          <p:cNvSpPr txBox="1"/>
          <p:nvPr/>
        </p:nvSpPr>
        <p:spPr>
          <a:xfrm>
            <a:off x="4645378" y="4909484"/>
            <a:ext cx="570089" cy="230832"/>
          </a:xfrm>
          <a:prstGeom prst="rect">
            <a:avLst/>
          </a:prstGeom>
          <a:noFill/>
        </p:spPr>
        <p:txBody>
          <a:bodyPr wrap="square" rtlCol="0">
            <a:spAutoFit/>
          </a:bodyPr>
          <a:lstStyle/>
          <a:p>
            <a:pPr algn="ctr"/>
            <a:r>
              <a:rPr lang="en-US" sz="900" dirty="0"/>
              <a:t>689</a:t>
            </a:r>
          </a:p>
        </p:txBody>
      </p:sp>
      <p:sp>
        <p:nvSpPr>
          <p:cNvPr id="45" name="TextBox 44">
            <a:extLst>
              <a:ext uri="{FF2B5EF4-FFF2-40B4-BE49-F238E27FC236}">
                <a16:creationId xmlns:a16="http://schemas.microsoft.com/office/drawing/2014/main" id="{3916FCE3-BE5E-AA42-ED63-A469775B89B4}"/>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3EF1CC0A-7706-876A-BA94-B85BDBFB1945}"/>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71822C35-E632-B3BD-FA36-7D4171412359}"/>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BDC78547-8323-8C40-578E-B140B2E623D6}"/>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C8FA8B1F-C5AF-6F12-6119-67767B2DC35B}"/>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36D2FD5B-8DA5-01D9-8F13-D86ED44B0C30}"/>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31CDB200-DDCA-2AD5-E095-8381F278E7E1}"/>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B0A82218-91AA-E238-4C82-C5F20DE3F238}"/>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5B27DA9B-998D-4296-771D-AD5A3DC3FE5C}"/>
              </a:ext>
            </a:extLst>
          </p:cNvPr>
          <p:cNvSpPr txBox="1"/>
          <p:nvPr/>
        </p:nvSpPr>
        <p:spPr>
          <a:xfrm>
            <a:off x="6152446" y="4408541"/>
            <a:ext cx="570089" cy="230832"/>
          </a:xfrm>
          <a:prstGeom prst="rect">
            <a:avLst/>
          </a:prstGeom>
          <a:noFill/>
        </p:spPr>
        <p:txBody>
          <a:bodyPr wrap="square" rtlCol="0">
            <a:spAutoFit/>
          </a:bodyPr>
          <a:lstStyle/>
          <a:p>
            <a:pPr algn="ctr"/>
            <a:r>
              <a:rPr lang="en-US" sz="900" dirty="0"/>
              <a:t>89</a:t>
            </a:r>
          </a:p>
        </p:txBody>
      </p:sp>
      <p:sp>
        <p:nvSpPr>
          <p:cNvPr id="54" name="TextBox 53">
            <a:extLst>
              <a:ext uri="{FF2B5EF4-FFF2-40B4-BE49-F238E27FC236}">
                <a16:creationId xmlns:a16="http://schemas.microsoft.com/office/drawing/2014/main" id="{1E4907D1-703A-1683-5A1D-E5A96462F7C9}"/>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58" name="TextBox 57">
            <a:extLst>
              <a:ext uri="{FF2B5EF4-FFF2-40B4-BE49-F238E27FC236}">
                <a16:creationId xmlns:a16="http://schemas.microsoft.com/office/drawing/2014/main" id="{45510BAD-3A4A-7A5D-74B0-D0F862D61283}"/>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FC3D93BA-93EA-FF5F-6D8C-D230491E6B26}"/>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F564DEB4-BC70-B4FF-6549-3E84D6853F54}"/>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2B854C47-E4CE-364C-C9CD-61DA3320222C}"/>
              </a:ext>
            </a:extLst>
          </p:cNvPr>
          <p:cNvSpPr txBox="1"/>
          <p:nvPr/>
        </p:nvSpPr>
        <p:spPr>
          <a:xfrm>
            <a:off x="6654802" y="3907597"/>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EB5F0B90-0BE0-BA40-6D6B-733338379F70}"/>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AE8E3FD7-4AAD-6FC9-C190-2CA81878B8E4}"/>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42368AF6-659B-35A5-88C7-9B671945EA43}"/>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F9C05EC3-F0C4-D32F-323A-4FF07D968907}"/>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870F158C-A51B-CA35-A71F-83F75589C8E5}"/>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323800D6-9FFE-9DEF-BC58-9D1852C5C0EB}"/>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31" name="TextBox 30">
            <a:extLst>
              <a:ext uri="{FF2B5EF4-FFF2-40B4-BE49-F238E27FC236}">
                <a16:creationId xmlns:a16="http://schemas.microsoft.com/office/drawing/2014/main" id="{46F714E4-3B6D-77E2-9791-85873BDC1790}"/>
              </a:ext>
            </a:extLst>
          </p:cNvPr>
          <p:cNvSpPr txBox="1"/>
          <p:nvPr/>
        </p:nvSpPr>
        <p:spPr>
          <a:xfrm>
            <a:off x="6654802" y="4408541"/>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0758CA00-9A84-96B5-DCF4-3BCE24AF7E41}"/>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2" name="TextBox 61">
            <a:extLst>
              <a:ext uri="{FF2B5EF4-FFF2-40B4-BE49-F238E27FC236}">
                <a16:creationId xmlns:a16="http://schemas.microsoft.com/office/drawing/2014/main" id="{8DAD17D3-D2AF-5314-1CE2-E415CB8AD943}"/>
              </a:ext>
            </a:extLst>
          </p:cNvPr>
          <p:cNvSpPr txBox="1"/>
          <p:nvPr/>
        </p:nvSpPr>
        <p:spPr>
          <a:xfrm>
            <a:off x="6654802" y="4909484"/>
            <a:ext cx="570089" cy="230832"/>
          </a:xfrm>
          <a:prstGeom prst="rect">
            <a:avLst/>
          </a:prstGeom>
          <a:noFill/>
        </p:spPr>
        <p:txBody>
          <a:bodyPr wrap="square" rtlCol="0">
            <a:spAutoFit/>
          </a:bodyPr>
          <a:lstStyle/>
          <a:p>
            <a:pPr algn="ctr"/>
            <a:r>
              <a:rPr lang="en-US" sz="900" dirty="0"/>
              <a:t>54</a:t>
            </a:r>
          </a:p>
        </p:txBody>
      </p:sp>
      <p:sp>
        <p:nvSpPr>
          <p:cNvPr id="64" name="TextBox 63">
            <a:extLst>
              <a:ext uri="{FF2B5EF4-FFF2-40B4-BE49-F238E27FC236}">
                <a16:creationId xmlns:a16="http://schemas.microsoft.com/office/drawing/2014/main" id="{C88224A6-80A7-E5E4-BB7E-703F44FDC282}"/>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9D5B66E1-7224-28A5-EB34-A653B7AA4158}"/>
              </a:ext>
            </a:extLst>
          </p:cNvPr>
          <p:cNvSpPr txBox="1"/>
          <p:nvPr/>
        </p:nvSpPr>
        <p:spPr>
          <a:xfrm>
            <a:off x="5147734" y="2905709"/>
            <a:ext cx="570089" cy="230832"/>
          </a:xfrm>
          <a:prstGeom prst="rect">
            <a:avLst/>
          </a:prstGeom>
          <a:noFill/>
        </p:spPr>
        <p:txBody>
          <a:bodyPr wrap="square" rtlCol="0">
            <a:spAutoFit/>
          </a:bodyPr>
          <a:lstStyle/>
          <a:p>
            <a:pPr algn="ctr"/>
            <a:r>
              <a:rPr lang="en-US" sz="900" dirty="0"/>
              <a:t>678</a:t>
            </a:r>
          </a:p>
        </p:txBody>
      </p:sp>
      <p:sp>
        <p:nvSpPr>
          <p:cNvPr id="65" name="TextBox 64">
            <a:extLst>
              <a:ext uri="{FF2B5EF4-FFF2-40B4-BE49-F238E27FC236}">
                <a16:creationId xmlns:a16="http://schemas.microsoft.com/office/drawing/2014/main" id="{9CE4055C-159A-9039-F448-94043BA5DAF4}"/>
              </a:ext>
            </a:extLst>
          </p:cNvPr>
          <p:cNvSpPr txBox="1"/>
          <p:nvPr/>
        </p:nvSpPr>
        <p:spPr>
          <a:xfrm>
            <a:off x="5650090" y="2905709"/>
            <a:ext cx="570089" cy="230832"/>
          </a:xfrm>
          <a:prstGeom prst="rect">
            <a:avLst/>
          </a:prstGeom>
          <a:noFill/>
        </p:spPr>
        <p:txBody>
          <a:bodyPr wrap="square" rtlCol="0">
            <a:spAutoFit/>
          </a:bodyPr>
          <a:lstStyle/>
          <a:p>
            <a:pPr algn="ctr"/>
            <a:r>
              <a:rPr lang="en-US" sz="900" dirty="0"/>
              <a:t>68</a:t>
            </a:r>
          </a:p>
        </p:txBody>
      </p:sp>
      <p:sp>
        <p:nvSpPr>
          <p:cNvPr id="66" name="TextBox 65">
            <a:extLst>
              <a:ext uri="{FF2B5EF4-FFF2-40B4-BE49-F238E27FC236}">
                <a16:creationId xmlns:a16="http://schemas.microsoft.com/office/drawing/2014/main" id="{F03B7A8B-AF65-A4F7-DA14-BA450EB3549D}"/>
              </a:ext>
            </a:extLst>
          </p:cNvPr>
          <p:cNvSpPr txBox="1"/>
          <p:nvPr/>
        </p:nvSpPr>
        <p:spPr>
          <a:xfrm>
            <a:off x="5147734" y="3406653"/>
            <a:ext cx="570089" cy="230832"/>
          </a:xfrm>
          <a:prstGeom prst="rect">
            <a:avLst/>
          </a:prstGeom>
          <a:noFill/>
        </p:spPr>
        <p:txBody>
          <a:bodyPr wrap="square" rtlCol="0">
            <a:spAutoFit/>
          </a:bodyPr>
          <a:lstStyle/>
          <a:p>
            <a:pPr algn="ctr"/>
            <a:r>
              <a:rPr lang="en-US" sz="900" dirty="0"/>
              <a:t>6789</a:t>
            </a:r>
          </a:p>
        </p:txBody>
      </p:sp>
      <p:sp>
        <p:nvSpPr>
          <p:cNvPr id="67" name="TextBox 66">
            <a:extLst>
              <a:ext uri="{FF2B5EF4-FFF2-40B4-BE49-F238E27FC236}">
                <a16:creationId xmlns:a16="http://schemas.microsoft.com/office/drawing/2014/main" id="{3071F199-3902-F24A-593B-2B752AA24C5B}"/>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0B399B0B-89B0-CD23-4E21-890CE828BB70}"/>
              </a:ext>
            </a:extLst>
          </p:cNvPr>
          <p:cNvSpPr txBox="1"/>
          <p:nvPr/>
        </p:nvSpPr>
        <p:spPr>
          <a:xfrm>
            <a:off x="4143022" y="2404765"/>
            <a:ext cx="570089" cy="230832"/>
          </a:xfrm>
          <a:prstGeom prst="rect">
            <a:avLst/>
          </a:prstGeom>
          <a:noFill/>
        </p:spPr>
        <p:txBody>
          <a:bodyPr wrap="square" rtlCol="0">
            <a:spAutoFit/>
          </a:bodyPr>
          <a:lstStyle/>
          <a:p>
            <a:pPr algn="ctr"/>
            <a:r>
              <a:rPr lang="en-US" sz="900" dirty="0"/>
              <a:t>94</a:t>
            </a:r>
          </a:p>
        </p:txBody>
      </p:sp>
      <p:sp>
        <p:nvSpPr>
          <p:cNvPr id="69" name="TextBox 68">
            <a:extLst>
              <a:ext uri="{FF2B5EF4-FFF2-40B4-BE49-F238E27FC236}">
                <a16:creationId xmlns:a16="http://schemas.microsoft.com/office/drawing/2014/main" id="{42703EC6-03E4-74CA-DA89-AD555BCEDAB3}"/>
              </a:ext>
            </a:extLst>
          </p:cNvPr>
          <p:cNvSpPr txBox="1"/>
          <p:nvPr/>
        </p:nvSpPr>
        <p:spPr>
          <a:xfrm>
            <a:off x="3138310" y="2404765"/>
            <a:ext cx="570089" cy="230832"/>
          </a:xfrm>
          <a:prstGeom prst="rect">
            <a:avLst/>
          </a:prstGeom>
          <a:noFill/>
        </p:spPr>
        <p:txBody>
          <a:bodyPr wrap="square" rtlCol="0">
            <a:spAutoFit/>
          </a:bodyPr>
          <a:lstStyle/>
          <a:p>
            <a:pPr algn="ctr"/>
            <a:r>
              <a:rPr lang="en-US" sz="900" dirty="0"/>
              <a:t>49</a:t>
            </a:r>
          </a:p>
        </p:txBody>
      </p:sp>
    </p:spTree>
    <p:extLst>
      <p:ext uri="{BB962C8B-B14F-4D97-AF65-F5344CB8AC3E}">
        <p14:creationId xmlns:p14="http://schemas.microsoft.com/office/powerpoint/2010/main" val="16975185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35E90-DA81-0933-118B-B24D792411D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0038768-8ECE-E5E4-D1BC-752158F3C395}"/>
              </a:ext>
            </a:extLst>
          </p:cNvPr>
          <p:cNvSpPr>
            <a:spLocks noGrp="1"/>
          </p:cNvSpPr>
          <p:nvPr>
            <p:ph sz="half" idx="1"/>
          </p:nvPr>
        </p:nvSpPr>
        <p:spPr/>
        <p:txBody>
          <a:bodyPr>
            <a:normAutofit/>
          </a:bodyPr>
          <a:lstStyle/>
          <a:p>
            <a:r>
              <a:rPr lang="en-US" dirty="0"/>
              <a:t>Complete left center block.</a:t>
            </a:r>
          </a:p>
        </p:txBody>
      </p:sp>
      <p:pic>
        <p:nvPicPr>
          <p:cNvPr id="4" name="Picture 3" descr="A grid of sudoku puzzle&#10;&#10;Description automatically generated">
            <a:extLst>
              <a:ext uri="{FF2B5EF4-FFF2-40B4-BE49-F238E27FC236}">
                <a16:creationId xmlns:a16="http://schemas.microsoft.com/office/drawing/2014/main" id="{E72056F3-50DC-2DF1-4B78-CE7B49DBE89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161515D-6057-FE07-F9FF-34FC2B7330A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0F28E1A-39DB-0A65-A2D8-27B8CAED27C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06642A2-ED5C-994E-F02D-D20535FA4A8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DD175F6-F0D0-34FA-7DEB-811C90143DB1}"/>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1EFC99FA-7EFB-74D9-74D6-CD5D41A40BE5}"/>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FF9FE6B3-6DBA-83A2-D6E9-F388911F3F2D}"/>
              </a:ext>
            </a:extLst>
          </p:cNvPr>
          <p:cNvSpPr txBox="1"/>
          <p:nvPr/>
        </p:nvSpPr>
        <p:spPr>
          <a:xfrm>
            <a:off x="4143022" y="1402877"/>
            <a:ext cx="570089" cy="230832"/>
          </a:xfrm>
          <a:prstGeom prst="rect">
            <a:avLst/>
          </a:prstGeom>
          <a:noFill/>
        </p:spPr>
        <p:txBody>
          <a:bodyPr wrap="square" rtlCol="0">
            <a:spAutoFit/>
          </a:bodyPr>
          <a:lstStyle/>
          <a:p>
            <a:pPr algn="ctr"/>
            <a:r>
              <a:rPr lang="en-US" sz="900" dirty="0"/>
              <a:t>1345</a:t>
            </a:r>
          </a:p>
        </p:txBody>
      </p:sp>
      <p:sp>
        <p:nvSpPr>
          <p:cNvPr id="10" name="TextBox 9">
            <a:extLst>
              <a:ext uri="{FF2B5EF4-FFF2-40B4-BE49-F238E27FC236}">
                <a16:creationId xmlns:a16="http://schemas.microsoft.com/office/drawing/2014/main" id="{22779BD0-8260-5056-9DD5-CAA703F357E1}"/>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094E6019-F5C9-B015-6EFA-976657CF72DF}"/>
              </a:ext>
            </a:extLst>
          </p:cNvPr>
          <p:cNvSpPr txBox="1"/>
          <p:nvPr/>
        </p:nvSpPr>
        <p:spPr>
          <a:xfrm>
            <a:off x="4143022" y="1903821"/>
            <a:ext cx="570089" cy="230832"/>
          </a:xfrm>
          <a:prstGeom prst="rect">
            <a:avLst/>
          </a:prstGeom>
          <a:noFill/>
        </p:spPr>
        <p:txBody>
          <a:bodyPr wrap="square" rtlCol="0">
            <a:spAutoFit/>
          </a:bodyPr>
          <a:lstStyle/>
          <a:p>
            <a:pPr algn="ctr"/>
            <a:r>
              <a:rPr lang="en-US" sz="900" dirty="0"/>
              <a:t>134</a:t>
            </a:r>
          </a:p>
        </p:txBody>
      </p:sp>
      <p:sp>
        <p:nvSpPr>
          <p:cNvPr id="14" name="TextBox 13">
            <a:extLst>
              <a:ext uri="{FF2B5EF4-FFF2-40B4-BE49-F238E27FC236}">
                <a16:creationId xmlns:a16="http://schemas.microsoft.com/office/drawing/2014/main" id="{B79A8221-C150-3C54-FE84-2F1BE1BAE2BC}"/>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86579045-DBE8-5A78-B23F-43CA433C7377}"/>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2D4CB3C1-FFAE-C705-9844-A05C63C42994}"/>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04EAE4CA-F834-4915-811F-91F8167BD731}"/>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653E6EFF-9286-2585-8480-45231D2BD1C8}"/>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E2E05F99-8166-0B0A-19C6-1AE0526D761D}"/>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A6034D60-AE90-88AB-BBA9-DBB05B39CF1D}"/>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ACCA543A-15F3-4402-C82E-5A9251DC3E04}"/>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9F26E7F4-D5C2-2ED5-FD87-E783436E1AC9}"/>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4EE370FE-44C2-54AF-044A-E3020D7F9E45}"/>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1C2235B6-47FE-AC38-5DC3-99B09E169689}"/>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232D3BBE-72E9-61F1-A744-47FC64A41DB5}"/>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F139AF0E-7DEF-D327-6BFD-77EF5BE080F4}"/>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2E4ABB29-6C7B-8237-512A-A9362E838254}"/>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B7B77CCE-A146-CBE9-F4DA-E38274255949}"/>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26158753-C991-9F9F-56EF-60E9E490E1C0}"/>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F8F9E55D-4FA5-1690-FADC-F9C9601F7CF0}"/>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5F1D371F-EC8D-484F-3DF4-5E18F8BA184A}"/>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EAE2537D-1A8B-E080-B0DA-216DA0974CDD}"/>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65250B1F-FD17-9360-D6D4-CFF6B183914D}"/>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5FDCC9C3-E216-2C72-A08B-A25D651C3A2C}"/>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CC586D45-DA1D-EFEE-D3BD-636618D1471B}"/>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9585BD13-FEB0-FB22-BEB1-9586363558B9}"/>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47B1A1B4-E3CE-CE64-D656-411AF3BE90B9}"/>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6EBB70FB-1962-B2ED-C8EF-1B92117EC824}"/>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55F2D309-853B-E9C1-4BE7-0C0A2E0D4B24}"/>
              </a:ext>
            </a:extLst>
          </p:cNvPr>
          <p:cNvSpPr txBox="1"/>
          <p:nvPr/>
        </p:nvSpPr>
        <p:spPr>
          <a:xfrm>
            <a:off x="4645378" y="3907597"/>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0BE7C9E6-5972-B6A2-2EA2-09B4719D3AB5}"/>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C9554F3E-5500-1735-4B01-BEE8AE2D1538}"/>
              </a:ext>
            </a:extLst>
          </p:cNvPr>
          <p:cNvSpPr txBox="1"/>
          <p:nvPr/>
        </p:nvSpPr>
        <p:spPr>
          <a:xfrm>
            <a:off x="4645378" y="4909484"/>
            <a:ext cx="570089" cy="230832"/>
          </a:xfrm>
          <a:prstGeom prst="rect">
            <a:avLst/>
          </a:prstGeom>
          <a:noFill/>
        </p:spPr>
        <p:txBody>
          <a:bodyPr wrap="square" rtlCol="0">
            <a:spAutoFit/>
          </a:bodyPr>
          <a:lstStyle/>
          <a:p>
            <a:pPr algn="ctr"/>
            <a:r>
              <a:rPr lang="en-US" sz="900" dirty="0"/>
              <a:t>689</a:t>
            </a:r>
          </a:p>
        </p:txBody>
      </p:sp>
      <p:sp>
        <p:nvSpPr>
          <p:cNvPr id="45" name="TextBox 44">
            <a:extLst>
              <a:ext uri="{FF2B5EF4-FFF2-40B4-BE49-F238E27FC236}">
                <a16:creationId xmlns:a16="http://schemas.microsoft.com/office/drawing/2014/main" id="{4CBD50ED-7229-34B8-7D39-3EE56B3F1B81}"/>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0B35BFE3-E2FC-6D78-095D-3329BD7D9A29}"/>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A1E15F70-F011-BE2D-C57A-5435568B5F3C}"/>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3793E589-BC84-110B-27A3-C653B434F9FA}"/>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768DC739-4119-7B13-40BD-6DB6FFD45F40}"/>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25527C2E-5165-2FE5-D3D7-192346CE399B}"/>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6E031B68-9139-8F6A-2C76-D0582616AC4F}"/>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0E313166-645C-05B9-7635-040AD28DC8ED}"/>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7F9C1099-5455-0A70-CE1B-5CD7FA7C25B9}"/>
              </a:ext>
            </a:extLst>
          </p:cNvPr>
          <p:cNvSpPr txBox="1"/>
          <p:nvPr/>
        </p:nvSpPr>
        <p:spPr>
          <a:xfrm>
            <a:off x="6152446" y="4408541"/>
            <a:ext cx="570089" cy="230832"/>
          </a:xfrm>
          <a:prstGeom prst="rect">
            <a:avLst/>
          </a:prstGeom>
          <a:noFill/>
        </p:spPr>
        <p:txBody>
          <a:bodyPr wrap="square" rtlCol="0">
            <a:spAutoFit/>
          </a:bodyPr>
          <a:lstStyle/>
          <a:p>
            <a:pPr algn="ctr"/>
            <a:r>
              <a:rPr lang="en-US" sz="900" dirty="0"/>
              <a:t>89</a:t>
            </a:r>
          </a:p>
        </p:txBody>
      </p:sp>
      <p:sp>
        <p:nvSpPr>
          <p:cNvPr id="54" name="TextBox 53">
            <a:extLst>
              <a:ext uri="{FF2B5EF4-FFF2-40B4-BE49-F238E27FC236}">
                <a16:creationId xmlns:a16="http://schemas.microsoft.com/office/drawing/2014/main" id="{6747E44E-338A-5DE9-8585-8480E2EC0CD5}"/>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58" name="TextBox 57">
            <a:extLst>
              <a:ext uri="{FF2B5EF4-FFF2-40B4-BE49-F238E27FC236}">
                <a16:creationId xmlns:a16="http://schemas.microsoft.com/office/drawing/2014/main" id="{929F5652-4435-2F14-6342-5A6862D55B91}"/>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26F84C79-5BCF-DD71-F03D-82877040FDB5}"/>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1228422C-D8EC-E031-1313-8B6FE6AF3524}"/>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25E2AA19-5D9A-EFFD-ED42-FE6139A42884}"/>
              </a:ext>
            </a:extLst>
          </p:cNvPr>
          <p:cNvSpPr txBox="1"/>
          <p:nvPr/>
        </p:nvSpPr>
        <p:spPr>
          <a:xfrm>
            <a:off x="6654802" y="3907597"/>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3ADAC49E-8F5A-2B64-4747-7B0A9D5DBFCB}"/>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B611C9C8-5AA7-C338-7C75-46E8B3B52162}"/>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8743AA57-5650-86A7-1D00-E972440C2578}"/>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FEF923FB-62B2-7D02-09A7-0FEC979D471F}"/>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717EE46D-102E-A58E-AA92-9AF9519F8173}"/>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E4205AB8-008C-2CC2-3E07-752358E4E556}"/>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31" name="TextBox 30">
            <a:extLst>
              <a:ext uri="{FF2B5EF4-FFF2-40B4-BE49-F238E27FC236}">
                <a16:creationId xmlns:a16="http://schemas.microsoft.com/office/drawing/2014/main" id="{F4A1185E-239C-B07D-396C-AE46DA70C351}"/>
              </a:ext>
            </a:extLst>
          </p:cNvPr>
          <p:cNvSpPr txBox="1"/>
          <p:nvPr/>
        </p:nvSpPr>
        <p:spPr>
          <a:xfrm>
            <a:off x="6654802" y="4408541"/>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CA2AFDCD-F48A-B332-1E1E-A96089C54F50}"/>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2" name="TextBox 61">
            <a:extLst>
              <a:ext uri="{FF2B5EF4-FFF2-40B4-BE49-F238E27FC236}">
                <a16:creationId xmlns:a16="http://schemas.microsoft.com/office/drawing/2014/main" id="{ADBE19AC-8A8E-6C70-B121-244D82D910A1}"/>
              </a:ext>
            </a:extLst>
          </p:cNvPr>
          <p:cNvSpPr txBox="1"/>
          <p:nvPr/>
        </p:nvSpPr>
        <p:spPr>
          <a:xfrm>
            <a:off x="6654802" y="4909484"/>
            <a:ext cx="570089" cy="230832"/>
          </a:xfrm>
          <a:prstGeom prst="rect">
            <a:avLst/>
          </a:prstGeom>
          <a:noFill/>
        </p:spPr>
        <p:txBody>
          <a:bodyPr wrap="square" rtlCol="0">
            <a:spAutoFit/>
          </a:bodyPr>
          <a:lstStyle/>
          <a:p>
            <a:pPr algn="ctr"/>
            <a:r>
              <a:rPr lang="en-US" sz="900" dirty="0"/>
              <a:t>54</a:t>
            </a:r>
          </a:p>
        </p:txBody>
      </p:sp>
      <p:sp>
        <p:nvSpPr>
          <p:cNvPr id="64" name="TextBox 63">
            <a:extLst>
              <a:ext uri="{FF2B5EF4-FFF2-40B4-BE49-F238E27FC236}">
                <a16:creationId xmlns:a16="http://schemas.microsoft.com/office/drawing/2014/main" id="{4D3BDA1E-8AC7-E9E7-68F5-592C9A2C9E17}"/>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E5050430-377C-A082-C332-B7D8E2DD745E}"/>
              </a:ext>
            </a:extLst>
          </p:cNvPr>
          <p:cNvSpPr txBox="1"/>
          <p:nvPr/>
        </p:nvSpPr>
        <p:spPr>
          <a:xfrm>
            <a:off x="5147734" y="2905709"/>
            <a:ext cx="570089" cy="230832"/>
          </a:xfrm>
          <a:prstGeom prst="rect">
            <a:avLst/>
          </a:prstGeom>
          <a:noFill/>
        </p:spPr>
        <p:txBody>
          <a:bodyPr wrap="square" rtlCol="0">
            <a:spAutoFit/>
          </a:bodyPr>
          <a:lstStyle/>
          <a:p>
            <a:pPr algn="ctr"/>
            <a:r>
              <a:rPr lang="en-US" sz="900" dirty="0"/>
              <a:t>678</a:t>
            </a:r>
          </a:p>
        </p:txBody>
      </p:sp>
      <p:sp>
        <p:nvSpPr>
          <p:cNvPr id="65" name="TextBox 64">
            <a:extLst>
              <a:ext uri="{FF2B5EF4-FFF2-40B4-BE49-F238E27FC236}">
                <a16:creationId xmlns:a16="http://schemas.microsoft.com/office/drawing/2014/main" id="{0B7405BD-CDB1-D827-0769-037A98DD9C1F}"/>
              </a:ext>
            </a:extLst>
          </p:cNvPr>
          <p:cNvSpPr txBox="1"/>
          <p:nvPr/>
        </p:nvSpPr>
        <p:spPr>
          <a:xfrm>
            <a:off x="5650090" y="2905709"/>
            <a:ext cx="570089" cy="230832"/>
          </a:xfrm>
          <a:prstGeom prst="rect">
            <a:avLst/>
          </a:prstGeom>
          <a:noFill/>
        </p:spPr>
        <p:txBody>
          <a:bodyPr wrap="square" rtlCol="0">
            <a:spAutoFit/>
          </a:bodyPr>
          <a:lstStyle/>
          <a:p>
            <a:pPr algn="ctr"/>
            <a:r>
              <a:rPr lang="en-US" sz="900" dirty="0"/>
              <a:t>68</a:t>
            </a:r>
          </a:p>
        </p:txBody>
      </p:sp>
      <p:sp>
        <p:nvSpPr>
          <p:cNvPr id="66" name="TextBox 65">
            <a:extLst>
              <a:ext uri="{FF2B5EF4-FFF2-40B4-BE49-F238E27FC236}">
                <a16:creationId xmlns:a16="http://schemas.microsoft.com/office/drawing/2014/main" id="{B4EBE5A3-FFF1-578D-C020-CA6DD4DA898E}"/>
              </a:ext>
            </a:extLst>
          </p:cNvPr>
          <p:cNvSpPr txBox="1"/>
          <p:nvPr/>
        </p:nvSpPr>
        <p:spPr>
          <a:xfrm>
            <a:off x="5147734" y="3406653"/>
            <a:ext cx="570089" cy="230832"/>
          </a:xfrm>
          <a:prstGeom prst="rect">
            <a:avLst/>
          </a:prstGeom>
          <a:noFill/>
        </p:spPr>
        <p:txBody>
          <a:bodyPr wrap="square" rtlCol="0">
            <a:spAutoFit/>
          </a:bodyPr>
          <a:lstStyle/>
          <a:p>
            <a:pPr algn="ctr"/>
            <a:r>
              <a:rPr lang="en-US" sz="900" dirty="0"/>
              <a:t>6789</a:t>
            </a:r>
          </a:p>
        </p:txBody>
      </p:sp>
      <p:sp>
        <p:nvSpPr>
          <p:cNvPr id="67" name="TextBox 66">
            <a:extLst>
              <a:ext uri="{FF2B5EF4-FFF2-40B4-BE49-F238E27FC236}">
                <a16:creationId xmlns:a16="http://schemas.microsoft.com/office/drawing/2014/main" id="{C9DE4F48-46D4-51CF-ECF9-6E41A8909680}"/>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87E9661F-CAC9-C76E-7C6C-5CA8A071C600}"/>
              </a:ext>
            </a:extLst>
          </p:cNvPr>
          <p:cNvSpPr txBox="1"/>
          <p:nvPr/>
        </p:nvSpPr>
        <p:spPr>
          <a:xfrm>
            <a:off x="4143022" y="2404765"/>
            <a:ext cx="570089" cy="230832"/>
          </a:xfrm>
          <a:prstGeom prst="rect">
            <a:avLst/>
          </a:prstGeom>
          <a:noFill/>
        </p:spPr>
        <p:txBody>
          <a:bodyPr wrap="square" rtlCol="0">
            <a:spAutoFit/>
          </a:bodyPr>
          <a:lstStyle/>
          <a:p>
            <a:pPr algn="ctr"/>
            <a:r>
              <a:rPr lang="en-US" sz="900" dirty="0"/>
              <a:t>94</a:t>
            </a:r>
          </a:p>
        </p:txBody>
      </p:sp>
      <p:sp>
        <p:nvSpPr>
          <p:cNvPr id="69" name="TextBox 68">
            <a:extLst>
              <a:ext uri="{FF2B5EF4-FFF2-40B4-BE49-F238E27FC236}">
                <a16:creationId xmlns:a16="http://schemas.microsoft.com/office/drawing/2014/main" id="{7A9C59DF-D1FA-EDB3-C03D-272EB601E326}"/>
              </a:ext>
            </a:extLst>
          </p:cNvPr>
          <p:cNvSpPr txBox="1"/>
          <p:nvPr/>
        </p:nvSpPr>
        <p:spPr>
          <a:xfrm>
            <a:off x="3138310" y="2404765"/>
            <a:ext cx="570089" cy="230832"/>
          </a:xfrm>
          <a:prstGeom prst="rect">
            <a:avLst/>
          </a:prstGeom>
          <a:noFill/>
        </p:spPr>
        <p:txBody>
          <a:bodyPr wrap="square" rtlCol="0">
            <a:spAutoFit/>
          </a:bodyPr>
          <a:lstStyle/>
          <a:p>
            <a:pPr algn="ctr"/>
            <a:r>
              <a:rPr lang="en-US" sz="900" dirty="0"/>
              <a:t>49</a:t>
            </a:r>
          </a:p>
        </p:txBody>
      </p:sp>
      <p:sp>
        <p:nvSpPr>
          <p:cNvPr id="70" name="TextBox 69">
            <a:extLst>
              <a:ext uri="{FF2B5EF4-FFF2-40B4-BE49-F238E27FC236}">
                <a16:creationId xmlns:a16="http://schemas.microsoft.com/office/drawing/2014/main" id="{94FF8920-D6D5-722C-9823-E7277EBC5835}"/>
              </a:ext>
            </a:extLst>
          </p:cNvPr>
          <p:cNvSpPr txBox="1"/>
          <p:nvPr/>
        </p:nvSpPr>
        <p:spPr>
          <a:xfrm>
            <a:off x="3138310" y="2905709"/>
            <a:ext cx="570089" cy="230832"/>
          </a:xfrm>
          <a:prstGeom prst="rect">
            <a:avLst/>
          </a:prstGeom>
          <a:noFill/>
        </p:spPr>
        <p:txBody>
          <a:bodyPr wrap="square" rtlCol="0">
            <a:spAutoFit/>
          </a:bodyPr>
          <a:lstStyle/>
          <a:p>
            <a:pPr algn="ctr"/>
            <a:r>
              <a:rPr lang="en-US" sz="900" dirty="0"/>
              <a:t>5678</a:t>
            </a:r>
          </a:p>
        </p:txBody>
      </p:sp>
      <p:sp>
        <p:nvSpPr>
          <p:cNvPr id="71" name="TextBox 70">
            <a:extLst>
              <a:ext uri="{FF2B5EF4-FFF2-40B4-BE49-F238E27FC236}">
                <a16:creationId xmlns:a16="http://schemas.microsoft.com/office/drawing/2014/main" id="{E8B437E4-6D4C-AB5F-6BBD-FFEDFC2A3F41}"/>
              </a:ext>
            </a:extLst>
          </p:cNvPr>
          <p:cNvSpPr txBox="1"/>
          <p:nvPr/>
        </p:nvSpPr>
        <p:spPr>
          <a:xfrm>
            <a:off x="3640666" y="3406653"/>
            <a:ext cx="570089" cy="230832"/>
          </a:xfrm>
          <a:prstGeom prst="rect">
            <a:avLst/>
          </a:prstGeom>
          <a:noFill/>
        </p:spPr>
        <p:txBody>
          <a:bodyPr wrap="square" rtlCol="0">
            <a:spAutoFit/>
          </a:bodyPr>
          <a:lstStyle/>
          <a:p>
            <a:pPr algn="ctr"/>
            <a:r>
              <a:rPr lang="en-US" sz="900" dirty="0"/>
              <a:t>5678</a:t>
            </a:r>
          </a:p>
        </p:txBody>
      </p:sp>
      <p:sp>
        <p:nvSpPr>
          <p:cNvPr id="72" name="TextBox 71">
            <a:extLst>
              <a:ext uri="{FF2B5EF4-FFF2-40B4-BE49-F238E27FC236}">
                <a16:creationId xmlns:a16="http://schemas.microsoft.com/office/drawing/2014/main" id="{3EB74B04-7EB0-8A78-B112-9E269D466EBF}"/>
              </a:ext>
            </a:extLst>
          </p:cNvPr>
          <p:cNvSpPr txBox="1"/>
          <p:nvPr/>
        </p:nvSpPr>
        <p:spPr>
          <a:xfrm>
            <a:off x="4143022" y="3406653"/>
            <a:ext cx="570089" cy="230832"/>
          </a:xfrm>
          <a:prstGeom prst="rect">
            <a:avLst/>
          </a:prstGeom>
          <a:noFill/>
        </p:spPr>
        <p:txBody>
          <a:bodyPr wrap="square" rtlCol="0">
            <a:spAutoFit/>
          </a:bodyPr>
          <a:lstStyle/>
          <a:p>
            <a:pPr algn="ctr"/>
            <a:r>
              <a:rPr lang="en-US" sz="900" dirty="0"/>
              <a:t>5678</a:t>
            </a:r>
          </a:p>
        </p:txBody>
      </p:sp>
      <p:sp>
        <p:nvSpPr>
          <p:cNvPr id="73" name="TextBox 72">
            <a:extLst>
              <a:ext uri="{FF2B5EF4-FFF2-40B4-BE49-F238E27FC236}">
                <a16:creationId xmlns:a16="http://schemas.microsoft.com/office/drawing/2014/main" id="{CB4912D7-D68B-88EF-5CA4-25339810755A}"/>
              </a:ext>
            </a:extLst>
          </p:cNvPr>
          <p:cNvSpPr txBox="1"/>
          <p:nvPr/>
        </p:nvSpPr>
        <p:spPr>
          <a:xfrm>
            <a:off x="3138310" y="3406653"/>
            <a:ext cx="570089" cy="230832"/>
          </a:xfrm>
          <a:prstGeom prst="rect">
            <a:avLst/>
          </a:prstGeom>
          <a:noFill/>
        </p:spPr>
        <p:txBody>
          <a:bodyPr wrap="square" rtlCol="0">
            <a:spAutoFit/>
          </a:bodyPr>
          <a:lstStyle/>
          <a:p>
            <a:pPr algn="ctr"/>
            <a:r>
              <a:rPr lang="en-US" sz="900" dirty="0"/>
              <a:t>5678</a:t>
            </a:r>
          </a:p>
        </p:txBody>
      </p:sp>
    </p:spTree>
    <p:extLst>
      <p:ext uri="{BB962C8B-B14F-4D97-AF65-F5344CB8AC3E}">
        <p14:creationId xmlns:p14="http://schemas.microsoft.com/office/powerpoint/2010/main" val="29747843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C3FA0-FD48-9288-A419-72EA94A4A25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CCDF81-FF08-E2DC-391A-544B95C8EAC4}"/>
              </a:ext>
            </a:extLst>
          </p:cNvPr>
          <p:cNvSpPr>
            <a:spLocks noGrp="1"/>
          </p:cNvSpPr>
          <p:nvPr>
            <p:ph sz="half" idx="1"/>
          </p:nvPr>
        </p:nvSpPr>
        <p:spPr/>
        <p:txBody>
          <a:bodyPr>
            <a:normAutofit/>
          </a:bodyPr>
          <a:lstStyle/>
          <a:p>
            <a:r>
              <a:rPr lang="en-US" dirty="0"/>
              <a:t>Complete [30 in 5].</a:t>
            </a:r>
          </a:p>
        </p:txBody>
      </p:sp>
      <p:pic>
        <p:nvPicPr>
          <p:cNvPr id="4" name="Picture 3" descr="A grid of sudoku puzzle&#10;&#10;Description automatically generated">
            <a:extLst>
              <a:ext uri="{FF2B5EF4-FFF2-40B4-BE49-F238E27FC236}">
                <a16:creationId xmlns:a16="http://schemas.microsoft.com/office/drawing/2014/main" id="{188336AA-99E6-C849-4DDC-344CE3BCEA0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C9CE1C2-C020-3A37-8C6E-934925FE4B1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24E2906-892D-C223-DE78-EAD31BAD773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DCB0C5C-C780-6803-625C-C24BB2F6077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596262D-4663-2CFA-6BD0-FB34631E7DD9}"/>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D6BD536C-8D45-7ABC-2176-40A79D4264E4}"/>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AB7F0FB5-9ED7-5E7B-B9BB-EF2A126AD388}"/>
              </a:ext>
            </a:extLst>
          </p:cNvPr>
          <p:cNvSpPr txBox="1"/>
          <p:nvPr/>
        </p:nvSpPr>
        <p:spPr>
          <a:xfrm>
            <a:off x="4143022" y="1402877"/>
            <a:ext cx="570089" cy="230832"/>
          </a:xfrm>
          <a:prstGeom prst="rect">
            <a:avLst/>
          </a:prstGeom>
          <a:noFill/>
        </p:spPr>
        <p:txBody>
          <a:bodyPr wrap="square" rtlCol="0">
            <a:spAutoFit/>
          </a:bodyPr>
          <a:lstStyle/>
          <a:p>
            <a:pPr algn="ctr"/>
            <a:r>
              <a:rPr lang="en-US" sz="900" dirty="0"/>
              <a:t>1345</a:t>
            </a:r>
          </a:p>
        </p:txBody>
      </p:sp>
      <p:sp>
        <p:nvSpPr>
          <p:cNvPr id="10" name="TextBox 9">
            <a:extLst>
              <a:ext uri="{FF2B5EF4-FFF2-40B4-BE49-F238E27FC236}">
                <a16:creationId xmlns:a16="http://schemas.microsoft.com/office/drawing/2014/main" id="{E33CD745-722D-C07B-A1B2-553B10575E18}"/>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F3089AA6-FA7D-49F0-3445-BE8247DBB1E7}"/>
              </a:ext>
            </a:extLst>
          </p:cNvPr>
          <p:cNvSpPr txBox="1"/>
          <p:nvPr/>
        </p:nvSpPr>
        <p:spPr>
          <a:xfrm>
            <a:off x="4143022" y="1903821"/>
            <a:ext cx="570089" cy="230832"/>
          </a:xfrm>
          <a:prstGeom prst="rect">
            <a:avLst/>
          </a:prstGeom>
          <a:noFill/>
        </p:spPr>
        <p:txBody>
          <a:bodyPr wrap="square" rtlCol="0">
            <a:spAutoFit/>
          </a:bodyPr>
          <a:lstStyle/>
          <a:p>
            <a:pPr algn="ctr"/>
            <a:r>
              <a:rPr lang="en-US" sz="900" dirty="0"/>
              <a:t>134</a:t>
            </a:r>
          </a:p>
        </p:txBody>
      </p:sp>
      <p:sp>
        <p:nvSpPr>
          <p:cNvPr id="14" name="TextBox 13">
            <a:extLst>
              <a:ext uri="{FF2B5EF4-FFF2-40B4-BE49-F238E27FC236}">
                <a16:creationId xmlns:a16="http://schemas.microsoft.com/office/drawing/2014/main" id="{E85C8038-EF32-F8FF-13C5-2350C5CC348D}"/>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14C7CE03-085C-D3FA-61E6-F9C860584129}"/>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0F062618-30FE-608F-927F-F7A9A279A0F6}"/>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580BCE9F-062D-35E7-97E7-8E48838CC941}"/>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041648BB-B0A0-1F6C-A85A-47148A3483AA}"/>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00D38176-270F-8F4E-6FC6-DE5CAED182B3}"/>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D7ED887C-177C-208D-9053-E552AC2D8026}"/>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C3AD8E2B-13C7-59E1-A5FF-13EB0FE07D32}"/>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E457D6F7-6514-EE19-9EFA-2F4CFF50E6D0}"/>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F78015C6-78C4-1F73-E2E2-F843D60050D4}"/>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84670668-F8C7-0E3B-E853-2A47C3983E39}"/>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A6DB3869-B5A0-71F2-8544-C6C23FAFC5C5}"/>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8D892014-7A4C-E5E6-89F8-9D9168AC122B}"/>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55E35AA2-DDBB-C4FD-3067-7B42721BE007}"/>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08C44839-39FA-AA84-E63F-B98779441280}"/>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E583B906-09AF-DAA9-9CFF-FAD4C69F74F9}"/>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A5F69D38-5445-C42F-BB6B-13866936E740}"/>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15E39A98-04D5-C8CE-C791-169C57C0FCD8}"/>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E421C187-EBE6-FC80-3B28-0A2878EAFF21}"/>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216FE0B0-8B00-F660-C194-44D62F47133C}"/>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5DBA9452-64C2-D3C9-7C95-97041C79189D}"/>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570FE6EF-BF30-033C-1A14-0B03E52D546A}"/>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A8F3C08C-3692-4AB1-069E-796741385D16}"/>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753EF6D4-2A43-1473-67D0-229A217A0299}"/>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379E05EF-2A6E-E916-D211-44235BC72B01}"/>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70CF2311-96E0-4109-158D-18A2AB4A0B34}"/>
              </a:ext>
            </a:extLst>
          </p:cNvPr>
          <p:cNvSpPr txBox="1"/>
          <p:nvPr/>
        </p:nvSpPr>
        <p:spPr>
          <a:xfrm>
            <a:off x="4645378" y="3907597"/>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E85E2182-1ABC-F7EE-B6B8-4E77EC2A3EE6}"/>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28B58D99-3162-FD14-76D0-03781CEF5514}"/>
              </a:ext>
            </a:extLst>
          </p:cNvPr>
          <p:cNvSpPr txBox="1"/>
          <p:nvPr/>
        </p:nvSpPr>
        <p:spPr>
          <a:xfrm>
            <a:off x="4645378" y="4909484"/>
            <a:ext cx="570089" cy="230832"/>
          </a:xfrm>
          <a:prstGeom prst="rect">
            <a:avLst/>
          </a:prstGeom>
          <a:noFill/>
        </p:spPr>
        <p:txBody>
          <a:bodyPr wrap="square" rtlCol="0">
            <a:spAutoFit/>
          </a:bodyPr>
          <a:lstStyle/>
          <a:p>
            <a:pPr algn="ctr"/>
            <a:r>
              <a:rPr lang="en-US" sz="900" dirty="0"/>
              <a:t>689</a:t>
            </a:r>
          </a:p>
        </p:txBody>
      </p:sp>
      <p:sp>
        <p:nvSpPr>
          <p:cNvPr id="45" name="TextBox 44">
            <a:extLst>
              <a:ext uri="{FF2B5EF4-FFF2-40B4-BE49-F238E27FC236}">
                <a16:creationId xmlns:a16="http://schemas.microsoft.com/office/drawing/2014/main" id="{6C3A0331-77B6-D276-F9E2-E2F20A407C7F}"/>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667CDDCD-C96D-628F-2D1B-7B83E716AAF4}"/>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9451EBAC-9991-EFFE-E1FA-E8BA6D94AF73}"/>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F328B584-ED1F-0968-E72B-B3E6D2DFA490}"/>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0CE95C4C-2726-0382-ADF0-5CE4626DCF99}"/>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AEF4D320-7DAC-C2FA-463E-571F0CC117CD}"/>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9017BD35-1F78-3A3B-AD47-96B76B7AA48F}"/>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A450AF35-ADF5-537B-9FA5-545932FE3645}"/>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B877CDF3-25E1-0902-F1FB-A270048B1712}"/>
              </a:ext>
            </a:extLst>
          </p:cNvPr>
          <p:cNvSpPr txBox="1"/>
          <p:nvPr/>
        </p:nvSpPr>
        <p:spPr>
          <a:xfrm>
            <a:off x="6152446" y="4408541"/>
            <a:ext cx="570089" cy="230832"/>
          </a:xfrm>
          <a:prstGeom prst="rect">
            <a:avLst/>
          </a:prstGeom>
          <a:noFill/>
        </p:spPr>
        <p:txBody>
          <a:bodyPr wrap="square" rtlCol="0">
            <a:spAutoFit/>
          </a:bodyPr>
          <a:lstStyle/>
          <a:p>
            <a:pPr algn="ctr"/>
            <a:r>
              <a:rPr lang="en-US" sz="900" dirty="0"/>
              <a:t>89</a:t>
            </a:r>
          </a:p>
        </p:txBody>
      </p:sp>
      <p:sp>
        <p:nvSpPr>
          <p:cNvPr id="54" name="TextBox 53">
            <a:extLst>
              <a:ext uri="{FF2B5EF4-FFF2-40B4-BE49-F238E27FC236}">
                <a16:creationId xmlns:a16="http://schemas.microsoft.com/office/drawing/2014/main" id="{9A0BFFF7-3493-4891-09B5-40DF691566C3}"/>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58" name="TextBox 57">
            <a:extLst>
              <a:ext uri="{FF2B5EF4-FFF2-40B4-BE49-F238E27FC236}">
                <a16:creationId xmlns:a16="http://schemas.microsoft.com/office/drawing/2014/main" id="{0591DB2E-0F82-AB2C-0560-F039FCC6554F}"/>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E3A4C6B7-C13D-EE33-5E0A-D3BC7550D4D9}"/>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3B59E805-0045-EBE0-A7BA-ED2DA156AA46}"/>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0076CC02-413F-5EE4-A4E2-5D8C9647FF97}"/>
              </a:ext>
            </a:extLst>
          </p:cNvPr>
          <p:cNvSpPr txBox="1"/>
          <p:nvPr/>
        </p:nvSpPr>
        <p:spPr>
          <a:xfrm>
            <a:off x="6654802" y="3907597"/>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4439C166-8201-8BF3-5E7F-187A4BE99179}"/>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94160B41-1DFC-D97C-7856-BF40842AC230}"/>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DFA580FE-5C0A-EE8C-F2E8-44BD641F15B3}"/>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A3E569DD-006B-BF56-4817-4D564B44D62F}"/>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0ED2DF4B-D91A-53EF-AF72-93EFFC742959}"/>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7BBAF204-0166-C896-A8A9-511BCB5C4C98}"/>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31" name="TextBox 30">
            <a:extLst>
              <a:ext uri="{FF2B5EF4-FFF2-40B4-BE49-F238E27FC236}">
                <a16:creationId xmlns:a16="http://schemas.microsoft.com/office/drawing/2014/main" id="{9FD1497E-8500-A123-E9D0-664655F804CA}"/>
              </a:ext>
            </a:extLst>
          </p:cNvPr>
          <p:cNvSpPr txBox="1"/>
          <p:nvPr/>
        </p:nvSpPr>
        <p:spPr>
          <a:xfrm>
            <a:off x="6654802" y="4408541"/>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F79757C0-09C5-F04E-0547-15BFF0F99A9B}"/>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2" name="TextBox 61">
            <a:extLst>
              <a:ext uri="{FF2B5EF4-FFF2-40B4-BE49-F238E27FC236}">
                <a16:creationId xmlns:a16="http://schemas.microsoft.com/office/drawing/2014/main" id="{FF5CF8C7-A32F-C8AA-73D7-13358095C2B7}"/>
              </a:ext>
            </a:extLst>
          </p:cNvPr>
          <p:cNvSpPr txBox="1"/>
          <p:nvPr/>
        </p:nvSpPr>
        <p:spPr>
          <a:xfrm>
            <a:off x="6654802" y="4909484"/>
            <a:ext cx="570089" cy="230832"/>
          </a:xfrm>
          <a:prstGeom prst="rect">
            <a:avLst/>
          </a:prstGeom>
          <a:noFill/>
        </p:spPr>
        <p:txBody>
          <a:bodyPr wrap="square" rtlCol="0">
            <a:spAutoFit/>
          </a:bodyPr>
          <a:lstStyle/>
          <a:p>
            <a:pPr algn="ctr"/>
            <a:r>
              <a:rPr lang="en-US" sz="900" dirty="0"/>
              <a:t>54</a:t>
            </a:r>
          </a:p>
        </p:txBody>
      </p:sp>
      <p:sp>
        <p:nvSpPr>
          <p:cNvPr id="64" name="TextBox 63">
            <a:extLst>
              <a:ext uri="{FF2B5EF4-FFF2-40B4-BE49-F238E27FC236}">
                <a16:creationId xmlns:a16="http://schemas.microsoft.com/office/drawing/2014/main" id="{4C77F5D7-B923-82AF-98C8-67085AEDE97E}"/>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2D2EF4A3-CE87-6A64-15D4-4C5F9112B126}"/>
              </a:ext>
            </a:extLst>
          </p:cNvPr>
          <p:cNvSpPr txBox="1"/>
          <p:nvPr/>
        </p:nvSpPr>
        <p:spPr>
          <a:xfrm>
            <a:off x="5147734" y="2905709"/>
            <a:ext cx="570089" cy="230832"/>
          </a:xfrm>
          <a:prstGeom prst="rect">
            <a:avLst/>
          </a:prstGeom>
          <a:noFill/>
        </p:spPr>
        <p:txBody>
          <a:bodyPr wrap="square" rtlCol="0">
            <a:spAutoFit/>
          </a:bodyPr>
          <a:lstStyle/>
          <a:p>
            <a:pPr algn="ctr"/>
            <a:r>
              <a:rPr lang="en-US" sz="900" dirty="0"/>
              <a:t>678</a:t>
            </a:r>
          </a:p>
        </p:txBody>
      </p:sp>
      <p:sp>
        <p:nvSpPr>
          <p:cNvPr id="65" name="TextBox 64">
            <a:extLst>
              <a:ext uri="{FF2B5EF4-FFF2-40B4-BE49-F238E27FC236}">
                <a16:creationId xmlns:a16="http://schemas.microsoft.com/office/drawing/2014/main" id="{10E8BC60-B440-4A8B-AEBC-CD2A958898FC}"/>
              </a:ext>
            </a:extLst>
          </p:cNvPr>
          <p:cNvSpPr txBox="1"/>
          <p:nvPr/>
        </p:nvSpPr>
        <p:spPr>
          <a:xfrm>
            <a:off x="5650090" y="2905709"/>
            <a:ext cx="570089" cy="230832"/>
          </a:xfrm>
          <a:prstGeom prst="rect">
            <a:avLst/>
          </a:prstGeom>
          <a:noFill/>
        </p:spPr>
        <p:txBody>
          <a:bodyPr wrap="square" rtlCol="0">
            <a:spAutoFit/>
          </a:bodyPr>
          <a:lstStyle/>
          <a:p>
            <a:pPr algn="ctr"/>
            <a:r>
              <a:rPr lang="en-US" sz="900" dirty="0"/>
              <a:t>68</a:t>
            </a:r>
          </a:p>
        </p:txBody>
      </p:sp>
      <p:sp>
        <p:nvSpPr>
          <p:cNvPr id="66" name="TextBox 65">
            <a:extLst>
              <a:ext uri="{FF2B5EF4-FFF2-40B4-BE49-F238E27FC236}">
                <a16:creationId xmlns:a16="http://schemas.microsoft.com/office/drawing/2014/main" id="{709D8729-9E5B-7D33-D014-28198F18DC7B}"/>
              </a:ext>
            </a:extLst>
          </p:cNvPr>
          <p:cNvSpPr txBox="1"/>
          <p:nvPr/>
        </p:nvSpPr>
        <p:spPr>
          <a:xfrm>
            <a:off x="5147734" y="3406653"/>
            <a:ext cx="570089" cy="230832"/>
          </a:xfrm>
          <a:prstGeom prst="rect">
            <a:avLst/>
          </a:prstGeom>
          <a:noFill/>
        </p:spPr>
        <p:txBody>
          <a:bodyPr wrap="square" rtlCol="0">
            <a:spAutoFit/>
          </a:bodyPr>
          <a:lstStyle/>
          <a:p>
            <a:pPr algn="ctr"/>
            <a:r>
              <a:rPr lang="en-US" sz="900" dirty="0"/>
              <a:t>6789</a:t>
            </a:r>
          </a:p>
        </p:txBody>
      </p:sp>
      <p:sp>
        <p:nvSpPr>
          <p:cNvPr id="67" name="TextBox 66">
            <a:extLst>
              <a:ext uri="{FF2B5EF4-FFF2-40B4-BE49-F238E27FC236}">
                <a16:creationId xmlns:a16="http://schemas.microsoft.com/office/drawing/2014/main" id="{680E45E7-4A45-2291-4CED-449794D14B24}"/>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C4E028EF-20A2-7112-EAAA-4A533F6D3A45}"/>
              </a:ext>
            </a:extLst>
          </p:cNvPr>
          <p:cNvSpPr txBox="1"/>
          <p:nvPr/>
        </p:nvSpPr>
        <p:spPr>
          <a:xfrm>
            <a:off x="4143022" y="2404765"/>
            <a:ext cx="570089" cy="230832"/>
          </a:xfrm>
          <a:prstGeom prst="rect">
            <a:avLst/>
          </a:prstGeom>
          <a:noFill/>
        </p:spPr>
        <p:txBody>
          <a:bodyPr wrap="square" rtlCol="0">
            <a:spAutoFit/>
          </a:bodyPr>
          <a:lstStyle/>
          <a:p>
            <a:pPr algn="ctr"/>
            <a:r>
              <a:rPr lang="en-US" sz="900" dirty="0"/>
              <a:t>94</a:t>
            </a:r>
          </a:p>
        </p:txBody>
      </p:sp>
      <p:sp>
        <p:nvSpPr>
          <p:cNvPr id="69" name="TextBox 68">
            <a:extLst>
              <a:ext uri="{FF2B5EF4-FFF2-40B4-BE49-F238E27FC236}">
                <a16:creationId xmlns:a16="http://schemas.microsoft.com/office/drawing/2014/main" id="{E280878F-5ED2-5C41-10F7-11A1756C0763}"/>
              </a:ext>
            </a:extLst>
          </p:cNvPr>
          <p:cNvSpPr txBox="1"/>
          <p:nvPr/>
        </p:nvSpPr>
        <p:spPr>
          <a:xfrm>
            <a:off x="3138310" y="2404765"/>
            <a:ext cx="570089" cy="230832"/>
          </a:xfrm>
          <a:prstGeom prst="rect">
            <a:avLst/>
          </a:prstGeom>
          <a:noFill/>
        </p:spPr>
        <p:txBody>
          <a:bodyPr wrap="square" rtlCol="0">
            <a:spAutoFit/>
          </a:bodyPr>
          <a:lstStyle/>
          <a:p>
            <a:pPr algn="ctr"/>
            <a:r>
              <a:rPr lang="en-US" sz="900" dirty="0"/>
              <a:t>49</a:t>
            </a:r>
          </a:p>
        </p:txBody>
      </p:sp>
      <p:sp>
        <p:nvSpPr>
          <p:cNvPr id="70" name="TextBox 69">
            <a:extLst>
              <a:ext uri="{FF2B5EF4-FFF2-40B4-BE49-F238E27FC236}">
                <a16:creationId xmlns:a16="http://schemas.microsoft.com/office/drawing/2014/main" id="{4DB3B1B5-9FD9-8943-F076-F09DA6F96773}"/>
              </a:ext>
            </a:extLst>
          </p:cNvPr>
          <p:cNvSpPr txBox="1"/>
          <p:nvPr/>
        </p:nvSpPr>
        <p:spPr>
          <a:xfrm>
            <a:off x="3138310" y="2905709"/>
            <a:ext cx="570089" cy="230832"/>
          </a:xfrm>
          <a:prstGeom prst="rect">
            <a:avLst/>
          </a:prstGeom>
          <a:noFill/>
        </p:spPr>
        <p:txBody>
          <a:bodyPr wrap="square" rtlCol="0">
            <a:spAutoFit/>
          </a:bodyPr>
          <a:lstStyle/>
          <a:p>
            <a:pPr algn="ctr"/>
            <a:r>
              <a:rPr lang="en-US" sz="900" dirty="0"/>
              <a:t>5678</a:t>
            </a:r>
          </a:p>
        </p:txBody>
      </p:sp>
      <p:sp>
        <p:nvSpPr>
          <p:cNvPr id="71" name="TextBox 70">
            <a:extLst>
              <a:ext uri="{FF2B5EF4-FFF2-40B4-BE49-F238E27FC236}">
                <a16:creationId xmlns:a16="http://schemas.microsoft.com/office/drawing/2014/main" id="{EFE8A645-C2DF-8BFF-3ED9-D00A1C2B3E0E}"/>
              </a:ext>
            </a:extLst>
          </p:cNvPr>
          <p:cNvSpPr txBox="1"/>
          <p:nvPr/>
        </p:nvSpPr>
        <p:spPr>
          <a:xfrm>
            <a:off x="3640666" y="3406653"/>
            <a:ext cx="570089" cy="230832"/>
          </a:xfrm>
          <a:prstGeom prst="rect">
            <a:avLst/>
          </a:prstGeom>
          <a:noFill/>
        </p:spPr>
        <p:txBody>
          <a:bodyPr wrap="square" rtlCol="0">
            <a:spAutoFit/>
          </a:bodyPr>
          <a:lstStyle/>
          <a:p>
            <a:pPr algn="ctr"/>
            <a:r>
              <a:rPr lang="en-US" sz="900" dirty="0"/>
              <a:t>5678</a:t>
            </a:r>
          </a:p>
        </p:txBody>
      </p:sp>
      <p:sp>
        <p:nvSpPr>
          <p:cNvPr id="72" name="TextBox 71">
            <a:extLst>
              <a:ext uri="{FF2B5EF4-FFF2-40B4-BE49-F238E27FC236}">
                <a16:creationId xmlns:a16="http://schemas.microsoft.com/office/drawing/2014/main" id="{6C1C2F2F-0B69-A866-43B8-B85B3EFEB385}"/>
              </a:ext>
            </a:extLst>
          </p:cNvPr>
          <p:cNvSpPr txBox="1"/>
          <p:nvPr/>
        </p:nvSpPr>
        <p:spPr>
          <a:xfrm>
            <a:off x="4143022" y="3406653"/>
            <a:ext cx="570089" cy="230832"/>
          </a:xfrm>
          <a:prstGeom prst="rect">
            <a:avLst/>
          </a:prstGeom>
          <a:noFill/>
        </p:spPr>
        <p:txBody>
          <a:bodyPr wrap="square" rtlCol="0">
            <a:spAutoFit/>
          </a:bodyPr>
          <a:lstStyle/>
          <a:p>
            <a:pPr algn="ctr"/>
            <a:r>
              <a:rPr lang="en-US" sz="900" dirty="0"/>
              <a:t>5678</a:t>
            </a:r>
          </a:p>
        </p:txBody>
      </p:sp>
      <p:sp>
        <p:nvSpPr>
          <p:cNvPr id="73" name="TextBox 72">
            <a:extLst>
              <a:ext uri="{FF2B5EF4-FFF2-40B4-BE49-F238E27FC236}">
                <a16:creationId xmlns:a16="http://schemas.microsoft.com/office/drawing/2014/main" id="{9310A8D8-30D5-A7C1-6E22-2E47C11D513E}"/>
              </a:ext>
            </a:extLst>
          </p:cNvPr>
          <p:cNvSpPr txBox="1"/>
          <p:nvPr/>
        </p:nvSpPr>
        <p:spPr>
          <a:xfrm>
            <a:off x="3138310" y="3406653"/>
            <a:ext cx="570089" cy="230832"/>
          </a:xfrm>
          <a:prstGeom prst="rect">
            <a:avLst/>
          </a:prstGeom>
          <a:noFill/>
        </p:spPr>
        <p:txBody>
          <a:bodyPr wrap="square" rtlCol="0">
            <a:spAutoFit/>
          </a:bodyPr>
          <a:lstStyle/>
          <a:p>
            <a:pPr algn="ctr"/>
            <a:r>
              <a:rPr lang="en-US" sz="900" dirty="0"/>
              <a:t>5678</a:t>
            </a:r>
          </a:p>
        </p:txBody>
      </p:sp>
      <p:sp>
        <p:nvSpPr>
          <p:cNvPr id="74" name="TextBox 73">
            <a:extLst>
              <a:ext uri="{FF2B5EF4-FFF2-40B4-BE49-F238E27FC236}">
                <a16:creationId xmlns:a16="http://schemas.microsoft.com/office/drawing/2014/main" id="{217A55AA-CD7E-A463-484D-297BE6207380}"/>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1989129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8A3AD-B776-2532-28E5-35B64CDA51D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E52687-0311-C0CD-E1BF-E7CCBE4780EC}"/>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45FDADEE-8A57-06F8-5C0B-1775C0BD956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C991EE4-166E-A734-DDBB-5642A0B9564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B084CC4-079C-20FA-A078-EC88719031A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F153475-87EA-4455-FA38-24BCCE4E1E5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87132A4-3D0E-1383-BD46-84E27ABEAC5B}"/>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AB0AC9DC-1024-C21A-E6BC-B261DF853A8E}"/>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9" name="TextBox 8">
            <a:extLst>
              <a:ext uri="{FF2B5EF4-FFF2-40B4-BE49-F238E27FC236}">
                <a16:creationId xmlns:a16="http://schemas.microsoft.com/office/drawing/2014/main" id="{3FA3AD4C-8972-8A39-476C-71FB930DE27D}"/>
              </a:ext>
            </a:extLst>
          </p:cNvPr>
          <p:cNvSpPr txBox="1"/>
          <p:nvPr/>
        </p:nvSpPr>
        <p:spPr>
          <a:xfrm>
            <a:off x="4143022" y="1402877"/>
            <a:ext cx="570089" cy="230832"/>
          </a:xfrm>
          <a:prstGeom prst="rect">
            <a:avLst/>
          </a:prstGeom>
          <a:noFill/>
        </p:spPr>
        <p:txBody>
          <a:bodyPr wrap="square" rtlCol="0">
            <a:spAutoFit/>
          </a:bodyPr>
          <a:lstStyle/>
          <a:p>
            <a:pPr algn="ctr"/>
            <a:r>
              <a:rPr lang="en-US" sz="900" dirty="0"/>
              <a:t>135</a:t>
            </a:r>
          </a:p>
        </p:txBody>
      </p:sp>
      <p:sp>
        <p:nvSpPr>
          <p:cNvPr id="10" name="TextBox 9">
            <a:extLst>
              <a:ext uri="{FF2B5EF4-FFF2-40B4-BE49-F238E27FC236}">
                <a16:creationId xmlns:a16="http://schemas.microsoft.com/office/drawing/2014/main" id="{B6F11AEF-70A7-6854-E382-E1CB958F4391}"/>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1235</a:t>
            </a:r>
          </a:p>
        </p:txBody>
      </p:sp>
      <p:sp>
        <p:nvSpPr>
          <p:cNvPr id="11" name="TextBox 10">
            <a:extLst>
              <a:ext uri="{FF2B5EF4-FFF2-40B4-BE49-F238E27FC236}">
                <a16:creationId xmlns:a16="http://schemas.microsoft.com/office/drawing/2014/main" id="{4CB26625-403C-34E3-77C0-A18CD3B040AE}"/>
              </a:ext>
            </a:extLst>
          </p:cNvPr>
          <p:cNvSpPr txBox="1"/>
          <p:nvPr/>
        </p:nvSpPr>
        <p:spPr>
          <a:xfrm>
            <a:off x="4143022" y="1903821"/>
            <a:ext cx="570089" cy="230832"/>
          </a:xfrm>
          <a:prstGeom prst="rect">
            <a:avLst/>
          </a:prstGeom>
          <a:noFill/>
        </p:spPr>
        <p:txBody>
          <a:bodyPr wrap="square" rtlCol="0">
            <a:spAutoFit/>
          </a:bodyPr>
          <a:lstStyle/>
          <a:p>
            <a:pPr algn="ctr"/>
            <a:r>
              <a:rPr lang="en-US" sz="900" dirty="0"/>
              <a:t>31</a:t>
            </a:r>
          </a:p>
        </p:txBody>
      </p:sp>
      <p:sp>
        <p:nvSpPr>
          <p:cNvPr id="14" name="TextBox 13">
            <a:extLst>
              <a:ext uri="{FF2B5EF4-FFF2-40B4-BE49-F238E27FC236}">
                <a16:creationId xmlns:a16="http://schemas.microsoft.com/office/drawing/2014/main" id="{ADC993F5-7463-4125-3863-5AAF436EE567}"/>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E0869DE0-9C12-E26E-546C-280FEE7B94A4}"/>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EDE05FCF-C7B8-A33A-C45D-055BC417C089}"/>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7EE49C8C-CD0D-C2E0-C6E9-328B8082B7F5}"/>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4248DC5A-E14B-DFF0-C4CD-B20B0DA92BBD}"/>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1AA4A7C7-D5CC-FD69-0EC7-3CA8ABBAEE4C}"/>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63D9F625-FA87-1024-7C86-AF979379FCF1}"/>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70B17ADE-9E08-1157-4596-9414B16E4C14}"/>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4ADD5C83-5D85-2504-9203-5649C860CC36}"/>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7B275F59-43F2-D50E-6B55-43C349C7227A}"/>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A59E979D-8CD9-FF8F-8F22-645C8ED2FE7F}"/>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93010258-2A6F-4DB2-BE6E-4D493AC34FFA}"/>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05367E6C-4BA6-3515-CE03-88962A03E2BE}"/>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F24CD9E0-CAD7-3DD0-E277-ADCA49272860}"/>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CCAA42A1-892B-4126-E1C3-F3B2683E7F25}"/>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FD423A27-1D11-E70B-799B-94A969249C73}"/>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E9EC3A39-8DD7-4F6D-88C9-5588AF9891C0}"/>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0BA9618B-FAD6-4DB0-54FB-64F452A3E3C2}"/>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0AC9AF06-4D7C-55CA-09B5-36EEBCB572F3}"/>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699A9ACF-4407-E915-FE60-F615CF129EF3}"/>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BFF51B78-D806-AF7A-A41F-23F0D1EA0534}"/>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466D96D6-7F07-0E81-2243-F305EFCAEA49}"/>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185E7A02-3628-5E33-9A4C-BA880A239390}"/>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B274D60C-D892-7F43-DC85-464C58B9F6DF}"/>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54F33C91-1D83-902D-0E07-9BA8F38D8338}"/>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1352BDF8-C688-F199-456C-93C1AEB28880}"/>
              </a:ext>
            </a:extLst>
          </p:cNvPr>
          <p:cNvSpPr txBox="1"/>
          <p:nvPr/>
        </p:nvSpPr>
        <p:spPr>
          <a:xfrm>
            <a:off x="4645378" y="3907597"/>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B45B5B35-A53B-0D12-B81A-1C8EDC05B590}"/>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553F311F-1B26-C08A-85ED-35D956C407E5}"/>
              </a:ext>
            </a:extLst>
          </p:cNvPr>
          <p:cNvSpPr txBox="1"/>
          <p:nvPr/>
        </p:nvSpPr>
        <p:spPr>
          <a:xfrm>
            <a:off x="4645378" y="4909484"/>
            <a:ext cx="570089" cy="230832"/>
          </a:xfrm>
          <a:prstGeom prst="rect">
            <a:avLst/>
          </a:prstGeom>
          <a:noFill/>
        </p:spPr>
        <p:txBody>
          <a:bodyPr wrap="square" rtlCol="0">
            <a:spAutoFit/>
          </a:bodyPr>
          <a:lstStyle/>
          <a:p>
            <a:pPr algn="ctr"/>
            <a:r>
              <a:rPr lang="en-US" sz="900" dirty="0"/>
              <a:t>689</a:t>
            </a:r>
          </a:p>
        </p:txBody>
      </p:sp>
      <p:sp>
        <p:nvSpPr>
          <p:cNvPr id="45" name="TextBox 44">
            <a:extLst>
              <a:ext uri="{FF2B5EF4-FFF2-40B4-BE49-F238E27FC236}">
                <a16:creationId xmlns:a16="http://schemas.microsoft.com/office/drawing/2014/main" id="{F4CC7DD0-61AF-FE67-62C3-78A8C4BBFD81}"/>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F40A226B-0CB2-ECE1-FAC3-8885CA2A5292}"/>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A116E368-9D38-9EC4-093C-D85BF884E3A8}"/>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2DEE46F7-CE95-2117-629E-491A1144A8A2}"/>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E6283DA1-B5E4-14D8-96AC-CCBBBCDE3A02}"/>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38C12B69-9D20-E521-354B-D07ED871942A}"/>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398B76A0-4A7F-2030-2FD0-30A82B75D135}"/>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79D5B154-2390-4060-961E-64207936D8C2}"/>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47FC1D22-E3C7-F895-32EF-441837C42BA4}"/>
              </a:ext>
            </a:extLst>
          </p:cNvPr>
          <p:cNvSpPr txBox="1"/>
          <p:nvPr/>
        </p:nvSpPr>
        <p:spPr>
          <a:xfrm>
            <a:off x="6152446" y="4408541"/>
            <a:ext cx="570089" cy="230832"/>
          </a:xfrm>
          <a:prstGeom prst="rect">
            <a:avLst/>
          </a:prstGeom>
          <a:noFill/>
        </p:spPr>
        <p:txBody>
          <a:bodyPr wrap="square" rtlCol="0">
            <a:spAutoFit/>
          </a:bodyPr>
          <a:lstStyle/>
          <a:p>
            <a:pPr algn="ctr"/>
            <a:r>
              <a:rPr lang="en-US" sz="900" dirty="0"/>
              <a:t>89</a:t>
            </a:r>
          </a:p>
        </p:txBody>
      </p:sp>
      <p:sp>
        <p:nvSpPr>
          <p:cNvPr id="54" name="TextBox 53">
            <a:extLst>
              <a:ext uri="{FF2B5EF4-FFF2-40B4-BE49-F238E27FC236}">
                <a16:creationId xmlns:a16="http://schemas.microsoft.com/office/drawing/2014/main" id="{51719EA4-2A3A-36FD-34C0-BCED78399BBE}"/>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58" name="TextBox 57">
            <a:extLst>
              <a:ext uri="{FF2B5EF4-FFF2-40B4-BE49-F238E27FC236}">
                <a16:creationId xmlns:a16="http://schemas.microsoft.com/office/drawing/2014/main" id="{AB5C3864-661F-A4B1-D4E4-97D647ADFF80}"/>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E6FDD579-A867-5632-06CE-89BCA1D4793B}"/>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F6BF9E9D-442E-323E-2B2F-6930AA37F708}"/>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C13498C3-D66F-523F-D8A7-BD69C83BB985}"/>
              </a:ext>
            </a:extLst>
          </p:cNvPr>
          <p:cNvSpPr txBox="1"/>
          <p:nvPr/>
        </p:nvSpPr>
        <p:spPr>
          <a:xfrm>
            <a:off x="6654802" y="3907597"/>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3C136FE3-AA4D-BF92-7E29-C48DC360A1EC}"/>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6D52C26E-F71A-73C3-0788-4F7A7AAB58E2}"/>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88AC5D92-F1CB-FC8B-F472-3189F1A7BCC5}"/>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2222140D-E1A6-4FBE-39E2-FDFD48618271}"/>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F4F75D12-555D-E0B8-1A62-7E1D0795932E}"/>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E6F45946-7E2D-F3E8-A060-CECD03B8BFD5}"/>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31" name="TextBox 30">
            <a:extLst>
              <a:ext uri="{FF2B5EF4-FFF2-40B4-BE49-F238E27FC236}">
                <a16:creationId xmlns:a16="http://schemas.microsoft.com/office/drawing/2014/main" id="{6783AAD8-803E-1D10-4C0B-1FD245A5A97C}"/>
              </a:ext>
            </a:extLst>
          </p:cNvPr>
          <p:cNvSpPr txBox="1"/>
          <p:nvPr/>
        </p:nvSpPr>
        <p:spPr>
          <a:xfrm>
            <a:off x="6654802" y="4408541"/>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58095AEA-3DC4-70C8-4C0D-46BBE1591D7E}"/>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2" name="TextBox 61">
            <a:extLst>
              <a:ext uri="{FF2B5EF4-FFF2-40B4-BE49-F238E27FC236}">
                <a16:creationId xmlns:a16="http://schemas.microsoft.com/office/drawing/2014/main" id="{88F8D995-0702-D6E4-7F15-A6AB0C5C04B3}"/>
              </a:ext>
            </a:extLst>
          </p:cNvPr>
          <p:cNvSpPr txBox="1"/>
          <p:nvPr/>
        </p:nvSpPr>
        <p:spPr>
          <a:xfrm>
            <a:off x="6654802" y="4909484"/>
            <a:ext cx="570089" cy="230832"/>
          </a:xfrm>
          <a:prstGeom prst="rect">
            <a:avLst/>
          </a:prstGeom>
          <a:noFill/>
        </p:spPr>
        <p:txBody>
          <a:bodyPr wrap="square" rtlCol="0">
            <a:spAutoFit/>
          </a:bodyPr>
          <a:lstStyle/>
          <a:p>
            <a:pPr algn="ctr"/>
            <a:r>
              <a:rPr lang="en-US" sz="900" dirty="0"/>
              <a:t>54</a:t>
            </a:r>
          </a:p>
        </p:txBody>
      </p:sp>
      <p:sp>
        <p:nvSpPr>
          <p:cNvPr id="64" name="TextBox 63">
            <a:extLst>
              <a:ext uri="{FF2B5EF4-FFF2-40B4-BE49-F238E27FC236}">
                <a16:creationId xmlns:a16="http://schemas.microsoft.com/office/drawing/2014/main" id="{92A60628-ABAF-87A7-6387-859BC631106F}"/>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1759B3D4-F030-7703-A412-C0602153B7D5}"/>
              </a:ext>
            </a:extLst>
          </p:cNvPr>
          <p:cNvSpPr txBox="1"/>
          <p:nvPr/>
        </p:nvSpPr>
        <p:spPr>
          <a:xfrm>
            <a:off x="5147734" y="2905709"/>
            <a:ext cx="570089" cy="230832"/>
          </a:xfrm>
          <a:prstGeom prst="rect">
            <a:avLst/>
          </a:prstGeom>
          <a:noFill/>
        </p:spPr>
        <p:txBody>
          <a:bodyPr wrap="square" rtlCol="0">
            <a:spAutoFit/>
          </a:bodyPr>
          <a:lstStyle/>
          <a:p>
            <a:pPr algn="ctr"/>
            <a:r>
              <a:rPr lang="en-US" sz="900" dirty="0"/>
              <a:t>678</a:t>
            </a:r>
          </a:p>
        </p:txBody>
      </p:sp>
      <p:sp>
        <p:nvSpPr>
          <p:cNvPr id="65" name="TextBox 64">
            <a:extLst>
              <a:ext uri="{FF2B5EF4-FFF2-40B4-BE49-F238E27FC236}">
                <a16:creationId xmlns:a16="http://schemas.microsoft.com/office/drawing/2014/main" id="{72671E65-9934-C56D-8EB6-5844F1AAD04C}"/>
              </a:ext>
            </a:extLst>
          </p:cNvPr>
          <p:cNvSpPr txBox="1"/>
          <p:nvPr/>
        </p:nvSpPr>
        <p:spPr>
          <a:xfrm>
            <a:off x="5650090" y="2905709"/>
            <a:ext cx="570089" cy="230832"/>
          </a:xfrm>
          <a:prstGeom prst="rect">
            <a:avLst/>
          </a:prstGeom>
          <a:noFill/>
        </p:spPr>
        <p:txBody>
          <a:bodyPr wrap="square" rtlCol="0">
            <a:spAutoFit/>
          </a:bodyPr>
          <a:lstStyle/>
          <a:p>
            <a:pPr algn="ctr"/>
            <a:r>
              <a:rPr lang="en-US" sz="900" dirty="0"/>
              <a:t>68</a:t>
            </a:r>
          </a:p>
        </p:txBody>
      </p:sp>
      <p:sp>
        <p:nvSpPr>
          <p:cNvPr id="66" name="TextBox 65">
            <a:extLst>
              <a:ext uri="{FF2B5EF4-FFF2-40B4-BE49-F238E27FC236}">
                <a16:creationId xmlns:a16="http://schemas.microsoft.com/office/drawing/2014/main" id="{8D038EF4-9974-E92E-318C-47AB2818B580}"/>
              </a:ext>
            </a:extLst>
          </p:cNvPr>
          <p:cNvSpPr txBox="1"/>
          <p:nvPr/>
        </p:nvSpPr>
        <p:spPr>
          <a:xfrm>
            <a:off x="5147734" y="3406653"/>
            <a:ext cx="570089" cy="230832"/>
          </a:xfrm>
          <a:prstGeom prst="rect">
            <a:avLst/>
          </a:prstGeom>
          <a:noFill/>
        </p:spPr>
        <p:txBody>
          <a:bodyPr wrap="square" rtlCol="0">
            <a:spAutoFit/>
          </a:bodyPr>
          <a:lstStyle/>
          <a:p>
            <a:pPr algn="ctr"/>
            <a:r>
              <a:rPr lang="en-US" sz="900" dirty="0"/>
              <a:t>6789</a:t>
            </a:r>
          </a:p>
        </p:txBody>
      </p:sp>
      <p:sp>
        <p:nvSpPr>
          <p:cNvPr id="67" name="TextBox 66">
            <a:extLst>
              <a:ext uri="{FF2B5EF4-FFF2-40B4-BE49-F238E27FC236}">
                <a16:creationId xmlns:a16="http://schemas.microsoft.com/office/drawing/2014/main" id="{06B4F229-9D5A-A65E-69B9-737F8F54F82F}"/>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0" name="TextBox 69">
            <a:extLst>
              <a:ext uri="{FF2B5EF4-FFF2-40B4-BE49-F238E27FC236}">
                <a16:creationId xmlns:a16="http://schemas.microsoft.com/office/drawing/2014/main" id="{1B3B5B55-C0AC-13B3-B18C-9C75A3EC5D29}"/>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
        <p:nvSpPr>
          <p:cNvPr id="71" name="TextBox 70">
            <a:extLst>
              <a:ext uri="{FF2B5EF4-FFF2-40B4-BE49-F238E27FC236}">
                <a16:creationId xmlns:a16="http://schemas.microsoft.com/office/drawing/2014/main" id="{5D195910-BB78-D724-0C01-D3D3C0897741}"/>
              </a:ext>
            </a:extLst>
          </p:cNvPr>
          <p:cNvSpPr txBox="1"/>
          <p:nvPr/>
        </p:nvSpPr>
        <p:spPr>
          <a:xfrm>
            <a:off x="3640666" y="3406653"/>
            <a:ext cx="570089" cy="230832"/>
          </a:xfrm>
          <a:prstGeom prst="rect">
            <a:avLst/>
          </a:prstGeom>
          <a:noFill/>
        </p:spPr>
        <p:txBody>
          <a:bodyPr wrap="square" rtlCol="0">
            <a:spAutoFit/>
          </a:bodyPr>
          <a:lstStyle/>
          <a:p>
            <a:pPr algn="ctr"/>
            <a:r>
              <a:rPr lang="en-US" sz="900" dirty="0"/>
              <a:t>5678</a:t>
            </a:r>
          </a:p>
        </p:txBody>
      </p:sp>
      <p:sp>
        <p:nvSpPr>
          <p:cNvPr id="72" name="TextBox 71">
            <a:extLst>
              <a:ext uri="{FF2B5EF4-FFF2-40B4-BE49-F238E27FC236}">
                <a16:creationId xmlns:a16="http://schemas.microsoft.com/office/drawing/2014/main" id="{DA888F89-F01F-2211-89A7-CC354425E711}"/>
              </a:ext>
            </a:extLst>
          </p:cNvPr>
          <p:cNvSpPr txBox="1"/>
          <p:nvPr/>
        </p:nvSpPr>
        <p:spPr>
          <a:xfrm>
            <a:off x="4143022" y="3406653"/>
            <a:ext cx="570089" cy="230832"/>
          </a:xfrm>
          <a:prstGeom prst="rect">
            <a:avLst/>
          </a:prstGeom>
          <a:noFill/>
        </p:spPr>
        <p:txBody>
          <a:bodyPr wrap="square" rtlCol="0">
            <a:spAutoFit/>
          </a:bodyPr>
          <a:lstStyle/>
          <a:p>
            <a:pPr algn="ctr"/>
            <a:r>
              <a:rPr lang="en-US" sz="900" dirty="0"/>
              <a:t>567</a:t>
            </a:r>
          </a:p>
        </p:txBody>
      </p:sp>
      <p:sp>
        <p:nvSpPr>
          <p:cNvPr id="73" name="TextBox 72">
            <a:extLst>
              <a:ext uri="{FF2B5EF4-FFF2-40B4-BE49-F238E27FC236}">
                <a16:creationId xmlns:a16="http://schemas.microsoft.com/office/drawing/2014/main" id="{E945238C-924E-6B7C-37EB-A337FF8D8132}"/>
              </a:ext>
            </a:extLst>
          </p:cNvPr>
          <p:cNvSpPr txBox="1"/>
          <p:nvPr/>
        </p:nvSpPr>
        <p:spPr>
          <a:xfrm>
            <a:off x="3138310" y="3406653"/>
            <a:ext cx="570089" cy="230832"/>
          </a:xfrm>
          <a:prstGeom prst="rect">
            <a:avLst/>
          </a:prstGeom>
          <a:noFill/>
        </p:spPr>
        <p:txBody>
          <a:bodyPr wrap="square" rtlCol="0">
            <a:spAutoFit/>
          </a:bodyPr>
          <a:lstStyle/>
          <a:p>
            <a:pPr algn="ctr"/>
            <a:r>
              <a:rPr lang="en-US" sz="900" dirty="0"/>
              <a:t>5678</a:t>
            </a:r>
          </a:p>
        </p:txBody>
      </p:sp>
      <p:sp>
        <p:nvSpPr>
          <p:cNvPr id="74" name="TextBox 73">
            <a:extLst>
              <a:ext uri="{FF2B5EF4-FFF2-40B4-BE49-F238E27FC236}">
                <a16:creationId xmlns:a16="http://schemas.microsoft.com/office/drawing/2014/main" id="{60024440-E10B-3DE2-2535-ECAA57D67C97}"/>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8D4E96B1-45E5-A2EB-3361-81DBA9C5817A}"/>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BAE7B06A-35CE-C7B7-C291-65CAA4A86B7B}"/>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36242184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79D49-6D8D-AFDA-3021-092B70D3A6F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FC70AD-6404-A25D-1AFD-64B6001C5BE1}"/>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46142C5-F16C-9BD7-0DC4-16182FC3C99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EEFA7BC-9DA6-7FF0-1993-1DA5D16034B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0F18600-5440-BFA1-1245-18EE1FD2E2A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0F79532-5503-BFD9-E324-7044D5E29F1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1EDC250-1075-E531-CAE2-DB7FF2525419}"/>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F259E2A7-4931-55F7-99EC-56A3E4C13A04}"/>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CBFBB32D-79C7-375A-0CB3-23FE119E663D}"/>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1235</a:t>
            </a:r>
          </a:p>
        </p:txBody>
      </p:sp>
      <p:sp>
        <p:nvSpPr>
          <p:cNvPr id="11" name="TextBox 10">
            <a:extLst>
              <a:ext uri="{FF2B5EF4-FFF2-40B4-BE49-F238E27FC236}">
                <a16:creationId xmlns:a16="http://schemas.microsoft.com/office/drawing/2014/main" id="{48A645EF-092C-C542-3ECD-7B3DD0582D49}"/>
              </a:ext>
            </a:extLst>
          </p:cNvPr>
          <p:cNvSpPr txBox="1"/>
          <p:nvPr/>
        </p:nvSpPr>
        <p:spPr>
          <a:xfrm>
            <a:off x="4143022" y="1903821"/>
            <a:ext cx="570089" cy="230832"/>
          </a:xfrm>
          <a:prstGeom prst="rect">
            <a:avLst/>
          </a:prstGeom>
          <a:noFill/>
        </p:spPr>
        <p:txBody>
          <a:bodyPr wrap="square" rtlCol="0">
            <a:spAutoFit/>
          </a:bodyPr>
          <a:lstStyle/>
          <a:p>
            <a:pPr algn="ctr"/>
            <a:r>
              <a:rPr lang="en-US" sz="900" dirty="0"/>
              <a:t>31</a:t>
            </a:r>
          </a:p>
        </p:txBody>
      </p:sp>
      <p:sp>
        <p:nvSpPr>
          <p:cNvPr id="14" name="TextBox 13">
            <a:extLst>
              <a:ext uri="{FF2B5EF4-FFF2-40B4-BE49-F238E27FC236}">
                <a16:creationId xmlns:a16="http://schemas.microsoft.com/office/drawing/2014/main" id="{9F2CEB86-C882-8E31-A386-DCAB2C6EC15B}"/>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A030AF6B-057F-69AB-7427-94A6F324DDF7}"/>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8456E3FD-9047-F43E-A8A9-6D3EA3A77B31}"/>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8679484E-6FE7-8B7F-F405-20770AD14DBD}"/>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E712D154-6C7A-A7DA-AF32-F017B6833737}"/>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F2FCC70C-EB37-0F18-743E-86BCD05D35BE}"/>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5F45EE2B-D07C-5739-E252-6EA3256B6C3D}"/>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5CE1BC77-F647-A1C4-A225-6A20B30F2EEF}"/>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C06CAAB8-CBD2-F10D-51FB-A3E7C429B13B}"/>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0C68934D-EC5B-AD3D-55BD-E62BE16EE61D}"/>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9D01981E-5960-C6CD-30F6-FCCB21CE0BD0}"/>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9538E82F-B3F3-C35E-B168-03A840B21868}"/>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110CE298-96A3-3D97-5F49-B88F44EAE610}"/>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32F18620-07FE-73EB-529F-034F06C49A02}"/>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1970861D-6314-8555-5358-7C2224DF5A6E}"/>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43E3C76D-2874-63A5-B997-0B1C0ED37A74}"/>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12DBFB91-6096-B545-98A7-2EA68A023739}"/>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297AE08A-2A38-5E80-28C2-10D5F6FB1518}"/>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5F499972-131D-29D2-842F-13CF18714E37}"/>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9D6801C2-1997-7B2C-46D0-CC8227D0BCC5}"/>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3559B2F2-DDB1-AD8C-9FBD-68D8B83DF768}"/>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6984804B-D4FF-F8ED-1F62-B83601F5C18B}"/>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BC7FC396-1235-10E4-0EA3-7F64D840E54D}"/>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45047271-BE77-7BFE-58F7-086EFFFFF57A}"/>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17A9B8DA-766A-013F-2A4A-924F8FA8B392}"/>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23BADAF6-F985-260F-368F-4AF15ED43917}"/>
              </a:ext>
            </a:extLst>
          </p:cNvPr>
          <p:cNvSpPr txBox="1"/>
          <p:nvPr/>
        </p:nvSpPr>
        <p:spPr>
          <a:xfrm>
            <a:off x="4645378" y="3907597"/>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AE4F2CAE-A5B3-9B71-5365-399FC657D765}"/>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234D983E-E4B1-FAF7-F833-95C254521466}"/>
              </a:ext>
            </a:extLst>
          </p:cNvPr>
          <p:cNvSpPr txBox="1"/>
          <p:nvPr/>
        </p:nvSpPr>
        <p:spPr>
          <a:xfrm>
            <a:off x="4645378" y="4909484"/>
            <a:ext cx="570089" cy="230832"/>
          </a:xfrm>
          <a:prstGeom prst="rect">
            <a:avLst/>
          </a:prstGeom>
          <a:noFill/>
        </p:spPr>
        <p:txBody>
          <a:bodyPr wrap="square" rtlCol="0">
            <a:spAutoFit/>
          </a:bodyPr>
          <a:lstStyle/>
          <a:p>
            <a:pPr algn="ctr"/>
            <a:r>
              <a:rPr lang="en-US" sz="900" dirty="0"/>
              <a:t>689</a:t>
            </a:r>
          </a:p>
        </p:txBody>
      </p:sp>
      <p:sp>
        <p:nvSpPr>
          <p:cNvPr id="45" name="TextBox 44">
            <a:extLst>
              <a:ext uri="{FF2B5EF4-FFF2-40B4-BE49-F238E27FC236}">
                <a16:creationId xmlns:a16="http://schemas.microsoft.com/office/drawing/2014/main" id="{F04E2066-A3F6-DB7D-F9C8-769AE7411D32}"/>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5F392B08-C130-72F3-2D46-3B50CB4107BB}"/>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22EE01B9-6A17-3247-0D14-89DC09B52ECC}"/>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467D41BA-07EA-85D5-7694-9A3DFD8C8114}"/>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E49122C0-4692-9BC4-795B-5B71AFFD403C}"/>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546A84F6-EA63-CA6E-1DBA-EC881E54B901}"/>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F65DA311-648D-599E-1906-7B5FFB566952}"/>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DFBC9A23-315F-530A-5853-6864DD676E3B}"/>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5AB704C8-7EF2-7903-9981-52E235289017}"/>
              </a:ext>
            </a:extLst>
          </p:cNvPr>
          <p:cNvSpPr txBox="1"/>
          <p:nvPr/>
        </p:nvSpPr>
        <p:spPr>
          <a:xfrm>
            <a:off x="6152446" y="4408541"/>
            <a:ext cx="570089" cy="230832"/>
          </a:xfrm>
          <a:prstGeom prst="rect">
            <a:avLst/>
          </a:prstGeom>
          <a:noFill/>
        </p:spPr>
        <p:txBody>
          <a:bodyPr wrap="square" rtlCol="0">
            <a:spAutoFit/>
          </a:bodyPr>
          <a:lstStyle/>
          <a:p>
            <a:pPr algn="ctr"/>
            <a:r>
              <a:rPr lang="en-US" sz="900" dirty="0"/>
              <a:t>89</a:t>
            </a:r>
          </a:p>
        </p:txBody>
      </p:sp>
      <p:sp>
        <p:nvSpPr>
          <p:cNvPr id="54" name="TextBox 53">
            <a:extLst>
              <a:ext uri="{FF2B5EF4-FFF2-40B4-BE49-F238E27FC236}">
                <a16:creationId xmlns:a16="http://schemas.microsoft.com/office/drawing/2014/main" id="{55A09E99-5926-4B2A-31B3-A5807086D0BB}"/>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58" name="TextBox 57">
            <a:extLst>
              <a:ext uri="{FF2B5EF4-FFF2-40B4-BE49-F238E27FC236}">
                <a16:creationId xmlns:a16="http://schemas.microsoft.com/office/drawing/2014/main" id="{F7B4F565-23E6-2706-C2CD-BF2069B27ED8}"/>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71B35C10-4726-9053-BF37-37503D3254C5}"/>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3309F619-59FD-AEFB-2ECC-53FA3DA6DA94}"/>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EE9B0A0E-04AA-C1A0-8E57-A4D004206B40}"/>
              </a:ext>
            </a:extLst>
          </p:cNvPr>
          <p:cNvSpPr txBox="1"/>
          <p:nvPr/>
        </p:nvSpPr>
        <p:spPr>
          <a:xfrm>
            <a:off x="6654802" y="3907597"/>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F860E01B-CE19-4A18-A13F-C49EA71BE659}"/>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330D7EAC-074E-E92B-5783-6E9B39C0B34A}"/>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CB54C62E-963D-3B72-D4C7-6C9B403F9D99}"/>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ECBB2936-D9BE-D6C8-8402-4033AC23D264}"/>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D957224B-729D-E730-AB34-4D763B1EB5D1}"/>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31A75D09-AAE2-0045-74A5-2D8A843FF8A1}"/>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31" name="TextBox 30">
            <a:extLst>
              <a:ext uri="{FF2B5EF4-FFF2-40B4-BE49-F238E27FC236}">
                <a16:creationId xmlns:a16="http://schemas.microsoft.com/office/drawing/2014/main" id="{06601F6A-1395-EA09-7DFC-C645AC51F02D}"/>
              </a:ext>
            </a:extLst>
          </p:cNvPr>
          <p:cNvSpPr txBox="1"/>
          <p:nvPr/>
        </p:nvSpPr>
        <p:spPr>
          <a:xfrm>
            <a:off x="6654802" y="4408541"/>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82C425C3-A167-1C69-D0EB-4722119813C9}"/>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2" name="TextBox 61">
            <a:extLst>
              <a:ext uri="{FF2B5EF4-FFF2-40B4-BE49-F238E27FC236}">
                <a16:creationId xmlns:a16="http://schemas.microsoft.com/office/drawing/2014/main" id="{7AD316F7-294B-698A-2BC4-96F473F76D2A}"/>
              </a:ext>
            </a:extLst>
          </p:cNvPr>
          <p:cNvSpPr txBox="1"/>
          <p:nvPr/>
        </p:nvSpPr>
        <p:spPr>
          <a:xfrm>
            <a:off x="6654802" y="4909484"/>
            <a:ext cx="570089" cy="230832"/>
          </a:xfrm>
          <a:prstGeom prst="rect">
            <a:avLst/>
          </a:prstGeom>
          <a:noFill/>
        </p:spPr>
        <p:txBody>
          <a:bodyPr wrap="square" rtlCol="0">
            <a:spAutoFit/>
          </a:bodyPr>
          <a:lstStyle/>
          <a:p>
            <a:pPr algn="ctr"/>
            <a:r>
              <a:rPr lang="en-US" sz="900" dirty="0"/>
              <a:t>54</a:t>
            </a:r>
          </a:p>
        </p:txBody>
      </p:sp>
      <p:sp>
        <p:nvSpPr>
          <p:cNvPr id="64" name="TextBox 63">
            <a:extLst>
              <a:ext uri="{FF2B5EF4-FFF2-40B4-BE49-F238E27FC236}">
                <a16:creationId xmlns:a16="http://schemas.microsoft.com/office/drawing/2014/main" id="{F0653BE3-D8F1-A256-B250-2A881616FC4C}"/>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DC8DAF05-BF3E-CFC5-74D1-D972992C594C}"/>
              </a:ext>
            </a:extLst>
          </p:cNvPr>
          <p:cNvSpPr txBox="1"/>
          <p:nvPr/>
        </p:nvSpPr>
        <p:spPr>
          <a:xfrm>
            <a:off x="5147734" y="2905709"/>
            <a:ext cx="570089" cy="230832"/>
          </a:xfrm>
          <a:prstGeom prst="rect">
            <a:avLst/>
          </a:prstGeom>
          <a:noFill/>
        </p:spPr>
        <p:txBody>
          <a:bodyPr wrap="square" rtlCol="0">
            <a:spAutoFit/>
          </a:bodyPr>
          <a:lstStyle/>
          <a:p>
            <a:pPr algn="ctr"/>
            <a:r>
              <a:rPr lang="en-US" sz="900" dirty="0"/>
              <a:t>678</a:t>
            </a:r>
          </a:p>
        </p:txBody>
      </p:sp>
      <p:sp>
        <p:nvSpPr>
          <p:cNvPr id="65" name="TextBox 64">
            <a:extLst>
              <a:ext uri="{FF2B5EF4-FFF2-40B4-BE49-F238E27FC236}">
                <a16:creationId xmlns:a16="http://schemas.microsoft.com/office/drawing/2014/main" id="{99A75B6F-89E0-E9BE-B645-73722A332A2A}"/>
              </a:ext>
            </a:extLst>
          </p:cNvPr>
          <p:cNvSpPr txBox="1"/>
          <p:nvPr/>
        </p:nvSpPr>
        <p:spPr>
          <a:xfrm>
            <a:off x="5650090" y="2905709"/>
            <a:ext cx="570089" cy="230832"/>
          </a:xfrm>
          <a:prstGeom prst="rect">
            <a:avLst/>
          </a:prstGeom>
          <a:noFill/>
        </p:spPr>
        <p:txBody>
          <a:bodyPr wrap="square" rtlCol="0">
            <a:spAutoFit/>
          </a:bodyPr>
          <a:lstStyle/>
          <a:p>
            <a:pPr algn="ctr"/>
            <a:r>
              <a:rPr lang="en-US" sz="900" dirty="0"/>
              <a:t>68</a:t>
            </a:r>
          </a:p>
        </p:txBody>
      </p:sp>
      <p:sp>
        <p:nvSpPr>
          <p:cNvPr id="66" name="TextBox 65">
            <a:extLst>
              <a:ext uri="{FF2B5EF4-FFF2-40B4-BE49-F238E27FC236}">
                <a16:creationId xmlns:a16="http://schemas.microsoft.com/office/drawing/2014/main" id="{0B5690FC-097A-A4B3-4C88-F240AE2A88EC}"/>
              </a:ext>
            </a:extLst>
          </p:cNvPr>
          <p:cNvSpPr txBox="1"/>
          <p:nvPr/>
        </p:nvSpPr>
        <p:spPr>
          <a:xfrm>
            <a:off x="5147734" y="3406653"/>
            <a:ext cx="570089" cy="230832"/>
          </a:xfrm>
          <a:prstGeom prst="rect">
            <a:avLst/>
          </a:prstGeom>
          <a:noFill/>
        </p:spPr>
        <p:txBody>
          <a:bodyPr wrap="square" rtlCol="0">
            <a:spAutoFit/>
          </a:bodyPr>
          <a:lstStyle/>
          <a:p>
            <a:pPr algn="ctr"/>
            <a:r>
              <a:rPr lang="en-US" sz="900" dirty="0"/>
              <a:t>6789</a:t>
            </a:r>
          </a:p>
        </p:txBody>
      </p:sp>
      <p:sp>
        <p:nvSpPr>
          <p:cNvPr id="67" name="TextBox 66">
            <a:extLst>
              <a:ext uri="{FF2B5EF4-FFF2-40B4-BE49-F238E27FC236}">
                <a16:creationId xmlns:a16="http://schemas.microsoft.com/office/drawing/2014/main" id="{EC6DB5FF-9060-C252-AA64-45AD632F8C46}"/>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0" name="TextBox 69">
            <a:extLst>
              <a:ext uri="{FF2B5EF4-FFF2-40B4-BE49-F238E27FC236}">
                <a16:creationId xmlns:a16="http://schemas.microsoft.com/office/drawing/2014/main" id="{1427682F-1261-FC45-CBFA-A90F4071B6A3}"/>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
        <p:nvSpPr>
          <p:cNvPr id="71" name="TextBox 70">
            <a:extLst>
              <a:ext uri="{FF2B5EF4-FFF2-40B4-BE49-F238E27FC236}">
                <a16:creationId xmlns:a16="http://schemas.microsoft.com/office/drawing/2014/main" id="{B785F04B-FD0D-D90A-B4DC-86609385AC95}"/>
              </a:ext>
            </a:extLst>
          </p:cNvPr>
          <p:cNvSpPr txBox="1"/>
          <p:nvPr/>
        </p:nvSpPr>
        <p:spPr>
          <a:xfrm>
            <a:off x="3640666" y="3406653"/>
            <a:ext cx="570089" cy="230832"/>
          </a:xfrm>
          <a:prstGeom prst="rect">
            <a:avLst/>
          </a:prstGeom>
          <a:noFill/>
        </p:spPr>
        <p:txBody>
          <a:bodyPr wrap="square" rtlCol="0">
            <a:spAutoFit/>
          </a:bodyPr>
          <a:lstStyle/>
          <a:p>
            <a:pPr algn="ctr"/>
            <a:r>
              <a:rPr lang="en-US" sz="900" dirty="0"/>
              <a:t>5678</a:t>
            </a:r>
          </a:p>
        </p:txBody>
      </p:sp>
      <p:sp>
        <p:nvSpPr>
          <p:cNvPr id="72" name="TextBox 71">
            <a:extLst>
              <a:ext uri="{FF2B5EF4-FFF2-40B4-BE49-F238E27FC236}">
                <a16:creationId xmlns:a16="http://schemas.microsoft.com/office/drawing/2014/main" id="{1A51A12E-E31A-FD2A-6DF4-9EEFC16F68B0}"/>
              </a:ext>
            </a:extLst>
          </p:cNvPr>
          <p:cNvSpPr txBox="1"/>
          <p:nvPr/>
        </p:nvSpPr>
        <p:spPr>
          <a:xfrm>
            <a:off x="4143022" y="3406653"/>
            <a:ext cx="570089" cy="230832"/>
          </a:xfrm>
          <a:prstGeom prst="rect">
            <a:avLst/>
          </a:prstGeom>
          <a:noFill/>
        </p:spPr>
        <p:txBody>
          <a:bodyPr wrap="square" rtlCol="0">
            <a:spAutoFit/>
          </a:bodyPr>
          <a:lstStyle/>
          <a:p>
            <a:pPr algn="ctr"/>
            <a:r>
              <a:rPr lang="en-US" sz="900" dirty="0"/>
              <a:t>567</a:t>
            </a:r>
          </a:p>
        </p:txBody>
      </p:sp>
      <p:sp>
        <p:nvSpPr>
          <p:cNvPr id="73" name="TextBox 72">
            <a:extLst>
              <a:ext uri="{FF2B5EF4-FFF2-40B4-BE49-F238E27FC236}">
                <a16:creationId xmlns:a16="http://schemas.microsoft.com/office/drawing/2014/main" id="{E704C8F7-B883-18CB-1CE4-335B8822D5DE}"/>
              </a:ext>
            </a:extLst>
          </p:cNvPr>
          <p:cNvSpPr txBox="1"/>
          <p:nvPr/>
        </p:nvSpPr>
        <p:spPr>
          <a:xfrm>
            <a:off x="3138310" y="3406653"/>
            <a:ext cx="570089" cy="230832"/>
          </a:xfrm>
          <a:prstGeom prst="rect">
            <a:avLst/>
          </a:prstGeom>
          <a:noFill/>
        </p:spPr>
        <p:txBody>
          <a:bodyPr wrap="square" rtlCol="0">
            <a:spAutoFit/>
          </a:bodyPr>
          <a:lstStyle/>
          <a:p>
            <a:pPr algn="ctr"/>
            <a:r>
              <a:rPr lang="en-US" sz="900" dirty="0"/>
              <a:t>5678</a:t>
            </a:r>
          </a:p>
        </p:txBody>
      </p:sp>
      <p:sp>
        <p:nvSpPr>
          <p:cNvPr id="74" name="TextBox 73">
            <a:extLst>
              <a:ext uri="{FF2B5EF4-FFF2-40B4-BE49-F238E27FC236}">
                <a16:creationId xmlns:a16="http://schemas.microsoft.com/office/drawing/2014/main" id="{6F6250FC-3640-82E5-DDF8-1D87CB43490D}"/>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21E801A2-469B-E4D5-DB47-30E354F80A3B}"/>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C9F45A78-367A-69FF-1595-64F80D5D0A29}"/>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EED2C331-92DF-E779-3108-C0977A2D05B8}"/>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41019226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930D4-E2D7-903C-10FB-1935986B113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2E4E39-88EC-B87B-4FA9-41DEAB6D43B7}"/>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2456BD0-6022-9726-03D9-66CF83D9345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C712A4B-ED4B-913F-77AB-507142286EE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72341CB-BE66-AE00-41EF-6AF1E81F49A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705B0C2-8020-424E-298E-D96CEB37E99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CB5B8A4-742E-EF0A-23A4-7A9878532D81}"/>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B4B98F0F-E28C-1182-2479-D22CD6D6248C}"/>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a:t>
            </a:r>
          </a:p>
        </p:txBody>
      </p:sp>
      <p:sp>
        <p:nvSpPr>
          <p:cNvPr id="10" name="TextBox 9">
            <a:extLst>
              <a:ext uri="{FF2B5EF4-FFF2-40B4-BE49-F238E27FC236}">
                <a16:creationId xmlns:a16="http://schemas.microsoft.com/office/drawing/2014/main" id="{896AB526-3D26-595B-E39E-AC3228240E51}"/>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97A1D61C-54BA-E995-8CF4-5D2A61DD86AA}"/>
              </a:ext>
            </a:extLst>
          </p:cNvPr>
          <p:cNvSpPr txBox="1"/>
          <p:nvPr/>
        </p:nvSpPr>
        <p:spPr>
          <a:xfrm>
            <a:off x="4143022" y="1903821"/>
            <a:ext cx="570089" cy="230832"/>
          </a:xfrm>
          <a:prstGeom prst="rect">
            <a:avLst/>
          </a:prstGeom>
          <a:noFill/>
        </p:spPr>
        <p:txBody>
          <a:bodyPr wrap="square" rtlCol="0">
            <a:spAutoFit/>
          </a:bodyPr>
          <a:lstStyle/>
          <a:p>
            <a:pPr algn="ctr"/>
            <a:r>
              <a:rPr lang="en-US" sz="900" dirty="0"/>
              <a:t>31</a:t>
            </a:r>
          </a:p>
        </p:txBody>
      </p:sp>
      <p:sp>
        <p:nvSpPr>
          <p:cNvPr id="14" name="TextBox 13">
            <a:extLst>
              <a:ext uri="{FF2B5EF4-FFF2-40B4-BE49-F238E27FC236}">
                <a16:creationId xmlns:a16="http://schemas.microsoft.com/office/drawing/2014/main" id="{82591EB2-3AD7-FB99-B1C8-FEC789BDEE05}"/>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F5813C52-DB60-42D6-9D30-007451DA1648}"/>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8C9AC5E4-BE66-E393-00E9-719A85FE7CCA}"/>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A1EECD58-9E5F-DD4B-3D22-AD14FD932A9C}"/>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A6E59964-95F6-90E1-4A62-6FC3939D2F34}"/>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2D409CE1-95C2-3D44-EFCD-5C3467C4716B}"/>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6736E22E-F054-6028-6486-DDF0D10B2599}"/>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23C31969-CD17-CEB9-323C-754E42C8D5F8}"/>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455A0962-CAB9-6D0D-7324-99B69F26E5F1}"/>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a:t>
            </a:r>
          </a:p>
        </p:txBody>
      </p:sp>
      <p:sp>
        <p:nvSpPr>
          <p:cNvPr id="23" name="TextBox 22">
            <a:extLst>
              <a:ext uri="{FF2B5EF4-FFF2-40B4-BE49-F238E27FC236}">
                <a16:creationId xmlns:a16="http://schemas.microsoft.com/office/drawing/2014/main" id="{509CC373-EF9A-58C6-4425-DAC8B6E2E325}"/>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24" name="TextBox 23">
            <a:extLst>
              <a:ext uri="{FF2B5EF4-FFF2-40B4-BE49-F238E27FC236}">
                <a16:creationId xmlns:a16="http://schemas.microsoft.com/office/drawing/2014/main" id="{71F84113-CAA2-D77B-5907-BCC90D3E8187}"/>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B126AF6C-9A4A-25E5-FEF7-270A4F6788BC}"/>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BA4A8FAB-418B-A008-3F9B-632BA07121C8}"/>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C20B9E95-BDD1-42E0-5F31-BBBE12B9F6B3}"/>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5FB07DC7-7304-18AC-3180-13B29CAD87C6}"/>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198F6CF4-E4B5-D5E7-75B2-B8FEB43F7326}"/>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917690A2-08F4-7F86-70A1-F5E8F557238D}"/>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8E2B0132-3D40-CC45-2F2E-5C6AC9F066AC}"/>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25CD57A5-61DA-D248-6B6E-6C1FA8221BBD}"/>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71B0DD34-22A8-93BC-CCDE-7BF243732DAE}"/>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1137E5E4-A645-543A-A42B-9510E49BC470}"/>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15F95347-8E7A-9FE8-C0BD-14D83AF121D3}"/>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9E96C653-F178-FCD0-CC77-170756A2864A}"/>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C8774D56-5B60-DE31-8627-99D16E70E8F9}"/>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5EA1E198-13D2-1548-B9EB-AF8C0A2A337E}"/>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EB2C1933-DB74-6B1B-94D7-2B035B9F27CB}"/>
              </a:ext>
            </a:extLst>
          </p:cNvPr>
          <p:cNvSpPr txBox="1"/>
          <p:nvPr/>
        </p:nvSpPr>
        <p:spPr>
          <a:xfrm>
            <a:off x="4645378" y="3907597"/>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255A7ACD-943D-B53B-01D1-A1F328ABBF0D}"/>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33F0F635-BDD8-15F2-AEE1-1ED6C8E81032}"/>
              </a:ext>
            </a:extLst>
          </p:cNvPr>
          <p:cNvSpPr txBox="1"/>
          <p:nvPr/>
        </p:nvSpPr>
        <p:spPr>
          <a:xfrm>
            <a:off x="4645378" y="4909484"/>
            <a:ext cx="570089" cy="230832"/>
          </a:xfrm>
          <a:prstGeom prst="rect">
            <a:avLst/>
          </a:prstGeom>
          <a:noFill/>
        </p:spPr>
        <p:txBody>
          <a:bodyPr wrap="square" rtlCol="0">
            <a:spAutoFit/>
          </a:bodyPr>
          <a:lstStyle/>
          <a:p>
            <a:pPr algn="ctr"/>
            <a:r>
              <a:rPr lang="en-US" sz="900" dirty="0"/>
              <a:t>689</a:t>
            </a:r>
          </a:p>
        </p:txBody>
      </p:sp>
      <p:sp>
        <p:nvSpPr>
          <p:cNvPr id="45" name="TextBox 44">
            <a:extLst>
              <a:ext uri="{FF2B5EF4-FFF2-40B4-BE49-F238E27FC236}">
                <a16:creationId xmlns:a16="http://schemas.microsoft.com/office/drawing/2014/main" id="{26FF21B0-8CA0-90D7-BACA-5EDE193B5BDB}"/>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4BA989B8-5130-C965-7A2E-2E54FDFF6501}"/>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C552396B-A759-7596-0F5D-4815544D72E3}"/>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DC8894CC-6F26-78AA-806E-26895C00CD3F}"/>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2BB6195E-F8DF-69DB-64D2-5497D8FF7E40}"/>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0E0E84F6-59E5-53AC-EC6E-57F473DD27C3}"/>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0B16BE2E-8F81-F109-C103-7B6CA2587B15}"/>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B66A6A56-161C-2B3E-E81D-9ED45725EF85}"/>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D88222D5-623D-0568-8E1A-472FDDDCBD4D}"/>
              </a:ext>
            </a:extLst>
          </p:cNvPr>
          <p:cNvSpPr txBox="1"/>
          <p:nvPr/>
        </p:nvSpPr>
        <p:spPr>
          <a:xfrm>
            <a:off x="6152446" y="4408541"/>
            <a:ext cx="570089" cy="230832"/>
          </a:xfrm>
          <a:prstGeom prst="rect">
            <a:avLst/>
          </a:prstGeom>
          <a:noFill/>
        </p:spPr>
        <p:txBody>
          <a:bodyPr wrap="square" rtlCol="0">
            <a:spAutoFit/>
          </a:bodyPr>
          <a:lstStyle/>
          <a:p>
            <a:pPr algn="ctr"/>
            <a:r>
              <a:rPr lang="en-US" sz="900" dirty="0"/>
              <a:t>89</a:t>
            </a:r>
          </a:p>
        </p:txBody>
      </p:sp>
      <p:sp>
        <p:nvSpPr>
          <p:cNvPr id="54" name="TextBox 53">
            <a:extLst>
              <a:ext uri="{FF2B5EF4-FFF2-40B4-BE49-F238E27FC236}">
                <a16:creationId xmlns:a16="http://schemas.microsoft.com/office/drawing/2014/main" id="{24FA8130-556B-ADC6-2DF1-9BDDC0CF1389}"/>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58" name="TextBox 57">
            <a:extLst>
              <a:ext uri="{FF2B5EF4-FFF2-40B4-BE49-F238E27FC236}">
                <a16:creationId xmlns:a16="http://schemas.microsoft.com/office/drawing/2014/main" id="{8E58D73C-4AF1-A18E-8711-0D6C1AFF5FB7}"/>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E39D9862-E471-8E0E-5B5E-734D633D9FAD}"/>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5D28AD44-8AA7-CE52-997A-7D5A16BB76C3}"/>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22015CC5-6DDC-4BBE-69DA-3FBB6783BB30}"/>
              </a:ext>
            </a:extLst>
          </p:cNvPr>
          <p:cNvSpPr txBox="1"/>
          <p:nvPr/>
        </p:nvSpPr>
        <p:spPr>
          <a:xfrm>
            <a:off x="6654802" y="3907597"/>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5330490C-D7C5-0F9F-88FE-5E4D926A4848}"/>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C7A9F380-2AD3-C1E4-C681-BAFA5F6DDF14}"/>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7BA74981-2FC0-FD76-9E2D-482590B91DBB}"/>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78F6BC5B-1648-1C30-01D8-CA3A4D20C7A3}"/>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5DFCAC86-ABE9-DF09-1428-FA5A5DD00C0A}"/>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0C468F3E-3B2A-DF38-4297-FAE179541FAE}"/>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31" name="TextBox 30">
            <a:extLst>
              <a:ext uri="{FF2B5EF4-FFF2-40B4-BE49-F238E27FC236}">
                <a16:creationId xmlns:a16="http://schemas.microsoft.com/office/drawing/2014/main" id="{F4EF05A8-3C51-332F-6C19-632385F73F31}"/>
              </a:ext>
            </a:extLst>
          </p:cNvPr>
          <p:cNvSpPr txBox="1"/>
          <p:nvPr/>
        </p:nvSpPr>
        <p:spPr>
          <a:xfrm>
            <a:off x="6654802" y="4408541"/>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9E069AF8-7ACF-9121-1D4A-9FDDC5DF3F44}"/>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2" name="TextBox 61">
            <a:extLst>
              <a:ext uri="{FF2B5EF4-FFF2-40B4-BE49-F238E27FC236}">
                <a16:creationId xmlns:a16="http://schemas.microsoft.com/office/drawing/2014/main" id="{8B8E5C38-2E79-75E9-8A7E-8A767B908856}"/>
              </a:ext>
            </a:extLst>
          </p:cNvPr>
          <p:cNvSpPr txBox="1"/>
          <p:nvPr/>
        </p:nvSpPr>
        <p:spPr>
          <a:xfrm>
            <a:off x="6654802" y="4909484"/>
            <a:ext cx="570089" cy="230832"/>
          </a:xfrm>
          <a:prstGeom prst="rect">
            <a:avLst/>
          </a:prstGeom>
          <a:noFill/>
        </p:spPr>
        <p:txBody>
          <a:bodyPr wrap="square" rtlCol="0">
            <a:spAutoFit/>
          </a:bodyPr>
          <a:lstStyle/>
          <a:p>
            <a:pPr algn="ctr"/>
            <a:r>
              <a:rPr lang="en-US" sz="900" dirty="0"/>
              <a:t>54</a:t>
            </a:r>
          </a:p>
        </p:txBody>
      </p:sp>
      <p:sp>
        <p:nvSpPr>
          <p:cNvPr id="64" name="TextBox 63">
            <a:extLst>
              <a:ext uri="{FF2B5EF4-FFF2-40B4-BE49-F238E27FC236}">
                <a16:creationId xmlns:a16="http://schemas.microsoft.com/office/drawing/2014/main" id="{F02E6831-4D57-03EF-3725-299DBE407589}"/>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9E01EAC6-060C-6F28-BC66-770E1DE021C9}"/>
              </a:ext>
            </a:extLst>
          </p:cNvPr>
          <p:cNvSpPr txBox="1"/>
          <p:nvPr/>
        </p:nvSpPr>
        <p:spPr>
          <a:xfrm>
            <a:off x="5147734" y="2905709"/>
            <a:ext cx="570089" cy="230832"/>
          </a:xfrm>
          <a:prstGeom prst="rect">
            <a:avLst/>
          </a:prstGeom>
          <a:noFill/>
        </p:spPr>
        <p:txBody>
          <a:bodyPr wrap="square" rtlCol="0">
            <a:spAutoFit/>
          </a:bodyPr>
          <a:lstStyle/>
          <a:p>
            <a:pPr algn="ctr"/>
            <a:r>
              <a:rPr lang="en-US" sz="900" dirty="0"/>
              <a:t>678</a:t>
            </a:r>
          </a:p>
        </p:txBody>
      </p:sp>
      <p:sp>
        <p:nvSpPr>
          <p:cNvPr id="65" name="TextBox 64">
            <a:extLst>
              <a:ext uri="{FF2B5EF4-FFF2-40B4-BE49-F238E27FC236}">
                <a16:creationId xmlns:a16="http://schemas.microsoft.com/office/drawing/2014/main" id="{3925E963-213F-B9B9-C93A-5848C96AB5E2}"/>
              </a:ext>
            </a:extLst>
          </p:cNvPr>
          <p:cNvSpPr txBox="1"/>
          <p:nvPr/>
        </p:nvSpPr>
        <p:spPr>
          <a:xfrm>
            <a:off x="5650090" y="2905709"/>
            <a:ext cx="570089" cy="230832"/>
          </a:xfrm>
          <a:prstGeom prst="rect">
            <a:avLst/>
          </a:prstGeom>
          <a:noFill/>
        </p:spPr>
        <p:txBody>
          <a:bodyPr wrap="square" rtlCol="0">
            <a:spAutoFit/>
          </a:bodyPr>
          <a:lstStyle/>
          <a:p>
            <a:pPr algn="ctr"/>
            <a:r>
              <a:rPr lang="en-US" sz="900" dirty="0"/>
              <a:t>68</a:t>
            </a:r>
          </a:p>
        </p:txBody>
      </p:sp>
      <p:sp>
        <p:nvSpPr>
          <p:cNvPr id="66" name="TextBox 65">
            <a:extLst>
              <a:ext uri="{FF2B5EF4-FFF2-40B4-BE49-F238E27FC236}">
                <a16:creationId xmlns:a16="http://schemas.microsoft.com/office/drawing/2014/main" id="{61824E69-FD65-02C2-ECF4-0487B464FC1E}"/>
              </a:ext>
            </a:extLst>
          </p:cNvPr>
          <p:cNvSpPr txBox="1"/>
          <p:nvPr/>
        </p:nvSpPr>
        <p:spPr>
          <a:xfrm>
            <a:off x="5147734" y="3406653"/>
            <a:ext cx="570089" cy="230832"/>
          </a:xfrm>
          <a:prstGeom prst="rect">
            <a:avLst/>
          </a:prstGeom>
          <a:noFill/>
        </p:spPr>
        <p:txBody>
          <a:bodyPr wrap="square" rtlCol="0">
            <a:spAutoFit/>
          </a:bodyPr>
          <a:lstStyle/>
          <a:p>
            <a:pPr algn="ctr"/>
            <a:r>
              <a:rPr lang="en-US" sz="900" dirty="0"/>
              <a:t>6789</a:t>
            </a:r>
          </a:p>
        </p:txBody>
      </p:sp>
      <p:sp>
        <p:nvSpPr>
          <p:cNvPr id="67" name="TextBox 66">
            <a:extLst>
              <a:ext uri="{FF2B5EF4-FFF2-40B4-BE49-F238E27FC236}">
                <a16:creationId xmlns:a16="http://schemas.microsoft.com/office/drawing/2014/main" id="{25BCDD1A-DB5E-49B0-3160-B002AC5D232D}"/>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0" name="TextBox 69">
            <a:extLst>
              <a:ext uri="{FF2B5EF4-FFF2-40B4-BE49-F238E27FC236}">
                <a16:creationId xmlns:a16="http://schemas.microsoft.com/office/drawing/2014/main" id="{7CDC7E8A-3858-5110-C92F-AEECBC2F585B}"/>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
        <p:nvSpPr>
          <p:cNvPr id="71" name="TextBox 70">
            <a:extLst>
              <a:ext uri="{FF2B5EF4-FFF2-40B4-BE49-F238E27FC236}">
                <a16:creationId xmlns:a16="http://schemas.microsoft.com/office/drawing/2014/main" id="{90BCF52A-324B-3DC9-317A-343D91981945}"/>
              </a:ext>
            </a:extLst>
          </p:cNvPr>
          <p:cNvSpPr txBox="1"/>
          <p:nvPr/>
        </p:nvSpPr>
        <p:spPr>
          <a:xfrm>
            <a:off x="3640666" y="3406653"/>
            <a:ext cx="570089" cy="230832"/>
          </a:xfrm>
          <a:prstGeom prst="rect">
            <a:avLst/>
          </a:prstGeom>
          <a:noFill/>
        </p:spPr>
        <p:txBody>
          <a:bodyPr wrap="square" rtlCol="0">
            <a:spAutoFit/>
          </a:bodyPr>
          <a:lstStyle/>
          <a:p>
            <a:pPr algn="ctr"/>
            <a:r>
              <a:rPr lang="en-US" sz="900" dirty="0"/>
              <a:t>5678</a:t>
            </a:r>
          </a:p>
        </p:txBody>
      </p:sp>
      <p:sp>
        <p:nvSpPr>
          <p:cNvPr id="72" name="TextBox 71">
            <a:extLst>
              <a:ext uri="{FF2B5EF4-FFF2-40B4-BE49-F238E27FC236}">
                <a16:creationId xmlns:a16="http://schemas.microsoft.com/office/drawing/2014/main" id="{42777ABF-45B9-BD5D-D5A4-EBD85DCFFAC2}"/>
              </a:ext>
            </a:extLst>
          </p:cNvPr>
          <p:cNvSpPr txBox="1"/>
          <p:nvPr/>
        </p:nvSpPr>
        <p:spPr>
          <a:xfrm>
            <a:off x="4143022" y="3406653"/>
            <a:ext cx="570089" cy="230832"/>
          </a:xfrm>
          <a:prstGeom prst="rect">
            <a:avLst/>
          </a:prstGeom>
          <a:noFill/>
        </p:spPr>
        <p:txBody>
          <a:bodyPr wrap="square" rtlCol="0">
            <a:spAutoFit/>
          </a:bodyPr>
          <a:lstStyle/>
          <a:p>
            <a:pPr algn="ctr"/>
            <a:r>
              <a:rPr lang="en-US" sz="900" dirty="0"/>
              <a:t>67</a:t>
            </a:r>
          </a:p>
        </p:txBody>
      </p:sp>
      <p:sp>
        <p:nvSpPr>
          <p:cNvPr id="73" name="TextBox 72">
            <a:extLst>
              <a:ext uri="{FF2B5EF4-FFF2-40B4-BE49-F238E27FC236}">
                <a16:creationId xmlns:a16="http://schemas.microsoft.com/office/drawing/2014/main" id="{21818A4B-2375-19D5-528C-08A773DE6F08}"/>
              </a:ext>
            </a:extLst>
          </p:cNvPr>
          <p:cNvSpPr txBox="1"/>
          <p:nvPr/>
        </p:nvSpPr>
        <p:spPr>
          <a:xfrm>
            <a:off x="3138310" y="3406653"/>
            <a:ext cx="570089" cy="230832"/>
          </a:xfrm>
          <a:prstGeom prst="rect">
            <a:avLst/>
          </a:prstGeom>
          <a:noFill/>
        </p:spPr>
        <p:txBody>
          <a:bodyPr wrap="square" rtlCol="0">
            <a:spAutoFit/>
          </a:bodyPr>
          <a:lstStyle/>
          <a:p>
            <a:pPr algn="ctr"/>
            <a:r>
              <a:rPr lang="en-US" sz="900" dirty="0"/>
              <a:t>5678</a:t>
            </a:r>
          </a:p>
        </p:txBody>
      </p:sp>
      <p:sp>
        <p:nvSpPr>
          <p:cNvPr id="74" name="TextBox 73">
            <a:extLst>
              <a:ext uri="{FF2B5EF4-FFF2-40B4-BE49-F238E27FC236}">
                <a16:creationId xmlns:a16="http://schemas.microsoft.com/office/drawing/2014/main" id="{35A17B9E-2F96-D6F1-77C6-C2BFC337F6C2}"/>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19142D79-B278-2BC2-7527-E4313D7FD37F}"/>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18D0E63C-F497-5817-32E9-143F472C5AA9}"/>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FDF9FA0D-0C59-70E9-0321-2C4346EF86A9}"/>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13528316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16E51-4F62-93BE-0716-F6464D66C0E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8FFA586-5F6A-C956-52D7-E4DDB3042162}"/>
              </a:ext>
            </a:extLst>
          </p:cNvPr>
          <p:cNvSpPr>
            <a:spLocks noGrp="1"/>
          </p:cNvSpPr>
          <p:nvPr>
            <p:ph sz="half" idx="1"/>
          </p:nvPr>
        </p:nvSpPr>
        <p:spPr/>
        <p:txBody>
          <a:bodyPr>
            <a:normAutofit lnSpcReduction="10000"/>
          </a:bodyPr>
          <a:lstStyle/>
          <a:p>
            <a:r>
              <a:rPr lang="en-US" dirty="0"/>
              <a:t>Last possible 4 in upper left block.</a:t>
            </a:r>
          </a:p>
          <a:p>
            <a:r>
              <a:rPr lang="en-US" dirty="0"/>
              <a:t>Last possible 4 in Row 3.</a:t>
            </a:r>
          </a:p>
          <a:p>
            <a:r>
              <a:rPr lang="en-US" dirty="0"/>
              <a:t>Then, reduce.</a:t>
            </a:r>
          </a:p>
        </p:txBody>
      </p:sp>
      <p:pic>
        <p:nvPicPr>
          <p:cNvPr id="4" name="Picture 3" descr="A grid of sudoku puzzle&#10;&#10;Description automatically generated">
            <a:extLst>
              <a:ext uri="{FF2B5EF4-FFF2-40B4-BE49-F238E27FC236}">
                <a16:creationId xmlns:a16="http://schemas.microsoft.com/office/drawing/2014/main" id="{EAB9E6D0-BB3E-361C-A45F-3A023B1FF66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2AF7CAC-410D-E0F6-5864-F6A23121EE0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57BA13D-AF01-787C-CB90-4F998B2019B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797ADE9-AC4E-4037-C30D-6DEA67AE1A6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43EE780-E767-044D-F373-FEB66BF9AC20}"/>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5ABED42A-F306-37DD-B953-165C830C5816}"/>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40EBF882-45D6-D440-ECF9-926C64C9BC3C}"/>
              </a:ext>
            </a:extLst>
          </p:cNvPr>
          <p:cNvSpPr txBox="1"/>
          <p:nvPr/>
        </p:nvSpPr>
        <p:spPr>
          <a:xfrm>
            <a:off x="4143022" y="1903821"/>
            <a:ext cx="570089" cy="230832"/>
          </a:xfrm>
          <a:prstGeom prst="rect">
            <a:avLst/>
          </a:prstGeom>
          <a:noFill/>
        </p:spPr>
        <p:txBody>
          <a:bodyPr wrap="square" rtlCol="0">
            <a:spAutoFit/>
          </a:bodyPr>
          <a:lstStyle/>
          <a:p>
            <a:pPr algn="ctr"/>
            <a:r>
              <a:rPr lang="en-US" sz="900" dirty="0"/>
              <a:t>31</a:t>
            </a:r>
          </a:p>
        </p:txBody>
      </p:sp>
      <p:sp>
        <p:nvSpPr>
          <p:cNvPr id="14" name="TextBox 13">
            <a:extLst>
              <a:ext uri="{FF2B5EF4-FFF2-40B4-BE49-F238E27FC236}">
                <a16:creationId xmlns:a16="http://schemas.microsoft.com/office/drawing/2014/main" id="{BB1DDBC0-AF6B-BAA5-5621-6BF35941ABC6}"/>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CE58EDE4-570C-BF00-CFB6-0BEA9AE5C10F}"/>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E30CB353-49E3-20AE-4B13-78F9FB350680}"/>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22D7F1B6-EECC-139C-8664-5CF1199EB7F3}"/>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8BF31F0C-F196-3DEF-C69F-B437310E4CDB}"/>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F0411A4E-1732-1747-5958-5AC1F12F48CC}"/>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11BCA95B-C765-759A-2D2B-C25C9BE2EEF1}"/>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CF974456-69EE-3DDD-B626-3DB6A49CEEF4}"/>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DA285811-500E-FF27-2BAA-62E91369279C}"/>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9545AD05-83F8-28F3-3BEA-99E1F661BD12}"/>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D94E517A-5775-5C44-66C5-A46B85AF6849}"/>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465914AB-233E-9AEA-80B7-CDF11D7A3B3A}"/>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2A1557AF-49F9-1E98-89AF-2ED2771C5F07}"/>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193B46E1-CC20-2681-C38A-C2CA19C24350}"/>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7D3A2F6E-6B7B-D260-5A8D-A1134C2FF59D}"/>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407AC720-4756-5BBF-DC49-2FE9272FDC74}"/>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61087258-9CDB-9C86-9EB0-4D57F018B458}"/>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67687A87-87AA-5F50-78C4-9DC4657B2631}"/>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EF370866-23C6-B161-7646-2DA7E121787D}"/>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F09ED4DC-74A7-77F3-5E21-8224F1682652}"/>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AA681BDD-CB88-DF1A-5481-9B910B559D6F}"/>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01B74627-ADA6-B5CE-D214-6AFCC6B05DB5}"/>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BBB17D52-3A8D-80D5-C8A4-DD7470B4F9DC}"/>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08BDB7CA-69BF-709C-D889-606E5DD44860}"/>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F3AA4D45-021B-3388-8355-0B2B431BE3D6}"/>
              </a:ext>
            </a:extLst>
          </p:cNvPr>
          <p:cNvSpPr txBox="1"/>
          <p:nvPr/>
        </p:nvSpPr>
        <p:spPr>
          <a:xfrm>
            <a:off x="4645378" y="3907597"/>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91BE4BEA-0A6F-62C2-846D-7AD8C24AFFE9}"/>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8C4932B7-68CC-65A4-C844-C82F51E36AA0}"/>
              </a:ext>
            </a:extLst>
          </p:cNvPr>
          <p:cNvSpPr txBox="1"/>
          <p:nvPr/>
        </p:nvSpPr>
        <p:spPr>
          <a:xfrm>
            <a:off x="4645378" y="4909484"/>
            <a:ext cx="570089" cy="230832"/>
          </a:xfrm>
          <a:prstGeom prst="rect">
            <a:avLst/>
          </a:prstGeom>
          <a:noFill/>
        </p:spPr>
        <p:txBody>
          <a:bodyPr wrap="square" rtlCol="0">
            <a:spAutoFit/>
          </a:bodyPr>
          <a:lstStyle/>
          <a:p>
            <a:pPr algn="ctr"/>
            <a:r>
              <a:rPr lang="en-US" sz="900" dirty="0"/>
              <a:t>689</a:t>
            </a:r>
          </a:p>
        </p:txBody>
      </p:sp>
      <p:sp>
        <p:nvSpPr>
          <p:cNvPr id="45" name="TextBox 44">
            <a:extLst>
              <a:ext uri="{FF2B5EF4-FFF2-40B4-BE49-F238E27FC236}">
                <a16:creationId xmlns:a16="http://schemas.microsoft.com/office/drawing/2014/main" id="{8B56717C-17CC-F28F-A8D2-EA9ADEC38DD5}"/>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CEA21BFD-0A03-1449-E476-9B2372EB71CC}"/>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39F546D8-E7C4-3018-2AFA-F80FC010A99F}"/>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056C70F6-2B7B-2FA8-8ECC-839AFE9BD22E}"/>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A3EF90E0-46FD-15C2-0E9D-73FE7980ED2B}"/>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E3816E5F-7F50-43D6-AC74-D14214CD98A2}"/>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E91680C3-885F-1E6D-28B0-C3A2B9539B4F}"/>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0DA1A333-05AD-64A3-1A30-C65F3A3FBAC1}"/>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2F68960D-BA65-8072-A2DA-B062566AF46A}"/>
              </a:ext>
            </a:extLst>
          </p:cNvPr>
          <p:cNvSpPr txBox="1"/>
          <p:nvPr/>
        </p:nvSpPr>
        <p:spPr>
          <a:xfrm>
            <a:off x="6152446" y="4408541"/>
            <a:ext cx="570089" cy="230832"/>
          </a:xfrm>
          <a:prstGeom prst="rect">
            <a:avLst/>
          </a:prstGeom>
          <a:noFill/>
        </p:spPr>
        <p:txBody>
          <a:bodyPr wrap="square" rtlCol="0">
            <a:spAutoFit/>
          </a:bodyPr>
          <a:lstStyle/>
          <a:p>
            <a:pPr algn="ctr"/>
            <a:r>
              <a:rPr lang="en-US" sz="900" dirty="0"/>
              <a:t>89</a:t>
            </a:r>
          </a:p>
        </p:txBody>
      </p:sp>
      <p:sp>
        <p:nvSpPr>
          <p:cNvPr id="54" name="TextBox 53">
            <a:extLst>
              <a:ext uri="{FF2B5EF4-FFF2-40B4-BE49-F238E27FC236}">
                <a16:creationId xmlns:a16="http://schemas.microsoft.com/office/drawing/2014/main" id="{772F7754-87C3-0B98-F27C-BE140B7C2FAB}"/>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58" name="TextBox 57">
            <a:extLst>
              <a:ext uri="{FF2B5EF4-FFF2-40B4-BE49-F238E27FC236}">
                <a16:creationId xmlns:a16="http://schemas.microsoft.com/office/drawing/2014/main" id="{097211A0-E8D8-3D0D-5E53-560C7AA8BE8C}"/>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CEF2AAF8-8807-DDEB-F2F3-FB58CE1AB30E}"/>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5B13CDCE-04CB-A728-4CCA-8A7B4ECB07DA}"/>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164EE27D-A99D-E606-E03A-149D3AFC0C8D}"/>
              </a:ext>
            </a:extLst>
          </p:cNvPr>
          <p:cNvSpPr txBox="1"/>
          <p:nvPr/>
        </p:nvSpPr>
        <p:spPr>
          <a:xfrm>
            <a:off x="6654802" y="3907597"/>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25788EE1-27D1-1DB2-A050-F50580236FE2}"/>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0654843F-CEAD-5A04-8A3A-73F27973C441}"/>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1A8F5CE6-6CB8-3CC0-2D7D-704BA16EB8E9}"/>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5BCBA3BE-E50C-8CCA-0F6F-425AB4AA9575}"/>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D23D9861-1EEE-3B49-28A5-382C6DB8DFAD}"/>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2198C48E-9255-47EE-5C9A-3072BF082EB8}"/>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31" name="TextBox 30">
            <a:extLst>
              <a:ext uri="{FF2B5EF4-FFF2-40B4-BE49-F238E27FC236}">
                <a16:creationId xmlns:a16="http://schemas.microsoft.com/office/drawing/2014/main" id="{9CCD3442-9277-7231-EDA0-527CD460B049}"/>
              </a:ext>
            </a:extLst>
          </p:cNvPr>
          <p:cNvSpPr txBox="1"/>
          <p:nvPr/>
        </p:nvSpPr>
        <p:spPr>
          <a:xfrm>
            <a:off x="6654802" y="4408541"/>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CD030DC5-D80B-DE94-CE90-A1A9B219AB2F}"/>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2" name="TextBox 61">
            <a:extLst>
              <a:ext uri="{FF2B5EF4-FFF2-40B4-BE49-F238E27FC236}">
                <a16:creationId xmlns:a16="http://schemas.microsoft.com/office/drawing/2014/main" id="{0680C063-29F6-CDE8-8BAD-A98C82A1E533}"/>
              </a:ext>
            </a:extLst>
          </p:cNvPr>
          <p:cNvSpPr txBox="1"/>
          <p:nvPr/>
        </p:nvSpPr>
        <p:spPr>
          <a:xfrm>
            <a:off x="6654802" y="4909484"/>
            <a:ext cx="570089" cy="230832"/>
          </a:xfrm>
          <a:prstGeom prst="rect">
            <a:avLst/>
          </a:prstGeom>
          <a:noFill/>
        </p:spPr>
        <p:txBody>
          <a:bodyPr wrap="square" rtlCol="0">
            <a:spAutoFit/>
          </a:bodyPr>
          <a:lstStyle/>
          <a:p>
            <a:pPr algn="ctr"/>
            <a:r>
              <a:rPr lang="en-US" sz="900" dirty="0"/>
              <a:t>54</a:t>
            </a:r>
          </a:p>
        </p:txBody>
      </p:sp>
      <p:sp>
        <p:nvSpPr>
          <p:cNvPr id="64" name="TextBox 63">
            <a:extLst>
              <a:ext uri="{FF2B5EF4-FFF2-40B4-BE49-F238E27FC236}">
                <a16:creationId xmlns:a16="http://schemas.microsoft.com/office/drawing/2014/main" id="{6E1AC46E-DFFB-63C0-1DFE-6531C694FAAA}"/>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18494367-6EE8-F85C-43A6-5D0631973012}"/>
              </a:ext>
            </a:extLst>
          </p:cNvPr>
          <p:cNvSpPr txBox="1"/>
          <p:nvPr/>
        </p:nvSpPr>
        <p:spPr>
          <a:xfrm>
            <a:off x="5147734" y="2905709"/>
            <a:ext cx="570089" cy="230832"/>
          </a:xfrm>
          <a:prstGeom prst="rect">
            <a:avLst/>
          </a:prstGeom>
          <a:noFill/>
        </p:spPr>
        <p:txBody>
          <a:bodyPr wrap="square" rtlCol="0">
            <a:spAutoFit/>
          </a:bodyPr>
          <a:lstStyle/>
          <a:p>
            <a:pPr algn="ctr"/>
            <a:r>
              <a:rPr lang="en-US" sz="900" dirty="0"/>
              <a:t>678</a:t>
            </a:r>
          </a:p>
        </p:txBody>
      </p:sp>
      <p:sp>
        <p:nvSpPr>
          <p:cNvPr id="65" name="TextBox 64">
            <a:extLst>
              <a:ext uri="{FF2B5EF4-FFF2-40B4-BE49-F238E27FC236}">
                <a16:creationId xmlns:a16="http://schemas.microsoft.com/office/drawing/2014/main" id="{9EE4F7CB-7D59-BA20-3360-AD7AC753F19E}"/>
              </a:ext>
            </a:extLst>
          </p:cNvPr>
          <p:cNvSpPr txBox="1"/>
          <p:nvPr/>
        </p:nvSpPr>
        <p:spPr>
          <a:xfrm>
            <a:off x="5650090" y="2905709"/>
            <a:ext cx="570089" cy="230832"/>
          </a:xfrm>
          <a:prstGeom prst="rect">
            <a:avLst/>
          </a:prstGeom>
          <a:noFill/>
        </p:spPr>
        <p:txBody>
          <a:bodyPr wrap="square" rtlCol="0">
            <a:spAutoFit/>
          </a:bodyPr>
          <a:lstStyle/>
          <a:p>
            <a:pPr algn="ctr"/>
            <a:r>
              <a:rPr lang="en-US" sz="900" dirty="0"/>
              <a:t>68</a:t>
            </a:r>
          </a:p>
        </p:txBody>
      </p:sp>
      <p:sp>
        <p:nvSpPr>
          <p:cNvPr id="66" name="TextBox 65">
            <a:extLst>
              <a:ext uri="{FF2B5EF4-FFF2-40B4-BE49-F238E27FC236}">
                <a16:creationId xmlns:a16="http://schemas.microsoft.com/office/drawing/2014/main" id="{84904672-FD42-6024-DE39-624794AB79CC}"/>
              </a:ext>
            </a:extLst>
          </p:cNvPr>
          <p:cNvSpPr txBox="1"/>
          <p:nvPr/>
        </p:nvSpPr>
        <p:spPr>
          <a:xfrm>
            <a:off x="5147734" y="3406653"/>
            <a:ext cx="570089" cy="230832"/>
          </a:xfrm>
          <a:prstGeom prst="rect">
            <a:avLst/>
          </a:prstGeom>
          <a:noFill/>
        </p:spPr>
        <p:txBody>
          <a:bodyPr wrap="square" rtlCol="0">
            <a:spAutoFit/>
          </a:bodyPr>
          <a:lstStyle/>
          <a:p>
            <a:pPr algn="ctr"/>
            <a:r>
              <a:rPr lang="en-US" sz="900" dirty="0"/>
              <a:t>6789</a:t>
            </a:r>
          </a:p>
        </p:txBody>
      </p:sp>
      <p:sp>
        <p:nvSpPr>
          <p:cNvPr id="67" name="TextBox 66">
            <a:extLst>
              <a:ext uri="{FF2B5EF4-FFF2-40B4-BE49-F238E27FC236}">
                <a16:creationId xmlns:a16="http://schemas.microsoft.com/office/drawing/2014/main" id="{6BBE114C-2E74-890B-4332-E3B3B54D2247}"/>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0" name="TextBox 69">
            <a:extLst>
              <a:ext uri="{FF2B5EF4-FFF2-40B4-BE49-F238E27FC236}">
                <a16:creationId xmlns:a16="http://schemas.microsoft.com/office/drawing/2014/main" id="{A6242738-234F-8059-0C66-D726D0B2D834}"/>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
        <p:nvSpPr>
          <p:cNvPr id="71" name="TextBox 70">
            <a:extLst>
              <a:ext uri="{FF2B5EF4-FFF2-40B4-BE49-F238E27FC236}">
                <a16:creationId xmlns:a16="http://schemas.microsoft.com/office/drawing/2014/main" id="{EF812D0A-7308-4528-F5F0-9803A2C8707D}"/>
              </a:ext>
            </a:extLst>
          </p:cNvPr>
          <p:cNvSpPr txBox="1"/>
          <p:nvPr/>
        </p:nvSpPr>
        <p:spPr>
          <a:xfrm>
            <a:off x="3640666" y="3406653"/>
            <a:ext cx="570089" cy="230832"/>
          </a:xfrm>
          <a:prstGeom prst="rect">
            <a:avLst/>
          </a:prstGeom>
          <a:noFill/>
        </p:spPr>
        <p:txBody>
          <a:bodyPr wrap="square" rtlCol="0">
            <a:spAutoFit/>
          </a:bodyPr>
          <a:lstStyle/>
          <a:p>
            <a:pPr algn="ctr"/>
            <a:r>
              <a:rPr lang="en-US" sz="900" dirty="0"/>
              <a:t>5678</a:t>
            </a:r>
          </a:p>
        </p:txBody>
      </p:sp>
      <p:sp>
        <p:nvSpPr>
          <p:cNvPr id="72" name="TextBox 71">
            <a:extLst>
              <a:ext uri="{FF2B5EF4-FFF2-40B4-BE49-F238E27FC236}">
                <a16:creationId xmlns:a16="http://schemas.microsoft.com/office/drawing/2014/main" id="{ACF5695A-1D73-6A00-917A-D0BE2D0E2F68}"/>
              </a:ext>
            </a:extLst>
          </p:cNvPr>
          <p:cNvSpPr txBox="1"/>
          <p:nvPr/>
        </p:nvSpPr>
        <p:spPr>
          <a:xfrm>
            <a:off x="4143022" y="3406653"/>
            <a:ext cx="570089" cy="230832"/>
          </a:xfrm>
          <a:prstGeom prst="rect">
            <a:avLst/>
          </a:prstGeom>
          <a:noFill/>
        </p:spPr>
        <p:txBody>
          <a:bodyPr wrap="square" rtlCol="0">
            <a:spAutoFit/>
          </a:bodyPr>
          <a:lstStyle/>
          <a:p>
            <a:pPr algn="ctr"/>
            <a:r>
              <a:rPr lang="en-US" sz="900" dirty="0"/>
              <a:t>67</a:t>
            </a:r>
          </a:p>
        </p:txBody>
      </p:sp>
      <p:sp>
        <p:nvSpPr>
          <p:cNvPr id="73" name="TextBox 72">
            <a:extLst>
              <a:ext uri="{FF2B5EF4-FFF2-40B4-BE49-F238E27FC236}">
                <a16:creationId xmlns:a16="http://schemas.microsoft.com/office/drawing/2014/main" id="{F30DE1BB-3143-3230-7ED8-6CD04B055B71}"/>
              </a:ext>
            </a:extLst>
          </p:cNvPr>
          <p:cNvSpPr txBox="1"/>
          <p:nvPr/>
        </p:nvSpPr>
        <p:spPr>
          <a:xfrm>
            <a:off x="3138310" y="3406653"/>
            <a:ext cx="570089" cy="230832"/>
          </a:xfrm>
          <a:prstGeom prst="rect">
            <a:avLst/>
          </a:prstGeom>
          <a:noFill/>
        </p:spPr>
        <p:txBody>
          <a:bodyPr wrap="square" rtlCol="0">
            <a:spAutoFit/>
          </a:bodyPr>
          <a:lstStyle/>
          <a:p>
            <a:pPr algn="ctr"/>
            <a:r>
              <a:rPr lang="en-US" sz="900" dirty="0"/>
              <a:t>5678</a:t>
            </a:r>
          </a:p>
        </p:txBody>
      </p:sp>
      <p:sp>
        <p:nvSpPr>
          <p:cNvPr id="74" name="TextBox 73">
            <a:extLst>
              <a:ext uri="{FF2B5EF4-FFF2-40B4-BE49-F238E27FC236}">
                <a16:creationId xmlns:a16="http://schemas.microsoft.com/office/drawing/2014/main" id="{E0DE0A65-CB3E-3A0F-5F18-BDA005F53376}"/>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C9F5CABD-3AE1-7704-A014-62A4A733D42E}"/>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F060C9F1-E17D-550F-B02B-65835F7AFCD2}"/>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2B25ECA8-37BE-E61A-D59E-90D3060A6AE9}"/>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08940C09-5B4B-E2E6-6DA2-6DA0C551DC07}"/>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7" name="TextBox 76">
            <a:extLst>
              <a:ext uri="{FF2B5EF4-FFF2-40B4-BE49-F238E27FC236}">
                <a16:creationId xmlns:a16="http://schemas.microsoft.com/office/drawing/2014/main" id="{799E1ED2-4D98-6D4E-435F-AE9C17188C96}"/>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16234584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DB255-6A13-9529-E448-D83F0AF100C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83EE85B-E79F-9BD8-BD30-ADBE651D5D24}"/>
              </a:ext>
            </a:extLst>
          </p:cNvPr>
          <p:cNvSpPr>
            <a:spLocks noGrp="1"/>
          </p:cNvSpPr>
          <p:nvPr>
            <p:ph sz="half" idx="1"/>
          </p:nvPr>
        </p:nvSpPr>
        <p:spPr/>
        <p:txBody>
          <a:bodyPr>
            <a:normAutofit/>
          </a:bodyPr>
          <a:lstStyle/>
          <a:p>
            <a:r>
              <a:rPr lang="en-US" dirty="0"/>
              <a:t>Complete Column 3.</a:t>
            </a:r>
          </a:p>
        </p:txBody>
      </p:sp>
      <p:pic>
        <p:nvPicPr>
          <p:cNvPr id="4" name="Picture 3" descr="A grid of sudoku puzzle&#10;&#10;Description automatically generated">
            <a:extLst>
              <a:ext uri="{FF2B5EF4-FFF2-40B4-BE49-F238E27FC236}">
                <a16:creationId xmlns:a16="http://schemas.microsoft.com/office/drawing/2014/main" id="{4CC6085A-CC24-C760-A32F-B73045D0B6D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D7E2B2C-7DBF-33E5-1DC7-F8A450BA34C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523173E-F99D-7622-3630-BF9C61B3F79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4976483-E684-F4F7-C73A-56068634396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E16C448-C0E5-A05F-E28B-B9E7592A5F91}"/>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A4021F41-5B5D-95DF-2714-04B8EC1819D5}"/>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84149D8C-78D4-4730-A214-2C00194003CE}"/>
              </a:ext>
            </a:extLst>
          </p:cNvPr>
          <p:cNvSpPr txBox="1"/>
          <p:nvPr/>
        </p:nvSpPr>
        <p:spPr>
          <a:xfrm>
            <a:off x="4143022" y="1903821"/>
            <a:ext cx="570089" cy="230832"/>
          </a:xfrm>
          <a:prstGeom prst="rect">
            <a:avLst/>
          </a:prstGeom>
          <a:noFill/>
        </p:spPr>
        <p:txBody>
          <a:bodyPr wrap="square" rtlCol="0">
            <a:spAutoFit/>
          </a:bodyPr>
          <a:lstStyle/>
          <a:p>
            <a:pPr algn="ctr"/>
            <a:r>
              <a:rPr lang="en-US" sz="900" dirty="0"/>
              <a:t>31</a:t>
            </a:r>
          </a:p>
        </p:txBody>
      </p:sp>
      <p:sp>
        <p:nvSpPr>
          <p:cNvPr id="14" name="TextBox 13">
            <a:extLst>
              <a:ext uri="{FF2B5EF4-FFF2-40B4-BE49-F238E27FC236}">
                <a16:creationId xmlns:a16="http://schemas.microsoft.com/office/drawing/2014/main" id="{2E27A542-39E6-9A37-98F5-01B941C57E1C}"/>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9D09C1E5-396F-3D97-C5DB-FCC6567153E9}"/>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20CBE89E-639F-F994-96F7-77C8FB019F23}"/>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8E710EA9-2FD7-07A4-9C1E-F08520AB7875}"/>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5D2762E6-8531-9B49-AB11-6F15D545AFD9}"/>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BB09A244-2608-A07A-2846-DDF20B6807CA}"/>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45FAB293-D07E-E209-649A-37A1E0DCA1EC}"/>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C7592505-5DA7-24C1-6220-C8C6FCE1673A}"/>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FB2E1C30-E9D9-4A8E-6070-A805341799F7}"/>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0E91D807-71C2-0258-F99B-B87DB6F90DE8}"/>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A7994FF5-903A-6A06-1E58-6C5444C086E7}"/>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3D2ACA94-52C8-EEA7-ED8F-F91F03064E12}"/>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728AD1C0-9EDA-528A-3CC9-19C6F3BC16F1}"/>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D9C707E3-C944-163B-17FF-6D05D745B251}"/>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4CB11F87-CEC4-0EF7-5D5B-90D8BD301BD8}"/>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554F36ED-3334-5BF1-BA10-4DCBDEACE17F}"/>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206B117D-F9EE-F7A1-B73E-AE5607602639}"/>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BCF160D3-CCAF-8226-5183-424169A55B33}"/>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687708C5-73A5-77E1-EFC6-59EE6A1FF0CB}"/>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75144254-32E5-2CC9-B390-283D70FCC4DA}"/>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E254E603-3F11-276E-E5CB-1E94EA8B1E16}"/>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52BF8612-8937-7A3F-78E3-F5EB5DA35554}"/>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72C837C3-4B6A-FC07-BBFA-D688C645F1B8}"/>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EDE7F720-4035-C820-5CC7-04A24816AAA9}"/>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CF0B3F66-161B-4D27-B340-92AEDB5C7F90}"/>
              </a:ext>
            </a:extLst>
          </p:cNvPr>
          <p:cNvSpPr txBox="1"/>
          <p:nvPr/>
        </p:nvSpPr>
        <p:spPr>
          <a:xfrm>
            <a:off x="4645378" y="3907597"/>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DCACF121-F462-EFC2-5CA7-696BFB08625C}"/>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60356C19-7881-5968-264F-AEE6E82B6979}"/>
              </a:ext>
            </a:extLst>
          </p:cNvPr>
          <p:cNvSpPr txBox="1"/>
          <p:nvPr/>
        </p:nvSpPr>
        <p:spPr>
          <a:xfrm>
            <a:off x="4645378" y="4909484"/>
            <a:ext cx="570089" cy="230832"/>
          </a:xfrm>
          <a:prstGeom prst="rect">
            <a:avLst/>
          </a:prstGeom>
          <a:noFill/>
        </p:spPr>
        <p:txBody>
          <a:bodyPr wrap="square" rtlCol="0">
            <a:spAutoFit/>
          </a:bodyPr>
          <a:lstStyle/>
          <a:p>
            <a:pPr algn="ctr"/>
            <a:r>
              <a:rPr lang="en-US" sz="900" dirty="0"/>
              <a:t>689</a:t>
            </a:r>
          </a:p>
        </p:txBody>
      </p:sp>
      <p:sp>
        <p:nvSpPr>
          <p:cNvPr id="45" name="TextBox 44">
            <a:extLst>
              <a:ext uri="{FF2B5EF4-FFF2-40B4-BE49-F238E27FC236}">
                <a16:creationId xmlns:a16="http://schemas.microsoft.com/office/drawing/2014/main" id="{BFD1FD83-B601-AB53-0EAC-6875614E6663}"/>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E8C04951-C66A-D462-D045-6A8B2BAE8BCF}"/>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72EE1099-3773-6B39-B391-24DE2D7438E4}"/>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8E8C29EE-E499-EB39-CA39-E864C603BC30}"/>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EF9E8C32-4C4E-2940-7756-9EABCB9A9AD9}"/>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2EB4A390-4FEB-D17C-6123-147413FD6ABE}"/>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6A6A22E0-FA0C-B07C-057C-14D25B70F8E6}"/>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37458337-F78A-E143-D287-56190806688C}"/>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524CC02F-E63A-0360-8FD6-9B1F215DDC7D}"/>
              </a:ext>
            </a:extLst>
          </p:cNvPr>
          <p:cNvSpPr txBox="1"/>
          <p:nvPr/>
        </p:nvSpPr>
        <p:spPr>
          <a:xfrm>
            <a:off x="6152446" y="4408541"/>
            <a:ext cx="570089" cy="230832"/>
          </a:xfrm>
          <a:prstGeom prst="rect">
            <a:avLst/>
          </a:prstGeom>
          <a:noFill/>
        </p:spPr>
        <p:txBody>
          <a:bodyPr wrap="square" rtlCol="0">
            <a:spAutoFit/>
          </a:bodyPr>
          <a:lstStyle/>
          <a:p>
            <a:pPr algn="ctr"/>
            <a:r>
              <a:rPr lang="en-US" sz="900" dirty="0"/>
              <a:t>89</a:t>
            </a:r>
          </a:p>
        </p:txBody>
      </p:sp>
      <p:sp>
        <p:nvSpPr>
          <p:cNvPr id="54" name="TextBox 53">
            <a:extLst>
              <a:ext uri="{FF2B5EF4-FFF2-40B4-BE49-F238E27FC236}">
                <a16:creationId xmlns:a16="http://schemas.microsoft.com/office/drawing/2014/main" id="{9F191603-F288-2C85-89CF-F62165E27475}"/>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58" name="TextBox 57">
            <a:extLst>
              <a:ext uri="{FF2B5EF4-FFF2-40B4-BE49-F238E27FC236}">
                <a16:creationId xmlns:a16="http://schemas.microsoft.com/office/drawing/2014/main" id="{C962DA31-D9A8-ECC0-F5E6-512A607EDE53}"/>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884177EF-EA9E-6C87-9B74-B2F3ACDAF82B}"/>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6F3BDC36-4BC8-028F-1843-12670185AD87}"/>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6A268D93-C434-1965-4BCD-8767AF2D3B8D}"/>
              </a:ext>
            </a:extLst>
          </p:cNvPr>
          <p:cNvSpPr txBox="1"/>
          <p:nvPr/>
        </p:nvSpPr>
        <p:spPr>
          <a:xfrm>
            <a:off x="6654802" y="3907597"/>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AA71B6EE-56D4-8F3D-2284-C200FDDE6F4A}"/>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BC7EA6FA-1EC1-A5CB-4B35-E49FEBD3AE6A}"/>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06200677-72F3-593D-BED2-B4B3C5E0EC43}"/>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2630BBA2-DB6F-016A-0153-FFA8E3DD5A8E}"/>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235CD703-397D-7C5E-02F6-67074F41C5CE}"/>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E5494E9A-330F-185E-223A-BB678A7A062E}"/>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31" name="TextBox 30">
            <a:extLst>
              <a:ext uri="{FF2B5EF4-FFF2-40B4-BE49-F238E27FC236}">
                <a16:creationId xmlns:a16="http://schemas.microsoft.com/office/drawing/2014/main" id="{309B97B7-F44C-C705-30F8-91F43554545A}"/>
              </a:ext>
            </a:extLst>
          </p:cNvPr>
          <p:cNvSpPr txBox="1"/>
          <p:nvPr/>
        </p:nvSpPr>
        <p:spPr>
          <a:xfrm>
            <a:off x="6654802" y="4408541"/>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4C98C2CE-F523-3B5E-154D-B91E42F8DBE4}"/>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2" name="TextBox 61">
            <a:extLst>
              <a:ext uri="{FF2B5EF4-FFF2-40B4-BE49-F238E27FC236}">
                <a16:creationId xmlns:a16="http://schemas.microsoft.com/office/drawing/2014/main" id="{A6B4EEF0-FE7B-F4ED-9D64-C611D8122EE4}"/>
              </a:ext>
            </a:extLst>
          </p:cNvPr>
          <p:cNvSpPr txBox="1"/>
          <p:nvPr/>
        </p:nvSpPr>
        <p:spPr>
          <a:xfrm>
            <a:off x="6654802" y="4909484"/>
            <a:ext cx="570089" cy="230832"/>
          </a:xfrm>
          <a:prstGeom prst="rect">
            <a:avLst/>
          </a:prstGeom>
          <a:noFill/>
        </p:spPr>
        <p:txBody>
          <a:bodyPr wrap="square" rtlCol="0">
            <a:spAutoFit/>
          </a:bodyPr>
          <a:lstStyle/>
          <a:p>
            <a:pPr algn="ctr"/>
            <a:r>
              <a:rPr lang="en-US" sz="900" dirty="0"/>
              <a:t>54</a:t>
            </a:r>
          </a:p>
        </p:txBody>
      </p:sp>
      <p:sp>
        <p:nvSpPr>
          <p:cNvPr id="64" name="TextBox 63">
            <a:extLst>
              <a:ext uri="{FF2B5EF4-FFF2-40B4-BE49-F238E27FC236}">
                <a16:creationId xmlns:a16="http://schemas.microsoft.com/office/drawing/2014/main" id="{E335EC36-192D-575E-8F05-B7B081163632}"/>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EE89E498-46B5-EC34-CB4B-83393F894A45}"/>
              </a:ext>
            </a:extLst>
          </p:cNvPr>
          <p:cNvSpPr txBox="1"/>
          <p:nvPr/>
        </p:nvSpPr>
        <p:spPr>
          <a:xfrm>
            <a:off x="5147734" y="2905709"/>
            <a:ext cx="570089" cy="230832"/>
          </a:xfrm>
          <a:prstGeom prst="rect">
            <a:avLst/>
          </a:prstGeom>
          <a:noFill/>
        </p:spPr>
        <p:txBody>
          <a:bodyPr wrap="square" rtlCol="0">
            <a:spAutoFit/>
          </a:bodyPr>
          <a:lstStyle/>
          <a:p>
            <a:pPr algn="ctr"/>
            <a:r>
              <a:rPr lang="en-US" sz="900" dirty="0"/>
              <a:t>678</a:t>
            </a:r>
          </a:p>
        </p:txBody>
      </p:sp>
      <p:sp>
        <p:nvSpPr>
          <p:cNvPr id="65" name="TextBox 64">
            <a:extLst>
              <a:ext uri="{FF2B5EF4-FFF2-40B4-BE49-F238E27FC236}">
                <a16:creationId xmlns:a16="http://schemas.microsoft.com/office/drawing/2014/main" id="{63089497-E914-DF77-B3D0-AD9509607126}"/>
              </a:ext>
            </a:extLst>
          </p:cNvPr>
          <p:cNvSpPr txBox="1"/>
          <p:nvPr/>
        </p:nvSpPr>
        <p:spPr>
          <a:xfrm>
            <a:off x="5650090" y="2905709"/>
            <a:ext cx="570089" cy="230832"/>
          </a:xfrm>
          <a:prstGeom prst="rect">
            <a:avLst/>
          </a:prstGeom>
          <a:noFill/>
        </p:spPr>
        <p:txBody>
          <a:bodyPr wrap="square" rtlCol="0">
            <a:spAutoFit/>
          </a:bodyPr>
          <a:lstStyle/>
          <a:p>
            <a:pPr algn="ctr"/>
            <a:r>
              <a:rPr lang="en-US" sz="900" dirty="0"/>
              <a:t>68</a:t>
            </a:r>
          </a:p>
        </p:txBody>
      </p:sp>
      <p:sp>
        <p:nvSpPr>
          <p:cNvPr id="66" name="TextBox 65">
            <a:extLst>
              <a:ext uri="{FF2B5EF4-FFF2-40B4-BE49-F238E27FC236}">
                <a16:creationId xmlns:a16="http://schemas.microsoft.com/office/drawing/2014/main" id="{977B71C2-088D-0582-C043-A760B637971B}"/>
              </a:ext>
            </a:extLst>
          </p:cNvPr>
          <p:cNvSpPr txBox="1"/>
          <p:nvPr/>
        </p:nvSpPr>
        <p:spPr>
          <a:xfrm>
            <a:off x="5147734" y="3406653"/>
            <a:ext cx="570089" cy="230832"/>
          </a:xfrm>
          <a:prstGeom prst="rect">
            <a:avLst/>
          </a:prstGeom>
          <a:noFill/>
        </p:spPr>
        <p:txBody>
          <a:bodyPr wrap="square" rtlCol="0">
            <a:spAutoFit/>
          </a:bodyPr>
          <a:lstStyle/>
          <a:p>
            <a:pPr algn="ctr"/>
            <a:r>
              <a:rPr lang="en-US" sz="900" dirty="0"/>
              <a:t>6789</a:t>
            </a:r>
          </a:p>
        </p:txBody>
      </p:sp>
      <p:sp>
        <p:nvSpPr>
          <p:cNvPr id="67" name="TextBox 66">
            <a:extLst>
              <a:ext uri="{FF2B5EF4-FFF2-40B4-BE49-F238E27FC236}">
                <a16:creationId xmlns:a16="http://schemas.microsoft.com/office/drawing/2014/main" id="{75EA8551-AD53-BE44-792D-889557257F04}"/>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0" name="TextBox 69">
            <a:extLst>
              <a:ext uri="{FF2B5EF4-FFF2-40B4-BE49-F238E27FC236}">
                <a16:creationId xmlns:a16="http://schemas.microsoft.com/office/drawing/2014/main" id="{FF56CF9F-E0FB-3BCD-D733-ED6870F3D4C7}"/>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
        <p:nvSpPr>
          <p:cNvPr id="71" name="TextBox 70">
            <a:extLst>
              <a:ext uri="{FF2B5EF4-FFF2-40B4-BE49-F238E27FC236}">
                <a16:creationId xmlns:a16="http://schemas.microsoft.com/office/drawing/2014/main" id="{3B3D5816-99FB-1499-3419-973F1F82F48F}"/>
              </a:ext>
            </a:extLst>
          </p:cNvPr>
          <p:cNvSpPr txBox="1"/>
          <p:nvPr/>
        </p:nvSpPr>
        <p:spPr>
          <a:xfrm>
            <a:off x="3640666" y="3406653"/>
            <a:ext cx="570089" cy="230832"/>
          </a:xfrm>
          <a:prstGeom prst="rect">
            <a:avLst/>
          </a:prstGeom>
          <a:noFill/>
        </p:spPr>
        <p:txBody>
          <a:bodyPr wrap="square" rtlCol="0">
            <a:spAutoFit/>
          </a:bodyPr>
          <a:lstStyle/>
          <a:p>
            <a:pPr algn="ctr"/>
            <a:r>
              <a:rPr lang="en-US" sz="900" dirty="0"/>
              <a:t>5678</a:t>
            </a:r>
          </a:p>
        </p:txBody>
      </p:sp>
      <p:sp>
        <p:nvSpPr>
          <p:cNvPr id="72" name="TextBox 71">
            <a:extLst>
              <a:ext uri="{FF2B5EF4-FFF2-40B4-BE49-F238E27FC236}">
                <a16:creationId xmlns:a16="http://schemas.microsoft.com/office/drawing/2014/main" id="{8829D4ED-B0E5-6EA4-2A88-CFDACE531B53}"/>
              </a:ext>
            </a:extLst>
          </p:cNvPr>
          <p:cNvSpPr txBox="1"/>
          <p:nvPr/>
        </p:nvSpPr>
        <p:spPr>
          <a:xfrm>
            <a:off x="4143022" y="3406653"/>
            <a:ext cx="570089" cy="230832"/>
          </a:xfrm>
          <a:prstGeom prst="rect">
            <a:avLst/>
          </a:prstGeom>
          <a:noFill/>
        </p:spPr>
        <p:txBody>
          <a:bodyPr wrap="square" rtlCol="0">
            <a:spAutoFit/>
          </a:bodyPr>
          <a:lstStyle/>
          <a:p>
            <a:pPr algn="ctr"/>
            <a:r>
              <a:rPr lang="en-US" sz="900" dirty="0"/>
              <a:t>67</a:t>
            </a:r>
          </a:p>
        </p:txBody>
      </p:sp>
      <p:sp>
        <p:nvSpPr>
          <p:cNvPr id="73" name="TextBox 72">
            <a:extLst>
              <a:ext uri="{FF2B5EF4-FFF2-40B4-BE49-F238E27FC236}">
                <a16:creationId xmlns:a16="http://schemas.microsoft.com/office/drawing/2014/main" id="{B288CB30-EF00-DA98-E6E9-8D42D5DD4B6A}"/>
              </a:ext>
            </a:extLst>
          </p:cNvPr>
          <p:cNvSpPr txBox="1"/>
          <p:nvPr/>
        </p:nvSpPr>
        <p:spPr>
          <a:xfrm>
            <a:off x="3138310" y="3406653"/>
            <a:ext cx="570089" cy="230832"/>
          </a:xfrm>
          <a:prstGeom prst="rect">
            <a:avLst/>
          </a:prstGeom>
          <a:noFill/>
        </p:spPr>
        <p:txBody>
          <a:bodyPr wrap="square" rtlCol="0">
            <a:spAutoFit/>
          </a:bodyPr>
          <a:lstStyle/>
          <a:p>
            <a:pPr algn="ctr"/>
            <a:r>
              <a:rPr lang="en-US" sz="900" dirty="0"/>
              <a:t>5678</a:t>
            </a:r>
          </a:p>
        </p:txBody>
      </p:sp>
      <p:sp>
        <p:nvSpPr>
          <p:cNvPr id="74" name="TextBox 73">
            <a:extLst>
              <a:ext uri="{FF2B5EF4-FFF2-40B4-BE49-F238E27FC236}">
                <a16:creationId xmlns:a16="http://schemas.microsoft.com/office/drawing/2014/main" id="{32EBD2A8-6172-309F-D185-1A3A5395D71B}"/>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E547DDB7-E01F-5103-8E18-717707CCC1B5}"/>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FD388002-516A-0CEF-F41D-34BB92D7CFE8}"/>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A54EF06B-9852-D0B6-B7D1-EF0029F9016D}"/>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3689877A-A5C0-9313-4B6D-783F6E65EF4D}"/>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7" name="TextBox 76">
            <a:extLst>
              <a:ext uri="{FF2B5EF4-FFF2-40B4-BE49-F238E27FC236}">
                <a16:creationId xmlns:a16="http://schemas.microsoft.com/office/drawing/2014/main" id="{AF4D0E69-B18E-DB3E-12E8-B65F1476347A}"/>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
        <p:nvSpPr>
          <p:cNvPr id="8" name="TextBox 7">
            <a:extLst>
              <a:ext uri="{FF2B5EF4-FFF2-40B4-BE49-F238E27FC236}">
                <a16:creationId xmlns:a16="http://schemas.microsoft.com/office/drawing/2014/main" id="{1E3F6FC0-9627-C4C4-A525-A9B6767A9F66}"/>
              </a:ext>
            </a:extLst>
          </p:cNvPr>
          <p:cNvSpPr txBox="1"/>
          <p:nvPr/>
        </p:nvSpPr>
        <p:spPr>
          <a:xfrm>
            <a:off x="4143022" y="4909484"/>
            <a:ext cx="570089" cy="230832"/>
          </a:xfrm>
          <a:prstGeom prst="rect">
            <a:avLst/>
          </a:prstGeom>
          <a:noFill/>
        </p:spPr>
        <p:txBody>
          <a:bodyPr wrap="square" rtlCol="0">
            <a:spAutoFit/>
          </a:bodyPr>
          <a:lstStyle/>
          <a:p>
            <a:pPr algn="ctr"/>
            <a:r>
              <a:rPr lang="en-US" sz="900" dirty="0"/>
              <a:t>76</a:t>
            </a:r>
          </a:p>
        </p:txBody>
      </p:sp>
    </p:spTree>
    <p:extLst>
      <p:ext uri="{BB962C8B-B14F-4D97-AF65-F5344CB8AC3E}">
        <p14:creationId xmlns:p14="http://schemas.microsoft.com/office/powerpoint/2010/main" val="1995571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BD86E-5E14-6C34-F652-9E0D07DA769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6ED6CE-B243-DFEA-F123-ECA837EADB98}"/>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58338D5-CCDB-CC3E-B0A8-5CAAF680792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2573FE4-FC14-75C7-3CBC-7CC2C7CBB1E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92B68A0-DF0E-BC16-FC09-B451B428610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DB36EC5-F88B-4B35-E85D-2BF41DB91FA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253E0D1-C047-85E2-1CEE-D6E8148D5A62}"/>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DB56A59F-05EC-4C91-05B2-5CDF81F972A4}"/>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D5562761-F19A-384D-557A-43DD9BD853A8}"/>
              </a:ext>
            </a:extLst>
          </p:cNvPr>
          <p:cNvSpPr txBox="1"/>
          <p:nvPr/>
        </p:nvSpPr>
        <p:spPr>
          <a:xfrm>
            <a:off x="4143022" y="1903821"/>
            <a:ext cx="570089" cy="230832"/>
          </a:xfrm>
          <a:prstGeom prst="rect">
            <a:avLst/>
          </a:prstGeom>
          <a:noFill/>
        </p:spPr>
        <p:txBody>
          <a:bodyPr wrap="square" rtlCol="0">
            <a:spAutoFit/>
          </a:bodyPr>
          <a:lstStyle/>
          <a:p>
            <a:pPr algn="ctr"/>
            <a:r>
              <a:rPr lang="en-US" sz="900" dirty="0"/>
              <a:t>31</a:t>
            </a:r>
          </a:p>
        </p:txBody>
      </p:sp>
      <p:sp>
        <p:nvSpPr>
          <p:cNvPr id="14" name="TextBox 13">
            <a:extLst>
              <a:ext uri="{FF2B5EF4-FFF2-40B4-BE49-F238E27FC236}">
                <a16:creationId xmlns:a16="http://schemas.microsoft.com/office/drawing/2014/main" id="{609A2ED3-5D4D-C3A5-34EB-949D0D9C7C69}"/>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BB11CE32-408E-B790-DB97-CAC0299CC160}"/>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D56C3C82-0945-41D8-80E3-F83B47C65CE8}"/>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929735F8-BC2C-C943-FA36-9D28A1D0AF33}"/>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DDBBEBEF-23B2-8A30-7427-0F80807D396B}"/>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33C067A7-B120-A9D2-BF25-43A72AB43340}"/>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6F611CDE-4289-9F83-A7DE-357B0D6F1445}"/>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C15B0137-34E1-CD8E-1B78-2C330AA976E2}"/>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0564E551-B76B-D22F-7936-7C3776F085F7}"/>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968665E0-AE40-F118-72DC-4B44EB569952}"/>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78A3AAC5-08A9-7D62-B642-DF5F544A2909}"/>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1802948B-2181-192D-3F15-F240C13F0838}"/>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6A2D0F93-5D16-838C-0D17-04FE37A26073}"/>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6A6E03DB-168B-93E6-23EB-94442A58C8F8}"/>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5880D3EC-A738-F179-2BA7-2FB4302FEF53}"/>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B694F0D8-F1FB-BCDC-C9EC-D1E3BD784F75}"/>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E713672F-83A6-E9B2-50E2-B800AE333819}"/>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F9021DF5-8415-EB1D-ACBE-8157F3899B64}"/>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0B3D02FF-5585-3A7D-5B48-C138D5B6EC34}"/>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252E0953-C6D9-F988-789E-931033DA1310}"/>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A4A3770E-CD1B-AF84-75DC-258F2E9C7F03}"/>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9962C188-155F-1900-E948-DBC087E265D2}"/>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E46D457D-76C7-4B40-4FC4-BB8FFF60A8A8}"/>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0E1DD459-E835-974B-E852-811A9BD67C6C}"/>
              </a:ext>
            </a:extLst>
          </p:cNvPr>
          <p:cNvSpPr txBox="1"/>
          <p:nvPr/>
        </p:nvSpPr>
        <p:spPr>
          <a:xfrm>
            <a:off x="4645378" y="3406653"/>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9A14308C-3737-D4D1-D3ED-A71C4DC70663}"/>
              </a:ext>
            </a:extLst>
          </p:cNvPr>
          <p:cNvSpPr txBox="1"/>
          <p:nvPr/>
        </p:nvSpPr>
        <p:spPr>
          <a:xfrm>
            <a:off x="4645378" y="3907597"/>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60FBE977-3F69-DB63-286F-8AAD98EDD22B}"/>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9748DE4D-22E1-E83F-EE81-E7E5BD450AC0}"/>
              </a:ext>
            </a:extLst>
          </p:cNvPr>
          <p:cNvSpPr txBox="1"/>
          <p:nvPr/>
        </p:nvSpPr>
        <p:spPr>
          <a:xfrm>
            <a:off x="4645378" y="4909484"/>
            <a:ext cx="570089" cy="230832"/>
          </a:xfrm>
          <a:prstGeom prst="rect">
            <a:avLst/>
          </a:prstGeom>
          <a:noFill/>
        </p:spPr>
        <p:txBody>
          <a:bodyPr wrap="square" rtlCol="0">
            <a:spAutoFit/>
          </a:bodyPr>
          <a:lstStyle/>
          <a:p>
            <a:pPr algn="ctr"/>
            <a:r>
              <a:rPr lang="en-US" sz="900" dirty="0"/>
              <a:t>689</a:t>
            </a:r>
          </a:p>
        </p:txBody>
      </p:sp>
      <p:sp>
        <p:nvSpPr>
          <p:cNvPr id="45" name="TextBox 44">
            <a:extLst>
              <a:ext uri="{FF2B5EF4-FFF2-40B4-BE49-F238E27FC236}">
                <a16:creationId xmlns:a16="http://schemas.microsoft.com/office/drawing/2014/main" id="{592D6862-2CA0-8CD8-411F-60390D57C793}"/>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B6620711-704B-02DB-EBD1-21AB5F3F1B18}"/>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B769237B-AF58-9AD7-49C7-5888A35D1E8A}"/>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7755C874-DFD2-C60A-A2F3-6137B415BC98}"/>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D4FB363B-381B-6296-C729-071AC41306EC}"/>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B4CE17CF-87B4-B6DB-2EB0-B3255E246F42}"/>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98BFFAF8-919A-1646-C0D7-119FD4C1604A}"/>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E9FC0D19-A728-FB6D-4DF0-51E6F53CE049}"/>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9AFBAD7C-8670-E02C-47B7-D119587D378A}"/>
              </a:ext>
            </a:extLst>
          </p:cNvPr>
          <p:cNvSpPr txBox="1"/>
          <p:nvPr/>
        </p:nvSpPr>
        <p:spPr>
          <a:xfrm>
            <a:off x="6152446" y="4408541"/>
            <a:ext cx="570089" cy="230832"/>
          </a:xfrm>
          <a:prstGeom prst="rect">
            <a:avLst/>
          </a:prstGeom>
          <a:noFill/>
        </p:spPr>
        <p:txBody>
          <a:bodyPr wrap="square" rtlCol="0">
            <a:spAutoFit/>
          </a:bodyPr>
          <a:lstStyle/>
          <a:p>
            <a:pPr algn="ctr"/>
            <a:r>
              <a:rPr lang="en-US" sz="900" dirty="0"/>
              <a:t>89</a:t>
            </a:r>
          </a:p>
        </p:txBody>
      </p:sp>
      <p:sp>
        <p:nvSpPr>
          <p:cNvPr id="54" name="TextBox 53">
            <a:extLst>
              <a:ext uri="{FF2B5EF4-FFF2-40B4-BE49-F238E27FC236}">
                <a16:creationId xmlns:a16="http://schemas.microsoft.com/office/drawing/2014/main" id="{3E0BAF4E-67A6-3776-90E7-5869DE7C0483}"/>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58" name="TextBox 57">
            <a:extLst>
              <a:ext uri="{FF2B5EF4-FFF2-40B4-BE49-F238E27FC236}">
                <a16:creationId xmlns:a16="http://schemas.microsoft.com/office/drawing/2014/main" id="{3481351A-4BE5-9C10-89A3-B21AF1DD407B}"/>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9DAC9A4E-6C5B-3D43-CC6C-A2A5B996D0BA}"/>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DC2D9406-1043-703A-BB6E-96D34A532E75}"/>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251795FC-9E58-D263-4493-5ECA882B4656}"/>
              </a:ext>
            </a:extLst>
          </p:cNvPr>
          <p:cNvSpPr txBox="1"/>
          <p:nvPr/>
        </p:nvSpPr>
        <p:spPr>
          <a:xfrm>
            <a:off x="6654802" y="3907597"/>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6891D492-630A-182A-AB1B-83D9E63BF6D0}"/>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D055380F-C9C3-FEB9-86BA-0DF16686196B}"/>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01EEFEFD-A88A-021B-5488-207DE4A15105}"/>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AF2BA4BB-97D4-BB96-6538-4638D6700123}"/>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953324D1-C3DA-FA55-E93B-490DA34997F8}"/>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62AACE02-A1CA-5DF1-9DDE-455990BA310A}"/>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31" name="TextBox 30">
            <a:extLst>
              <a:ext uri="{FF2B5EF4-FFF2-40B4-BE49-F238E27FC236}">
                <a16:creationId xmlns:a16="http://schemas.microsoft.com/office/drawing/2014/main" id="{00750E75-85A6-E8FE-BBC5-C197205AB2B6}"/>
              </a:ext>
            </a:extLst>
          </p:cNvPr>
          <p:cNvSpPr txBox="1"/>
          <p:nvPr/>
        </p:nvSpPr>
        <p:spPr>
          <a:xfrm>
            <a:off x="6654802" y="4408541"/>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92BB6513-FA68-5680-E50D-935EAEF253C2}"/>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2" name="TextBox 61">
            <a:extLst>
              <a:ext uri="{FF2B5EF4-FFF2-40B4-BE49-F238E27FC236}">
                <a16:creationId xmlns:a16="http://schemas.microsoft.com/office/drawing/2014/main" id="{385407BC-77A4-5F3F-2D18-287BDD083376}"/>
              </a:ext>
            </a:extLst>
          </p:cNvPr>
          <p:cNvSpPr txBox="1"/>
          <p:nvPr/>
        </p:nvSpPr>
        <p:spPr>
          <a:xfrm>
            <a:off x="6654802" y="4909484"/>
            <a:ext cx="570089" cy="230832"/>
          </a:xfrm>
          <a:prstGeom prst="rect">
            <a:avLst/>
          </a:prstGeom>
          <a:noFill/>
        </p:spPr>
        <p:txBody>
          <a:bodyPr wrap="square" rtlCol="0">
            <a:spAutoFit/>
          </a:bodyPr>
          <a:lstStyle/>
          <a:p>
            <a:pPr algn="ctr"/>
            <a:r>
              <a:rPr lang="en-US" sz="900" dirty="0"/>
              <a:t>54</a:t>
            </a:r>
          </a:p>
        </p:txBody>
      </p:sp>
      <p:sp>
        <p:nvSpPr>
          <p:cNvPr id="64" name="TextBox 63">
            <a:extLst>
              <a:ext uri="{FF2B5EF4-FFF2-40B4-BE49-F238E27FC236}">
                <a16:creationId xmlns:a16="http://schemas.microsoft.com/office/drawing/2014/main" id="{2CE76559-19F9-FAF3-EA9D-D0E5B06B25B8}"/>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C4AFB67E-9E81-5908-DEE3-9974E92621C7}"/>
              </a:ext>
            </a:extLst>
          </p:cNvPr>
          <p:cNvSpPr txBox="1"/>
          <p:nvPr/>
        </p:nvSpPr>
        <p:spPr>
          <a:xfrm>
            <a:off x="5147734" y="2905709"/>
            <a:ext cx="570089" cy="230832"/>
          </a:xfrm>
          <a:prstGeom prst="rect">
            <a:avLst/>
          </a:prstGeom>
          <a:noFill/>
        </p:spPr>
        <p:txBody>
          <a:bodyPr wrap="square" rtlCol="0">
            <a:spAutoFit/>
          </a:bodyPr>
          <a:lstStyle/>
          <a:p>
            <a:pPr algn="ctr"/>
            <a:r>
              <a:rPr lang="en-US" sz="900" dirty="0"/>
              <a:t>678</a:t>
            </a:r>
          </a:p>
        </p:txBody>
      </p:sp>
      <p:sp>
        <p:nvSpPr>
          <p:cNvPr id="65" name="TextBox 64">
            <a:extLst>
              <a:ext uri="{FF2B5EF4-FFF2-40B4-BE49-F238E27FC236}">
                <a16:creationId xmlns:a16="http://schemas.microsoft.com/office/drawing/2014/main" id="{5C778715-C380-8C06-EF58-89C814E3C071}"/>
              </a:ext>
            </a:extLst>
          </p:cNvPr>
          <p:cNvSpPr txBox="1"/>
          <p:nvPr/>
        </p:nvSpPr>
        <p:spPr>
          <a:xfrm>
            <a:off x="5650090" y="2905709"/>
            <a:ext cx="570089" cy="230832"/>
          </a:xfrm>
          <a:prstGeom prst="rect">
            <a:avLst/>
          </a:prstGeom>
          <a:noFill/>
        </p:spPr>
        <p:txBody>
          <a:bodyPr wrap="square" rtlCol="0">
            <a:spAutoFit/>
          </a:bodyPr>
          <a:lstStyle/>
          <a:p>
            <a:pPr algn="ctr"/>
            <a:r>
              <a:rPr lang="en-US" sz="900" dirty="0"/>
              <a:t>68</a:t>
            </a:r>
          </a:p>
        </p:txBody>
      </p:sp>
      <p:sp>
        <p:nvSpPr>
          <p:cNvPr id="66" name="TextBox 65">
            <a:extLst>
              <a:ext uri="{FF2B5EF4-FFF2-40B4-BE49-F238E27FC236}">
                <a16:creationId xmlns:a16="http://schemas.microsoft.com/office/drawing/2014/main" id="{0EAD3040-B495-8116-5592-5905D168615B}"/>
              </a:ext>
            </a:extLst>
          </p:cNvPr>
          <p:cNvSpPr txBox="1"/>
          <p:nvPr/>
        </p:nvSpPr>
        <p:spPr>
          <a:xfrm>
            <a:off x="5147734" y="3406653"/>
            <a:ext cx="570089" cy="230832"/>
          </a:xfrm>
          <a:prstGeom prst="rect">
            <a:avLst/>
          </a:prstGeom>
          <a:noFill/>
        </p:spPr>
        <p:txBody>
          <a:bodyPr wrap="square" rtlCol="0">
            <a:spAutoFit/>
          </a:bodyPr>
          <a:lstStyle/>
          <a:p>
            <a:pPr algn="ctr"/>
            <a:r>
              <a:rPr lang="en-US" sz="900" dirty="0"/>
              <a:t>6789</a:t>
            </a:r>
          </a:p>
        </p:txBody>
      </p:sp>
      <p:sp>
        <p:nvSpPr>
          <p:cNvPr id="67" name="TextBox 66">
            <a:extLst>
              <a:ext uri="{FF2B5EF4-FFF2-40B4-BE49-F238E27FC236}">
                <a16:creationId xmlns:a16="http://schemas.microsoft.com/office/drawing/2014/main" id="{50A7D547-D3CE-9B78-E235-8FC29211228C}"/>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0" name="TextBox 69">
            <a:extLst>
              <a:ext uri="{FF2B5EF4-FFF2-40B4-BE49-F238E27FC236}">
                <a16:creationId xmlns:a16="http://schemas.microsoft.com/office/drawing/2014/main" id="{1E03ACC0-D106-550F-AF82-8353DBD5D55C}"/>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
        <p:nvSpPr>
          <p:cNvPr id="71" name="TextBox 70">
            <a:extLst>
              <a:ext uri="{FF2B5EF4-FFF2-40B4-BE49-F238E27FC236}">
                <a16:creationId xmlns:a16="http://schemas.microsoft.com/office/drawing/2014/main" id="{F3432C35-23D1-116E-335F-C1F4272FEA9B}"/>
              </a:ext>
            </a:extLst>
          </p:cNvPr>
          <p:cNvSpPr txBox="1"/>
          <p:nvPr/>
        </p:nvSpPr>
        <p:spPr>
          <a:xfrm>
            <a:off x="3640666" y="3406653"/>
            <a:ext cx="570089" cy="230832"/>
          </a:xfrm>
          <a:prstGeom prst="rect">
            <a:avLst/>
          </a:prstGeom>
          <a:noFill/>
        </p:spPr>
        <p:txBody>
          <a:bodyPr wrap="square" rtlCol="0">
            <a:spAutoFit/>
          </a:bodyPr>
          <a:lstStyle/>
          <a:p>
            <a:pPr algn="ctr"/>
            <a:r>
              <a:rPr lang="en-US" sz="900" dirty="0"/>
              <a:t>5678</a:t>
            </a:r>
          </a:p>
        </p:txBody>
      </p:sp>
      <p:sp>
        <p:nvSpPr>
          <p:cNvPr id="73" name="TextBox 72">
            <a:extLst>
              <a:ext uri="{FF2B5EF4-FFF2-40B4-BE49-F238E27FC236}">
                <a16:creationId xmlns:a16="http://schemas.microsoft.com/office/drawing/2014/main" id="{33A634B7-1C3E-8310-45DA-948E74CD4B37}"/>
              </a:ext>
            </a:extLst>
          </p:cNvPr>
          <p:cNvSpPr txBox="1"/>
          <p:nvPr/>
        </p:nvSpPr>
        <p:spPr>
          <a:xfrm>
            <a:off x="3138310" y="3406653"/>
            <a:ext cx="570089" cy="230832"/>
          </a:xfrm>
          <a:prstGeom prst="rect">
            <a:avLst/>
          </a:prstGeom>
          <a:noFill/>
        </p:spPr>
        <p:txBody>
          <a:bodyPr wrap="square" rtlCol="0">
            <a:spAutoFit/>
          </a:bodyPr>
          <a:lstStyle/>
          <a:p>
            <a:pPr algn="ctr"/>
            <a:r>
              <a:rPr lang="en-US" sz="900" dirty="0"/>
              <a:t>5678</a:t>
            </a:r>
          </a:p>
        </p:txBody>
      </p:sp>
      <p:sp>
        <p:nvSpPr>
          <p:cNvPr id="74" name="TextBox 73">
            <a:extLst>
              <a:ext uri="{FF2B5EF4-FFF2-40B4-BE49-F238E27FC236}">
                <a16:creationId xmlns:a16="http://schemas.microsoft.com/office/drawing/2014/main" id="{A4F90AA4-1DF6-4502-58FF-E2BCF5AB9EE9}"/>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5E515D46-44C8-E8D7-0B02-E028502ABC63}"/>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7F867543-BC38-8E31-EED0-5BCC5AB776EE}"/>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1B2D7824-18D7-55B9-3AC6-6EE0FA3850FE}"/>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9C9C036A-78B8-1A08-44BD-70AF326523EB}"/>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7" name="TextBox 76">
            <a:extLst>
              <a:ext uri="{FF2B5EF4-FFF2-40B4-BE49-F238E27FC236}">
                <a16:creationId xmlns:a16="http://schemas.microsoft.com/office/drawing/2014/main" id="{70CDF870-ABBB-0F61-9AAA-0424DE077FB5}"/>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197A9E4D-22B2-4B1B-3E7A-D7E7052B2A2E}"/>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6C1B09FD-A928-1BF9-0113-BA6E754EA063}"/>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6916610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B9615-6773-6567-DDA3-A41FD56D803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92DF710-D554-B701-71C8-6CF747AEE7B4}"/>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E5EB27C-D24E-AC05-2BF1-38B9FB19C0B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16F6BA3-E9B7-C20F-A91A-5F8B1058C5E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6918FBB-F21B-1344-69F1-960E871D909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2CC829A-9645-CD10-2140-977A23C5E19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7ACB683-DED2-CA00-855F-94E21FC68DDC}"/>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ABFEBAD7-DD78-417B-806A-5E09D97C64F1}"/>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B110AAF2-F68D-85C1-50EA-811AA4718DB5}"/>
              </a:ext>
            </a:extLst>
          </p:cNvPr>
          <p:cNvSpPr txBox="1"/>
          <p:nvPr/>
        </p:nvSpPr>
        <p:spPr>
          <a:xfrm>
            <a:off x="4143022" y="1903821"/>
            <a:ext cx="570089" cy="230832"/>
          </a:xfrm>
          <a:prstGeom prst="rect">
            <a:avLst/>
          </a:prstGeom>
          <a:noFill/>
        </p:spPr>
        <p:txBody>
          <a:bodyPr wrap="square" rtlCol="0">
            <a:spAutoFit/>
          </a:bodyPr>
          <a:lstStyle/>
          <a:p>
            <a:pPr algn="ctr"/>
            <a:r>
              <a:rPr lang="en-US" sz="900" dirty="0"/>
              <a:t>31</a:t>
            </a:r>
          </a:p>
        </p:txBody>
      </p:sp>
      <p:sp>
        <p:nvSpPr>
          <p:cNvPr id="14" name="TextBox 13">
            <a:extLst>
              <a:ext uri="{FF2B5EF4-FFF2-40B4-BE49-F238E27FC236}">
                <a16:creationId xmlns:a16="http://schemas.microsoft.com/office/drawing/2014/main" id="{5B1BA4FC-3129-8800-C944-E30CD83DC4F5}"/>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E94DB7B7-3615-7740-C46D-BA73943ACB3E}"/>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A9DCA8A7-FA60-6FB4-BDA0-4324338EBE95}"/>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BC3656A2-3E22-6B5A-F9C2-5656BF0C7209}"/>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0B74ADDA-F915-4D2F-8CF5-5FA40AA551A3}"/>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E79B05F7-E724-5D33-7C9E-7CDCBBDAA627}"/>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83D5ADDC-439E-FF62-1D49-00EDAE5CE26E}"/>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92AE9DB6-5F8E-DD14-8F3C-E25D3F30FF3C}"/>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D6238C38-8A11-EC34-628D-89F50ED27644}"/>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356C025C-E168-5D78-D3C4-E492D59DBED8}"/>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43834033-3AEB-724B-019A-214C9C9D4BCF}"/>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0E9D6C2D-7B47-893D-A59E-92610819AF79}"/>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4B327AF8-3F01-B227-5A0F-DDA41D33DC56}"/>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C5F22260-9576-7B40-62BB-FAD581717966}"/>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AA8015B9-CD4B-0AAF-5A9F-F3B5D7F38EF1}"/>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4FD6103A-F7BB-45CC-C5D2-8950F8DE84FE}"/>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6DEF55F2-2FD8-AAEA-1811-6F934C2E7174}"/>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5B64AA9D-9025-9692-96FF-4D849F0E0984}"/>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FB44048C-1EBB-9E21-9B10-A658152D39F6}"/>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74D3E221-CEDB-E081-1D9B-A4BD6FF31AEC}"/>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12AE5E1C-61DF-7FEE-93E6-0C394E0ECC4A}"/>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52A322F2-5302-D809-0021-DE210D94A028}"/>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DC2FC771-BCAF-BD17-7612-379CE98F01E4}"/>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6E593010-41F5-9081-CA2C-636176A0B3B3}"/>
              </a:ext>
            </a:extLst>
          </p:cNvPr>
          <p:cNvSpPr txBox="1"/>
          <p:nvPr/>
        </p:nvSpPr>
        <p:spPr>
          <a:xfrm>
            <a:off x="4645378" y="3406653"/>
            <a:ext cx="570089" cy="230832"/>
          </a:xfrm>
          <a:prstGeom prst="rect">
            <a:avLst/>
          </a:prstGeom>
          <a:noFill/>
        </p:spPr>
        <p:txBody>
          <a:bodyPr wrap="square" rtlCol="0">
            <a:spAutoFit/>
          </a:bodyPr>
          <a:lstStyle/>
          <a:p>
            <a:pPr algn="ctr"/>
            <a:r>
              <a:rPr lang="en-US" sz="900" dirty="0"/>
              <a:t>689</a:t>
            </a:r>
          </a:p>
        </p:txBody>
      </p:sp>
      <p:sp>
        <p:nvSpPr>
          <p:cNvPr id="42" name="TextBox 41">
            <a:extLst>
              <a:ext uri="{FF2B5EF4-FFF2-40B4-BE49-F238E27FC236}">
                <a16:creationId xmlns:a16="http://schemas.microsoft.com/office/drawing/2014/main" id="{91C6AA2F-FDEE-BFA0-39FC-959F1441679B}"/>
              </a:ext>
            </a:extLst>
          </p:cNvPr>
          <p:cNvSpPr txBox="1"/>
          <p:nvPr/>
        </p:nvSpPr>
        <p:spPr>
          <a:xfrm>
            <a:off x="4645378" y="3907597"/>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3CCA47C1-40B2-21E6-EFF5-0584B33E2D60}"/>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4AF8F7A8-BF66-4DEA-798F-E3574C4A02A4}"/>
              </a:ext>
            </a:extLst>
          </p:cNvPr>
          <p:cNvSpPr txBox="1"/>
          <p:nvPr/>
        </p:nvSpPr>
        <p:spPr>
          <a:xfrm>
            <a:off x="4645378" y="4909484"/>
            <a:ext cx="570089" cy="230832"/>
          </a:xfrm>
          <a:prstGeom prst="rect">
            <a:avLst/>
          </a:prstGeom>
          <a:noFill/>
        </p:spPr>
        <p:txBody>
          <a:bodyPr wrap="square" rtlCol="0">
            <a:spAutoFit/>
          </a:bodyPr>
          <a:lstStyle/>
          <a:p>
            <a:pPr algn="ctr"/>
            <a:r>
              <a:rPr lang="en-US" sz="900" dirty="0"/>
              <a:t>89</a:t>
            </a:r>
          </a:p>
        </p:txBody>
      </p:sp>
      <p:sp>
        <p:nvSpPr>
          <p:cNvPr id="45" name="TextBox 44">
            <a:extLst>
              <a:ext uri="{FF2B5EF4-FFF2-40B4-BE49-F238E27FC236}">
                <a16:creationId xmlns:a16="http://schemas.microsoft.com/office/drawing/2014/main" id="{5B2300A8-3475-FA11-262D-8093ED5BA8C2}"/>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1468C21E-8E9B-1B2E-63CA-7D607418ABFE}"/>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5932C83A-D20E-1C2D-8027-2BFACC8A7DC1}"/>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30146400-AA12-AEBC-684E-C4A21E846698}"/>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2BFA95FC-C357-B0DC-D9F6-BD906472087C}"/>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75BDBE02-40AB-85B7-182E-B3985B398C4C}"/>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EEAF2926-744E-7486-B0A1-B63B64A73052}"/>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7646E9AE-CF30-97EC-7386-EC5C2B213F16}"/>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F1F76400-1708-25AB-BF12-A33F5E2FD1B3}"/>
              </a:ext>
            </a:extLst>
          </p:cNvPr>
          <p:cNvSpPr txBox="1"/>
          <p:nvPr/>
        </p:nvSpPr>
        <p:spPr>
          <a:xfrm>
            <a:off x="6152446" y="4408541"/>
            <a:ext cx="570089" cy="230832"/>
          </a:xfrm>
          <a:prstGeom prst="rect">
            <a:avLst/>
          </a:prstGeom>
          <a:noFill/>
        </p:spPr>
        <p:txBody>
          <a:bodyPr wrap="square" rtlCol="0">
            <a:spAutoFit/>
          </a:bodyPr>
          <a:lstStyle/>
          <a:p>
            <a:pPr algn="ctr"/>
            <a:r>
              <a:rPr lang="en-US" sz="900" dirty="0"/>
              <a:t>89</a:t>
            </a:r>
          </a:p>
        </p:txBody>
      </p:sp>
      <p:sp>
        <p:nvSpPr>
          <p:cNvPr id="54" name="TextBox 53">
            <a:extLst>
              <a:ext uri="{FF2B5EF4-FFF2-40B4-BE49-F238E27FC236}">
                <a16:creationId xmlns:a16="http://schemas.microsoft.com/office/drawing/2014/main" id="{9436306C-4214-2BE4-976E-09E049512947}"/>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58" name="TextBox 57">
            <a:extLst>
              <a:ext uri="{FF2B5EF4-FFF2-40B4-BE49-F238E27FC236}">
                <a16:creationId xmlns:a16="http://schemas.microsoft.com/office/drawing/2014/main" id="{8346D878-2FC6-AC72-26E5-28ED9BA3DA3F}"/>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C5A9A00A-4ECF-5143-7C60-CD27D505BEE6}"/>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146BB0A3-7DB4-D310-136F-BF692FEE1484}"/>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11C8F60F-F8DE-0D51-5164-1A92C7BB64C8}"/>
              </a:ext>
            </a:extLst>
          </p:cNvPr>
          <p:cNvSpPr txBox="1"/>
          <p:nvPr/>
        </p:nvSpPr>
        <p:spPr>
          <a:xfrm>
            <a:off x="6654802" y="3907597"/>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0B7D9F47-C231-C3F8-87D6-A70AAB86AA99}"/>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EA32B5BC-9A4D-8AEE-05A3-E8477C5BCFD0}"/>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5BEF6138-6EA6-1D27-A17A-72C994D9B241}"/>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11576DF8-938D-ECEA-AED7-CA37BE0576C1}"/>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770C0795-F4E2-F61E-EB1F-FD1061DD2CF3}"/>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3C13DC73-9D48-5785-5122-7C7562D68A6D}"/>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31" name="TextBox 30">
            <a:extLst>
              <a:ext uri="{FF2B5EF4-FFF2-40B4-BE49-F238E27FC236}">
                <a16:creationId xmlns:a16="http://schemas.microsoft.com/office/drawing/2014/main" id="{4A07F478-D5CB-1331-3A22-58A05D362D34}"/>
              </a:ext>
            </a:extLst>
          </p:cNvPr>
          <p:cNvSpPr txBox="1"/>
          <p:nvPr/>
        </p:nvSpPr>
        <p:spPr>
          <a:xfrm>
            <a:off x="6654802" y="4408541"/>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E6FFAEC9-CDCA-77DB-89E2-3CC7662E2472}"/>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2" name="TextBox 61">
            <a:extLst>
              <a:ext uri="{FF2B5EF4-FFF2-40B4-BE49-F238E27FC236}">
                <a16:creationId xmlns:a16="http://schemas.microsoft.com/office/drawing/2014/main" id="{E989F527-47C0-1034-49DA-6BE151E53DFC}"/>
              </a:ext>
            </a:extLst>
          </p:cNvPr>
          <p:cNvSpPr txBox="1"/>
          <p:nvPr/>
        </p:nvSpPr>
        <p:spPr>
          <a:xfrm>
            <a:off x="6654802" y="4909484"/>
            <a:ext cx="570089" cy="230832"/>
          </a:xfrm>
          <a:prstGeom prst="rect">
            <a:avLst/>
          </a:prstGeom>
          <a:noFill/>
        </p:spPr>
        <p:txBody>
          <a:bodyPr wrap="square" rtlCol="0">
            <a:spAutoFit/>
          </a:bodyPr>
          <a:lstStyle/>
          <a:p>
            <a:pPr algn="ctr"/>
            <a:r>
              <a:rPr lang="en-US" sz="900" dirty="0"/>
              <a:t>54</a:t>
            </a:r>
          </a:p>
        </p:txBody>
      </p:sp>
      <p:sp>
        <p:nvSpPr>
          <p:cNvPr id="64" name="TextBox 63">
            <a:extLst>
              <a:ext uri="{FF2B5EF4-FFF2-40B4-BE49-F238E27FC236}">
                <a16:creationId xmlns:a16="http://schemas.microsoft.com/office/drawing/2014/main" id="{9107F4BC-F4C7-71DA-8927-39F08EF83611}"/>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43AF7048-B21C-B33C-A378-42131CA7C2B9}"/>
              </a:ext>
            </a:extLst>
          </p:cNvPr>
          <p:cNvSpPr txBox="1"/>
          <p:nvPr/>
        </p:nvSpPr>
        <p:spPr>
          <a:xfrm>
            <a:off x="5147734" y="2905709"/>
            <a:ext cx="570089" cy="230832"/>
          </a:xfrm>
          <a:prstGeom prst="rect">
            <a:avLst/>
          </a:prstGeom>
          <a:noFill/>
        </p:spPr>
        <p:txBody>
          <a:bodyPr wrap="square" rtlCol="0">
            <a:spAutoFit/>
          </a:bodyPr>
          <a:lstStyle/>
          <a:p>
            <a:pPr algn="ctr"/>
            <a:r>
              <a:rPr lang="en-US" sz="900" dirty="0"/>
              <a:t>678</a:t>
            </a:r>
          </a:p>
        </p:txBody>
      </p:sp>
      <p:sp>
        <p:nvSpPr>
          <p:cNvPr id="65" name="TextBox 64">
            <a:extLst>
              <a:ext uri="{FF2B5EF4-FFF2-40B4-BE49-F238E27FC236}">
                <a16:creationId xmlns:a16="http://schemas.microsoft.com/office/drawing/2014/main" id="{3807EEBD-69DF-BDD7-BF21-E2478B0E70E4}"/>
              </a:ext>
            </a:extLst>
          </p:cNvPr>
          <p:cNvSpPr txBox="1"/>
          <p:nvPr/>
        </p:nvSpPr>
        <p:spPr>
          <a:xfrm>
            <a:off x="5650090" y="2905709"/>
            <a:ext cx="570089" cy="230832"/>
          </a:xfrm>
          <a:prstGeom prst="rect">
            <a:avLst/>
          </a:prstGeom>
          <a:noFill/>
        </p:spPr>
        <p:txBody>
          <a:bodyPr wrap="square" rtlCol="0">
            <a:spAutoFit/>
          </a:bodyPr>
          <a:lstStyle/>
          <a:p>
            <a:pPr algn="ctr"/>
            <a:r>
              <a:rPr lang="en-US" sz="900" dirty="0"/>
              <a:t>68</a:t>
            </a:r>
          </a:p>
        </p:txBody>
      </p:sp>
      <p:sp>
        <p:nvSpPr>
          <p:cNvPr id="66" name="TextBox 65">
            <a:extLst>
              <a:ext uri="{FF2B5EF4-FFF2-40B4-BE49-F238E27FC236}">
                <a16:creationId xmlns:a16="http://schemas.microsoft.com/office/drawing/2014/main" id="{71CD789E-8676-FBB8-A124-B2CCEFF4FF31}"/>
              </a:ext>
            </a:extLst>
          </p:cNvPr>
          <p:cNvSpPr txBox="1"/>
          <p:nvPr/>
        </p:nvSpPr>
        <p:spPr>
          <a:xfrm>
            <a:off x="5147734" y="3406653"/>
            <a:ext cx="570089" cy="230832"/>
          </a:xfrm>
          <a:prstGeom prst="rect">
            <a:avLst/>
          </a:prstGeom>
          <a:noFill/>
        </p:spPr>
        <p:txBody>
          <a:bodyPr wrap="square" rtlCol="0">
            <a:spAutoFit/>
          </a:bodyPr>
          <a:lstStyle/>
          <a:p>
            <a:pPr algn="ctr"/>
            <a:r>
              <a:rPr lang="en-US" sz="900" dirty="0"/>
              <a:t>689</a:t>
            </a:r>
          </a:p>
        </p:txBody>
      </p:sp>
      <p:sp>
        <p:nvSpPr>
          <p:cNvPr id="67" name="TextBox 66">
            <a:extLst>
              <a:ext uri="{FF2B5EF4-FFF2-40B4-BE49-F238E27FC236}">
                <a16:creationId xmlns:a16="http://schemas.microsoft.com/office/drawing/2014/main" id="{6B453A46-16FE-14DD-A476-3A8003E9F83B}"/>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0" name="TextBox 69">
            <a:extLst>
              <a:ext uri="{FF2B5EF4-FFF2-40B4-BE49-F238E27FC236}">
                <a16:creationId xmlns:a16="http://schemas.microsoft.com/office/drawing/2014/main" id="{E2F76454-6290-8CE8-8ABA-2BFE5DF8B9AC}"/>
              </a:ext>
            </a:extLst>
          </p:cNvPr>
          <p:cNvSpPr txBox="1"/>
          <p:nvPr/>
        </p:nvSpPr>
        <p:spPr>
          <a:xfrm>
            <a:off x="3138310" y="2905709"/>
            <a:ext cx="570089" cy="230832"/>
          </a:xfrm>
          <a:prstGeom prst="rect">
            <a:avLst/>
          </a:prstGeom>
          <a:noFill/>
        </p:spPr>
        <p:txBody>
          <a:bodyPr wrap="square" rtlCol="0">
            <a:spAutoFit/>
          </a:bodyPr>
          <a:lstStyle/>
          <a:p>
            <a:pPr algn="ctr"/>
            <a:r>
              <a:rPr lang="en-US" sz="900" dirty="0"/>
              <a:t>86</a:t>
            </a:r>
          </a:p>
        </p:txBody>
      </p:sp>
      <p:sp>
        <p:nvSpPr>
          <p:cNvPr id="71" name="TextBox 70">
            <a:extLst>
              <a:ext uri="{FF2B5EF4-FFF2-40B4-BE49-F238E27FC236}">
                <a16:creationId xmlns:a16="http://schemas.microsoft.com/office/drawing/2014/main" id="{C636E53E-2660-F119-63DA-4067342AE505}"/>
              </a:ext>
            </a:extLst>
          </p:cNvPr>
          <p:cNvSpPr txBox="1"/>
          <p:nvPr/>
        </p:nvSpPr>
        <p:spPr>
          <a:xfrm>
            <a:off x="3640666" y="3406653"/>
            <a:ext cx="570089" cy="230832"/>
          </a:xfrm>
          <a:prstGeom prst="rect">
            <a:avLst/>
          </a:prstGeom>
          <a:noFill/>
        </p:spPr>
        <p:txBody>
          <a:bodyPr wrap="square" rtlCol="0">
            <a:spAutoFit/>
          </a:bodyPr>
          <a:lstStyle/>
          <a:p>
            <a:pPr algn="ctr"/>
            <a:r>
              <a:rPr lang="en-US" sz="900" dirty="0"/>
              <a:t>568</a:t>
            </a:r>
          </a:p>
        </p:txBody>
      </p:sp>
      <p:sp>
        <p:nvSpPr>
          <p:cNvPr id="73" name="TextBox 72">
            <a:extLst>
              <a:ext uri="{FF2B5EF4-FFF2-40B4-BE49-F238E27FC236}">
                <a16:creationId xmlns:a16="http://schemas.microsoft.com/office/drawing/2014/main" id="{6F2A9091-EEBB-591B-DE2E-8738B708DC5A}"/>
              </a:ext>
            </a:extLst>
          </p:cNvPr>
          <p:cNvSpPr txBox="1"/>
          <p:nvPr/>
        </p:nvSpPr>
        <p:spPr>
          <a:xfrm>
            <a:off x="3138310" y="3406653"/>
            <a:ext cx="570089" cy="230832"/>
          </a:xfrm>
          <a:prstGeom prst="rect">
            <a:avLst/>
          </a:prstGeom>
          <a:noFill/>
        </p:spPr>
        <p:txBody>
          <a:bodyPr wrap="square" rtlCol="0">
            <a:spAutoFit/>
          </a:bodyPr>
          <a:lstStyle/>
          <a:p>
            <a:pPr algn="ctr"/>
            <a:r>
              <a:rPr lang="en-US" sz="900" dirty="0"/>
              <a:t>568</a:t>
            </a:r>
          </a:p>
        </p:txBody>
      </p:sp>
      <p:sp>
        <p:nvSpPr>
          <p:cNvPr id="74" name="TextBox 73">
            <a:extLst>
              <a:ext uri="{FF2B5EF4-FFF2-40B4-BE49-F238E27FC236}">
                <a16:creationId xmlns:a16="http://schemas.microsoft.com/office/drawing/2014/main" id="{5F5CAD4B-F63D-DD9E-A8D3-A64C89C9CEFA}"/>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B868CC32-1561-3583-2777-906073AE8DD9}"/>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D55C65D8-B459-DA4E-E9FD-558FFB179620}"/>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BE257E0F-9674-43E1-F5DF-44645C18765C}"/>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F1247663-5061-9980-8037-95BF0655EC36}"/>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7" name="TextBox 76">
            <a:extLst>
              <a:ext uri="{FF2B5EF4-FFF2-40B4-BE49-F238E27FC236}">
                <a16:creationId xmlns:a16="http://schemas.microsoft.com/office/drawing/2014/main" id="{CCA8B122-6E78-99BA-35B3-4552B95B678C}"/>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8375D0CD-E7F3-4CFC-59EB-4C280F148F3B}"/>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13792B04-D829-2EFF-93C5-48F6F6A243D3}"/>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0585575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91ABD-8CB0-8385-7688-F16BCC30D8E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71B0CCC-4915-EBCF-C09F-23D2F5144B95}"/>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2506312-6CEA-12B0-89EF-4A09D8F1109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AE0A0D4-409F-71B6-9C13-C7B4F90FFDC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8852FFE-5EE0-B4FC-9D89-EE6CF6825A3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9316E06-BF60-9314-8665-BE5E1EF363F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889D82F-6D92-55AB-DB0A-356F126A9752}"/>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9A0BF634-757E-15ED-E932-ED2997877A16}"/>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4D2990AC-5396-2425-BF1C-53153D21D3BA}"/>
              </a:ext>
            </a:extLst>
          </p:cNvPr>
          <p:cNvSpPr txBox="1"/>
          <p:nvPr/>
        </p:nvSpPr>
        <p:spPr>
          <a:xfrm>
            <a:off x="4143022" y="1903821"/>
            <a:ext cx="570089" cy="230832"/>
          </a:xfrm>
          <a:prstGeom prst="rect">
            <a:avLst/>
          </a:prstGeom>
          <a:noFill/>
        </p:spPr>
        <p:txBody>
          <a:bodyPr wrap="square" rtlCol="0">
            <a:spAutoFit/>
          </a:bodyPr>
          <a:lstStyle/>
          <a:p>
            <a:pPr algn="ctr"/>
            <a:r>
              <a:rPr lang="en-US" sz="900" dirty="0"/>
              <a:t>31</a:t>
            </a:r>
          </a:p>
        </p:txBody>
      </p:sp>
      <p:sp>
        <p:nvSpPr>
          <p:cNvPr id="14" name="TextBox 13">
            <a:extLst>
              <a:ext uri="{FF2B5EF4-FFF2-40B4-BE49-F238E27FC236}">
                <a16:creationId xmlns:a16="http://schemas.microsoft.com/office/drawing/2014/main" id="{1E3C7B2B-C19D-AEE3-C708-47AC311E7355}"/>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78D84DC0-9FAE-2AF1-36CD-9063659D5B73}"/>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B384100C-51B1-22A2-EE8B-24C954BD0E84}"/>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07A22E3B-9CAA-7F67-18E2-927C3A26AFBB}"/>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833935AF-94A7-6502-E1D9-0FFC38170DE3}"/>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1F2FF7D9-2FB8-BAAA-D60F-7FF17900571C}"/>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FC31E3A0-2F03-886D-B29B-5586F18C49E4}"/>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F716425D-B944-D952-88F1-72A2D2911EAE}"/>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C2AAF599-F5BC-B705-9AB0-C2CBE273DD7F}"/>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910BA6A0-7F4A-ACED-E124-B04E6D191DCE}"/>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8BAA1E0A-D4B4-47B9-35D2-B7E8C6D7249F}"/>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3992818D-0804-31B1-423B-FF5FAE9E8C1B}"/>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4F4C5B2B-428B-4275-D117-7796BF13AC82}"/>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B9035324-3B76-2EA2-3449-8DB72402AF2D}"/>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9D20E8BD-855C-B11D-2A89-243684EB6993}"/>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18544BD7-2C39-84FD-CC56-E8727350FF95}"/>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6BBFE2A6-CCA5-57B3-5B1F-D130464A30E5}"/>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1203F31A-7726-03E9-E610-9772856B5078}"/>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80880762-9DCA-54BA-0FD5-849B4452CB9C}"/>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C3865019-F19A-F548-0B0C-49210CBE246E}"/>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E4E1F284-DD7A-8E7C-E678-25BCE1C025A4}"/>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D2B67C4F-9C8D-C16B-0BB5-9AB45D3D2145}"/>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888FFD58-61EC-F760-AA37-1AB650232A5C}"/>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D9C870BF-9AF8-0BD7-9054-CCC14B79A36F}"/>
              </a:ext>
            </a:extLst>
          </p:cNvPr>
          <p:cNvSpPr txBox="1"/>
          <p:nvPr/>
        </p:nvSpPr>
        <p:spPr>
          <a:xfrm>
            <a:off x="4645378" y="3406653"/>
            <a:ext cx="570089" cy="230832"/>
          </a:xfrm>
          <a:prstGeom prst="rect">
            <a:avLst/>
          </a:prstGeom>
          <a:noFill/>
        </p:spPr>
        <p:txBody>
          <a:bodyPr wrap="square" rtlCol="0">
            <a:spAutoFit/>
          </a:bodyPr>
          <a:lstStyle/>
          <a:p>
            <a:pPr algn="ctr"/>
            <a:r>
              <a:rPr lang="en-US" sz="900" dirty="0"/>
              <a:t>689</a:t>
            </a:r>
          </a:p>
        </p:txBody>
      </p:sp>
      <p:sp>
        <p:nvSpPr>
          <p:cNvPr id="42" name="TextBox 41">
            <a:extLst>
              <a:ext uri="{FF2B5EF4-FFF2-40B4-BE49-F238E27FC236}">
                <a16:creationId xmlns:a16="http://schemas.microsoft.com/office/drawing/2014/main" id="{EC4FBFC5-9453-3185-E553-A88BF1BC1B63}"/>
              </a:ext>
            </a:extLst>
          </p:cNvPr>
          <p:cNvSpPr txBox="1"/>
          <p:nvPr/>
        </p:nvSpPr>
        <p:spPr>
          <a:xfrm>
            <a:off x="4645378" y="3907597"/>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FEFC0633-69F7-B4FC-530F-DABE139F5857}"/>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6789</a:t>
            </a:r>
          </a:p>
        </p:txBody>
      </p:sp>
      <p:sp>
        <p:nvSpPr>
          <p:cNvPr id="44" name="TextBox 43">
            <a:extLst>
              <a:ext uri="{FF2B5EF4-FFF2-40B4-BE49-F238E27FC236}">
                <a16:creationId xmlns:a16="http://schemas.microsoft.com/office/drawing/2014/main" id="{3E2E60E6-E83D-1F23-E556-7ECC443F7F0E}"/>
              </a:ext>
            </a:extLst>
          </p:cNvPr>
          <p:cNvSpPr txBox="1"/>
          <p:nvPr/>
        </p:nvSpPr>
        <p:spPr>
          <a:xfrm>
            <a:off x="4645378" y="4909484"/>
            <a:ext cx="570089" cy="230832"/>
          </a:xfrm>
          <a:prstGeom prst="rect">
            <a:avLst/>
          </a:prstGeom>
          <a:noFill/>
        </p:spPr>
        <p:txBody>
          <a:bodyPr wrap="square" rtlCol="0">
            <a:spAutoFit/>
          </a:bodyPr>
          <a:lstStyle/>
          <a:p>
            <a:pPr algn="ctr"/>
            <a:r>
              <a:rPr lang="en-US" sz="900" dirty="0"/>
              <a:t>89</a:t>
            </a:r>
          </a:p>
        </p:txBody>
      </p:sp>
      <p:sp>
        <p:nvSpPr>
          <p:cNvPr id="45" name="TextBox 44">
            <a:extLst>
              <a:ext uri="{FF2B5EF4-FFF2-40B4-BE49-F238E27FC236}">
                <a16:creationId xmlns:a16="http://schemas.microsoft.com/office/drawing/2014/main" id="{434201A1-FEF0-A5B4-0A36-1CA6F43C0C65}"/>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71340A34-C641-39AA-F185-D578F0A246BB}"/>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7EDB25DA-CC3C-DD9C-7841-A64690229845}"/>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36D6ECB7-BCCD-A40F-93DD-5C68CF71F354}"/>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FEC955A9-F5F1-99E2-E92E-92F3E063D03B}"/>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41F575E8-64B3-3F75-2F03-5071FE07747E}"/>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A7E4913E-560C-79C7-0138-4CAA276E2A5E}"/>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2C796C5A-F53E-7EAF-785F-AAF82BB28FAC}"/>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36DFA05A-0C24-3ED5-2BA9-42416ACE4612}"/>
              </a:ext>
            </a:extLst>
          </p:cNvPr>
          <p:cNvSpPr txBox="1"/>
          <p:nvPr/>
        </p:nvSpPr>
        <p:spPr>
          <a:xfrm>
            <a:off x="6152446" y="4408541"/>
            <a:ext cx="570089" cy="230832"/>
          </a:xfrm>
          <a:prstGeom prst="rect">
            <a:avLst/>
          </a:prstGeom>
          <a:noFill/>
        </p:spPr>
        <p:txBody>
          <a:bodyPr wrap="square" rtlCol="0">
            <a:spAutoFit/>
          </a:bodyPr>
          <a:lstStyle/>
          <a:p>
            <a:pPr algn="ctr"/>
            <a:r>
              <a:rPr lang="en-US" sz="900" dirty="0"/>
              <a:t>89</a:t>
            </a:r>
          </a:p>
        </p:txBody>
      </p:sp>
      <p:sp>
        <p:nvSpPr>
          <p:cNvPr id="54" name="TextBox 53">
            <a:extLst>
              <a:ext uri="{FF2B5EF4-FFF2-40B4-BE49-F238E27FC236}">
                <a16:creationId xmlns:a16="http://schemas.microsoft.com/office/drawing/2014/main" id="{08CCB035-D23E-6684-EAF2-D29877D8F870}"/>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58" name="TextBox 57">
            <a:extLst>
              <a:ext uri="{FF2B5EF4-FFF2-40B4-BE49-F238E27FC236}">
                <a16:creationId xmlns:a16="http://schemas.microsoft.com/office/drawing/2014/main" id="{0F5D14BD-1B3C-1952-8576-F61CF612D98E}"/>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F8E467C6-9C7F-0541-8758-C007FCEA497C}"/>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CA84B345-AAD0-762C-2427-E3EB4F80EBAB}"/>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DAB78C51-D048-72DE-8031-19009511E5FA}"/>
              </a:ext>
            </a:extLst>
          </p:cNvPr>
          <p:cNvSpPr txBox="1"/>
          <p:nvPr/>
        </p:nvSpPr>
        <p:spPr>
          <a:xfrm>
            <a:off x="6654802" y="3907597"/>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BE7CBFBA-EB9F-30E4-C7B6-87135469CBA5}"/>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C845D3D3-CF69-74FC-E1E9-753B88024BFF}"/>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ED30F9EC-306E-75F1-009B-D4BFF1F8C901}"/>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FA725057-4BAD-BEDA-54E4-36635E6A1F0B}"/>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9ED078A9-F055-B1E4-B834-CBDDCEC1E16B}"/>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8E240DF4-C21C-C62F-BB99-884731DBB81D}"/>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31" name="TextBox 30">
            <a:extLst>
              <a:ext uri="{FF2B5EF4-FFF2-40B4-BE49-F238E27FC236}">
                <a16:creationId xmlns:a16="http://schemas.microsoft.com/office/drawing/2014/main" id="{CC5CF9B0-0C93-C8B5-A7E4-AFC69F382FF5}"/>
              </a:ext>
            </a:extLst>
          </p:cNvPr>
          <p:cNvSpPr txBox="1"/>
          <p:nvPr/>
        </p:nvSpPr>
        <p:spPr>
          <a:xfrm>
            <a:off x="6654802" y="4408541"/>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EAA1E518-8066-4C37-ACD8-526208B806F6}"/>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2" name="TextBox 61">
            <a:extLst>
              <a:ext uri="{FF2B5EF4-FFF2-40B4-BE49-F238E27FC236}">
                <a16:creationId xmlns:a16="http://schemas.microsoft.com/office/drawing/2014/main" id="{D7F05658-BD36-2242-CEC3-A71550A472C3}"/>
              </a:ext>
            </a:extLst>
          </p:cNvPr>
          <p:cNvSpPr txBox="1"/>
          <p:nvPr/>
        </p:nvSpPr>
        <p:spPr>
          <a:xfrm>
            <a:off x="6654802" y="4909484"/>
            <a:ext cx="570089" cy="230832"/>
          </a:xfrm>
          <a:prstGeom prst="rect">
            <a:avLst/>
          </a:prstGeom>
          <a:noFill/>
        </p:spPr>
        <p:txBody>
          <a:bodyPr wrap="square" rtlCol="0">
            <a:spAutoFit/>
          </a:bodyPr>
          <a:lstStyle/>
          <a:p>
            <a:pPr algn="ctr"/>
            <a:r>
              <a:rPr lang="en-US" sz="900" dirty="0"/>
              <a:t>54</a:t>
            </a:r>
          </a:p>
        </p:txBody>
      </p:sp>
      <p:sp>
        <p:nvSpPr>
          <p:cNvPr id="64" name="TextBox 63">
            <a:extLst>
              <a:ext uri="{FF2B5EF4-FFF2-40B4-BE49-F238E27FC236}">
                <a16:creationId xmlns:a16="http://schemas.microsoft.com/office/drawing/2014/main" id="{05DCB3CA-7081-95FD-8DBE-A71C098C2575}"/>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5" name="TextBox 64">
            <a:extLst>
              <a:ext uri="{FF2B5EF4-FFF2-40B4-BE49-F238E27FC236}">
                <a16:creationId xmlns:a16="http://schemas.microsoft.com/office/drawing/2014/main" id="{073978DC-C849-ABC3-48BB-2061C38BF6BE}"/>
              </a:ext>
            </a:extLst>
          </p:cNvPr>
          <p:cNvSpPr txBox="1"/>
          <p:nvPr/>
        </p:nvSpPr>
        <p:spPr>
          <a:xfrm>
            <a:off x="5650090" y="2905709"/>
            <a:ext cx="570089" cy="230832"/>
          </a:xfrm>
          <a:prstGeom prst="rect">
            <a:avLst/>
          </a:prstGeom>
          <a:noFill/>
        </p:spPr>
        <p:txBody>
          <a:bodyPr wrap="square" rtlCol="0">
            <a:spAutoFit/>
          </a:bodyPr>
          <a:lstStyle/>
          <a:p>
            <a:pPr algn="ctr"/>
            <a:r>
              <a:rPr lang="en-US" sz="900" dirty="0"/>
              <a:t>68</a:t>
            </a:r>
          </a:p>
        </p:txBody>
      </p:sp>
      <p:sp>
        <p:nvSpPr>
          <p:cNvPr id="66" name="TextBox 65">
            <a:extLst>
              <a:ext uri="{FF2B5EF4-FFF2-40B4-BE49-F238E27FC236}">
                <a16:creationId xmlns:a16="http://schemas.microsoft.com/office/drawing/2014/main" id="{49EEC17E-4F52-B0EA-1C6D-22CCC6B36F3D}"/>
              </a:ext>
            </a:extLst>
          </p:cNvPr>
          <p:cNvSpPr txBox="1"/>
          <p:nvPr/>
        </p:nvSpPr>
        <p:spPr>
          <a:xfrm>
            <a:off x="5147734" y="3406653"/>
            <a:ext cx="570089" cy="230832"/>
          </a:xfrm>
          <a:prstGeom prst="rect">
            <a:avLst/>
          </a:prstGeom>
          <a:noFill/>
        </p:spPr>
        <p:txBody>
          <a:bodyPr wrap="square" rtlCol="0">
            <a:spAutoFit/>
          </a:bodyPr>
          <a:lstStyle/>
          <a:p>
            <a:pPr algn="ctr"/>
            <a:r>
              <a:rPr lang="en-US" sz="900" dirty="0"/>
              <a:t>689</a:t>
            </a:r>
          </a:p>
        </p:txBody>
      </p:sp>
      <p:sp>
        <p:nvSpPr>
          <p:cNvPr id="67" name="TextBox 66">
            <a:extLst>
              <a:ext uri="{FF2B5EF4-FFF2-40B4-BE49-F238E27FC236}">
                <a16:creationId xmlns:a16="http://schemas.microsoft.com/office/drawing/2014/main" id="{D6A685D7-8499-790D-D9CC-E8FC6D6FC323}"/>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0" name="TextBox 69">
            <a:extLst>
              <a:ext uri="{FF2B5EF4-FFF2-40B4-BE49-F238E27FC236}">
                <a16:creationId xmlns:a16="http://schemas.microsoft.com/office/drawing/2014/main" id="{D74E85C2-7B6E-DD43-0480-55DCEFBB5C1A}"/>
              </a:ext>
            </a:extLst>
          </p:cNvPr>
          <p:cNvSpPr txBox="1"/>
          <p:nvPr/>
        </p:nvSpPr>
        <p:spPr>
          <a:xfrm>
            <a:off x="3138310" y="2905709"/>
            <a:ext cx="570089" cy="230832"/>
          </a:xfrm>
          <a:prstGeom prst="rect">
            <a:avLst/>
          </a:prstGeom>
          <a:noFill/>
        </p:spPr>
        <p:txBody>
          <a:bodyPr wrap="square" rtlCol="0">
            <a:spAutoFit/>
          </a:bodyPr>
          <a:lstStyle/>
          <a:p>
            <a:pPr algn="ctr"/>
            <a:r>
              <a:rPr lang="en-US" sz="900" dirty="0"/>
              <a:t>86</a:t>
            </a:r>
          </a:p>
        </p:txBody>
      </p:sp>
      <p:sp>
        <p:nvSpPr>
          <p:cNvPr id="71" name="TextBox 70">
            <a:extLst>
              <a:ext uri="{FF2B5EF4-FFF2-40B4-BE49-F238E27FC236}">
                <a16:creationId xmlns:a16="http://schemas.microsoft.com/office/drawing/2014/main" id="{60460A57-EA35-696B-5ABD-5E8129BC464F}"/>
              </a:ext>
            </a:extLst>
          </p:cNvPr>
          <p:cNvSpPr txBox="1"/>
          <p:nvPr/>
        </p:nvSpPr>
        <p:spPr>
          <a:xfrm>
            <a:off x="3640666" y="3406653"/>
            <a:ext cx="570089" cy="230832"/>
          </a:xfrm>
          <a:prstGeom prst="rect">
            <a:avLst/>
          </a:prstGeom>
          <a:noFill/>
        </p:spPr>
        <p:txBody>
          <a:bodyPr wrap="square" rtlCol="0">
            <a:spAutoFit/>
          </a:bodyPr>
          <a:lstStyle/>
          <a:p>
            <a:pPr algn="ctr"/>
            <a:r>
              <a:rPr lang="en-US" sz="900" dirty="0"/>
              <a:t>568</a:t>
            </a:r>
          </a:p>
        </p:txBody>
      </p:sp>
      <p:sp>
        <p:nvSpPr>
          <p:cNvPr id="73" name="TextBox 72">
            <a:extLst>
              <a:ext uri="{FF2B5EF4-FFF2-40B4-BE49-F238E27FC236}">
                <a16:creationId xmlns:a16="http://schemas.microsoft.com/office/drawing/2014/main" id="{C56253F1-D0D6-C9D1-0399-716C29B67D9A}"/>
              </a:ext>
            </a:extLst>
          </p:cNvPr>
          <p:cNvSpPr txBox="1"/>
          <p:nvPr/>
        </p:nvSpPr>
        <p:spPr>
          <a:xfrm>
            <a:off x="3138310" y="3406653"/>
            <a:ext cx="570089" cy="230832"/>
          </a:xfrm>
          <a:prstGeom prst="rect">
            <a:avLst/>
          </a:prstGeom>
          <a:noFill/>
        </p:spPr>
        <p:txBody>
          <a:bodyPr wrap="square" rtlCol="0">
            <a:spAutoFit/>
          </a:bodyPr>
          <a:lstStyle/>
          <a:p>
            <a:pPr algn="ctr"/>
            <a:r>
              <a:rPr lang="en-US" sz="900" dirty="0"/>
              <a:t>568</a:t>
            </a:r>
          </a:p>
        </p:txBody>
      </p:sp>
      <p:sp>
        <p:nvSpPr>
          <p:cNvPr id="74" name="TextBox 73">
            <a:extLst>
              <a:ext uri="{FF2B5EF4-FFF2-40B4-BE49-F238E27FC236}">
                <a16:creationId xmlns:a16="http://schemas.microsoft.com/office/drawing/2014/main" id="{28C4299E-B1A1-27DA-2A36-E4277DE47D0A}"/>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9D9FBC9F-2B09-498A-CBB8-5767B12873F4}"/>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FE9FBA26-EF5E-0C82-5C20-38970D3A32E7}"/>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449B82B0-544B-2620-EC24-E4F2B390BC09}"/>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629AA645-3C37-7ADA-3DF2-EA6BD36A006C}"/>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7" name="TextBox 76">
            <a:extLst>
              <a:ext uri="{FF2B5EF4-FFF2-40B4-BE49-F238E27FC236}">
                <a16:creationId xmlns:a16="http://schemas.microsoft.com/office/drawing/2014/main" id="{0831A0BB-5B22-CBDD-60BD-C29F7ABAD55D}"/>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514D2E2A-7873-F684-2505-B1E471B3DF02}"/>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219BAAF9-DD11-90F4-B9E8-BD78DC0A5407}"/>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FD0C001C-F4E8-74AC-C670-605DEA28E9F6}"/>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8460130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56D0A-7E42-7D46-5FB0-A79BDFC2F6E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FA4935-EF4F-5E1D-2FEC-BD8656F389B9}"/>
              </a:ext>
            </a:extLst>
          </p:cNvPr>
          <p:cNvSpPr>
            <a:spLocks noGrp="1"/>
          </p:cNvSpPr>
          <p:nvPr>
            <p:ph sz="half" idx="1"/>
          </p:nvPr>
        </p:nvSpPr>
        <p:spPr/>
        <p:txBody>
          <a:bodyPr>
            <a:normAutofit/>
          </a:bodyPr>
          <a:lstStyle/>
          <a:p>
            <a:r>
              <a:rPr lang="en-US" dirty="0"/>
              <a:t>In the center block, 9 is in [32 in 5].</a:t>
            </a:r>
          </a:p>
        </p:txBody>
      </p:sp>
      <p:pic>
        <p:nvPicPr>
          <p:cNvPr id="4" name="Picture 3" descr="A grid of sudoku puzzle&#10;&#10;Description automatically generated">
            <a:extLst>
              <a:ext uri="{FF2B5EF4-FFF2-40B4-BE49-F238E27FC236}">
                <a16:creationId xmlns:a16="http://schemas.microsoft.com/office/drawing/2014/main" id="{62B4867A-9A13-0EB5-C8BE-6C3C05BC88B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1B24707-5674-3036-89E0-53C2947EF75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FC772C3-7180-E239-AAF1-D184FD06876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AEDBAC0-221F-330B-B486-992AC3970A7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16CCBE3-B085-6A40-D9D3-8DC308419C07}"/>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CD6C35FB-DD74-CE86-BB18-5350AE59EB67}"/>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5410932F-430F-B29A-44F9-59EBA21BE968}"/>
              </a:ext>
            </a:extLst>
          </p:cNvPr>
          <p:cNvSpPr txBox="1"/>
          <p:nvPr/>
        </p:nvSpPr>
        <p:spPr>
          <a:xfrm>
            <a:off x="4143022" y="1903821"/>
            <a:ext cx="570089" cy="230832"/>
          </a:xfrm>
          <a:prstGeom prst="rect">
            <a:avLst/>
          </a:prstGeom>
          <a:noFill/>
        </p:spPr>
        <p:txBody>
          <a:bodyPr wrap="square" rtlCol="0">
            <a:spAutoFit/>
          </a:bodyPr>
          <a:lstStyle/>
          <a:p>
            <a:pPr algn="ctr"/>
            <a:r>
              <a:rPr lang="en-US" sz="900" dirty="0"/>
              <a:t>31</a:t>
            </a:r>
          </a:p>
        </p:txBody>
      </p:sp>
      <p:sp>
        <p:nvSpPr>
          <p:cNvPr id="14" name="TextBox 13">
            <a:extLst>
              <a:ext uri="{FF2B5EF4-FFF2-40B4-BE49-F238E27FC236}">
                <a16:creationId xmlns:a16="http://schemas.microsoft.com/office/drawing/2014/main" id="{464C0779-F8E3-C7D8-02C7-EB30F3E671DD}"/>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70337ABF-D677-45A2-B16B-DE84FCB8F147}"/>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4B426BC0-77FC-3E23-1D2C-0138EC52802F}"/>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D38FE673-4623-0692-BFBD-6794083150A8}"/>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3C33DEEF-81F6-B14E-E32F-CE1AD36BEE4C}"/>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56339DFF-0C9E-398E-0D06-19D89322F0B5}"/>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F5F88B01-C9E7-1F51-935B-AD88DE17D2FA}"/>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7503BD80-98E9-359C-527F-DA1C7FED717A}"/>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AE93FBFC-2925-DBF3-EDE7-C8C998DA24C1}"/>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CC4F0902-FF7A-4A12-87E3-9D575F491FEB}"/>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841B3B16-F8FC-541A-33F2-85D92D264CE3}"/>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952E9756-B6AE-543E-B97A-1D54E1CFD0FF}"/>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CAA5CB4C-2881-8B62-C13D-B76031902146}"/>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882B25F2-7258-4BC9-81C2-E7E62764978B}"/>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FDCD2323-E24F-B7F5-D11E-DA5337C3173B}"/>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4EA12061-BC8A-B1E9-4351-CE75CD5A287C}"/>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B2592D28-0630-B30D-E205-FC1A5C55B0CA}"/>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39DA83BA-3846-AF52-769D-8BB964D297CE}"/>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4D43B81D-B3CB-995A-499F-81C940D3A5D8}"/>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F1CD7324-0149-A99C-0C92-B66829A836C7}"/>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82E17639-EDA7-435E-FCEA-BEA1208A67AE}"/>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9E1096F8-B42B-2E45-BA32-CBBF9AB91320}"/>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1F6D0523-4CAC-07B6-E6F9-E0C3F647E08D}"/>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225505FE-A7B1-7176-4D08-E745551013B2}"/>
              </a:ext>
            </a:extLst>
          </p:cNvPr>
          <p:cNvSpPr txBox="1"/>
          <p:nvPr/>
        </p:nvSpPr>
        <p:spPr>
          <a:xfrm>
            <a:off x="4645378" y="3406653"/>
            <a:ext cx="570089" cy="230832"/>
          </a:xfrm>
          <a:prstGeom prst="rect">
            <a:avLst/>
          </a:prstGeom>
          <a:noFill/>
        </p:spPr>
        <p:txBody>
          <a:bodyPr wrap="square" rtlCol="0">
            <a:spAutoFit/>
          </a:bodyPr>
          <a:lstStyle/>
          <a:p>
            <a:pPr algn="ctr"/>
            <a:r>
              <a:rPr lang="en-US" sz="900" dirty="0"/>
              <a:t>689</a:t>
            </a:r>
          </a:p>
        </p:txBody>
      </p:sp>
      <p:sp>
        <p:nvSpPr>
          <p:cNvPr id="42" name="TextBox 41">
            <a:extLst>
              <a:ext uri="{FF2B5EF4-FFF2-40B4-BE49-F238E27FC236}">
                <a16:creationId xmlns:a16="http://schemas.microsoft.com/office/drawing/2014/main" id="{DF5ACF59-2AB9-7EB7-5A5F-8EB71FE63353}"/>
              </a:ext>
            </a:extLst>
          </p:cNvPr>
          <p:cNvSpPr txBox="1"/>
          <p:nvPr/>
        </p:nvSpPr>
        <p:spPr>
          <a:xfrm>
            <a:off x="4645378" y="3907597"/>
            <a:ext cx="570089" cy="230832"/>
          </a:xfrm>
          <a:prstGeom prst="rect">
            <a:avLst/>
          </a:prstGeom>
          <a:noFill/>
        </p:spPr>
        <p:txBody>
          <a:bodyPr wrap="square" rtlCol="0">
            <a:spAutoFit/>
          </a:bodyPr>
          <a:lstStyle/>
          <a:p>
            <a:pPr algn="ctr"/>
            <a:r>
              <a:rPr lang="en-US" sz="900" dirty="0"/>
              <a:t>78</a:t>
            </a:r>
          </a:p>
        </p:txBody>
      </p:sp>
      <p:sp>
        <p:nvSpPr>
          <p:cNvPr id="43" name="TextBox 42">
            <a:extLst>
              <a:ext uri="{FF2B5EF4-FFF2-40B4-BE49-F238E27FC236}">
                <a16:creationId xmlns:a16="http://schemas.microsoft.com/office/drawing/2014/main" id="{042F3C85-7AD0-3AA1-0DEF-B0BA405F2886}"/>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5F3B2162-5A38-C384-A0D0-2D56018BD21B}"/>
              </a:ext>
            </a:extLst>
          </p:cNvPr>
          <p:cNvSpPr txBox="1"/>
          <p:nvPr/>
        </p:nvSpPr>
        <p:spPr>
          <a:xfrm>
            <a:off x="4645378" y="4909484"/>
            <a:ext cx="570089" cy="230832"/>
          </a:xfrm>
          <a:prstGeom prst="rect">
            <a:avLst/>
          </a:prstGeom>
          <a:noFill/>
        </p:spPr>
        <p:txBody>
          <a:bodyPr wrap="square" rtlCol="0">
            <a:spAutoFit/>
          </a:bodyPr>
          <a:lstStyle/>
          <a:p>
            <a:pPr algn="ctr"/>
            <a:r>
              <a:rPr lang="en-US" sz="900" dirty="0"/>
              <a:t>89</a:t>
            </a:r>
          </a:p>
        </p:txBody>
      </p:sp>
      <p:sp>
        <p:nvSpPr>
          <p:cNvPr id="45" name="TextBox 44">
            <a:extLst>
              <a:ext uri="{FF2B5EF4-FFF2-40B4-BE49-F238E27FC236}">
                <a16:creationId xmlns:a16="http://schemas.microsoft.com/office/drawing/2014/main" id="{D22207F8-8412-815F-3388-798E978D4FD2}"/>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5B473EEB-10FB-F920-0011-E2259E805AE9}"/>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1801FE97-E3A7-68E8-2C31-A7C02AA70AD5}"/>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E62C4E8C-BD34-30DC-0B5E-759FE0360F59}"/>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3DD36416-76B5-8470-3F54-DA379E1B78E3}"/>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595C4BA5-AB29-CC63-7DE7-9981B9207807}"/>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FE10ABEC-A4D1-6E36-4C26-A7D920A2F24F}"/>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15B587B2-5E22-2FF2-6E9E-D6183B510C34}"/>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8E94C157-19F8-1862-581F-7AC38667A7C0}"/>
              </a:ext>
            </a:extLst>
          </p:cNvPr>
          <p:cNvSpPr txBox="1"/>
          <p:nvPr/>
        </p:nvSpPr>
        <p:spPr>
          <a:xfrm>
            <a:off x="6152446" y="4408541"/>
            <a:ext cx="570089" cy="230832"/>
          </a:xfrm>
          <a:prstGeom prst="rect">
            <a:avLst/>
          </a:prstGeom>
          <a:noFill/>
        </p:spPr>
        <p:txBody>
          <a:bodyPr wrap="square" rtlCol="0">
            <a:spAutoFit/>
          </a:bodyPr>
          <a:lstStyle/>
          <a:p>
            <a:pPr algn="ctr"/>
            <a:r>
              <a:rPr lang="en-US" sz="900" dirty="0"/>
              <a:t>89</a:t>
            </a:r>
          </a:p>
        </p:txBody>
      </p:sp>
      <p:sp>
        <p:nvSpPr>
          <p:cNvPr id="54" name="TextBox 53">
            <a:extLst>
              <a:ext uri="{FF2B5EF4-FFF2-40B4-BE49-F238E27FC236}">
                <a16:creationId xmlns:a16="http://schemas.microsoft.com/office/drawing/2014/main" id="{AB9CFAC1-0BD7-2B5B-4659-82CDFB664A0D}"/>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58" name="TextBox 57">
            <a:extLst>
              <a:ext uri="{FF2B5EF4-FFF2-40B4-BE49-F238E27FC236}">
                <a16:creationId xmlns:a16="http://schemas.microsoft.com/office/drawing/2014/main" id="{B002270A-6190-FABF-8477-2E5E4493EC48}"/>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C668A2BF-D059-E8B3-EFF3-2F201A477E2E}"/>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9DB2DB50-3E8A-7644-199A-297BE34B0ACB}"/>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8C5C8C51-5BB7-BA4F-485C-D70A940CA0D0}"/>
              </a:ext>
            </a:extLst>
          </p:cNvPr>
          <p:cNvSpPr txBox="1"/>
          <p:nvPr/>
        </p:nvSpPr>
        <p:spPr>
          <a:xfrm>
            <a:off x="6654802" y="3907597"/>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7CF5BF7E-3DE4-6687-998B-EC43975CDB5E}"/>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C519F355-46B8-730B-0054-C3819D84E9E4}"/>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B0F808AF-BDA2-2BCD-74E3-DA9782F70DB8}"/>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60B56B31-068D-DCA8-FC27-F23360BE5AEE}"/>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486684A5-C053-679B-FEAE-127364ADA7B6}"/>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FA1FB9EF-80D5-D580-223D-E4A3D76E3F87}"/>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31" name="TextBox 30">
            <a:extLst>
              <a:ext uri="{FF2B5EF4-FFF2-40B4-BE49-F238E27FC236}">
                <a16:creationId xmlns:a16="http://schemas.microsoft.com/office/drawing/2014/main" id="{483BC426-B5E2-DE7D-A3B2-C250C723A890}"/>
              </a:ext>
            </a:extLst>
          </p:cNvPr>
          <p:cNvSpPr txBox="1"/>
          <p:nvPr/>
        </p:nvSpPr>
        <p:spPr>
          <a:xfrm>
            <a:off x="6654802" y="4408541"/>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23A9E1A5-710F-1330-0831-861038245C3A}"/>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2" name="TextBox 61">
            <a:extLst>
              <a:ext uri="{FF2B5EF4-FFF2-40B4-BE49-F238E27FC236}">
                <a16:creationId xmlns:a16="http://schemas.microsoft.com/office/drawing/2014/main" id="{86B48C36-6562-6B88-437C-9F07DBC2ED05}"/>
              </a:ext>
            </a:extLst>
          </p:cNvPr>
          <p:cNvSpPr txBox="1"/>
          <p:nvPr/>
        </p:nvSpPr>
        <p:spPr>
          <a:xfrm>
            <a:off x="6654802" y="4909484"/>
            <a:ext cx="570089" cy="230832"/>
          </a:xfrm>
          <a:prstGeom prst="rect">
            <a:avLst/>
          </a:prstGeom>
          <a:noFill/>
        </p:spPr>
        <p:txBody>
          <a:bodyPr wrap="square" rtlCol="0">
            <a:spAutoFit/>
          </a:bodyPr>
          <a:lstStyle/>
          <a:p>
            <a:pPr algn="ctr"/>
            <a:r>
              <a:rPr lang="en-US" sz="900" dirty="0"/>
              <a:t>54</a:t>
            </a:r>
          </a:p>
        </p:txBody>
      </p:sp>
      <p:sp>
        <p:nvSpPr>
          <p:cNvPr id="64" name="TextBox 63">
            <a:extLst>
              <a:ext uri="{FF2B5EF4-FFF2-40B4-BE49-F238E27FC236}">
                <a16:creationId xmlns:a16="http://schemas.microsoft.com/office/drawing/2014/main" id="{B0EAAEF3-3DED-6404-038C-D58B36B996A9}"/>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5" name="TextBox 64">
            <a:extLst>
              <a:ext uri="{FF2B5EF4-FFF2-40B4-BE49-F238E27FC236}">
                <a16:creationId xmlns:a16="http://schemas.microsoft.com/office/drawing/2014/main" id="{6AFEF15B-5BE4-8D50-841D-A98907DEB841}"/>
              </a:ext>
            </a:extLst>
          </p:cNvPr>
          <p:cNvSpPr txBox="1"/>
          <p:nvPr/>
        </p:nvSpPr>
        <p:spPr>
          <a:xfrm>
            <a:off x="5650090" y="2905709"/>
            <a:ext cx="570089" cy="230832"/>
          </a:xfrm>
          <a:prstGeom prst="rect">
            <a:avLst/>
          </a:prstGeom>
          <a:noFill/>
        </p:spPr>
        <p:txBody>
          <a:bodyPr wrap="square" rtlCol="0">
            <a:spAutoFit/>
          </a:bodyPr>
          <a:lstStyle/>
          <a:p>
            <a:pPr algn="ctr"/>
            <a:r>
              <a:rPr lang="en-US" sz="900" dirty="0"/>
              <a:t>68</a:t>
            </a:r>
          </a:p>
        </p:txBody>
      </p:sp>
      <p:sp>
        <p:nvSpPr>
          <p:cNvPr id="66" name="TextBox 65">
            <a:extLst>
              <a:ext uri="{FF2B5EF4-FFF2-40B4-BE49-F238E27FC236}">
                <a16:creationId xmlns:a16="http://schemas.microsoft.com/office/drawing/2014/main" id="{3FB5569F-19FF-8542-57A6-48FBEF387499}"/>
              </a:ext>
            </a:extLst>
          </p:cNvPr>
          <p:cNvSpPr txBox="1"/>
          <p:nvPr/>
        </p:nvSpPr>
        <p:spPr>
          <a:xfrm>
            <a:off x="5147734" y="3406653"/>
            <a:ext cx="570089" cy="230832"/>
          </a:xfrm>
          <a:prstGeom prst="rect">
            <a:avLst/>
          </a:prstGeom>
          <a:noFill/>
        </p:spPr>
        <p:txBody>
          <a:bodyPr wrap="square" rtlCol="0">
            <a:spAutoFit/>
          </a:bodyPr>
          <a:lstStyle/>
          <a:p>
            <a:pPr algn="ctr"/>
            <a:r>
              <a:rPr lang="en-US" sz="900" dirty="0"/>
              <a:t>689</a:t>
            </a:r>
          </a:p>
        </p:txBody>
      </p:sp>
      <p:sp>
        <p:nvSpPr>
          <p:cNvPr id="67" name="TextBox 66">
            <a:extLst>
              <a:ext uri="{FF2B5EF4-FFF2-40B4-BE49-F238E27FC236}">
                <a16:creationId xmlns:a16="http://schemas.microsoft.com/office/drawing/2014/main" id="{6E0A94C6-E30F-5475-5754-C48A399ED01D}"/>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0" name="TextBox 69">
            <a:extLst>
              <a:ext uri="{FF2B5EF4-FFF2-40B4-BE49-F238E27FC236}">
                <a16:creationId xmlns:a16="http://schemas.microsoft.com/office/drawing/2014/main" id="{DAB4C424-E9C5-9E7D-5A63-B8C999C44D10}"/>
              </a:ext>
            </a:extLst>
          </p:cNvPr>
          <p:cNvSpPr txBox="1"/>
          <p:nvPr/>
        </p:nvSpPr>
        <p:spPr>
          <a:xfrm>
            <a:off x="3138310" y="2905709"/>
            <a:ext cx="570089" cy="230832"/>
          </a:xfrm>
          <a:prstGeom prst="rect">
            <a:avLst/>
          </a:prstGeom>
          <a:noFill/>
        </p:spPr>
        <p:txBody>
          <a:bodyPr wrap="square" rtlCol="0">
            <a:spAutoFit/>
          </a:bodyPr>
          <a:lstStyle/>
          <a:p>
            <a:pPr algn="ctr"/>
            <a:r>
              <a:rPr lang="en-US" sz="900" dirty="0"/>
              <a:t>86</a:t>
            </a:r>
          </a:p>
        </p:txBody>
      </p:sp>
      <p:sp>
        <p:nvSpPr>
          <p:cNvPr id="71" name="TextBox 70">
            <a:extLst>
              <a:ext uri="{FF2B5EF4-FFF2-40B4-BE49-F238E27FC236}">
                <a16:creationId xmlns:a16="http://schemas.microsoft.com/office/drawing/2014/main" id="{F426BBD4-4282-0F1F-1E87-E6221041F60C}"/>
              </a:ext>
            </a:extLst>
          </p:cNvPr>
          <p:cNvSpPr txBox="1"/>
          <p:nvPr/>
        </p:nvSpPr>
        <p:spPr>
          <a:xfrm>
            <a:off x="3640666" y="3406653"/>
            <a:ext cx="570089" cy="230832"/>
          </a:xfrm>
          <a:prstGeom prst="rect">
            <a:avLst/>
          </a:prstGeom>
          <a:noFill/>
        </p:spPr>
        <p:txBody>
          <a:bodyPr wrap="square" rtlCol="0">
            <a:spAutoFit/>
          </a:bodyPr>
          <a:lstStyle/>
          <a:p>
            <a:pPr algn="ctr"/>
            <a:r>
              <a:rPr lang="en-US" sz="900" dirty="0"/>
              <a:t>568</a:t>
            </a:r>
          </a:p>
        </p:txBody>
      </p:sp>
      <p:sp>
        <p:nvSpPr>
          <p:cNvPr id="73" name="TextBox 72">
            <a:extLst>
              <a:ext uri="{FF2B5EF4-FFF2-40B4-BE49-F238E27FC236}">
                <a16:creationId xmlns:a16="http://schemas.microsoft.com/office/drawing/2014/main" id="{99BE4A35-D683-96CC-8B9C-C44D17BE3A00}"/>
              </a:ext>
            </a:extLst>
          </p:cNvPr>
          <p:cNvSpPr txBox="1"/>
          <p:nvPr/>
        </p:nvSpPr>
        <p:spPr>
          <a:xfrm>
            <a:off x="3138310" y="3406653"/>
            <a:ext cx="570089" cy="230832"/>
          </a:xfrm>
          <a:prstGeom prst="rect">
            <a:avLst/>
          </a:prstGeom>
          <a:noFill/>
        </p:spPr>
        <p:txBody>
          <a:bodyPr wrap="square" rtlCol="0">
            <a:spAutoFit/>
          </a:bodyPr>
          <a:lstStyle/>
          <a:p>
            <a:pPr algn="ctr"/>
            <a:r>
              <a:rPr lang="en-US" sz="900" dirty="0"/>
              <a:t>568</a:t>
            </a:r>
          </a:p>
        </p:txBody>
      </p:sp>
      <p:sp>
        <p:nvSpPr>
          <p:cNvPr id="74" name="TextBox 73">
            <a:extLst>
              <a:ext uri="{FF2B5EF4-FFF2-40B4-BE49-F238E27FC236}">
                <a16:creationId xmlns:a16="http://schemas.microsoft.com/office/drawing/2014/main" id="{1AFF64F9-182B-D928-CBEC-38DF0705046C}"/>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316BA055-1F81-D7DF-F1A4-138C67FE4F88}"/>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CC915C48-932C-8CE9-BA49-895F593B6968}"/>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F4417DE9-B997-A50E-658D-62E9BF34DE64}"/>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F0B97F1C-A66B-E641-E99D-5C37B76BC0B4}"/>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7" name="TextBox 76">
            <a:extLst>
              <a:ext uri="{FF2B5EF4-FFF2-40B4-BE49-F238E27FC236}">
                <a16:creationId xmlns:a16="http://schemas.microsoft.com/office/drawing/2014/main" id="{8CB090D8-1254-B914-9FE1-FA4590E80C5C}"/>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7E83930B-9BED-CDF6-1BC9-2D70B3390CDD}"/>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475C25E8-AC0F-6BCA-AF4D-8CC17FE71791}"/>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90BDEECF-FA52-F773-0E64-5FA6DD28B77C}"/>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574307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B42ED-E31C-AB8D-BB8C-0435F2632FD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2876E2-758A-C039-9151-D54ED1F4976C}"/>
              </a:ext>
            </a:extLst>
          </p:cNvPr>
          <p:cNvSpPr>
            <a:spLocks noGrp="1"/>
          </p:cNvSpPr>
          <p:nvPr>
            <p:ph sz="half" idx="1"/>
          </p:nvPr>
        </p:nvSpPr>
        <p:spPr>
          <a:xfrm>
            <a:off x="1429570" y="5478272"/>
            <a:ext cx="9445752" cy="1143000"/>
          </a:xfrm>
        </p:spPr>
        <p:txBody>
          <a:bodyPr>
            <a:normAutofit/>
          </a:bodyPr>
          <a:lstStyle/>
          <a:p>
            <a:r>
              <a:rPr lang="en-US" dirty="0"/>
              <a:t>In the bottom left block, 45–(25+4+2) = 14, in 2. The 68 combination is precluded by the 6. The 59 combination fits in only one way (due to the 89/98 pair in Row 9).</a:t>
            </a:r>
          </a:p>
        </p:txBody>
      </p:sp>
      <p:pic>
        <p:nvPicPr>
          <p:cNvPr id="4" name="Picture 3" descr="A grid of sudoku puzzle&#10;&#10;Description automatically generated">
            <a:extLst>
              <a:ext uri="{FF2B5EF4-FFF2-40B4-BE49-F238E27FC236}">
                <a16:creationId xmlns:a16="http://schemas.microsoft.com/office/drawing/2014/main" id="{AF7B6D97-D970-0542-70BB-802024BB354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CD24722-AC6A-C17C-6319-30F3EEF7692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1028EF9-F8F6-5802-C6CF-EC405122F3A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7C4DBFB-8983-543E-6374-DBCA20047C4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AEB0ADD-302E-451D-2036-A7FDD4AC0E69}"/>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2864AA93-AA9D-D106-1D1E-FF2FAA78DA58}"/>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A7AB90A6-E127-DDFF-8504-4361D779893D}"/>
              </a:ext>
            </a:extLst>
          </p:cNvPr>
          <p:cNvSpPr txBox="1"/>
          <p:nvPr/>
        </p:nvSpPr>
        <p:spPr>
          <a:xfrm>
            <a:off x="4143022" y="1903821"/>
            <a:ext cx="570089" cy="230832"/>
          </a:xfrm>
          <a:prstGeom prst="rect">
            <a:avLst/>
          </a:prstGeom>
          <a:noFill/>
        </p:spPr>
        <p:txBody>
          <a:bodyPr wrap="square" rtlCol="0">
            <a:spAutoFit/>
          </a:bodyPr>
          <a:lstStyle/>
          <a:p>
            <a:pPr algn="ctr"/>
            <a:r>
              <a:rPr lang="en-US" sz="900" dirty="0"/>
              <a:t>31</a:t>
            </a:r>
          </a:p>
        </p:txBody>
      </p:sp>
      <p:sp>
        <p:nvSpPr>
          <p:cNvPr id="14" name="TextBox 13">
            <a:extLst>
              <a:ext uri="{FF2B5EF4-FFF2-40B4-BE49-F238E27FC236}">
                <a16:creationId xmlns:a16="http://schemas.microsoft.com/office/drawing/2014/main" id="{E427CF56-87DF-EFB9-339A-CA88704EB1C4}"/>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7F58DE2C-E0DA-108D-D605-F1393F8E05BC}"/>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F00F9EF2-9124-14D6-EA30-575598E1533D}"/>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C61CF8BD-BB72-DB19-084E-6CDBDDF24CCD}"/>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FD849FFC-B815-2127-3F42-03918CCF8C27}"/>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8A04FC0A-06EA-1ECC-DBBC-5D55DAEBA4B4}"/>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AFE82BC0-393B-2DC7-B427-8EDC9F1F2C17}"/>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F36D9D69-6733-87B3-D7FC-EA779E0105E1}"/>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B7B26A95-F15C-89FC-5154-3DADA933A505}"/>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FBDBEF13-8BF7-7E91-778C-42D8A71FA406}"/>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43240E59-1725-ABC8-169B-B40E5808D512}"/>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1833363C-DAE0-2600-1780-E53C5C5F399D}"/>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D54241F4-96F9-62C4-1100-E412EF2EDB92}"/>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CD5E33DC-1D1B-DF7F-1DB6-30A12FE9930D}"/>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A64E2B35-6849-ECB3-1BCC-6BDE496A1623}"/>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72CD6484-8FAF-5562-1B44-6B0ACB61226A}"/>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DD915F17-B76D-838F-6E69-49B89D93B445}"/>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1FD65187-2F78-7488-CAB6-BA32F705BBC7}"/>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0B4B6FB5-76C5-4A12-6811-0D1EDA1ECB2A}"/>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FFD66351-2F51-B7E8-1BB2-6C69B39F0E1A}"/>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0C2E7D98-3845-F4C2-5784-AFF01B468D5C}"/>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C286D319-75C9-0D8C-15B4-E54E36704560}"/>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94B81BD1-9D62-8FEF-A13C-B11D3FFD6F18}"/>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942BC1D7-5E55-9B7C-8740-EC6C09D95039}"/>
              </a:ext>
            </a:extLst>
          </p:cNvPr>
          <p:cNvSpPr txBox="1"/>
          <p:nvPr/>
        </p:nvSpPr>
        <p:spPr>
          <a:xfrm>
            <a:off x="4645378" y="3406653"/>
            <a:ext cx="570089" cy="230832"/>
          </a:xfrm>
          <a:prstGeom prst="rect">
            <a:avLst/>
          </a:prstGeom>
          <a:noFill/>
        </p:spPr>
        <p:txBody>
          <a:bodyPr wrap="square" rtlCol="0">
            <a:spAutoFit/>
          </a:bodyPr>
          <a:lstStyle/>
          <a:p>
            <a:pPr algn="ctr"/>
            <a:r>
              <a:rPr lang="en-US" sz="900" dirty="0"/>
              <a:t>689</a:t>
            </a:r>
          </a:p>
        </p:txBody>
      </p:sp>
      <p:sp>
        <p:nvSpPr>
          <p:cNvPr id="42" name="TextBox 41">
            <a:extLst>
              <a:ext uri="{FF2B5EF4-FFF2-40B4-BE49-F238E27FC236}">
                <a16:creationId xmlns:a16="http://schemas.microsoft.com/office/drawing/2014/main" id="{E7FCFB14-1F99-8739-EAB0-FA09FFF2C0E4}"/>
              </a:ext>
            </a:extLst>
          </p:cNvPr>
          <p:cNvSpPr txBox="1"/>
          <p:nvPr/>
        </p:nvSpPr>
        <p:spPr>
          <a:xfrm>
            <a:off x="4645378" y="3907597"/>
            <a:ext cx="570089" cy="230832"/>
          </a:xfrm>
          <a:prstGeom prst="rect">
            <a:avLst/>
          </a:prstGeom>
          <a:noFill/>
        </p:spPr>
        <p:txBody>
          <a:bodyPr wrap="square" rtlCol="0">
            <a:spAutoFit/>
          </a:bodyPr>
          <a:lstStyle/>
          <a:p>
            <a:pPr algn="ctr"/>
            <a:r>
              <a:rPr lang="en-US" sz="900" dirty="0"/>
              <a:t>78</a:t>
            </a:r>
          </a:p>
        </p:txBody>
      </p:sp>
      <p:sp>
        <p:nvSpPr>
          <p:cNvPr id="43" name="TextBox 42">
            <a:extLst>
              <a:ext uri="{FF2B5EF4-FFF2-40B4-BE49-F238E27FC236}">
                <a16:creationId xmlns:a16="http://schemas.microsoft.com/office/drawing/2014/main" id="{B6A1A1BA-1D4C-0DA1-F207-C0160DDFA5D2}"/>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3835D674-2EC0-8C60-132E-EE960B272D73}"/>
              </a:ext>
            </a:extLst>
          </p:cNvPr>
          <p:cNvSpPr txBox="1"/>
          <p:nvPr/>
        </p:nvSpPr>
        <p:spPr>
          <a:xfrm>
            <a:off x="4645378" y="4909484"/>
            <a:ext cx="570089" cy="230832"/>
          </a:xfrm>
          <a:prstGeom prst="rect">
            <a:avLst/>
          </a:prstGeom>
          <a:noFill/>
        </p:spPr>
        <p:txBody>
          <a:bodyPr wrap="square" rtlCol="0">
            <a:spAutoFit/>
          </a:bodyPr>
          <a:lstStyle/>
          <a:p>
            <a:pPr algn="ctr"/>
            <a:r>
              <a:rPr lang="en-US" sz="900" dirty="0"/>
              <a:t>89</a:t>
            </a:r>
          </a:p>
        </p:txBody>
      </p:sp>
      <p:sp>
        <p:nvSpPr>
          <p:cNvPr id="45" name="TextBox 44">
            <a:extLst>
              <a:ext uri="{FF2B5EF4-FFF2-40B4-BE49-F238E27FC236}">
                <a16:creationId xmlns:a16="http://schemas.microsoft.com/office/drawing/2014/main" id="{0AF13447-F5E7-D043-BF02-393D353197CF}"/>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BF02C658-A048-C21F-99DB-E3A56D5EF605}"/>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7F3779DE-B539-43CE-EEFF-3F63412F3F1E}"/>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CE565C65-B352-B2D2-2EA0-A6268816DB21}"/>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A7FCE94A-70CF-A195-1944-E590BC3442F0}"/>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0506D2CF-9EFA-F137-9F03-7690C2BED342}"/>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A6C74578-7C73-11AD-3C3E-A93FC2CE7EC3}"/>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24A4D043-C87E-15B2-E02A-88F2969D7154}"/>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8D441716-0FB6-BB4F-E05E-C7EE02CEDA06}"/>
              </a:ext>
            </a:extLst>
          </p:cNvPr>
          <p:cNvSpPr txBox="1"/>
          <p:nvPr/>
        </p:nvSpPr>
        <p:spPr>
          <a:xfrm>
            <a:off x="6152446" y="4408541"/>
            <a:ext cx="570089" cy="230832"/>
          </a:xfrm>
          <a:prstGeom prst="rect">
            <a:avLst/>
          </a:prstGeom>
          <a:noFill/>
        </p:spPr>
        <p:txBody>
          <a:bodyPr wrap="square" rtlCol="0">
            <a:spAutoFit/>
          </a:bodyPr>
          <a:lstStyle/>
          <a:p>
            <a:pPr algn="ctr"/>
            <a:r>
              <a:rPr lang="en-US" sz="900" dirty="0"/>
              <a:t>89</a:t>
            </a:r>
          </a:p>
        </p:txBody>
      </p:sp>
      <p:sp>
        <p:nvSpPr>
          <p:cNvPr id="54" name="TextBox 53">
            <a:extLst>
              <a:ext uri="{FF2B5EF4-FFF2-40B4-BE49-F238E27FC236}">
                <a16:creationId xmlns:a16="http://schemas.microsoft.com/office/drawing/2014/main" id="{6652C533-4165-4E18-F54C-48317434E2D3}"/>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58" name="TextBox 57">
            <a:extLst>
              <a:ext uri="{FF2B5EF4-FFF2-40B4-BE49-F238E27FC236}">
                <a16:creationId xmlns:a16="http://schemas.microsoft.com/office/drawing/2014/main" id="{58C28B26-B886-545B-3776-DE4A971AE991}"/>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F053CD8E-1E6C-40E1-B56F-B2163E51E11A}"/>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E30EB45B-E041-FEDB-47EA-D4989B7F563A}"/>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E853C09D-557B-98A9-EAE1-0603D5017049}"/>
              </a:ext>
            </a:extLst>
          </p:cNvPr>
          <p:cNvSpPr txBox="1"/>
          <p:nvPr/>
        </p:nvSpPr>
        <p:spPr>
          <a:xfrm>
            <a:off x="6654802" y="3907597"/>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10FA2266-C394-CED3-01B6-E70FBAA6B730}"/>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117E39EA-E310-7083-2321-97FE78D4937E}"/>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96C779BF-19BC-CAF1-5DF4-F92BAB9C1734}"/>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47A54715-EB13-2336-C086-ECEB4C9F6ECE}"/>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254DB2F6-4DF5-C9D2-062B-E057F28CE1CB}"/>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6962D523-F6B1-1D87-1B38-783D038D4119}"/>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31" name="TextBox 30">
            <a:extLst>
              <a:ext uri="{FF2B5EF4-FFF2-40B4-BE49-F238E27FC236}">
                <a16:creationId xmlns:a16="http://schemas.microsoft.com/office/drawing/2014/main" id="{AC5EB6EB-092A-6A37-F742-A1BEAB6FF22B}"/>
              </a:ext>
            </a:extLst>
          </p:cNvPr>
          <p:cNvSpPr txBox="1"/>
          <p:nvPr/>
        </p:nvSpPr>
        <p:spPr>
          <a:xfrm>
            <a:off x="6654802" y="4408541"/>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FC29A099-B164-3835-7B64-5342FDD80062}"/>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2" name="TextBox 61">
            <a:extLst>
              <a:ext uri="{FF2B5EF4-FFF2-40B4-BE49-F238E27FC236}">
                <a16:creationId xmlns:a16="http://schemas.microsoft.com/office/drawing/2014/main" id="{B4B60E77-59F8-DDA7-6C63-9B0F05845226}"/>
              </a:ext>
            </a:extLst>
          </p:cNvPr>
          <p:cNvSpPr txBox="1"/>
          <p:nvPr/>
        </p:nvSpPr>
        <p:spPr>
          <a:xfrm>
            <a:off x="6654802" y="4909484"/>
            <a:ext cx="570089" cy="230832"/>
          </a:xfrm>
          <a:prstGeom prst="rect">
            <a:avLst/>
          </a:prstGeom>
          <a:noFill/>
        </p:spPr>
        <p:txBody>
          <a:bodyPr wrap="square" rtlCol="0">
            <a:spAutoFit/>
          </a:bodyPr>
          <a:lstStyle/>
          <a:p>
            <a:pPr algn="ctr"/>
            <a:r>
              <a:rPr lang="en-US" sz="900" dirty="0"/>
              <a:t>54</a:t>
            </a:r>
          </a:p>
        </p:txBody>
      </p:sp>
      <p:sp>
        <p:nvSpPr>
          <p:cNvPr id="64" name="TextBox 63">
            <a:extLst>
              <a:ext uri="{FF2B5EF4-FFF2-40B4-BE49-F238E27FC236}">
                <a16:creationId xmlns:a16="http://schemas.microsoft.com/office/drawing/2014/main" id="{E67126A9-7428-F460-5DA0-BE2EC84AF43E}"/>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5" name="TextBox 64">
            <a:extLst>
              <a:ext uri="{FF2B5EF4-FFF2-40B4-BE49-F238E27FC236}">
                <a16:creationId xmlns:a16="http://schemas.microsoft.com/office/drawing/2014/main" id="{B036DDAB-DF34-E8B1-3493-18A12DBFEEAD}"/>
              </a:ext>
            </a:extLst>
          </p:cNvPr>
          <p:cNvSpPr txBox="1"/>
          <p:nvPr/>
        </p:nvSpPr>
        <p:spPr>
          <a:xfrm>
            <a:off x="5650090" y="2905709"/>
            <a:ext cx="570089" cy="230832"/>
          </a:xfrm>
          <a:prstGeom prst="rect">
            <a:avLst/>
          </a:prstGeom>
          <a:noFill/>
        </p:spPr>
        <p:txBody>
          <a:bodyPr wrap="square" rtlCol="0">
            <a:spAutoFit/>
          </a:bodyPr>
          <a:lstStyle/>
          <a:p>
            <a:pPr algn="ctr"/>
            <a:r>
              <a:rPr lang="en-US" sz="900" dirty="0"/>
              <a:t>68</a:t>
            </a:r>
          </a:p>
        </p:txBody>
      </p:sp>
      <p:sp>
        <p:nvSpPr>
          <p:cNvPr id="66" name="TextBox 65">
            <a:extLst>
              <a:ext uri="{FF2B5EF4-FFF2-40B4-BE49-F238E27FC236}">
                <a16:creationId xmlns:a16="http://schemas.microsoft.com/office/drawing/2014/main" id="{3AED79E8-1E41-53E6-41A0-492860EAAC76}"/>
              </a:ext>
            </a:extLst>
          </p:cNvPr>
          <p:cNvSpPr txBox="1"/>
          <p:nvPr/>
        </p:nvSpPr>
        <p:spPr>
          <a:xfrm>
            <a:off x="5147734" y="3406653"/>
            <a:ext cx="570089" cy="230832"/>
          </a:xfrm>
          <a:prstGeom prst="rect">
            <a:avLst/>
          </a:prstGeom>
          <a:noFill/>
        </p:spPr>
        <p:txBody>
          <a:bodyPr wrap="square" rtlCol="0">
            <a:spAutoFit/>
          </a:bodyPr>
          <a:lstStyle/>
          <a:p>
            <a:pPr algn="ctr"/>
            <a:r>
              <a:rPr lang="en-US" sz="900" dirty="0"/>
              <a:t>689</a:t>
            </a:r>
          </a:p>
        </p:txBody>
      </p:sp>
      <p:sp>
        <p:nvSpPr>
          <p:cNvPr id="67" name="TextBox 66">
            <a:extLst>
              <a:ext uri="{FF2B5EF4-FFF2-40B4-BE49-F238E27FC236}">
                <a16:creationId xmlns:a16="http://schemas.microsoft.com/office/drawing/2014/main" id="{AE5B8C68-6A69-AE35-5C55-528FF178A991}"/>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0" name="TextBox 69">
            <a:extLst>
              <a:ext uri="{FF2B5EF4-FFF2-40B4-BE49-F238E27FC236}">
                <a16:creationId xmlns:a16="http://schemas.microsoft.com/office/drawing/2014/main" id="{C661A1F6-021D-0B12-A04E-8A46A50048C6}"/>
              </a:ext>
            </a:extLst>
          </p:cNvPr>
          <p:cNvSpPr txBox="1"/>
          <p:nvPr/>
        </p:nvSpPr>
        <p:spPr>
          <a:xfrm>
            <a:off x="3138310" y="2905709"/>
            <a:ext cx="570089" cy="230832"/>
          </a:xfrm>
          <a:prstGeom prst="rect">
            <a:avLst/>
          </a:prstGeom>
          <a:noFill/>
        </p:spPr>
        <p:txBody>
          <a:bodyPr wrap="square" rtlCol="0">
            <a:spAutoFit/>
          </a:bodyPr>
          <a:lstStyle/>
          <a:p>
            <a:pPr algn="ctr"/>
            <a:r>
              <a:rPr lang="en-US" sz="900" dirty="0"/>
              <a:t>86</a:t>
            </a:r>
          </a:p>
        </p:txBody>
      </p:sp>
      <p:sp>
        <p:nvSpPr>
          <p:cNvPr id="71" name="TextBox 70">
            <a:extLst>
              <a:ext uri="{FF2B5EF4-FFF2-40B4-BE49-F238E27FC236}">
                <a16:creationId xmlns:a16="http://schemas.microsoft.com/office/drawing/2014/main" id="{C2C8A72B-541F-7CDF-567E-A10B7952D8C5}"/>
              </a:ext>
            </a:extLst>
          </p:cNvPr>
          <p:cNvSpPr txBox="1"/>
          <p:nvPr/>
        </p:nvSpPr>
        <p:spPr>
          <a:xfrm>
            <a:off x="3640666" y="3406653"/>
            <a:ext cx="570089" cy="230832"/>
          </a:xfrm>
          <a:prstGeom prst="rect">
            <a:avLst/>
          </a:prstGeom>
          <a:noFill/>
        </p:spPr>
        <p:txBody>
          <a:bodyPr wrap="square" rtlCol="0">
            <a:spAutoFit/>
          </a:bodyPr>
          <a:lstStyle/>
          <a:p>
            <a:pPr algn="ctr"/>
            <a:r>
              <a:rPr lang="en-US" sz="900" dirty="0"/>
              <a:t>568</a:t>
            </a:r>
          </a:p>
        </p:txBody>
      </p:sp>
      <p:sp>
        <p:nvSpPr>
          <p:cNvPr id="73" name="TextBox 72">
            <a:extLst>
              <a:ext uri="{FF2B5EF4-FFF2-40B4-BE49-F238E27FC236}">
                <a16:creationId xmlns:a16="http://schemas.microsoft.com/office/drawing/2014/main" id="{58B02CC0-4F8D-0B4D-3A3C-EEECB20ED8C7}"/>
              </a:ext>
            </a:extLst>
          </p:cNvPr>
          <p:cNvSpPr txBox="1"/>
          <p:nvPr/>
        </p:nvSpPr>
        <p:spPr>
          <a:xfrm>
            <a:off x="3138310" y="3406653"/>
            <a:ext cx="570089" cy="230832"/>
          </a:xfrm>
          <a:prstGeom prst="rect">
            <a:avLst/>
          </a:prstGeom>
          <a:noFill/>
        </p:spPr>
        <p:txBody>
          <a:bodyPr wrap="square" rtlCol="0">
            <a:spAutoFit/>
          </a:bodyPr>
          <a:lstStyle/>
          <a:p>
            <a:pPr algn="ctr"/>
            <a:r>
              <a:rPr lang="en-US" sz="900" dirty="0"/>
              <a:t>568</a:t>
            </a:r>
          </a:p>
        </p:txBody>
      </p:sp>
      <p:sp>
        <p:nvSpPr>
          <p:cNvPr id="74" name="TextBox 73">
            <a:extLst>
              <a:ext uri="{FF2B5EF4-FFF2-40B4-BE49-F238E27FC236}">
                <a16:creationId xmlns:a16="http://schemas.microsoft.com/office/drawing/2014/main" id="{147B2F6E-646F-393C-A6B1-5A7697F2B055}"/>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5FA893D4-7EE9-5EF4-E90B-71FA2648CF11}"/>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D3006B99-A56B-5008-1937-D87C5DBF580F}"/>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3FF564ED-13F4-0234-5233-CD2147268D94}"/>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F064E94C-BC5F-7C44-5E69-0DD114B58B1B}"/>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7" name="TextBox 76">
            <a:extLst>
              <a:ext uri="{FF2B5EF4-FFF2-40B4-BE49-F238E27FC236}">
                <a16:creationId xmlns:a16="http://schemas.microsoft.com/office/drawing/2014/main" id="{5010B951-677C-8D41-5705-34DBED9B83CC}"/>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B6BDED35-6EBF-BA63-0FE8-AE9359444D35}"/>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670374C7-B20A-1E84-1A58-4A81270B4305}"/>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BD62F07A-D174-0C79-3589-D020C75A5B5D}"/>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78" name="TextBox 77">
            <a:extLst>
              <a:ext uri="{FF2B5EF4-FFF2-40B4-BE49-F238E27FC236}">
                <a16:creationId xmlns:a16="http://schemas.microsoft.com/office/drawing/2014/main" id="{9EA464B4-0EBB-458B-86FC-EAE65921FD89}"/>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79" name="TextBox 78">
            <a:extLst>
              <a:ext uri="{FF2B5EF4-FFF2-40B4-BE49-F238E27FC236}">
                <a16:creationId xmlns:a16="http://schemas.microsoft.com/office/drawing/2014/main" id="{0A1719B2-91AF-BFCA-78F5-78931C07E8BC}"/>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17527467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F294E-62FA-2ADF-009C-DFCC54B739E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8D4037-C304-D871-DD59-05AC7DBC3BE3}"/>
              </a:ext>
            </a:extLst>
          </p:cNvPr>
          <p:cNvSpPr>
            <a:spLocks noGrp="1"/>
          </p:cNvSpPr>
          <p:nvPr>
            <p:ph sz="half" idx="1"/>
          </p:nvPr>
        </p:nvSpPr>
        <p:spPr>
          <a:xfrm>
            <a:off x="1429570" y="5478272"/>
            <a:ext cx="9445752" cy="1143000"/>
          </a:xfrm>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8892B4C-A352-B25D-73E0-C937F3C5E2A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095D713-93E6-0562-215F-18C706220FB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A9D4549-BEB5-E2BF-821F-B9FA517E599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C2A824B-EDD0-B14A-7AF8-AD13939D60E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463C159-E1A5-E5B6-F7E9-C51D99A5FA51}"/>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91ADFB2E-598E-F3C4-5A8F-9C591C080BC7}"/>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E668A243-C03B-633B-58A5-28E7B5388600}"/>
              </a:ext>
            </a:extLst>
          </p:cNvPr>
          <p:cNvSpPr txBox="1"/>
          <p:nvPr/>
        </p:nvSpPr>
        <p:spPr>
          <a:xfrm>
            <a:off x="4143022" y="1903821"/>
            <a:ext cx="570089" cy="230832"/>
          </a:xfrm>
          <a:prstGeom prst="rect">
            <a:avLst/>
          </a:prstGeom>
          <a:noFill/>
        </p:spPr>
        <p:txBody>
          <a:bodyPr wrap="square" rtlCol="0">
            <a:spAutoFit/>
          </a:bodyPr>
          <a:lstStyle/>
          <a:p>
            <a:pPr algn="ctr"/>
            <a:r>
              <a:rPr lang="en-US" sz="900" dirty="0"/>
              <a:t>31</a:t>
            </a:r>
          </a:p>
        </p:txBody>
      </p:sp>
      <p:sp>
        <p:nvSpPr>
          <p:cNvPr id="14" name="TextBox 13">
            <a:extLst>
              <a:ext uri="{FF2B5EF4-FFF2-40B4-BE49-F238E27FC236}">
                <a16:creationId xmlns:a16="http://schemas.microsoft.com/office/drawing/2014/main" id="{341A41C8-F3FE-70F0-65B7-687FC5739130}"/>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B150600E-B199-C927-BC66-A0C537152768}"/>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E507142E-B37C-6536-6943-12E10CD161E9}"/>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48EFA6E0-C270-54D6-9FE2-D4391E87B2A3}"/>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EDFA5E47-318E-7138-E3F2-F47BB6FCC9A7}"/>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2C4A4384-1AD0-8328-80DC-F6086DBF89D2}"/>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DD27FE94-C3FE-ECA3-FAF1-C5BE50DEF512}"/>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B15C9B3B-E8F8-1DA1-A357-A66344B0195E}"/>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0AB200E3-1C41-06DA-464B-BCCDA710D0B7}"/>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1C9F73ED-DB78-36E5-6B4A-B56A42904C7B}"/>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5205C1D4-2DD4-833F-2AA9-ABB8E3B1EACD}"/>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532F9372-CE17-604D-F431-B1E87084EF10}"/>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6DD28AA1-0AA7-88D8-43C0-37412F13B110}"/>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3BC8E988-7D97-93B7-2076-EB048DBBB219}"/>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1EB709BD-DCE2-9527-1D2E-657E8CE747AB}"/>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6FA0CF28-CD30-F7B4-9576-CC273641713A}"/>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6CCCAFDC-F6A0-0A2B-A815-12A8488D427E}"/>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C7D688C1-721A-9BBF-22CD-9C2674546825}"/>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5A019EBA-3B3C-6E11-4B56-E9D9E08E14FA}"/>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5509133C-A8BC-23BC-0695-98A16B6B74CF}"/>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63502D26-4FE4-65FB-3828-01D5A90C48E9}"/>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E74B9934-1222-1910-444A-A6A65AF6A9B0}"/>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744918DD-341A-6E7E-66DD-815C2C3092A1}"/>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3727BFE0-B838-E809-0BFF-875BA1B594FD}"/>
              </a:ext>
            </a:extLst>
          </p:cNvPr>
          <p:cNvSpPr txBox="1"/>
          <p:nvPr/>
        </p:nvSpPr>
        <p:spPr>
          <a:xfrm>
            <a:off x="4645378" y="3406653"/>
            <a:ext cx="570089" cy="230832"/>
          </a:xfrm>
          <a:prstGeom prst="rect">
            <a:avLst/>
          </a:prstGeom>
          <a:noFill/>
        </p:spPr>
        <p:txBody>
          <a:bodyPr wrap="square" rtlCol="0">
            <a:spAutoFit/>
          </a:bodyPr>
          <a:lstStyle/>
          <a:p>
            <a:pPr algn="ctr"/>
            <a:r>
              <a:rPr lang="en-US" sz="900" dirty="0"/>
              <a:t>689</a:t>
            </a:r>
          </a:p>
        </p:txBody>
      </p:sp>
      <p:sp>
        <p:nvSpPr>
          <p:cNvPr id="42" name="TextBox 41">
            <a:extLst>
              <a:ext uri="{FF2B5EF4-FFF2-40B4-BE49-F238E27FC236}">
                <a16:creationId xmlns:a16="http://schemas.microsoft.com/office/drawing/2014/main" id="{A9A20FB8-34A5-327D-5EDA-8ACD48C30025}"/>
              </a:ext>
            </a:extLst>
          </p:cNvPr>
          <p:cNvSpPr txBox="1"/>
          <p:nvPr/>
        </p:nvSpPr>
        <p:spPr>
          <a:xfrm>
            <a:off x="4645378" y="3907597"/>
            <a:ext cx="570089" cy="230832"/>
          </a:xfrm>
          <a:prstGeom prst="rect">
            <a:avLst/>
          </a:prstGeom>
          <a:noFill/>
        </p:spPr>
        <p:txBody>
          <a:bodyPr wrap="square" rtlCol="0">
            <a:spAutoFit/>
          </a:bodyPr>
          <a:lstStyle/>
          <a:p>
            <a:pPr algn="ctr"/>
            <a:r>
              <a:rPr lang="en-US" sz="900" dirty="0"/>
              <a:t>78</a:t>
            </a:r>
          </a:p>
        </p:txBody>
      </p:sp>
      <p:sp>
        <p:nvSpPr>
          <p:cNvPr id="43" name="TextBox 42">
            <a:extLst>
              <a:ext uri="{FF2B5EF4-FFF2-40B4-BE49-F238E27FC236}">
                <a16:creationId xmlns:a16="http://schemas.microsoft.com/office/drawing/2014/main" id="{59992764-9E22-43DE-42DD-48B665421A43}"/>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133E1C10-4C1D-7989-FA20-01560BBB7276}"/>
              </a:ext>
            </a:extLst>
          </p:cNvPr>
          <p:cNvSpPr txBox="1"/>
          <p:nvPr/>
        </p:nvSpPr>
        <p:spPr>
          <a:xfrm>
            <a:off x="4645378" y="4909484"/>
            <a:ext cx="570089" cy="230832"/>
          </a:xfrm>
          <a:prstGeom prst="rect">
            <a:avLst/>
          </a:prstGeom>
          <a:noFill/>
        </p:spPr>
        <p:txBody>
          <a:bodyPr wrap="square" rtlCol="0">
            <a:spAutoFit/>
          </a:bodyPr>
          <a:lstStyle/>
          <a:p>
            <a:pPr algn="ctr"/>
            <a:r>
              <a:rPr lang="en-US" sz="900" dirty="0"/>
              <a:t>89</a:t>
            </a:r>
          </a:p>
        </p:txBody>
      </p:sp>
      <p:sp>
        <p:nvSpPr>
          <p:cNvPr id="45" name="TextBox 44">
            <a:extLst>
              <a:ext uri="{FF2B5EF4-FFF2-40B4-BE49-F238E27FC236}">
                <a16:creationId xmlns:a16="http://schemas.microsoft.com/office/drawing/2014/main" id="{1A39FD6F-1011-99B1-9BF4-5D6C536BE9EA}"/>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65ED5FC9-0C1F-ABD1-BD39-68E2822DB5E1}"/>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14AAD6ED-6B96-772D-5791-86CEBEAF91DA}"/>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093582FC-10F3-7881-EBC4-2BC45BD741C5}"/>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4982B14A-5E79-FC6B-F880-8883DFFC9117}"/>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8B8A9FF1-F89E-2598-0855-0B820431F429}"/>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E87B70E4-A863-49BE-8D97-2DD6543F0D26}"/>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FA4087E9-3A5A-1A04-40C1-35881A04A22B}"/>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FA24F25B-E8EE-E227-0F1A-33FF6D4664C7}"/>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2A51F2A1-458D-2C0C-7DA7-944D0C620A3E}"/>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A82F4C5E-B8BA-9880-9CFB-59E7FA70F843}"/>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DD4734F3-AE1D-78A9-2F30-EC450046B673}"/>
              </a:ext>
            </a:extLst>
          </p:cNvPr>
          <p:cNvSpPr txBox="1"/>
          <p:nvPr/>
        </p:nvSpPr>
        <p:spPr>
          <a:xfrm>
            <a:off x="6654802" y="3907597"/>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C5066C02-2171-616A-F920-324242F095C1}"/>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63D7BBDC-CE59-5E7A-9AF7-3EEC6511ACE6}"/>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20ECA57C-5A43-A504-9DD1-438A83DF3B35}"/>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155253D1-894E-FB3E-52EE-6BF7DC67EC93}"/>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A4231075-2BAC-180B-A00A-95C7EB572E8E}"/>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0AD749A0-FF5C-FEDC-8339-C7A3EA7DBB6D}"/>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61" name="TextBox 60">
            <a:extLst>
              <a:ext uri="{FF2B5EF4-FFF2-40B4-BE49-F238E27FC236}">
                <a16:creationId xmlns:a16="http://schemas.microsoft.com/office/drawing/2014/main" id="{287BBD00-A846-C083-12C1-9E185CF45037}"/>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4" name="TextBox 63">
            <a:extLst>
              <a:ext uri="{FF2B5EF4-FFF2-40B4-BE49-F238E27FC236}">
                <a16:creationId xmlns:a16="http://schemas.microsoft.com/office/drawing/2014/main" id="{9C17D58B-35DB-F269-4E96-D07822A81050}"/>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5" name="TextBox 64">
            <a:extLst>
              <a:ext uri="{FF2B5EF4-FFF2-40B4-BE49-F238E27FC236}">
                <a16:creationId xmlns:a16="http://schemas.microsoft.com/office/drawing/2014/main" id="{228C64F2-5912-1C56-18F1-BA0A0006651E}"/>
              </a:ext>
            </a:extLst>
          </p:cNvPr>
          <p:cNvSpPr txBox="1"/>
          <p:nvPr/>
        </p:nvSpPr>
        <p:spPr>
          <a:xfrm>
            <a:off x="5650090" y="2905709"/>
            <a:ext cx="570089" cy="230832"/>
          </a:xfrm>
          <a:prstGeom prst="rect">
            <a:avLst/>
          </a:prstGeom>
          <a:noFill/>
        </p:spPr>
        <p:txBody>
          <a:bodyPr wrap="square" rtlCol="0">
            <a:spAutoFit/>
          </a:bodyPr>
          <a:lstStyle/>
          <a:p>
            <a:pPr algn="ctr"/>
            <a:r>
              <a:rPr lang="en-US" sz="900" dirty="0"/>
              <a:t>68</a:t>
            </a:r>
          </a:p>
        </p:txBody>
      </p:sp>
      <p:sp>
        <p:nvSpPr>
          <p:cNvPr id="66" name="TextBox 65">
            <a:extLst>
              <a:ext uri="{FF2B5EF4-FFF2-40B4-BE49-F238E27FC236}">
                <a16:creationId xmlns:a16="http://schemas.microsoft.com/office/drawing/2014/main" id="{6D2CDEF3-3B10-C934-9736-4CD8DD6AC69F}"/>
              </a:ext>
            </a:extLst>
          </p:cNvPr>
          <p:cNvSpPr txBox="1"/>
          <p:nvPr/>
        </p:nvSpPr>
        <p:spPr>
          <a:xfrm>
            <a:off x="5147734" y="3406653"/>
            <a:ext cx="570089" cy="230832"/>
          </a:xfrm>
          <a:prstGeom prst="rect">
            <a:avLst/>
          </a:prstGeom>
          <a:noFill/>
        </p:spPr>
        <p:txBody>
          <a:bodyPr wrap="square" rtlCol="0">
            <a:spAutoFit/>
          </a:bodyPr>
          <a:lstStyle/>
          <a:p>
            <a:pPr algn="ctr"/>
            <a:r>
              <a:rPr lang="en-US" sz="900" dirty="0"/>
              <a:t>689</a:t>
            </a:r>
          </a:p>
        </p:txBody>
      </p:sp>
      <p:sp>
        <p:nvSpPr>
          <p:cNvPr id="67" name="TextBox 66">
            <a:extLst>
              <a:ext uri="{FF2B5EF4-FFF2-40B4-BE49-F238E27FC236}">
                <a16:creationId xmlns:a16="http://schemas.microsoft.com/office/drawing/2014/main" id="{1098F3F2-FF21-F61D-1F03-AA7A56D311C8}"/>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0" name="TextBox 69">
            <a:extLst>
              <a:ext uri="{FF2B5EF4-FFF2-40B4-BE49-F238E27FC236}">
                <a16:creationId xmlns:a16="http://schemas.microsoft.com/office/drawing/2014/main" id="{61DF7382-0EF0-5A8F-22BB-D2E0859A6F3D}"/>
              </a:ext>
            </a:extLst>
          </p:cNvPr>
          <p:cNvSpPr txBox="1"/>
          <p:nvPr/>
        </p:nvSpPr>
        <p:spPr>
          <a:xfrm>
            <a:off x="3138310" y="2905709"/>
            <a:ext cx="570089" cy="230832"/>
          </a:xfrm>
          <a:prstGeom prst="rect">
            <a:avLst/>
          </a:prstGeom>
          <a:noFill/>
        </p:spPr>
        <p:txBody>
          <a:bodyPr wrap="square" rtlCol="0">
            <a:spAutoFit/>
          </a:bodyPr>
          <a:lstStyle/>
          <a:p>
            <a:pPr algn="ctr"/>
            <a:r>
              <a:rPr lang="en-US" sz="900" dirty="0"/>
              <a:t>86</a:t>
            </a:r>
          </a:p>
        </p:txBody>
      </p:sp>
      <p:sp>
        <p:nvSpPr>
          <p:cNvPr id="71" name="TextBox 70">
            <a:extLst>
              <a:ext uri="{FF2B5EF4-FFF2-40B4-BE49-F238E27FC236}">
                <a16:creationId xmlns:a16="http://schemas.microsoft.com/office/drawing/2014/main" id="{5DC3B699-7D4F-56AB-9612-9D3A4A7C8928}"/>
              </a:ext>
            </a:extLst>
          </p:cNvPr>
          <p:cNvSpPr txBox="1"/>
          <p:nvPr/>
        </p:nvSpPr>
        <p:spPr>
          <a:xfrm>
            <a:off x="3640666" y="3406653"/>
            <a:ext cx="570089" cy="230832"/>
          </a:xfrm>
          <a:prstGeom prst="rect">
            <a:avLst/>
          </a:prstGeom>
          <a:noFill/>
        </p:spPr>
        <p:txBody>
          <a:bodyPr wrap="square" rtlCol="0">
            <a:spAutoFit/>
          </a:bodyPr>
          <a:lstStyle/>
          <a:p>
            <a:pPr algn="ctr"/>
            <a:r>
              <a:rPr lang="en-US" sz="900" dirty="0"/>
              <a:t>568</a:t>
            </a:r>
          </a:p>
        </p:txBody>
      </p:sp>
      <p:sp>
        <p:nvSpPr>
          <p:cNvPr id="73" name="TextBox 72">
            <a:extLst>
              <a:ext uri="{FF2B5EF4-FFF2-40B4-BE49-F238E27FC236}">
                <a16:creationId xmlns:a16="http://schemas.microsoft.com/office/drawing/2014/main" id="{E5E1235D-229F-02CB-EC1D-43C414AB0B59}"/>
              </a:ext>
            </a:extLst>
          </p:cNvPr>
          <p:cNvSpPr txBox="1"/>
          <p:nvPr/>
        </p:nvSpPr>
        <p:spPr>
          <a:xfrm>
            <a:off x="3138310" y="3406653"/>
            <a:ext cx="570089" cy="230832"/>
          </a:xfrm>
          <a:prstGeom prst="rect">
            <a:avLst/>
          </a:prstGeom>
          <a:noFill/>
        </p:spPr>
        <p:txBody>
          <a:bodyPr wrap="square" rtlCol="0">
            <a:spAutoFit/>
          </a:bodyPr>
          <a:lstStyle/>
          <a:p>
            <a:pPr algn="ctr"/>
            <a:r>
              <a:rPr lang="en-US" sz="900" dirty="0"/>
              <a:t>68</a:t>
            </a:r>
          </a:p>
        </p:txBody>
      </p:sp>
      <p:sp>
        <p:nvSpPr>
          <p:cNvPr id="74" name="TextBox 73">
            <a:extLst>
              <a:ext uri="{FF2B5EF4-FFF2-40B4-BE49-F238E27FC236}">
                <a16:creationId xmlns:a16="http://schemas.microsoft.com/office/drawing/2014/main" id="{DC752B0F-D702-9E6D-2031-90A935D122D0}"/>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9EA9474A-E8C1-A036-5539-46BA3317BE54}"/>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6F315625-4E92-9B2C-E93D-46E38733B30F}"/>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84671BE2-549D-DDDD-F4FB-8F4D20C7C0DF}"/>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D6A72B4A-F17E-F703-4F37-6EAF96B38EDB}"/>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7" name="TextBox 76">
            <a:extLst>
              <a:ext uri="{FF2B5EF4-FFF2-40B4-BE49-F238E27FC236}">
                <a16:creationId xmlns:a16="http://schemas.microsoft.com/office/drawing/2014/main" id="{9C216D2F-1A70-E0E1-2211-5FA6FCD9D0B9}"/>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3B9D27D5-A469-14C1-4003-CCDC21332939}"/>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5AD2F519-F189-BDBD-E3FF-15AC2FE8EB58}"/>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5F291EE9-424B-2E99-C6BD-86956562FD1F}"/>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78" name="TextBox 77">
            <a:extLst>
              <a:ext uri="{FF2B5EF4-FFF2-40B4-BE49-F238E27FC236}">
                <a16:creationId xmlns:a16="http://schemas.microsoft.com/office/drawing/2014/main" id="{ABC680AD-94FD-2E49-4BBC-D0113C798C28}"/>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79" name="TextBox 78">
            <a:extLst>
              <a:ext uri="{FF2B5EF4-FFF2-40B4-BE49-F238E27FC236}">
                <a16:creationId xmlns:a16="http://schemas.microsoft.com/office/drawing/2014/main" id="{71E6AF7B-49E0-E6F7-9F2B-BEE5DE9A3590}"/>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2336F132-67A7-1307-A82C-851A3743BF81}"/>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5D468D3D-2632-A9B4-DEDE-E0C2C27970B5}"/>
              </a:ext>
            </a:extLst>
          </p:cNvPr>
          <p:cNvSpPr txBox="1"/>
          <p:nvPr/>
        </p:nvSpPr>
        <p:spPr>
          <a:xfrm>
            <a:off x="6714071" y="4244561"/>
            <a:ext cx="462845" cy="584775"/>
          </a:xfrm>
          <a:prstGeom prst="rect">
            <a:avLst/>
          </a:prstGeom>
          <a:noFill/>
        </p:spPr>
        <p:txBody>
          <a:bodyPr wrap="square" rtlCol="0">
            <a:spAutoFit/>
          </a:bodyPr>
          <a:lstStyle/>
          <a:p>
            <a:pPr algn="ctr"/>
            <a:r>
              <a:rPr lang="en-US" sz="3200" dirty="0"/>
              <a:t>5</a:t>
            </a:r>
          </a:p>
        </p:txBody>
      </p:sp>
      <p:sp>
        <p:nvSpPr>
          <p:cNvPr id="80" name="TextBox 79">
            <a:extLst>
              <a:ext uri="{FF2B5EF4-FFF2-40B4-BE49-F238E27FC236}">
                <a16:creationId xmlns:a16="http://schemas.microsoft.com/office/drawing/2014/main" id="{327C0305-2C90-A3A2-6666-6CD0B01B7E28}"/>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8AE7DBBE-B25C-EB0D-B644-27C8D78A1162}"/>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0351317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909D6-F209-6B89-FEBD-6AC2FB183B4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3FF86C-FF1D-23C3-1888-3FFD25085638}"/>
              </a:ext>
            </a:extLst>
          </p:cNvPr>
          <p:cNvSpPr>
            <a:spLocks noGrp="1"/>
          </p:cNvSpPr>
          <p:nvPr>
            <p:ph sz="half" idx="1"/>
          </p:nvPr>
        </p:nvSpPr>
        <p:spPr>
          <a:xfrm>
            <a:off x="1429570" y="5478272"/>
            <a:ext cx="9445752" cy="1143000"/>
          </a:xfrm>
        </p:spPr>
        <p:txBody>
          <a:bodyPr>
            <a:normAutofit/>
          </a:bodyPr>
          <a:lstStyle/>
          <a:p>
            <a:r>
              <a:rPr lang="en-US" dirty="0"/>
              <a:t>Cage sum in [26 in 5] eliminates the 2.</a:t>
            </a:r>
          </a:p>
        </p:txBody>
      </p:sp>
      <p:pic>
        <p:nvPicPr>
          <p:cNvPr id="4" name="Picture 3" descr="A grid of sudoku puzzle&#10;&#10;Description automatically generated">
            <a:extLst>
              <a:ext uri="{FF2B5EF4-FFF2-40B4-BE49-F238E27FC236}">
                <a16:creationId xmlns:a16="http://schemas.microsoft.com/office/drawing/2014/main" id="{CE9C4CEF-5BE0-1F5C-F444-D8EA29351E3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F520784-396A-1693-A175-F5456DC6CA3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4061A59-7CAD-ECCD-2437-89F07A9370B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E9692C5-A515-006B-3E93-E872CAE01AD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414D846-E4DB-848B-E062-FFD7489E1B31}"/>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0AEBFB18-927B-A3C7-E971-5398A8D665FC}"/>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1926E6D4-FB22-71CC-FEBF-4DF191CDA56E}"/>
              </a:ext>
            </a:extLst>
          </p:cNvPr>
          <p:cNvSpPr txBox="1"/>
          <p:nvPr/>
        </p:nvSpPr>
        <p:spPr>
          <a:xfrm>
            <a:off x="4143022" y="1903821"/>
            <a:ext cx="570089" cy="230832"/>
          </a:xfrm>
          <a:prstGeom prst="rect">
            <a:avLst/>
          </a:prstGeom>
          <a:noFill/>
        </p:spPr>
        <p:txBody>
          <a:bodyPr wrap="square" rtlCol="0">
            <a:spAutoFit/>
          </a:bodyPr>
          <a:lstStyle/>
          <a:p>
            <a:pPr algn="ctr"/>
            <a:r>
              <a:rPr lang="en-US" sz="900" dirty="0"/>
              <a:t>31</a:t>
            </a:r>
          </a:p>
        </p:txBody>
      </p:sp>
      <p:sp>
        <p:nvSpPr>
          <p:cNvPr id="14" name="TextBox 13">
            <a:extLst>
              <a:ext uri="{FF2B5EF4-FFF2-40B4-BE49-F238E27FC236}">
                <a16:creationId xmlns:a16="http://schemas.microsoft.com/office/drawing/2014/main" id="{4F5CF810-F4B5-DFD4-AC0A-921CD0551F9F}"/>
              </a:ext>
            </a:extLst>
          </p:cNvPr>
          <p:cNvSpPr txBox="1"/>
          <p:nvPr/>
        </p:nvSpPr>
        <p:spPr>
          <a:xfrm>
            <a:off x="3640666" y="1903821"/>
            <a:ext cx="570089" cy="230832"/>
          </a:xfrm>
          <a:prstGeom prst="rect">
            <a:avLst/>
          </a:prstGeom>
          <a:noFill/>
        </p:spPr>
        <p:txBody>
          <a:bodyPr wrap="square" rtlCol="0">
            <a:spAutoFit/>
          </a:bodyPr>
          <a:lstStyle/>
          <a:p>
            <a:pPr algn="ctr"/>
            <a:r>
              <a:rPr lang="en-US" sz="900" dirty="0"/>
              <a:t>76</a:t>
            </a:r>
          </a:p>
        </p:txBody>
      </p:sp>
      <p:sp>
        <p:nvSpPr>
          <p:cNvPr id="15" name="TextBox 14">
            <a:extLst>
              <a:ext uri="{FF2B5EF4-FFF2-40B4-BE49-F238E27FC236}">
                <a16:creationId xmlns:a16="http://schemas.microsoft.com/office/drawing/2014/main" id="{B686E3ED-15BB-376D-969D-638E71EE1169}"/>
              </a:ext>
            </a:extLst>
          </p:cNvPr>
          <p:cNvSpPr txBox="1"/>
          <p:nvPr/>
        </p:nvSpPr>
        <p:spPr>
          <a:xfrm>
            <a:off x="3138310"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5DACAF13-412C-4B87-1F41-B6807BE0A7EB}"/>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975CFF22-7ADD-B6EF-DAD1-4422B54F8858}"/>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8BF3D01F-EC1A-B7D3-9A00-05C63627E99D}"/>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38C51B2E-C5E5-E55B-9048-1F1888ADE47F}"/>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4EE667C9-4430-C0CF-2BD7-EDD423C4DFC8}"/>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488A5751-FBA9-0B55-C49E-AE9CE0F34780}"/>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808EFB92-754F-EAA4-4020-9E700C1A6CF7}"/>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6A815C15-A067-C9AB-0087-7008CB0DAB4D}"/>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6D152183-42EC-5CD4-997D-E2A37A671A69}"/>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5A04BF40-4009-C818-E894-E7284F065EA0}"/>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D1B0086F-CCBE-D249-9C98-448CF6628E3A}"/>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595DCF82-0488-A67A-E3BC-66A40A231AD7}"/>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8E6831EA-6442-C97D-D0DD-5FEFB42BD63A}"/>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ACC489F7-63D9-F0FC-C479-375F9E87D42B}"/>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01E611FD-F7F9-E8F6-CBF3-0E4343D97CF1}"/>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373C7B40-0C64-2CA0-50AF-1525EDF783FF}"/>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A254FC9D-056F-6159-FD60-A598F88037BB}"/>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E80A20A4-373E-578D-F34B-464C8479A87D}"/>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23859A49-6FDF-9A03-C9AB-5D907AE10835}"/>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D2A59656-63F8-59F6-BE50-B894AFBE4338}"/>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C237DB7E-AA38-14B2-28A6-DCE94C85F7E6}"/>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23542E2A-4875-8713-E13C-B82A0F55A08A}"/>
              </a:ext>
            </a:extLst>
          </p:cNvPr>
          <p:cNvSpPr txBox="1"/>
          <p:nvPr/>
        </p:nvSpPr>
        <p:spPr>
          <a:xfrm>
            <a:off x="4645378" y="3406653"/>
            <a:ext cx="570089" cy="230832"/>
          </a:xfrm>
          <a:prstGeom prst="rect">
            <a:avLst/>
          </a:prstGeom>
          <a:noFill/>
        </p:spPr>
        <p:txBody>
          <a:bodyPr wrap="square" rtlCol="0">
            <a:spAutoFit/>
          </a:bodyPr>
          <a:lstStyle/>
          <a:p>
            <a:pPr algn="ctr"/>
            <a:r>
              <a:rPr lang="en-US" sz="900" dirty="0"/>
              <a:t>689</a:t>
            </a:r>
          </a:p>
        </p:txBody>
      </p:sp>
      <p:sp>
        <p:nvSpPr>
          <p:cNvPr id="42" name="TextBox 41">
            <a:extLst>
              <a:ext uri="{FF2B5EF4-FFF2-40B4-BE49-F238E27FC236}">
                <a16:creationId xmlns:a16="http://schemas.microsoft.com/office/drawing/2014/main" id="{4D7C7C91-D3D3-BCED-9609-B0EC45667EE9}"/>
              </a:ext>
            </a:extLst>
          </p:cNvPr>
          <p:cNvSpPr txBox="1"/>
          <p:nvPr/>
        </p:nvSpPr>
        <p:spPr>
          <a:xfrm>
            <a:off x="4645378" y="3907597"/>
            <a:ext cx="570089" cy="230832"/>
          </a:xfrm>
          <a:prstGeom prst="rect">
            <a:avLst/>
          </a:prstGeom>
          <a:noFill/>
        </p:spPr>
        <p:txBody>
          <a:bodyPr wrap="square" rtlCol="0">
            <a:spAutoFit/>
          </a:bodyPr>
          <a:lstStyle/>
          <a:p>
            <a:pPr algn="ctr"/>
            <a:r>
              <a:rPr lang="en-US" sz="900" dirty="0"/>
              <a:t>78</a:t>
            </a:r>
          </a:p>
        </p:txBody>
      </p:sp>
      <p:sp>
        <p:nvSpPr>
          <p:cNvPr id="43" name="TextBox 42">
            <a:extLst>
              <a:ext uri="{FF2B5EF4-FFF2-40B4-BE49-F238E27FC236}">
                <a16:creationId xmlns:a16="http://schemas.microsoft.com/office/drawing/2014/main" id="{E66BA630-C884-CE18-60CC-DAEFD1B89D5F}"/>
              </a:ext>
            </a:extLst>
          </p:cNvPr>
          <p:cNvSpPr txBox="1"/>
          <p:nvPr/>
        </p:nvSpPr>
        <p:spPr>
          <a:xfrm>
            <a:off x="4645378" y="4408541"/>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D06EC49C-5A22-B2E8-D77C-55245D1BC663}"/>
              </a:ext>
            </a:extLst>
          </p:cNvPr>
          <p:cNvSpPr txBox="1"/>
          <p:nvPr/>
        </p:nvSpPr>
        <p:spPr>
          <a:xfrm>
            <a:off x="4645378" y="4909484"/>
            <a:ext cx="570089" cy="230832"/>
          </a:xfrm>
          <a:prstGeom prst="rect">
            <a:avLst/>
          </a:prstGeom>
          <a:noFill/>
        </p:spPr>
        <p:txBody>
          <a:bodyPr wrap="square" rtlCol="0">
            <a:spAutoFit/>
          </a:bodyPr>
          <a:lstStyle/>
          <a:p>
            <a:pPr algn="ctr"/>
            <a:r>
              <a:rPr lang="en-US" sz="900" dirty="0"/>
              <a:t>89</a:t>
            </a:r>
          </a:p>
        </p:txBody>
      </p:sp>
      <p:sp>
        <p:nvSpPr>
          <p:cNvPr id="45" name="TextBox 44">
            <a:extLst>
              <a:ext uri="{FF2B5EF4-FFF2-40B4-BE49-F238E27FC236}">
                <a16:creationId xmlns:a16="http://schemas.microsoft.com/office/drawing/2014/main" id="{9B764873-8869-65CC-7C7E-4EC99712FE83}"/>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3D314A04-AD99-96A4-BFA7-56858F6982E9}"/>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8AB2073A-4D52-2DA6-6156-EFB565AC9084}"/>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762834FA-8F13-CDAF-24AD-1A4A88ECFFDE}"/>
              </a:ext>
            </a:extLst>
          </p:cNvPr>
          <p:cNvSpPr txBox="1"/>
          <p:nvPr/>
        </p:nvSpPr>
        <p:spPr>
          <a:xfrm>
            <a:off x="7157158" y="3406653"/>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9E5EE64C-46D2-0700-A03C-93B60A56B3EC}"/>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50EC54B8-77D2-A2CF-CABD-E74801C568EA}"/>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0A07C5C5-9586-1EE8-3C3D-E1AAC07D58A3}"/>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E4392987-7252-FA0E-5A64-0449A6DBF15C}"/>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E447DD5E-78C4-20B6-9F4D-10B2F1A654B0}"/>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7A30D042-4C9B-EC63-971F-DDB89EF91E6A}"/>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05D5E527-BCD2-86CB-6E18-EB0287A00954}"/>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1AF67D63-8F2C-9A49-F151-38C7DFB433D4}"/>
              </a:ext>
            </a:extLst>
          </p:cNvPr>
          <p:cNvSpPr txBox="1"/>
          <p:nvPr/>
        </p:nvSpPr>
        <p:spPr>
          <a:xfrm>
            <a:off x="6654802" y="3907597"/>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FF411117-C9D4-DEF7-9774-859E168C336F}"/>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7C7687D4-0093-B0F0-66F1-7E16BF482A71}"/>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B155135A-4633-A858-3232-CB6998EA7B1D}"/>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2856D56E-7547-B20F-7774-9D47E5EAB4EB}"/>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BEF52657-EE7F-6203-7EA2-4BAAF1396108}"/>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BD94568F-5D34-195C-BD6C-8EB0C1105967}"/>
              </a:ext>
            </a:extLst>
          </p:cNvPr>
          <p:cNvSpPr txBox="1"/>
          <p:nvPr/>
        </p:nvSpPr>
        <p:spPr>
          <a:xfrm>
            <a:off x="7157158" y="3907597"/>
            <a:ext cx="570089" cy="230832"/>
          </a:xfrm>
          <a:prstGeom prst="rect">
            <a:avLst/>
          </a:prstGeom>
          <a:noFill/>
        </p:spPr>
        <p:txBody>
          <a:bodyPr wrap="square" rtlCol="0">
            <a:spAutoFit/>
          </a:bodyPr>
          <a:lstStyle/>
          <a:p>
            <a:pPr algn="ctr"/>
            <a:r>
              <a:rPr lang="en-US" sz="900" dirty="0"/>
              <a:t>31</a:t>
            </a:r>
          </a:p>
        </p:txBody>
      </p:sp>
      <p:sp>
        <p:nvSpPr>
          <p:cNvPr id="61" name="TextBox 60">
            <a:extLst>
              <a:ext uri="{FF2B5EF4-FFF2-40B4-BE49-F238E27FC236}">
                <a16:creationId xmlns:a16="http://schemas.microsoft.com/office/drawing/2014/main" id="{B04EC2F4-FC6B-420E-F79D-F58B883F6B97}"/>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4" name="TextBox 63">
            <a:extLst>
              <a:ext uri="{FF2B5EF4-FFF2-40B4-BE49-F238E27FC236}">
                <a16:creationId xmlns:a16="http://schemas.microsoft.com/office/drawing/2014/main" id="{34F7A0A1-063F-426F-BE94-1A8CC36D55D4}"/>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5" name="TextBox 64">
            <a:extLst>
              <a:ext uri="{FF2B5EF4-FFF2-40B4-BE49-F238E27FC236}">
                <a16:creationId xmlns:a16="http://schemas.microsoft.com/office/drawing/2014/main" id="{456C97C2-E791-5CB5-C154-26555835CDDB}"/>
              </a:ext>
            </a:extLst>
          </p:cNvPr>
          <p:cNvSpPr txBox="1"/>
          <p:nvPr/>
        </p:nvSpPr>
        <p:spPr>
          <a:xfrm>
            <a:off x="5650090" y="2905709"/>
            <a:ext cx="570089" cy="230832"/>
          </a:xfrm>
          <a:prstGeom prst="rect">
            <a:avLst/>
          </a:prstGeom>
          <a:noFill/>
        </p:spPr>
        <p:txBody>
          <a:bodyPr wrap="square" rtlCol="0">
            <a:spAutoFit/>
          </a:bodyPr>
          <a:lstStyle/>
          <a:p>
            <a:pPr algn="ctr"/>
            <a:r>
              <a:rPr lang="en-US" sz="900" dirty="0"/>
              <a:t>68</a:t>
            </a:r>
          </a:p>
        </p:txBody>
      </p:sp>
      <p:sp>
        <p:nvSpPr>
          <p:cNvPr id="66" name="TextBox 65">
            <a:extLst>
              <a:ext uri="{FF2B5EF4-FFF2-40B4-BE49-F238E27FC236}">
                <a16:creationId xmlns:a16="http://schemas.microsoft.com/office/drawing/2014/main" id="{49DED657-1D29-3FE4-8CBC-265A2EA9F389}"/>
              </a:ext>
            </a:extLst>
          </p:cNvPr>
          <p:cNvSpPr txBox="1"/>
          <p:nvPr/>
        </p:nvSpPr>
        <p:spPr>
          <a:xfrm>
            <a:off x="5147734" y="3406653"/>
            <a:ext cx="570089" cy="230832"/>
          </a:xfrm>
          <a:prstGeom prst="rect">
            <a:avLst/>
          </a:prstGeom>
          <a:noFill/>
        </p:spPr>
        <p:txBody>
          <a:bodyPr wrap="square" rtlCol="0">
            <a:spAutoFit/>
          </a:bodyPr>
          <a:lstStyle/>
          <a:p>
            <a:pPr algn="ctr"/>
            <a:r>
              <a:rPr lang="en-US" sz="900" dirty="0"/>
              <a:t>689</a:t>
            </a:r>
          </a:p>
        </p:txBody>
      </p:sp>
      <p:sp>
        <p:nvSpPr>
          <p:cNvPr id="67" name="TextBox 66">
            <a:extLst>
              <a:ext uri="{FF2B5EF4-FFF2-40B4-BE49-F238E27FC236}">
                <a16:creationId xmlns:a16="http://schemas.microsoft.com/office/drawing/2014/main" id="{3EAD4779-50F5-B05A-0F59-6FBD6C424C36}"/>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0" name="TextBox 69">
            <a:extLst>
              <a:ext uri="{FF2B5EF4-FFF2-40B4-BE49-F238E27FC236}">
                <a16:creationId xmlns:a16="http://schemas.microsoft.com/office/drawing/2014/main" id="{C6B8F16E-7609-B411-AEDB-BE2CC8589731}"/>
              </a:ext>
            </a:extLst>
          </p:cNvPr>
          <p:cNvSpPr txBox="1"/>
          <p:nvPr/>
        </p:nvSpPr>
        <p:spPr>
          <a:xfrm>
            <a:off x="3138310" y="2905709"/>
            <a:ext cx="570089" cy="230832"/>
          </a:xfrm>
          <a:prstGeom prst="rect">
            <a:avLst/>
          </a:prstGeom>
          <a:noFill/>
        </p:spPr>
        <p:txBody>
          <a:bodyPr wrap="square" rtlCol="0">
            <a:spAutoFit/>
          </a:bodyPr>
          <a:lstStyle/>
          <a:p>
            <a:pPr algn="ctr"/>
            <a:r>
              <a:rPr lang="en-US" sz="900" dirty="0"/>
              <a:t>86</a:t>
            </a:r>
          </a:p>
        </p:txBody>
      </p:sp>
      <p:sp>
        <p:nvSpPr>
          <p:cNvPr id="71" name="TextBox 70">
            <a:extLst>
              <a:ext uri="{FF2B5EF4-FFF2-40B4-BE49-F238E27FC236}">
                <a16:creationId xmlns:a16="http://schemas.microsoft.com/office/drawing/2014/main" id="{7B27313D-4253-5699-C3F5-80CDF69F63AA}"/>
              </a:ext>
            </a:extLst>
          </p:cNvPr>
          <p:cNvSpPr txBox="1"/>
          <p:nvPr/>
        </p:nvSpPr>
        <p:spPr>
          <a:xfrm>
            <a:off x="3640666" y="3406653"/>
            <a:ext cx="570089" cy="230832"/>
          </a:xfrm>
          <a:prstGeom prst="rect">
            <a:avLst/>
          </a:prstGeom>
          <a:noFill/>
        </p:spPr>
        <p:txBody>
          <a:bodyPr wrap="square" rtlCol="0">
            <a:spAutoFit/>
          </a:bodyPr>
          <a:lstStyle/>
          <a:p>
            <a:pPr algn="ctr"/>
            <a:r>
              <a:rPr lang="en-US" sz="900" dirty="0"/>
              <a:t>568</a:t>
            </a:r>
          </a:p>
        </p:txBody>
      </p:sp>
      <p:sp>
        <p:nvSpPr>
          <p:cNvPr id="73" name="TextBox 72">
            <a:extLst>
              <a:ext uri="{FF2B5EF4-FFF2-40B4-BE49-F238E27FC236}">
                <a16:creationId xmlns:a16="http://schemas.microsoft.com/office/drawing/2014/main" id="{84CD1F69-C68E-F4E8-6CA2-26678831E2C5}"/>
              </a:ext>
            </a:extLst>
          </p:cNvPr>
          <p:cNvSpPr txBox="1"/>
          <p:nvPr/>
        </p:nvSpPr>
        <p:spPr>
          <a:xfrm>
            <a:off x="3138310" y="3406653"/>
            <a:ext cx="570089" cy="230832"/>
          </a:xfrm>
          <a:prstGeom prst="rect">
            <a:avLst/>
          </a:prstGeom>
          <a:noFill/>
        </p:spPr>
        <p:txBody>
          <a:bodyPr wrap="square" rtlCol="0">
            <a:spAutoFit/>
          </a:bodyPr>
          <a:lstStyle/>
          <a:p>
            <a:pPr algn="ctr"/>
            <a:r>
              <a:rPr lang="en-US" sz="900" dirty="0"/>
              <a:t>68</a:t>
            </a:r>
          </a:p>
        </p:txBody>
      </p:sp>
      <p:sp>
        <p:nvSpPr>
          <p:cNvPr id="74" name="TextBox 73">
            <a:extLst>
              <a:ext uri="{FF2B5EF4-FFF2-40B4-BE49-F238E27FC236}">
                <a16:creationId xmlns:a16="http://schemas.microsoft.com/office/drawing/2014/main" id="{522A2A05-6499-C0B9-8B33-EF8FB5A54EF2}"/>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E79AA2B3-1FDC-6C15-1ADD-75BC9ADABBC3}"/>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56C04F02-21EC-21DE-EE92-2F9294FC0FC2}"/>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C541DBF4-9406-64CB-4610-DCB6E89A405B}"/>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B5403F48-01D4-0761-C9ED-88950F987DFE}"/>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7" name="TextBox 76">
            <a:extLst>
              <a:ext uri="{FF2B5EF4-FFF2-40B4-BE49-F238E27FC236}">
                <a16:creationId xmlns:a16="http://schemas.microsoft.com/office/drawing/2014/main" id="{E177C6A5-BC3B-1EAF-7B1B-82D3AEED9E08}"/>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D29C28AF-BDBE-1F63-5303-D82465FB942E}"/>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4E424982-CF30-5328-C919-0B75A38B77F9}"/>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A1245523-C6C1-7F68-B958-89F843169554}"/>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78" name="TextBox 77">
            <a:extLst>
              <a:ext uri="{FF2B5EF4-FFF2-40B4-BE49-F238E27FC236}">
                <a16:creationId xmlns:a16="http://schemas.microsoft.com/office/drawing/2014/main" id="{700FB89B-40C3-099C-7407-9C054E62F0A5}"/>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79" name="TextBox 78">
            <a:extLst>
              <a:ext uri="{FF2B5EF4-FFF2-40B4-BE49-F238E27FC236}">
                <a16:creationId xmlns:a16="http://schemas.microsoft.com/office/drawing/2014/main" id="{F3D2EE08-1D14-C653-D412-5088A447DC30}"/>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A43EC04B-8F31-657A-BA49-5C3DFAC17BD6}"/>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0C901BF2-5023-4EE7-F122-358EEA9BAB6D}"/>
              </a:ext>
            </a:extLst>
          </p:cNvPr>
          <p:cNvSpPr txBox="1"/>
          <p:nvPr/>
        </p:nvSpPr>
        <p:spPr>
          <a:xfrm>
            <a:off x="6714071" y="4244561"/>
            <a:ext cx="462845" cy="584775"/>
          </a:xfrm>
          <a:prstGeom prst="rect">
            <a:avLst/>
          </a:prstGeom>
          <a:noFill/>
        </p:spPr>
        <p:txBody>
          <a:bodyPr wrap="square" rtlCol="0">
            <a:spAutoFit/>
          </a:bodyPr>
          <a:lstStyle/>
          <a:p>
            <a:pPr algn="ctr"/>
            <a:r>
              <a:rPr lang="en-US" sz="3200" dirty="0"/>
              <a:t>5</a:t>
            </a:r>
          </a:p>
        </p:txBody>
      </p:sp>
      <p:sp>
        <p:nvSpPr>
          <p:cNvPr id="80" name="TextBox 79">
            <a:extLst>
              <a:ext uri="{FF2B5EF4-FFF2-40B4-BE49-F238E27FC236}">
                <a16:creationId xmlns:a16="http://schemas.microsoft.com/office/drawing/2014/main" id="{DD7EC0C8-5F47-CAAF-3AB2-7D2FBB36C76C}"/>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FA8FD948-91DA-08AD-95F7-A2E3C17AE90A}"/>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40154477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54524-95D9-0497-F8A8-0DFF3BEA5BB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932590-D044-2EA5-2C9C-9D676A48A5EA}"/>
              </a:ext>
            </a:extLst>
          </p:cNvPr>
          <p:cNvSpPr>
            <a:spLocks noGrp="1"/>
          </p:cNvSpPr>
          <p:nvPr>
            <p:ph sz="half" idx="1"/>
          </p:nvPr>
        </p:nvSpPr>
        <p:spPr>
          <a:xfrm>
            <a:off x="1429570" y="5478272"/>
            <a:ext cx="9445752" cy="1143000"/>
          </a:xfrm>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16802FC-A673-ED1A-F8C9-81F2ED93BBC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AF0C8FB-7A42-B08C-16E8-B6B68817A9B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E6F8C30-9BFB-8F0A-2FCE-16A17693818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31CC2E9-91DC-A464-3A5E-53EFC3BF108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051C7F5-1620-305B-9D63-27EF9B79066D}"/>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AC6A344B-1EAA-2693-3ECB-9FB2696A8317}"/>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0BBD92F0-3B0E-EA60-0B4D-ED94750097BB}"/>
              </a:ext>
            </a:extLst>
          </p:cNvPr>
          <p:cNvSpPr txBox="1"/>
          <p:nvPr/>
        </p:nvSpPr>
        <p:spPr>
          <a:xfrm>
            <a:off x="4143022" y="1903821"/>
            <a:ext cx="570089" cy="230832"/>
          </a:xfrm>
          <a:prstGeom prst="rect">
            <a:avLst/>
          </a:prstGeom>
          <a:noFill/>
        </p:spPr>
        <p:txBody>
          <a:bodyPr wrap="square" rtlCol="0">
            <a:spAutoFit/>
          </a:bodyPr>
          <a:lstStyle/>
          <a:p>
            <a:pPr algn="ctr"/>
            <a:r>
              <a:rPr lang="en-US" sz="900" dirty="0"/>
              <a:t>31</a:t>
            </a:r>
          </a:p>
        </p:txBody>
      </p:sp>
      <p:sp>
        <p:nvSpPr>
          <p:cNvPr id="16" name="TextBox 15">
            <a:extLst>
              <a:ext uri="{FF2B5EF4-FFF2-40B4-BE49-F238E27FC236}">
                <a16:creationId xmlns:a16="http://schemas.microsoft.com/office/drawing/2014/main" id="{3EF862CE-BC7E-8A5C-9A05-5F5F3FB4B64C}"/>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FFCDCFC6-8E87-1DEF-7A8E-D848C7F16211}"/>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D67B0F84-B80C-F316-8C82-A3796AB18CB8}"/>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BBA44267-A9E0-0642-5C61-6B714DAD08CD}"/>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B87B3C16-866F-BBA7-042E-88A54DD359E0}"/>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940A9B86-9A77-7ADB-85F5-662BE34B93CC}"/>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4AA51D8D-0620-30D5-8356-9C68BA685D11}"/>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B107CBA4-1580-3816-9549-03627E4F64D9}"/>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7A16F3F1-0C09-E97E-5D13-0F01CFF101AB}"/>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5DD07E83-C61A-A5AC-2FA1-DA551BB98243}"/>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73F23899-BBAE-17F2-B823-EEB3F66781FB}"/>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F00F4C35-D0BA-19DA-C755-501A3C3C7FA8}"/>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56F76F2A-0E1B-739A-9B9F-4CE26FCF3EC0}"/>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D9DD1A01-1231-7D36-E17E-0E5858303AE8}"/>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9E55F3E4-647B-3C3C-2664-CEDCE3E62D6F}"/>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6F0AEB79-0595-6511-7193-9E91945D9E3F}"/>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E978FE2A-46D8-4DD6-7C41-848F0801A30F}"/>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EBFBF0E8-879C-8F8E-B9BE-41A92DBC1581}"/>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5D6E723A-4E52-8751-09F7-DF5435105434}"/>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F881BC11-950D-1AA9-BF87-83175050C945}"/>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8CEFA3FD-BAE3-420E-B6C6-73149B0A92F4}"/>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96596575-CAF1-96DF-1A53-2CB437EC7A4B}"/>
              </a:ext>
            </a:extLst>
          </p:cNvPr>
          <p:cNvSpPr txBox="1"/>
          <p:nvPr/>
        </p:nvSpPr>
        <p:spPr>
          <a:xfrm>
            <a:off x="4645378" y="3406653"/>
            <a:ext cx="570089" cy="230832"/>
          </a:xfrm>
          <a:prstGeom prst="rect">
            <a:avLst/>
          </a:prstGeom>
          <a:noFill/>
        </p:spPr>
        <p:txBody>
          <a:bodyPr wrap="square" rtlCol="0">
            <a:spAutoFit/>
          </a:bodyPr>
          <a:lstStyle/>
          <a:p>
            <a:pPr algn="ctr"/>
            <a:r>
              <a:rPr lang="en-US" sz="900" dirty="0"/>
              <a:t>689</a:t>
            </a:r>
          </a:p>
        </p:txBody>
      </p:sp>
      <p:sp>
        <p:nvSpPr>
          <p:cNvPr id="42" name="TextBox 41">
            <a:extLst>
              <a:ext uri="{FF2B5EF4-FFF2-40B4-BE49-F238E27FC236}">
                <a16:creationId xmlns:a16="http://schemas.microsoft.com/office/drawing/2014/main" id="{32632C9B-5067-F807-5A40-E475ACD68301}"/>
              </a:ext>
            </a:extLst>
          </p:cNvPr>
          <p:cNvSpPr txBox="1"/>
          <p:nvPr/>
        </p:nvSpPr>
        <p:spPr>
          <a:xfrm>
            <a:off x="4645378" y="3907597"/>
            <a:ext cx="570089" cy="230832"/>
          </a:xfrm>
          <a:prstGeom prst="rect">
            <a:avLst/>
          </a:prstGeom>
          <a:noFill/>
        </p:spPr>
        <p:txBody>
          <a:bodyPr wrap="square" rtlCol="0">
            <a:spAutoFit/>
          </a:bodyPr>
          <a:lstStyle/>
          <a:p>
            <a:pPr algn="ctr"/>
            <a:r>
              <a:rPr lang="en-US" sz="900" dirty="0"/>
              <a:t>78</a:t>
            </a:r>
          </a:p>
        </p:txBody>
      </p:sp>
      <p:sp>
        <p:nvSpPr>
          <p:cNvPr id="43" name="TextBox 42">
            <a:extLst>
              <a:ext uri="{FF2B5EF4-FFF2-40B4-BE49-F238E27FC236}">
                <a16:creationId xmlns:a16="http://schemas.microsoft.com/office/drawing/2014/main" id="{055FF092-8779-ECF1-EDAE-E019C0509AB6}"/>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45" name="TextBox 44">
            <a:extLst>
              <a:ext uri="{FF2B5EF4-FFF2-40B4-BE49-F238E27FC236}">
                <a16:creationId xmlns:a16="http://schemas.microsoft.com/office/drawing/2014/main" id="{97E25D37-72D5-D099-0776-076B91D80943}"/>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A223BFD4-4410-D5BC-5ECC-19A5477554AD}"/>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75661368-AD9F-BFC0-9D3A-1292F57F2352}"/>
              </a:ext>
            </a:extLst>
          </p:cNvPr>
          <p:cNvSpPr txBox="1"/>
          <p:nvPr/>
        </p:nvSpPr>
        <p:spPr>
          <a:xfrm>
            <a:off x="6654802" y="3406653"/>
            <a:ext cx="570089" cy="230832"/>
          </a:xfrm>
          <a:prstGeom prst="rect">
            <a:avLst/>
          </a:prstGeom>
          <a:noFill/>
        </p:spPr>
        <p:txBody>
          <a:bodyPr wrap="square" rtlCol="0">
            <a:spAutoFit/>
          </a:bodyPr>
          <a:lstStyle/>
          <a:p>
            <a:pPr algn="ctr"/>
            <a:r>
              <a:rPr lang="en-US" sz="900" dirty="0"/>
              <a:t>12</a:t>
            </a:r>
          </a:p>
        </p:txBody>
      </p:sp>
      <p:sp>
        <p:nvSpPr>
          <p:cNvPr id="48" name="TextBox 47">
            <a:extLst>
              <a:ext uri="{FF2B5EF4-FFF2-40B4-BE49-F238E27FC236}">
                <a16:creationId xmlns:a16="http://schemas.microsoft.com/office/drawing/2014/main" id="{56251A09-10B2-A4AF-6BA3-CDEF2985ABB3}"/>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423B79A8-D42F-EADB-C456-E60AAA2A5A0C}"/>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383BA546-A828-1CC9-AFE8-4C50AE632713}"/>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D9F232FD-C5DD-BA74-780E-94E5586D28A2}"/>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EBEDE46D-E6B7-4361-BDBF-1C2087C57F69}"/>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D18F99EC-C0C7-5B6F-9F45-42B894546B62}"/>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5B1498D5-C8F6-B294-6348-A1BD16966E9A}"/>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11DC6379-01E3-F26A-A6BB-9DF3D7E2F99A}"/>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A6F923FA-FFA0-FF8A-00B6-87D90A986AC5}"/>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5597F09E-89BF-AFA2-AB08-F97816C68306}"/>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573701B3-22DE-22F8-1B81-EB53C80828AA}"/>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390374D1-1290-8026-E5BA-8904876F563B}"/>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78FD03DD-4E56-1A6B-CBD6-855E7BA45C03}"/>
              </a:ext>
            </a:extLst>
          </p:cNvPr>
          <p:cNvSpPr txBox="1"/>
          <p:nvPr/>
        </p:nvSpPr>
        <p:spPr>
          <a:xfrm>
            <a:off x="7157158" y="3907597"/>
            <a:ext cx="570089" cy="230832"/>
          </a:xfrm>
          <a:prstGeom prst="rect">
            <a:avLst/>
          </a:prstGeom>
          <a:noFill/>
        </p:spPr>
        <p:txBody>
          <a:bodyPr wrap="square" rtlCol="0">
            <a:spAutoFit/>
          </a:bodyPr>
          <a:lstStyle/>
          <a:p>
            <a:pPr algn="ctr"/>
            <a:r>
              <a:rPr lang="en-US" sz="900" dirty="0"/>
              <a:t>31</a:t>
            </a:r>
          </a:p>
        </p:txBody>
      </p:sp>
      <p:sp>
        <p:nvSpPr>
          <p:cNvPr id="61" name="TextBox 60">
            <a:extLst>
              <a:ext uri="{FF2B5EF4-FFF2-40B4-BE49-F238E27FC236}">
                <a16:creationId xmlns:a16="http://schemas.microsoft.com/office/drawing/2014/main" id="{4C3BFE9A-3232-478D-2C91-3623203F7D81}"/>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4" name="TextBox 63">
            <a:extLst>
              <a:ext uri="{FF2B5EF4-FFF2-40B4-BE49-F238E27FC236}">
                <a16:creationId xmlns:a16="http://schemas.microsoft.com/office/drawing/2014/main" id="{6E429B5F-0D40-638C-2A46-8F9E2ECAFEFD}"/>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5" name="TextBox 64">
            <a:extLst>
              <a:ext uri="{FF2B5EF4-FFF2-40B4-BE49-F238E27FC236}">
                <a16:creationId xmlns:a16="http://schemas.microsoft.com/office/drawing/2014/main" id="{144BFF48-0AF3-8C95-A469-CC1F89CE5CD3}"/>
              </a:ext>
            </a:extLst>
          </p:cNvPr>
          <p:cNvSpPr txBox="1"/>
          <p:nvPr/>
        </p:nvSpPr>
        <p:spPr>
          <a:xfrm>
            <a:off x="5650090" y="2905709"/>
            <a:ext cx="570089" cy="230832"/>
          </a:xfrm>
          <a:prstGeom prst="rect">
            <a:avLst/>
          </a:prstGeom>
          <a:noFill/>
        </p:spPr>
        <p:txBody>
          <a:bodyPr wrap="square" rtlCol="0">
            <a:spAutoFit/>
          </a:bodyPr>
          <a:lstStyle/>
          <a:p>
            <a:pPr algn="ctr"/>
            <a:r>
              <a:rPr lang="en-US" sz="900" dirty="0"/>
              <a:t>68</a:t>
            </a:r>
          </a:p>
        </p:txBody>
      </p:sp>
      <p:sp>
        <p:nvSpPr>
          <p:cNvPr id="66" name="TextBox 65">
            <a:extLst>
              <a:ext uri="{FF2B5EF4-FFF2-40B4-BE49-F238E27FC236}">
                <a16:creationId xmlns:a16="http://schemas.microsoft.com/office/drawing/2014/main" id="{DFD75010-1875-4F5C-CEF8-9D45FDAEC53F}"/>
              </a:ext>
            </a:extLst>
          </p:cNvPr>
          <p:cNvSpPr txBox="1"/>
          <p:nvPr/>
        </p:nvSpPr>
        <p:spPr>
          <a:xfrm>
            <a:off x="5147734" y="3406653"/>
            <a:ext cx="570089" cy="230832"/>
          </a:xfrm>
          <a:prstGeom prst="rect">
            <a:avLst/>
          </a:prstGeom>
          <a:noFill/>
        </p:spPr>
        <p:txBody>
          <a:bodyPr wrap="square" rtlCol="0">
            <a:spAutoFit/>
          </a:bodyPr>
          <a:lstStyle/>
          <a:p>
            <a:pPr algn="ctr"/>
            <a:r>
              <a:rPr lang="en-US" sz="900" dirty="0"/>
              <a:t>689</a:t>
            </a:r>
          </a:p>
        </p:txBody>
      </p:sp>
      <p:sp>
        <p:nvSpPr>
          <p:cNvPr id="67" name="TextBox 66">
            <a:extLst>
              <a:ext uri="{FF2B5EF4-FFF2-40B4-BE49-F238E27FC236}">
                <a16:creationId xmlns:a16="http://schemas.microsoft.com/office/drawing/2014/main" id="{2845932E-558B-16FE-5726-72508971135D}"/>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0" name="TextBox 69">
            <a:extLst>
              <a:ext uri="{FF2B5EF4-FFF2-40B4-BE49-F238E27FC236}">
                <a16:creationId xmlns:a16="http://schemas.microsoft.com/office/drawing/2014/main" id="{6C9235E6-ACA8-F2E4-9F54-82785C15F273}"/>
              </a:ext>
            </a:extLst>
          </p:cNvPr>
          <p:cNvSpPr txBox="1"/>
          <p:nvPr/>
        </p:nvSpPr>
        <p:spPr>
          <a:xfrm>
            <a:off x="3138310" y="2905709"/>
            <a:ext cx="570089" cy="230832"/>
          </a:xfrm>
          <a:prstGeom prst="rect">
            <a:avLst/>
          </a:prstGeom>
          <a:noFill/>
        </p:spPr>
        <p:txBody>
          <a:bodyPr wrap="square" rtlCol="0">
            <a:spAutoFit/>
          </a:bodyPr>
          <a:lstStyle/>
          <a:p>
            <a:pPr algn="ctr"/>
            <a:r>
              <a:rPr lang="en-US" sz="900" dirty="0"/>
              <a:t>86</a:t>
            </a:r>
          </a:p>
        </p:txBody>
      </p:sp>
      <p:sp>
        <p:nvSpPr>
          <p:cNvPr id="73" name="TextBox 72">
            <a:extLst>
              <a:ext uri="{FF2B5EF4-FFF2-40B4-BE49-F238E27FC236}">
                <a16:creationId xmlns:a16="http://schemas.microsoft.com/office/drawing/2014/main" id="{CDB4B026-8803-5E70-6A6B-29CD53E046C4}"/>
              </a:ext>
            </a:extLst>
          </p:cNvPr>
          <p:cNvSpPr txBox="1"/>
          <p:nvPr/>
        </p:nvSpPr>
        <p:spPr>
          <a:xfrm>
            <a:off x="3138310" y="3406653"/>
            <a:ext cx="570089" cy="230832"/>
          </a:xfrm>
          <a:prstGeom prst="rect">
            <a:avLst/>
          </a:prstGeom>
          <a:noFill/>
        </p:spPr>
        <p:txBody>
          <a:bodyPr wrap="square" rtlCol="0">
            <a:spAutoFit/>
          </a:bodyPr>
          <a:lstStyle/>
          <a:p>
            <a:pPr algn="ctr"/>
            <a:r>
              <a:rPr lang="en-US" sz="900" dirty="0"/>
              <a:t>68</a:t>
            </a:r>
          </a:p>
        </p:txBody>
      </p:sp>
      <p:sp>
        <p:nvSpPr>
          <p:cNvPr id="74" name="TextBox 73">
            <a:extLst>
              <a:ext uri="{FF2B5EF4-FFF2-40B4-BE49-F238E27FC236}">
                <a16:creationId xmlns:a16="http://schemas.microsoft.com/office/drawing/2014/main" id="{FD8EAB38-C0EB-2992-98C8-BBB62D4C93F3}"/>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21F1AA87-9A2C-2E75-BD5F-047DB6A385B8}"/>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3A5A3770-1BD6-0DC9-2703-911951EFB98C}"/>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94926EB9-567B-287B-3B20-32AC1BC1F7CE}"/>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C3E5F1B6-9514-7CC4-FAAC-1EC6CAAF6767}"/>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7" name="TextBox 76">
            <a:extLst>
              <a:ext uri="{FF2B5EF4-FFF2-40B4-BE49-F238E27FC236}">
                <a16:creationId xmlns:a16="http://schemas.microsoft.com/office/drawing/2014/main" id="{5E98E02C-E217-ED95-A6A2-E75E38B6D8F8}"/>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877B1126-C80B-04C2-7FA4-44A202E6ACF1}"/>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6BCD16E2-0BF5-D682-222B-41C911CBA8BF}"/>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18E6ADD5-8D92-D2BC-030B-8698B0F5ED45}"/>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78" name="TextBox 77">
            <a:extLst>
              <a:ext uri="{FF2B5EF4-FFF2-40B4-BE49-F238E27FC236}">
                <a16:creationId xmlns:a16="http://schemas.microsoft.com/office/drawing/2014/main" id="{E2573593-47BD-2BB9-434E-85700EE231FA}"/>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79" name="TextBox 78">
            <a:extLst>
              <a:ext uri="{FF2B5EF4-FFF2-40B4-BE49-F238E27FC236}">
                <a16:creationId xmlns:a16="http://schemas.microsoft.com/office/drawing/2014/main" id="{983B4112-93E6-93DB-8006-C212D3658F0B}"/>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661C1E4A-EF61-F74C-042F-A3049793ACB0}"/>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E3C000B8-3AAF-F86C-C086-3032BEEBC3AC}"/>
              </a:ext>
            </a:extLst>
          </p:cNvPr>
          <p:cNvSpPr txBox="1"/>
          <p:nvPr/>
        </p:nvSpPr>
        <p:spPr>
          <a:xfrm>
            <a:off x="6714071" y="4244561"/>
            <a:ext cx="462845" cy="584775"/>
          </a:xfrm>
          <a:prstGeom prst="rect">
            <a:avLst/>
          </a:prstGeom>
          <a:noFill/>
        </p:spPr>
        <p:txBody>
          <a:bodyPr wrap="square" rtlCol="0">
            <a:spAutoFit/>
          </a:bodyPr>
          <a:lstStyle/>
          <a:p>
            <a:pPr algn="ctr"/>
            <a:r>
              <a:rPr lang="en-US" sz="3200" dirty="0"/>
              <a:t>5</a:t>
            </a:r>
          </a:p>
        </p:txBody>
      </p:sp>
      <p:sp>
        <p:nvSpPr>
          <p:cNvPr id="80" name="TextBox 79">
            <a:extLst>
              <a:ext uri="{FF2B5EF4-FFF2-40B4-BE49-F238E27FC236}">
                <a16:creationId xmlns:a16="http://schemas.microsoft.com/office/drawing/2014/main" id="{0EF15D68-F62F-6404-3808-61C7612C2B73}"/>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EFEBA811-724A-D703-097B-C41CE55979DC}"/>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6C399944-2BEC-1206-B859-5BD65C91EBC8}"/>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329DDD2A-A363-5120-1B04-B48CCEA36261}"/>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4" name="TextBox 53">
            <a:extLst>
              <a:ext uri="{FF2B5EF4-FFF2-40B4-BE49-F238E27FC236}">
                <a16:creationId xmlns:a16="http://schemas.microsoft.com/office/drawing/2014/main" id="{944E0C00-C47B-BDE0-17AC-20408F56DBAB}"/>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62" name="TextBox 61">
            <a:extLst>
              <a:ext uri="{FF2B5EF4-FFF2-40B4-BE49-F238E27FC236}">
                <a16:creationId xmlns:a16="http://schemas.microsoft.com/office/drawing/2014/main" id="{05F4776D-0FF7-EF00-4325-12BD974552FD}"/>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82" name="TextBox 81">
            <a:extLst>
              <a:ext uri="{FF2B5EF4-FFF2-40B4-BE49-F238E27FC236}">
                <a16:creationId xmlns:a16="http://schemas.microsoft.com/office/drawing/2014/main" id="{02F54D4D-804C-87F3-B34B-F7C2F74FE7A2}"/>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B347B7B1-1934-4D09-8172-C4DA8C59AE18}"/>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19393644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39057-45E2-E033-1391-48F1956033B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81E3FC3-DDEB-8025-CB25-4D19E1645C1E}"/>
              </a:ext>
            </a:extLst>
          </p:cNvPr>
          <p:cNvSpPr>
            <a:spLocks noGrp="1"/>
          </p:cNvSpPr>
          <p:nvPr>
            <p:ph sz="half" idx="1"/>
          </p:nvPr>
        </p:nvSpPr>
        <p:spPr>
          <a:xfrm>
            <a:off x="1429570" y="5478272"/>
            <a:ext cx="9445752" cy="1143000"/>
          </a:xfrm>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1EF8819-FF33-A46E-9025-964A718B2FF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9CD4CC1-8817-4430-5596-5F7F7E88E60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3B38CCF-82AB-262E-37A6-EDDE67DE056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E7E05DA-A26F-100F-7A21-6548B4ED1B3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DA246BC-71D8-A015-61E7-DDA0BB610446}"/>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C5ABD5B2-1018-6585-7A3C-386384C9CF20}"/>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92937004-26E4-45CA-7A16-8BE6F5365648}"/>
              </a:ext>
            </a:extLst>
          </p:cNvPr>
          <p:cNvSpPr txBox="1"/>
          <p:nvPr/>
        </p:nvSpPr>
        <p:spPr>
          <a:xfrm>
            <a:off x="4143022" y="1903821"/>
            <a:ext cx="570089" cy="230832"/>
          </a:xfrm>
          <a:prstGeom prst="rect">
            <a:avLst/>
          </a:prstGeom>
          <a:noFill/>
        </p:spPr>
        <p:txBody>
          <a:bodyPr wrap="square" rtlCol="0">
            <a:spAutoFit/>
          </a:bodyPr>
          <a:lstStyle/>
          <a:p>
            <a:pPr algn="ctr"/>
            <a:r>
              <a:rPr lang="en-US" sz="900" dirty="0"/>
              <a:t>31</a:t>
            </a:r>
          </a:p>
        </p:txBody>
      </p:sp>
      <p:sp>
        <p:nvSpPr>
          <p:cNvPr id="16" name="TextBox 15">
            <a:extLst>
              <a:ext uri="{FF2B5EF4-FFF2-40B4-BE49-F238E27FC236}">
                <a16:creationId xmlns:a16="http://schemas.microsoft.com/office/drawing/2014/main" id="{4985BB8D-3577-229D-EBD7-84F07839119B}"/>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776A51EF-BD06-2A1F-9DDA-ADD6ADD8758B}"/>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43ABCFCE-8917-9396-2C0D-8F3915AD2052}"/>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CF16C84F-3901-BCB1-EB56-EC9336E59690}"/>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842A5F23-E58D-5933-49DC-E3ED89811A1D}"/>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5528AA43-645A-3C27-4C34-185356028469}"/>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E5F97CDE-2D2D-613E-89A5-FDFC23C10086}"/>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234E111C-1602-88DB-BE68-23EEA138F850}"/>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4B85EF37-A810-AFFB-9244-DB878D1B45C8}"/>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7858BCBB-9E88-5E84-1C43-322914ECD10B}"/>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ECE37BD8-58DE-A74C-D6CB-AD53CC376394}"/>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052A53AE-9AA7-B0AA-1D4B-2B41038C622C}"/>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B8F4203F-6703-A7EE-1651-533494A33AC4}"/>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CE4AD686-3028-1D47-5B3E-951E4A6C74BB}"/>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034C2C80-7048-C86E-DF44-786E6D0AF0BE}"/>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6383A89E-E164-249C-E997-A53CACBB5E7E}"/>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3990448B-EDD4-4623-A366-EFEBCE5AB069}"/>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1E547A4B-3434-C7F4-9F49-491CD4E8C4D5}"/>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9477C268-01E7-9650-4BEA-C1590988EA0D}"/>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F83045B8-718B-C79E-5E3B-8E102CF65140}"/>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08411E1E-B595-2B47-1350-E0A38A1ED63B}"/>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A6536D0A-B143-08A8-EB72-0407C628BFCE}"/>
              </a:ext>
            </a:extLst>
          </p:cNvPr>
          <p:cNvSpPr txBox="1"/>
          <p:nvPr/>
        </p:nvSpPr>
        <p:spPr>
          <a:xfrm>
            <a:off x="4645378" y="3406653"/>
            <a:ext cx="570089" cy="230832"/>
          </a:xfrm>
          <a:prstGeom prst="rect">
            <a:avLst/>
          </a:prstGeom>
          <a:noFill/>
        </p:spPr>
        <p:txBody>
          <a:bodyPr wrap="square" rtlCol="0">
            <a:spAutoFit/>
          </a:bodyPr>
          <a:lstStyle/>
          <a:p>
            <a:pPr algn="ctr"/>
            <a:r>
              <a:rPr lang="en-US" sz="900" dirty="0"/>
              <a:t>69</a:t>
            </a:r>
          </a:p>
        </p:txBody>
      </p:sp>
      <p:sp>
        <p:nvSpPr>
          <p:cNvPr id="43" name="TextBox 42">
            <a:extLst>
              <a:ext uri="{FF2B5EF4-FFF2-40B4-BE49-F238E27FC236}">
                <a16:creationId xmlns:a16="http://schemas.microsoft.com/office/drawing/2014/main" id="{27CCC0AF-FD13-DC3D-F04B-D7EBC7F1B696}"/>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45" name="TextBox 44">
            <a:extLst>
              <a:ext uri="{FF2B5EF4-FFF2-40B4-BE49-F238E27FC236}">
                <a16:creationId xmlns:a16="http://schemas.microsoft.com/office/drawing/2014/main" id="{58FFFC10-618D-8D1F-C656-FC3C45F40370}"/>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AB4CC1D3-232F-033D-EAF5-92AED298B2CD}"/>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3F25BCD2-EAAC-953E-365F-DB3D6D4CD734}"/>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96C4AAFE-D18F-123F-D00E-98B2DD3D8DDB}"/>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271C85CD-0590-E450-5FC1-F63D754323E8}"/>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77818C35-69BA-AD4A-3BBB-0D9EAB8EFB5E}"/>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0A44D773-7F44-56B6-7389-6D0E240CAF14}"/>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4756A61B-FB9D-4EEE-F1E3-190DD93EFEB8}"/>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66384439-C677-7CEC-F4CB-D184A51D4C43}"/>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7B332EDE-BB90-DD73-60DA-45036B7DDFEA}"/>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59937F00-624E-55F8-AFAF-989BBF6A3E30}"/>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4A89E309-C501-3403-5441-527A27B5D813}"/>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488F2DF8-E976-9155-1C50-0D4D401D82E2}"/>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0A33B8A3-5299-D045-CD04-86BB5FFDD8E9}"/>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01E7B2C3-57BA-8954-0A9E-80EF08A80645}"/>
              </a:ext>
            </a:extLst>
          </p:cNvPr>
          <p:cNvSpPr txBox="1"/>
          <p:nvPr/>
        </p:nvSpPr>
        <p:spPr>
          <a:xfrm>
            <a:off x="7157158" y="3907597"/>
            <a:ext cx="570089" cy="230832"/>
          </a:xfrm>
          <a:prstGeom prst="rect">
            <a:avLst/>
          </a:prstGeom>
          <a:noFill/>
        </p:spPr>
        <p:txBody>
          <a:bodyPr wrap="square" rtlCol="0">
            <a:spAutoFit/>
          </a:bodyPr>
          <a:lstStyle/>
          <a:p>
            <a:pPr algn="ctr"/>
            <a:r>
              <a:rPr lang="en-US" sz="900" dirty="0"/>
              <a:t>31</a:t>
            </a:r>
          </a:p>
        </p:txBody>
      </p:sp>
      <p:sp>
        <p:nvSpPr>
          <p:cNvPr id="61" name="TextBox 60">
            <a:extLst>
              <a:ext uri="{FF2B5EF4-FFF2-40B4-BE49-F238E27FC236}">
                <a16:creationId xmlns:a16="http://schemas.microsoft.com/office/drawing/2014/main" id="{7ECC2334-AED3-0EB0-63D1-3E2CB53DA615}"/>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4" name="TextBox 63">
            <a:extLst>
              <a:ext uri="{FF2B5EF4-FFF2-40B4-BE49-F238E27FC236}">
                <a16:creationId xmlns:a16="http://schemas.microsoft.com/office/drawing/2014/main" id="{F54106BD-A0E3-15A7-9BCB-8ECE212775D9}"/>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5" name="TextBox 64">
            <a:extLst>
              <a:ext uri="{FF2B5EF4-FFF2-40B4-BE49-F238E27FC236}">
                <a16:creationId xmlns:a16="http://schemas.microsoft.com/office/drawing/2014/main" id="{4644DE26-107D-2C52-D6D1-51E5E8C34FB5}"/>
              </a:ext>
            </a:extLst>
          </p:cNvPr>
          <p:cNvSpPr txBox="1"/>
          <p:nvPr/>
        </p:nvSpPr>
        <p:spPr>
          <a:xfrm>
            <a:off x="5650090" y="2905709"/>
            <a:ext cx="570089" cy="230832"/>
          </a:xfrm>
          <a:prstGeom prst="rect">
            <a:avLst/>
          </a:prstGeom>
          <a:noFill/>
        </p:spPr>
        <p:txBody>
          <a:bodyPr wrap="square" rtlCol="0">
            <a:spAutoFit/>
          </a:bodyPr>
          <a:lstStyle/>
          <a:p>
            <a:pPr algn="ctr"/>
            <a:r>
              <a:rPr lang="en-US" sz="900" dirty="0"/>
              <a:t>68</a:t>
            </a:r>
          </a:p>
        </p:txBody>
      </p:sp>
      <p:sp>
        <p:nvSpPr>
          <p:cNvPr id="66" name="TextBox 65">
            <a:extLst>
              <a:ext uri="{FF2B5EF4-FFF2-40B4-BE49-F238E27FC236}">
                <a16:creationId xmlns:a16="http://schemas.microsoft.com/office/drawing/2014/main" id="{B0A9626A-1FCF-B170-6B3B-FE378CAEDFDC}"/>
              </a:ext>
            </a:extLst>
          </p:cNvPr>
          <p:cNvSpPr txBox="1"/>
          <p:nvPr/>
        </p:nvSpPr>
        <p:spPr>
          <a:xfrm>
            <a:off x="5147734" y="3406653"/>
            <a:ext cx="570089" cy="230832"/>
          </a:xfrm>
          <a:prstGeom prst="rect">
            <a:avLst/>
          </a:prstGeom>
          <a:noFill/>
        </p:spPr>
        <p:txBody>
          <a:bodyPr wrap="square" rtlCol="0">
            <a:spAutoFit/>
          </a:bodyPr>
          <a:lstStyle/>
          <a:p>
            <a:pPr algn="ctr"/>
            <a:r>
              <a:rPr lang="en-US" sz="900" dirty="0"/>
              <a:t>689</a:t>
            </a:r>
          </a:p>
        </p:txBody>
      </p:sp>
      <p:sp>
        <p:nvSpPr>
          <p:cNvPr id="67" name="TextBox 66">
            <a:extLst>
              <a:ext uri="{FF2B5EF4-FFF2-40B4-BE49-F238E27FC236}">
                <a16:creationId xmlns:a16="http://schemas.microsoft.com/office/drawing/2014/main" id="{45DD4A4B-16AA-93C4-8391-C6C4E3E2CB50}"/>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0" name="TextBox 69">
            <a:extLst>
              <a:ext uri="{FF2B5EF4-FFF2-40B4-BE49-F238E27FC236}">
                <a16:creationId xmlns:a16="http://schemas.microsoft.com/office/drawing/2014/main" id="{62A669CC-AD02-7578-FC14-227EE34D78E8}"/>
              </a:ext>
            </a:extLst>
          </p:cNvPr>
          <p:cNvSpPr txBox="1"/>
          <p:nvPr/>
        </p:nvSpPr>
        <p:spPr>
          <a:xfrm>
            <a:off x="3138310" y="2905709"/>
            <a:ext cx="570089" cy="230832"/>
          </a:xfrm>
          <a:prstGeom prst="rect">
            <a:avLst/>
          </a:prstGeom>
          <a:noFill/>
        </p:spPr>
        <p:txBody>
          <a:bodyPr wrap="square" rtlCol="0">
            <a:spAutoFit/>
          </a:bodyPr>
          <a:lstStyle/>
          <a:p>
            <a:pPr algn="ctr"/>
            <a:r>
              <a:rPr lang="en-US" sz="900" dirty="0"/>
              <a:t>86</a:t>
            </a:r>
          </a:p>
        </p:txBody>
      </p:sp>
      <p:sp>
        <p:nvSpPr>
          <p:cNvPr id="73" name="TextBox 72">
            <a:extLst>
              <a:ext uri="{FF2B5EF4-FFF2-40B4-BE49-F238E27FC236}">
                <a16:creationId xmlns:a16="http://schemas.microsoft.com/office/drawing/2014/main" id="{5ABD8469-64E1-C85F-9566-EADD3A89D39D}"/>
              </a:ext>
            </a:extLst>
          </p:cNvPr>
          <p:cNvSpPr txBox="1"/>
          <p:nvPr/>
        </p:nvSpPr>
        <p:spPr>
          <a:xfrm>
            <a:off x="3138310" y="3406653"/>
            <a:ext cx="570089" cy="230832"/>
          </a:xfrm>
          <a:prstGeom prst="rect">
            <a:avLst/>
          </a:prstGeom>
          <a:noFill/>
        </p:spPr>
        <p:txBody>
          <a:bodyPr wrap="square" rtlCol="0">
            <a:spAutoFit/>
          </a:bodyPr>
          <a:lstStyle/>
          <a:p>
            <a:pPr algn="ctr"/>
            <a:r>
              <a:rPr lang="en-US" sz="900" dirty="0"/>
              <a:t>68</a:t>
            </a:r>
          </a:p>
        </p:txBody>
      </p:sp>
      <p:sp>
        <p:nvSpPr>
          <p:cNvPr id="74" name="TextBox 73">
            <a:extLst>
              <a:ext uri="{FF2B5EF4-FFF2-40B4-BE49-F238E27FC236}">
                <a16:creationId xmlns:a16="http://schemas.microsoft.com/office/drawing/2014/main" id="{15A22FCC-0E63-D4C0-85A4-BFCFBF6CF38E}"/>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B09828DE-97BE-2137-456B-B1443A32E0EF}"/>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4C541A25-6C4A-EEB2-4E9D-BBFA144FC00A}"/>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C829F692-47D7-A9AB-55A6-D9668D52669A}"/>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6BC84D18-2F97-6C64-9EF7-4666783540B2}"/>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7" name="TextBox 76">
            <a:extLst>
              <a:ext uri="{FF2B5EF4-FFF2-40B4-BE49-F238E27FC236}">
                <a16:creationId xmlns:a16="http://schemas.microsoft.com/office/drawing/2014/main" id="{7DE063F3-B0E7-3E45-AC62-244DDD03D530}"/>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25BBEB56-661D-4270-9D1F-C942C2029309}"/>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938A66B3-28D7-C8E1-5250-3A27C1282D26}"/>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419E3FF1-E4EF-2585-81E2-230153520B24}"/>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78" name="TextBox 77">
            <a:extLst>
              <a:ext uri="{FF2B5EF4-FFF2-40B4-BE49-F238E27FC236}">
                <a16:creationId xmlns:a16="http://schemas.microsoft.com/office/drawing/2014/main" id="{E287ED41-D00A-48B5-AFEE-775C704F0494}"/>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79" name="TextBox 78">
            <a:extLst>
              <a:ext uri="{FF2B5EF4-FFF2-40B4-BE49-F238E27FC236}">
                <a16:creationId xmlns:a16="http://schemas.microsoft.com/office/drawing/2014/main" id="{30A96C1B-D1CF-749F-7DCD-CF58462BC6B1}"/>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9B615DCD-505C-FCBC-3612-BA350ECBE60C}"/>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DDB7A890-5B31-1705-C15D-F64275510AA6}"/>
              </a:ext>
            </a:extLst>
          </p:cNvPr>
          <p:cNvSpPr txBox="1"/>
          <p:nvPr/>
        </p:nvSpPr>
        <p:spPr>
          <a:xfrm>
            <a:off x="6714071" y="4244561"/>
            <a:ext cx="462845" cy="584775"/>
          </a:xfrm>
          <a:prstGeom prst="rect">
            <a:avLst/>
          </a:prstGeom>
          <a:noFill/>
        </p:spPr>
        <p:txBody>
          <a:bodyPr wrap="square" rtlCol="0">
            <a:spAutoFit/>
          </a:bodyPr>
          <a:lstStyle/>
          <a:p>
            <a:pPr algn="ctr"/>
            <a:r>
              <a:rPr lang="en-US" sz="3200" dirty="0"/>
              <a:t>5</a:t>
            </a:r>
          </a:p>
        </p:txBody>
      </p:sp>
      <p:sp>
        <p:nvSpPr>
          <p:cNvPr id="80" name="TextBox 79">
            <a:extLst>
              <a:ext uri="{FF2B5EF4-FFF2-40B4-BE49-F238E27FC236}">
                <a16:creationId xmlns:a16="http://schemas.microsoft.com/office/drawing/2014/main" id="{C9402596-9F58-D7E9-5560-06C5377FA07B}"/>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F2BE872F-E4A5-A750-8AE4-C501225000FB}"/>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2A034706-1386-7837-828C-33932D6E9695}"/>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2F38A30E-F7F3-C89A-A096-85B97A8FCDF5}"/>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4" name="TextBox 53">
            <a:extLst>
              <a:ext uri="{FF2B5EF4-FFF2-40B4-BE49-F238E27FC236}">
                <a16:creationId xmlns:a16="http://schemas.microsoft.com/office/drawing/2014/main" id="{7A7A39D9-9A3E-08BD-F3CF-7B72E697C2F2}"/>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62" name="TextBox 61">
            <a:extLst>
              <a:ext uri="{FF2B5EF4-FFF2-40B4-BE49-F238E27FC236}">
                <a16:creationId xmlns:a16="http://schemas.microsoft.com/office/drawing/2014/main" id="{4FBAF29C-B00D-D15F-BEC4-3E45BF6DE386}"/>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741298E6-011C-1509-EABB-A6A2EA04FC77}"/>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29CA2405-6C67-C1B9-F95F-0F0ADD7056F2}"/>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44" name="TextBox 43">
            <a:extLst>
              <a:ext uri="{FF2B5EF4-FFF2-40B4-BE49-F238E27FC236}">
                <a16:creationId xmlns:a16="http://schemas.microsoft.com/office/drawing/2014/main" id="{0956A7E1-8343-4E15-6276-C2E1DD93FD4C}"/>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71" name="TextBox 70">
            <a:extLst>
              <a:ext uri="{FF2B5EF4-FFF2-40B4-BE49-F238E27FC236}">
                <a16:creationId xmlns:a16="http://schemas.microsoft.com/office/drawing/2014/main" id="{1FD4410D-0B75-2C96-3DDB-06E6E045ECEC}"/>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8532750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61D46-246F-6E55-177E-C50A9E4B994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50FAF7-A405-1582-9737-55127FBB48F5}"/>
              </a:ext>
            </a:extLst>
          </p:cNvPr>
          <p:cNvSpPr>
            <a:spLocks noGrp="1"/>
          </p:cNvSpPr>
          <p:nvPr>
            <p:ph sz="half" idx="1"/>
          </p:nvPr>
        </p:nvSpPr>
        <p:spPr>
          <a:xfrm>
            <a:off x="1429570" y="5478272"/>
            <a:ext cx="9445752" cy="1143000"/>
          </a:xfrm>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CA3424C-23F1-CC92-71C3-2CD327F2995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07FF906-3DDA-F237-0AB4-E0A9E65C835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D45325D-4983-C362-D542-6E788559760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FB051DB-EC4D-C3C7-AF06-9A7106D1C8A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E6C8D4C-4EFD-BF22-4D5D-A9C15277B354}"/>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3A4D916E-D56B-661E-1A83-6A8688FB02E7}"/>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3071BA7B-7CB1-D081-B231-40D797E3FD90}"/>
              </a:ext>
            </a:extLst>
          </p:cNvPr>
          <p:cNvSpPr txBox="1"/>
          <p:nvPr/>
        </p:nvSpPr>
        <p:spPr>
          <a:xfrm>
            <a:off x="4143022" y="1903821"/>
            <a:ext cx="570089" cy="230832"/>
          </a:xfrm>
          <a:prstGeom prst="rect">
            <a:avLst/>
          </a:prstGeom>
          <a:noFill/>
        </p:spPr>
        <p:txBody>
          <a:bodyPr wrap="square" rtlCol="0">
            <a:spAutoFit/>
          </a:bodyPr>
          <a:lstStyle/>
          <a:p>
            <a:pPr algn="ctr"/>
            <a:r>
              <a:rPr lang="en-US" sz="900" dirty="0"/>
              <a:t>31</a:t>
            </a:r>
          </a:p>
        </p:txBody>
      </p:sp>
      <p:sp>
        <p:nvSpPr>
          <p:cNvPr id="16" name="TextBox 15">
            <a:extLst>
              <a:ext uri="{FF2B5EF4-FFF2-40B4-BE49-F238E27FC236}">
                <a16:creationId xmlns:a16="http://schemas.microsoft.com/office/drawing/2014/main" id="{ADB5B9EE-C744-A917-C30D-F7CBA1318617}"/>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6C3E76AA-C759-4A39-F13D-CFBA39BA5E4A}"/>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678DBB15-454F-E55A-2E55-C7828A728041}"/>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3EDAFCEF-5181-2E11-3C83-986B82FEBB37}"/>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714AA62B-099B-033C-F60C-9BA573F87BFB}"/>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1A7AB808-C952-2156-6E02-9FDBFFF8E4F0}"/>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F4C18D92-6857-1BEF-8ED7-42AB91088DD9}"/>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E1FE8F67-0233-57E3-C988-B08FAAC7B47B}"/>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B9CE281B-7C81-4F6B-C2E0-840BFE832DC2}"/>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48062E87-67CE-0B58-80D4-6305238B3E04}"/>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A63C79DA-7886-9095-F330-1AD48C731044}"/>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9EE5296C-58E7-AE93-C26A-D365FFEDB115}"/>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A57D8D3C-C48F-C53A-4E0C-87F270845504}"/>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7BA43A43-EBF9-A5F0-1708-B262B92CCFFD}"/>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C1ED919C-710D-F657-EE3D-7C2439F322D7}"/>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35443CE0-E81C-2823-213D-A5FA0F9E0633}"/>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AD5CE45C-F463-EC4F-267B-C8379AC448D1}"/>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EF04A8E9-D622-5A8F-25C8-D1CF1EBD3F04}"/>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CF870424-0DB5-8B4E-9D0D-FE8EEC175219}"/>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6C272276-D914-9BED-F1AA-CED23CDA2B9E}"/>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AE9635F6-5E39-A4B3-C186-E5760CC94F62}"/>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1" name="TextBox 40">
            <a:extLst>
              <a:ext uri="{FF2B5EF4-FFF2-40B4-BE49-F238E27FC236}">
                <a16:creationId xmlns:a16="http://schemas.microsoft.com/office/drawing/2014/main" id="{12817B35-7A58-7F04-9AE5-1952DE92B765}"/>
              </a:ext>
            </a:extLst>
          </p:cNvPr>
          <p:cNvSpPr txBox="1"/>
          <p:nvPr/>
        </p:nvSpPr>
        <p:spPr>
          <a:xfrm>
            <a:off x="4645378" y="3406653"/>
            <a:ext cx="570089" cy="230832"/>
          </a:xfrm>
          <a:prstGeom prst="rect">
            <a:avLst/>
          </a:prstGeom>
          <a:noFill/>
        </p:spPr>
        <p:txBody>
          <a:bodyPr wrap="square" rtlCol="0">
            <a:spAutoFit/>
          </a:bodyPr>
          <a:lstStyle/>
          <a:p>
            <a:pPr algn="ctr"/>
            <a:r>
              <a:rPr lang="en-US" sz="900" dirty="0"/>
              <a:t>69</a:t>
            </a:r>
          </a:p>
        </p:txBody>
      </p:sp>
      <p:sp>
        <p:nvSpPr>
          <p:cNvPr id="45" name="TextBox 44">
            <a:extLst>
              <a:ext uri="{FF2B5EF4-FFF2-40B4-BE49-F238E27FC236}">
                <a16:creationId xmlns:a16="http://schemas.microsoft.com/office/drawing/2014/main" id="{71DCD3D6-7B7F-51D4-A8F4-9101192E1522}"/>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DF676349-F3DB-4214-204E-D0BDC6D06B29}"/>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ED9ED241-188B-E7A5-147C-674EA601540A}"/>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2CA9C590-D3DE-045B-FD29-0DF8B70A12C6}"/>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8A2A5B43-D5FE-9085-1188-6EF73FC9BA14}"/>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F2A28EBA-D79F-291A-5D1C-0ABE6159BFB6}"/>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8F245EA0-0392-B87F-5FB4-EE8FA83DF03E}"/>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DA01EC0F-3EAB-463C-3827-49B68BECB7C9}"/>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190A1BF7-C820-E8E7-45C7-1A58B2FA5DF5}"/>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464A21FA-6BA3-C550-C5AE-FE323E743B1F}"/>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CA218856-4D97-C53B-3D2E-0A5F8BFC4FE7}"/>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498EB003-4478-47EA-7422-BF675853D561}"/>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3D7145E4-9138-AC48-4EE8-E89554A42507}"/>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B75E1C75-9073-FE84-9011-47BBD61AC5E2}"/>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981402FA-BFD8-C74D-E2FA-D273B93B46C0}"/>
              </a:ext>
            </a:extLst>
          </p:cNvPr>
          <p:cNvSpPr txBox="1"/>
          <p:nvPr/>
        </p:nvSpPr>
        <p:spPr>
          <a:xfrm>
            <a:off x="7157158" y="3907597"/>
            <a:ext cx="570089" cy="230832"/>
          </a:xfrm>
          <a:prstGeom prst="rect">
            <a:avLst/>
          </a:prstGeom>
          <a:noFill/>
        </p:spPr>
        <p:txBody>
          <a:bodyPr wrap="square" rtlCol="0">
            <a:spAutoFit/>
          </a:bodyPr>
          <a:lstStyle/>
          <a:p>
            <a:pPr algn="ctr"/>
            <a:r>
              <a:rPr lang="en-US" sz="900" dirty="0"/>
              <a:t>31</a:t>
            </a:r>
          </a:p>
        </p:txBody>
      </p:sp>
      <p:sp>
        <p:nvSpPr>
          <p:cNvPr id="61" name="TextBox 60">
            <a:extLst>
              <a:ext uri="{FF2B5EF4-FFF2-40B4-BE49-F238E27FC236}">
                <a16:creationId xmlns:a16="http://schemas.microsoft.com/office/drawing/2014/main" id="{BD5FDE56-DA7A-FB15-939B-C62841E3417C}"/>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4" name="TextBox 63">
            <a:extLst>
              <a:ext uri="{FF2B5EF4-FFF2-40B4-BE49-F238E27FC236}">
                <a16:creationId xmlns:a16="http://schemas.microsoft.com/office/drawing/2014/main" id="{9F4353A2-9030-9627-629C-ABE3898B8BC1}"/>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5" name="TextBox 64">
            <a:extLst>
              <a:ext uri="{FF2B5EF4-FFF2-40B4-BE49-F238E27FC236}">
                <a16:creationId xmlns:a16="http://schemas.microsoft.com/office/drawing/2014/main" id="{70AD4880-E6F5-4A16-C32C-019BB1B7C45A}"/>
              </a:ext>
            </a:extLst>
          </p:cNvPr>
          <p:cNvSpPr txBox="1"/>
          <p:nvPr/>
        </p:nvSpPr>
        <p:spPr>
          <a:xfrm>
            <a:off x="5650090" y="2905709"/>
            <a:ext cx="570089" cy="230832"/>
          </a:xfrm>
          <a:prstGeom prst="rect">
            <a:avLst/>
          </a:prstGeom>
          <a:noFill/>
        </p:spPr>
        <p:txBody>
          <a:bodyPr wrap="square" rtlCol="0">
            <a:spAutoFit/>
          </a:bodyPr>
          <a:lstStyle/>
          <a:p>
            <a:pPr algn="ctr"/>
            <a:r>
              <a:rPr lang="en-US" sz="900" dirty="0"/>
              <a:t>68</a:t>
            </a:r>
          </a:p>
        </p:txBody>
      </p:sp>
      <p:sp>
        <p:nvSpPr>
          <p:cNvPr id="66" name="TextBox 65">
            <a:extLst>
              <a:ext uri="{FF2B5EF4-FFF2-40B4-BE49-F238E27FC236}">
                <a16:creationId xmlns:a16="http://schemas.microsoft.com/office/drawing/2014/main" id="{362A5608-DA90-E338-A076-B7B5D4C2D3A2}"/>
              </a:ext>
            </a:extLst>
          </p:cNvPr>
          <p:cNvSpPr txBox="1"/>
          <p:nvPr/>
        </p:nvSpPr>
        <p:spPr>
          <a:xfrm>
            <a:off x="5147734" y="3406653"/>
            <a:ext cx="570089" cy="230832"/>
          </a:xfrm>
          <a:prstGeom prst="rect">
            <a:avLst/>
          </a:prstGeom>
          <a:noFill/>
        </p:spPr>
        <p:txBody>
          <a:bodyPr wrap="square" rtlCol="0">
            <a:spAutoFit/>
          </a:bodyPr>
          <a:lstStyle/>
          <a:p>
            <a:pPr algn="ctr"/>
            <a:r>
              <a:rPr lang="en-US" sz="900" dirty="0"/>
              <a:t>689</a:t>
            </a:r>
          </a:p>
        </p:txBody>
      </p:sp>
      <p:sp>
        <p:nvSpPr>
          <p:cNvPr id="67" name="TextBox 66">
            <a:extLst>
              <a:ext uri="{FF2B5EF4-FFF2-40B4-BE49-F238E27FC236}">
                <a16:creationId xmlns:a16="http://schemas.microsoft.com/office/drawing/2014/main" id="{F7096395-1830-DDE4-7E64-900240636BEC}"/>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0" name="TextBox 69">
            <a:extLst>
              <a:ext uri="{FF2B5EF4-FFF2-40B4-BE49-F238E27FC236}">
                <a16:creationId xmlns:a16="http://schemas.microsoft.com/office/drawing/2014/main" id="{1B7B443B-2229-9457-09F4-2E097E45B48C}"/>
              </a:ext>
            </a:extLst>
          </p:cNvPr>
          <p:cNvSpPr txBox="1"/>
          <p:nvPr/>
        </p:nvSpPr>
        <p:spPr>
          <a:xfrm>
            <a:off x="3138310" y="2905709"/>
            <a:ext cx="570089" cy="230832"/>
          </a:xfrm>
          <a:prstGeom prst="rect">
            <a:avLst/>
          </a:prstGeom>
          <a:noFill/>
        </p:spPr>
        <p:txBody>
          <a:bodyPr wrap="square" rtlCol="0">
            <a:spAutoFit/>
          </a:bodyPr>
          <a:lstStyle/>
          <a:p>
            <a:pPr algn="ctr"/>
            <a:r>
              <a:rPr lang="en-US" sz="900" dirty="0"/>
              <a:t>86</a:t>
            </a:r>
          </a:p>
        </p:txBody>
      </p:sp>
      <p:sp>
        <p:nvSpPr>
          <p:cNvPr id="73" name="TextBox 72">
            <a:extLst>
              <a:ext uri="{FF2B5EF4-FFF2-40B4-BE49-F238E27FC236}">
                <a16:creationId xmlns:a16="http://schemas.microsoft.com/office/drawing/2014/main" id="{B6029B42-06DD-000C-161B-2F175D591A6D}"/>
              </a:ext>
            </a:extLst>
          </p:cNvPr>
          <p:cNvSpPr txBox="1"/>
          <p:nvPr/>
        </p:nvSpPr>
        <p:spPr>
          <a:xfrm>
            <a:off x="3138310" y="3406653"/>
            <a:ext cx="570089" cy="230832"/>
          </a:xfrm>
          <a:prstGeom prst="rect">
            <a:avLst/>
          </a:prstGeom>
          <a:noFill/>
        </p:spPr>
        <p:txBody>
          <a:bodyPr wrap="square" rtlCol="0">
            <a:spAutoFit/>
          </a:bodyPr>
          <a:lstStyle/>
          <a:p>
            <a:pPr algn="ctr"/>
            <a:r>
              <a:rPr lang="en-US" sz="900" dirty="0"/>
              <a:t>68</a:t>
            </a:r>
          </a:p>
        </p:txBody>
      </p:sp>
      <p:sp>
        <p:nvSpPr>
          <p:cNvPr id="74" name="TextBox 73">
            <a:extLst>
              <a:ext uri="{FF2B5EF4-FFF2-40B4-BE49-F238E27FC236}">
                <a16:creationId xmlns:a16="http://schemas.microsoft.com/office/drawing/2014/main" id="{1D4A16B1-A34C-285D-627D-AB46AD04A5BB}"/>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8B1AAD48-815F-7418-389F-0EA4871E26D1}"/>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0CBBBC03-5D69-3DDF-C402-C8DC72C1570F}"/>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21FE1334-0ED2-1054-D625-E4E33CDBB9D8}"/>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587ED38A-2781-0B53-92F7-34CB50F8B881}"/>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7" name="TextBox 76">
            <a:extLst>
              <a:ext uri="{FF2B5EF4-FFF2-40B4-BE49-F238E27FC236}">
                <a16:creationId xmlns:a16="http://schemas.microsoft.com/office/drawing/2014/main" id="{3BB17DD0-6C85-78DA-2406-1ACA983200C1}"/>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B47ABC02-51D8-3BD9-3422-5B3A5F072CD8}"/>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BC94F854-7480-262B-699F-70A8FA4DCB1A}"/>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707F5157-0BD7-4448-4627-6EAC89B388FF}"/>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78" name="TextBox 77">
            <a:extLst>
              <a:ext uri="{FF2B5EF4-FFF2-40B4-BE49-F238E27FC236}">
                <a16:creationId xmlns:a16="http://schemas.microsoft.com/office/drawing/2014/main" id="{DD43E73B-707B-8591-4922-49FF5BDA85EC}"/>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79" name="TextBox 78">
            <a:extLst>
              <a:ext uri="{FF2B5EF4-FFF2-40B4-BE49-F238E27FC236}">
                <a16:creationId xmlns:a16="http://schemas.microsoft.com/office/drawing/2014/main" id="{3380CB17-89CC-BC47-D199-41D7755A5873}"/>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3D5DF528-1B7E-8D10-A483-387A13650C5E}"/>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871013AC-53AA-8D31-5778-18833CBA4FC6}"/>
              </a:ext>
            </a:extLst>
          </p:cNvPr>
          <p:cNvSpPr txBox="1"/>
          <p:nvPr/>
        </p:nvSpPr>
        <p:spPr>
          <a:xfrm>
            <a:off x="6714071" y="4244561"/>
            <a:ext cx="462845" cy="584775"/>
          </a:xfrm>
          <a:prstGeom prst="rect">
            <a:avLst/>
          </a:prstGeom>
          <a:noFill/>
        </p:spPr>
        <p:txBody>
          <a:bodyPr wrap="square" rtlCol="0">
            <a:spAutoFit/>
          </a:bodyPr>
          <a:lstStyle/>
          <a:p>
            <a:pPr algn="ctr"/>
            <a:r>
              <a:rPr lang="en-US" sz="3200" dirty="0"/>
              <a:t>5</a:t>
            </a:r>
          </a:p>
        </p:txBody>
      </p:sp>
      <p:sp>
        <p:nvSpPr>
          <p:cNvPr id="80" name="TextBox 79">
            <a:extLst>
              <a:ext uri="{FF2B5EF4-FFF2-40B4-BE49-F238E27FC236}">
                <a16:creationId xmlns:a16="http://schemas.microsoft.com/office/drawing/2014/main" id="{9D0724FF-8133-4875-D04A-C89168906AEB}"/>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44429D5C-8D05-7C68-C30B-8C1ED74801E3}"/>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0A28DB4F-CE44-73F5-B5CD-8A812D2A7A96}"/>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FB719076-0007-2FE6-F62A-6970276160BC}"/>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4" name="TextBox 53">
            <a:extLst>
              <a:ext uri="{FF2B5EF4-FFF2-40B4-BE49-F238E27FC236}">
                <a16:creationId xmlns:a16="http://schemas.microsoft.com/office/drawing/2014/main" id="{4F456796-CA7C-3A1A-D4CF-381C10C31EC0}"/>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62" name="TextBox 61">
            <a:extLst>
              <a:ext uri="{FF2B5EF4-FFF2-40B4-BE49-F238E27FC236}">
                <a16:creationId xmlns:a16="http://schemas.microsoft.com/office/drawing/2014/main" id="{6E8040D2-4330-59B1-4E4D-5167F5433E28}"/>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FBA3A7F5-CF3D-4E83-6FF5-65B23BEC99DC}"/>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3F2D1108-5E98-4971-9FA0-14E2A26F28B0}"/>
              </a:ext>
            </a:extLst>
          </p:cNvPr>
          <p:cNvSpPr txBox="1"/>
          <p:nvPr/>
        </p:nvSpPr>
        <p:spPr>
          <a:xfrm>
            <a:off x="4715935" y="424456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22B6D507-57D4-4EFB-6BD3-B7CFA692703C}"/>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44" name="TextBox 43">
            <a:extLst>
              <a:ext uri="{FF2B5EF4-FFF2-40B4-BE49-F238E27FC236}">
                <a16:creationId xmlns:a16="http://schemas.microsoft.com/office/drawing/2014/main" id="{496C089B-744B-3A8D-994A-C811318E67C3}"/>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71" name="TextBox 70">
            <a:extLst>
              <a:ext uri="{FF2B5EF4-FFF2-40B4-BE49-F238E27FC236}">
                <a16:creationId xmlns:a16="http://schemas.microsoft.com/office/drawing/2014/main" id="{608FBCA9-A36B-45EA-F4AF-21627691E938}"/>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4583814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DC905-F796-C57B-7F57-27ECC2AF4D6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6270730-1DF3-EB95-0D45-002A7BB6F47E}"/>
              </a:ext>
            </a:extLst>
          </p:cNvPr>
          <p:cNvSpPr>
            <a:spLocks noGrp="1"/>
          </p:cNvSpPr>
          <p:nvPr>
            <p:ph sz="half" idx="1"/>
          </p:nvPr>
        </p:nvSpPr>
        <p:spPr>
          <a:xfrm>
            <a:off x="1429570" y="5478272"/>
            <a:ext cx="9445752" cy="1143000"/>
          </a:xfrm>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4748B181-6A6D-FE6B-3D88-D9303D213F0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DBC7B0B-C3B4-FEB0-B94E-9B9FB3F2FB7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2CFA802-B6F6-4452-D8EB-EE8A51F0CE3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E308818-CDAC-DBBF-3E30-780E404936D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B781745-DF5A-9C67-947A-58144AA66826}"/>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2BEDDC5C-9A8F-2C36-E6F2-6B5DD0560AA5}"/>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6802C2D8-5C34-70BD-9516-4462DBB89B31}"/>
              </a:ext>
            </a:extLst>
          </p:cNvPr>
          <p:cNvSpPr txBox="1"/>
          <p:nvPr/>
        </p:nvSpPr>
        <p:spPr>
          <a:xfrm>
            <a:off x="4143022" y="1903821"/>
            <a:ext cx="570089" cy="230832"/>
          </a:xfrm>
          <a:prstGeom prst="rect">
            <a:avLst/>
          </a:prstGeom>
          <a:noFill/>
        </p:spPr>
        <p:txBody>
          <a:bodyPr wrap="square" rtlCol="0">
            <a:spAutoFit/>
          </a:bodyPr>
          <a:lstStyle/>
          <a:p>
            <a:pPr algn="ctr"/>
            <a:r>
              <a:rPr lang="en-US" sz="900" dirty="0"/>
              <a:t>31</a:t>
            </a:r>
          </a:p>
        </p:txBody>
      </p:sp>
      <p:sp>
        <p:nvSpPr>
          <p:cNvPr id="16" name="TextBox 15">
            <a:extLst>
              <a:ext uri="{FF2B5EF4-FFF2-40B4-BE49-F238E27FC236}">
                <a16:creationId xmlns:a16="http://schemas.microsoft.com/office/drawing/2014/main" id="{C3502E03-EB30-6F73-1F9D-1237D89373EE}"/>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667EA674-1BA4-4726-9747-1D481E776D49}"/>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8C8894CC-3397-7383-3DBE-17F0B236AEF5}"/>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D1F4E89F-5A67-9C9A-60F9-7852634FC7DB}"/>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2D611879-1B69-0B1C-FF07-DBF82DE1CE20}"/>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FA701716-F8FF-076D-195B-17576D7A28A2}"/>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58ADFFEA-CE32-06F8-D42B-91F3229875AF}"/>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9A1B073F-E73A-BEA7-8B17-F3CC4C64C1B8}"/>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84F3040A-18B0-1218-E5FC-899126536D46}"/>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9E2C4A9D-B61C-F0BC-CBC9-DDF275EF813A}"/>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95EADA6C-1332-48F1-A7F0-24CC374BE842}"/>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4B9DEE67-B25E-33E7-7A9A-0579E641CB84}"/>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1ED23ED6-0ED0-9B38-FE92-B80BFF38048C}"/>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BBFDE3EA-9EA8-8CEF-278E-ADACC3F32BB7}"/>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83616C21-4F6A-12E5-1502-0CE90134BD01}"/>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76C1187F-6811-516B-C07D-58DD0C353BFF}"/>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546D94FE-00BE-15EC-B19B-826A7A95E1B3}"/>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E199ADAA-F4F0-85DA-50D0-4ADF6EC9E093}"/>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601DD795-9AB0-DA20-5BA6-AA4D245A8530}"/>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0D0AAC73-8D81-96D3-E6E3-EB59373A150A}"/>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2472A290-D98D-A421-1241-165807EA63E7}"/>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5" name="TextBox 44">
            <a:extLst>
              <a:ext uri="{FF2B5EF4-FFF2-40B4-BE49-F238E27FC236}">
                <a16:creationId xmlns:a16="http://schemas.microsoft.com/office/drawing/2014/main" id="{1A81EDFE-189B-D73B-AAF7-368FDB4CA4BA}"/>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547028AC-19EC-5A4D-2E99-0AF5561D6364}"/>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2BCF7283-D513-EEFC-7C43-3A7FE2D15083}"/>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D5174759-1304-0426-9CF4-A7BC1BC3EFEC}"/>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6C16ADFF-807C-DA7D-DB20-9E3995658B2F}"/>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9853A11D-CF15-B66E-CA61-6E3AB91AD9D6}"/>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4B70D02C-A673-72BF-F32B-0CD6A62C575E}"/>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D44899B7-427A-96E6-8968-53DF7DB9E413}"/>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D62339AD-C696-3664-53FC-7E878B047E83}"/>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540EA200-AB16-72F1-771D-D8067883FE67}"/>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B51C9493-F02F-5928-2DE0-DAE761E90626}"/>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DB99FDB0-0BB2-A8CA-B4F9-C48BC7ECAE7A}"/>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5A49BDA4-D61B-C14D-9919-C31F14378C4C}"/>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1BC9B62D-772E-80F3-7C20-3F35D575A08A}"/>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FA521657-5C22-AD5E-5805-95BCA599E099}"/>
              </a:ext>
            </a:extLst>
          </p:cNvPr>
          <p:cNvSpPr txBox="1"/>
          <p:nvPr/>
        </p:nvSpPr>
        <p:spPr>
          <a:xfrm>
            <a:off x="7157158" y="3907597"/>
            <a:ext cx="570089" cy="230832"/>
          </a:xfrm>
          <a:prstGeom prst="rect">
            <a:avLst/>
          </a:prstGeom>
          <a:noFill/>
        </p:spPr>
        <p:txBody>
          <a:bodyPr wrap="square" rtlCol="0">
            <a:spAutoFit/>
          </a:bodyPr>
          <a:lstStyle/>
          <a:p>
            <a:pPr algn="ctr"/>
            <a:r>
              <a:rPr lang="en-US" sz="900" dirty="0"/>
              <a:t>31</a:t>
            </a:r>
          </a:p>
        </p:txBody>
      </p:sp>
      <p:sp>
        <p:nvSpPr>
          <p:cNvPr id="61" name="TextBox 60">
            <a:extLst>
              <a:ext uri="{FF2B5EF4-FFF2-40B4-BE49-F238E27FC236}">
                <a16:creationId xmlns:a16="http://schemas.microsoft.com/office/drawing/2014/main" id="{569E7DD9-39A7-913E-5707-9DED17E87525}"/>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4" name="TextBox 63">
            <a:extLst>
              <a:ext uri="{FF2B5EF4-FFF2-40B4-BE49-F238E27FC236}">
                <a16:creationId xmlns:a16="http://schemas.microsoft.com/office/drawing/2014/main" id="{0B90A8F6-B065-D1CA-C3DD-514C89BC7BE5}"/>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5" name="TextBox 64">
            <a:extLst>
              <a:ext uri="{FF2B5EF4-FFF2-40B4-BE49-F238E27FC236}">
                <a16:creationId xmlns:a16="http://schemas.microsoft.com/office/drawing/2014/main" id="{97EABC86-DCC2-0CAD-D3E3-925DAE6B6710}"/>
              </a:ext>
            </a:extLst>
          </p:cNvPr>
          <p:cNvSpPr txBox="1"/>
          <p:nvPr/>
        </p:nvSpPr>
        <p:spPr>
          <a:xfrm>
            <a:off x="5650090" y="2905709"/>
            <a:ext cx="570089" cy="230832"/>
          </a:xfrm>
          <a:prstGeom prst="rect">
            <a:avLst/>
          </a:prstGeom>
          <a:noFill/>
        </p:spPr>
        <p:txBody>
          <a:bodyPr wrap="square" rtlCol="0">
            <a:spAutoFit/>
          </a:bodyPr>
          <a:lstStyle/>
          <a:p>
            <a:pPr algn="ctr"/>
            <a:r>
              <a:rPr lang="en-US" sz="900" dirty="0"/>
              <a:t>68</a:t>
            </a:r>
          </a:p>
        </p:txBody>
      </p:sp>
      <p:sp>
        <p:nvSpPr>
          <p:cNvPr id="66" name="TextBox 65">
            <a:extLst>
              <a:ext uri="{FF2B5EF4-FFF2-40B4-BE49-F238E27FC236}">
                <a16:creationId xmlns:a16="http://schemas.microsoft.com/office/drawing/2014/main" id="{A8C91105-0514-4AEF-569E-055C936C512B}"/>
              </a:ext>
            </a:extLst>
          </p:cNvPr>
          <p:cNvSpPr txBox="1"/>
          <p:nvPr/>
        </p:nvSpPr>
        <p:spPr>
          <a:xfrm>
            <a:off x="5147734" y="3406653"/>
            <a:ext cx="570089" cy="230832"/>
          </a:xfrm>
          <a:prstGeom prst="rect">
            <a:avLst/>
          </a:prstGeom>
          <a:noFill/>
        </p:spPr>
        <p:txBody>
          <a:bodyPr wrap="square" rtlCol="0">
            <a:spAutoFit/>
          </a:bodyPr>
          <a:lstStyle/>
          <a:p>
            <a:pPr algn="ctr"/>
            <a:r>
              <a:rPr lang="en-US" sz="900" dirty="0"/>
              <a:t>89</a:t>
            </a:r>
          </a:p>
        </p:txBody>
      </p:sp>
      <p:sp>
        <p:nvSpPr>
          <p:cNvPr id="67" name="TextBox 66">
            <a:extLst>
              <a:ext uri="{FF2B5EF4-FFF2-40B4-BE49-F238E27FC236}">
                <a16:creationId xmlns:a16="http://schemas.microsoft.com/office/drawing/2014/main" id="{4B6A69E2-2FCE-DDA2-184D-63A43C31DB83}"/>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0" name="TextBox 69">
            <a:extLst>
              <a:ext uri="{FF2B5EF4-FFF2-40B4-BE49-F238E27FC236}">
                <a16:creationId xmlns:a16="http://schemas.microsoft.com/office/drawing/2014/main" id="{77F375EC-672B-51DC-8FFD-A9F6384F41E2}"/>
              </a:ext>
            </a:extLst>
          </p:cNvPr>
          <p:cNvSpPr txBox="1"/>
          <p:nvPr/>
        </p:nvSpPr>
        <p:spPr>
          <a:xfrm>
            <a:off x="3138310" y="2905709"/>
            <a:ext cx="570089" cy="230832"/>
          </a:xfrm>
          <a:prstGeom prst="rect">
            <a:avLst/>
          </a:prstGeom>
          <a:noFill/>
        </p:spPr>
        <p:txBody>
          <a:bodyPr wrap="square" rtlCol="0">
            <a:spAutoFit/>
          </a:bodyPr>
          <a:lstStyle/>
          <a:p>
            <a:pPr algn="ctr"/>
            <a:r>
              <a:rPr lang="en-US" sz="900" dirty="0"/>
              <a:t>86</a:t>
            </a:r>
          </a:p>
        </p:txBody>
      </p:sp>
      <p:sp>
        <p:nvSpPr>
          <p:cNvPr id="73" name="TextBox 72">
            <a:extLst>
              <a:ext uri="{FF2B5EF4-FFF2-40B4-BE49-F238E27FC236}">
                <a16:creationId xmlns:a16="http://schemas.microsoft.com/office/drawing/2014/main" id="{37D53713-B911-3B9F-ECF0-7ACB2536DAEB}"/>
              </a:ext>
            </a:extLst>
          </p:cNvPr>
          <p:cNvSpPr txBox="1"/>
          <p:nvPr/>
        </p:nvSpPr>
        <p:spPr>
          <a:xfrm>
            <a:off x="3138310" y="3406653"/>
            <a:ext cx="570089" cy="230832"/>
          </a:xfrm>
          <a:prstGeom prst="rect">
            <a:avLst/>
          </a:prstGeom>
          <a:noFill/>
        </p:spPr>
        <p:txBody>
          <a:bodyPr wrap="square" rtlCol="0">
            <a:spAutoFit/>
          </a:bodyPr>
          <a:lstStyle/>
          <a:p>
            <a:pPr algn="ctr"/>
            <a:r>
              <a:rPr lang="en-US" sz="900" dirty="0"/>
              <a:t>68</a:t>
            </a:r>
          </a:p>
        </p:txBody>
      </p:sp>
      <p:sp>
        <p:nvSpPr>
          <p:cNvPr id="74" name="TextBox 73">
            <a:extLst>
              <a:ext uri="{FF2B5EF4-FFF2-40B4-BE49-F238E27FC236}">
                <a16:creationId xmlns:a16="http://schemas.microsoft.com/office/drawing/2014/main" id="{097B0B7F-B6E2-7420-0425-EFC26C5D9AA8}"/>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51BBA6DA-D56F-1476-65A3-FA5500CE6863}"/>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0D29E43D-8A67-1EB8-3798-AB8A1DE50ADE}"/>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57228722-C428-0645-03B8-658BC2099353}"/>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053C9D5D-F466-DC75-31FA-757A78574313}"/>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7" name="TextBox 76">
            <a:extLst>
              <a:ext uri="{FF2B5EF4-FFF2-40B4-BE49-F238E27FC236}">
                <a16:creationId xmlns:a16="http://schemas.microsoft.com/office/drawing/2014/main" id="{8091FFA5-6636-B03A-1D3C-428AAA0937C7}"/>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7E590DBB-D523-AA42-1F1B-83ABF5FDAF17}"/>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4DADCC0B-7703-A97B-2875-1637A547EBF3}"/>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A50587DD-9C6D-B71E-6694-993FC03A086E}"/>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78" name="TextBox 77">
            <a:extLst>
              <a:ext uri="{FF2B5EF4-FFF2-40B4-BE49-F238E27FC236}">
                <a16:creationId xmlns:a16="http://schemas.microsoft.com/office/drawing/2014/main" id="{63121765-E26B-7E33-3ABF-4C39B56A22FF}"/>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79" name="TextBox 78">
            <a:extLst>
              <a:ext uri="{FF2B5EF4-FFF2-40B4-BE49-F238E27FC236}">
                <a16:creationId xmlns:a16="http://schemas.microsoft.com/office/drawing/2014/main" id="{EF10C23A-AE22-3C1B-D88A-6D68750CD41C}"/>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C7310901-FDFD-FF7E-57D2-13296D475FDF}"/>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2691AB14-0D55-F2AE-7F8F-AC5A3574BD3C}"/>
              </a:ext>
            </a:extLst>
          </p:cNvPr>
          <p:cNvSpPr txBox="1"/>
          <p:nvPr/>
        </p:nvSpPr>
        <p:spPr>
          <a:xfrm>
            <a:off x="6714071" y="4244561"/>
            <a:ext cx="462845" cy="584775"/>
          </a:xfrm>
          <a:prstGeom prst="rect">
            <a:avLst/>
          </a:prstGeom>
          <a:noFill/>
        </p:spPr>
        <p:txBody>
          <a:bodyPr wrap="square" rtlCol="0">
            <a:spAutoFit/>
          </a:bodyPr>
          <a:lstStyle/>
          <a:p>
            <a:pPr algn="ctr"/>
            <a:r>
              <a:rPr lang="en-US" sz="3200" dirty="0"/>
              <a:t>5</a:t>
            </a:r>
          </a:p>
        </p:txBody>
      </p:sp>
      <p:sp>
        <p:nvSpPr>
          <p:cNvPr id="80" name="TextBox 79">
            <a:extLst>
              <a:ext uri="{FF2B5EF4-FFF2-40B4-BE49-F238E27FC236}">
                <a16:creationId xmlns:a16="http://schemas.microsoft.com/office/drawing/2014/main" id="{DE5F54BA-0895-FCAA-D51D-CAD88A8B5BF3}"/>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B28F83BF-3422-911B-94AE-3FC33441DF56}"/>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19A029A0-1A5A-8AB8-7B3C-1C16AF26D2CB}"/>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CA872366-3E5A-968F-FC66-4D8E69C66940}"/>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4" name="TextBox 53">
            <a:extLst>
              <a:ext uri="{FF2B5EF4-FFF2-40B4-BE49-F238E27FC236}">
                <a16:creationId xmlns:a16="http://schemas.microsoft.com/office/drawing/2014/main" id="{8CA2EA04-2216-9EBC-585B-22F1927FE886}"/>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62" name="TextBox 61">
            <a:extLst>
              <a:ext uri="{FF2B5EF4-FFF2-40B4-BE49-F238E27FC236}">
                <a16:creationId xmlns:a16="http://schemas.microsoft.com/office/drawing/2014/main" id="{67FDB729-D648-375C-FD82-91CAA2D79E03}"/>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81107451-5851-7AA8-38AC-69E25557E9F8}"/>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F0CF960A-0FDB-4ECD-F817-0EB4CE74703B}"/>
              </a:ext>
            </a:extLst>
          </p:cNvPr>
          <p:cNvSpPr txBox="1"/>
          <p:nvPr/>
        </p:nvSpPr>
        <p:spPr>
          <a:xfrm>
            <a:off x="4715935" y="424456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DDFEDF93-6AA3-9BC5-20D0-A4CF82219F69}"/>
              </a:ext>
            </a:extLst>
          </p:cNvPr>
          <p:cNvSpPr txBox="1"/>
          <p:nvPr/>
        </p:nvSpPr>
        <p:spPr>
          <a:xfrm>
            <a:off x="4715935" y="3237891"/>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0683F843-F813-5906-5648-8BF083AB0EEA}"/>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44" name="TextBox 43">
            <a:extLst>
              <a:ext uri="{FF2B5EF4-FFF2-40B4-BE49-F238E27FC236}">
                <a16:creationId xmlns:a16="http://schemas.microsoft.com/office/drawing/2014/main" id="{40CC0C36-B878-0522-2888-DCC871981895}"/>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71" name="TextBox 70">
            <a:extLst>
              <a:ext uri="{FF2B5EF4-FFF2-40B4-BE49-F238E27FC236}">
                <a16:creationId xmlns:a16="http://schemas.microsoft.com/office/drawing/2014/main" id="{AF7146E3-E27B-D25A-A845-69A972681447}"/>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6502792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822F7-FB01-FC9B-92D1-6FD1D0E43C6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51097D-F052-18FA-940F-09F851AD6C09}"/>
              </a:ext>
            </a:extLst>
          </p:cNvPr>
          <p:cNvSpPr>
            <a:spLocks noGrp="1"/>
          </p:cNvSpPr>
          <p:nvPr>
            <p:ph sz="half" idx="1"/>
          </p:nvPr>
        </p:nvSpPr>
        <p:spPr>
          <a:xfrm>
            <a:off x="1429570" y="5478272"/>
            <a:ext cx="9445752" cy="1143000"/>
          </a:xfrm>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6C244839-C642-A10D-E293-216B3C3154A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297AF7D-AA46-3897-18B3-6B08EF8798D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B05F71D-7036-F497-C671-945F411556A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FBE0607-6178-43D3-7B58-ED1A3F9885A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5A1E662-1315-6CD3-0F7B-CF14F0F03508}"/>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65F82735-3ED2-4D3E-3404-6392973E64D6}"/>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DB1E05B6-07A2-82EF-E223-A01C9B2637D6}"/>
              </a:ext>
            </a:extLst>
          </p:cNvPr>
          <p:cNvSpPr txBox="1"/>
          <p:nvPr/>
        </p:nvSpPr>
        <p:spPr>
          <a:xfrm>
            <a:off x="4143022" y="1903821"/>
            <a:ext cx="570089" cy="230832"/>
          </a:xfrm>
          <a:prstGeom prst="rect">
            <a:avLst/>
          </a:prstGeom>
          <a:noFill/>
        </p:spPr>
        <p:txBody>
          <a:bodyPr wrap="square" rtlCol="0">
            <a:spAutoFit/>
          </a:bodyPr>
          <a:lstStyle/>
          <a:p>
            <a:pPr algn="ctr"/>
            <a:r>
              <a:rPr lang="en-US" sz="900" dirty="0"/>
              <a:t>31</a:t>
            </a:r>
          </a:p>
        </p:txBody>
      </p:sp>
      <p:sp>
        <p:nvSpPr>
          <p:cNvPr id="16" name="TextBox 15">
            <a:extLst>
              <a:ext uri="{FF2B5EF4-FFF2-40B4-BE49-F238E27FC236}">
                <a16:creationId xmlns:a16="http://schemas.microsoft.com/office/drawing/2014/main" id="{D076872D-1765-B0FD-C8A5-CA9BFACE2800}"/>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14F5A15C-0162-51AE-ABD9-F595B15473AC}"/>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F1D5162B-F5F6-542F-E342-CA19F39E4845}"/>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893B9943-7C8F-C4CC-BFAC-10723951DF1B}"/>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95BFA6E5-5BE0-B190-9F5C-A9C96F0F1F69}"/>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315B38C6-35FE-46F5-235C-539FE56693A1}"/>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80B7D35F-D3CB-54CE-6B5B-2B293AB1503D}"/>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37EE1758-4067-194D-BAC9-3D11E1E61928}"/>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9C7A7A3B-60EE-551D-73F3-484DDDCF2119}"/>
              </a:ext>
            </a:extLst>
          </p:cNvPr>
          <p:cNvSpPr txBox="1"/>
          <p:nvPr/>
        </p:nvSpPr>
        <p:spPr>
          <a:xfrm>
            <a:off x="5147734" y="1402877"/>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DF244CD1-6AF2-54CF-DD82-98C4BABCFCDD}"/>
              </a:ext>
            </a:extLst>
          </p:cNvPr>
          <p:cNvSpPr txBox="1"/>
          <p:nvPr/>
        </p:nvSpPr>
        <p:spPr>
          <a:xfrm>
            <a:off x="5650090" y="1402877"/>
            <a:ext cx="570089" cy="230832"/>
          </a:xfrm>
          <a:prstGeom prst="rect">
            <a:avLst/>
          </a:prstGeom>
          <a:noFill/>
        </p:spPr>
        <p:txBody>
          <a:bodyPr wrap="square" rtlCol="0">
            <a:spAutoFit/>
          </a:bodyPr>
          <a:lstStyle/>
          <a:p>
            <a:pPr algn="ctr"/>
            <a:r>
              <a:rPr lang="en-US" sz="900" dirty="0"/>
              <a:t>86</a:t>
            </a:r>
          </a:p>
        </p:txBody>
      </p:sp>
      <p:sp>
        <p:nvSpPr>
          <p:cNvPr id="26" name="TextBox 25">
            <a:extLst>
              <a:ext uri="{FF2B5EF4-FFF2-40B4-BE49-F238E27FC236}">
                <a16:creationId xmlns:a16="http://schemas.microsoft.com/office/drawing/2014/main" id="{76BFE8A6-B945-F11E-3AA3-5AED417812C8}"/>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05D42934-0FFD-EEE9-21C5-CAE5EE3A4338}"/>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298B1B6D-F21A-48BD-DCBF-98FD9C28D596}"/>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9D8BC601-ED09-BE1E-EF34-A1C061F7EF91}"/>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E56CC26C-5523-7A8F-16D0-402A697B4C5E}"/>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AAB52985-1369-162D-1562-8BED0B61AEAE}"/>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E7C950CC-6D42-05A2-61CE-7DD7008B0003}"/>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1B4C2C17-A343-3CE7-ACA6-0EDEA106CB72}"/>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EAFE9097-E4C2-637F-176E-7B04E61734BB}"/>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16261A10-4ABB-5CD1-837C-740CFF425EE7}"/>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96E69F57-9D0F-E85F-8B64-C137787ECD3B}"/>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5" name="TextBox 44">
            <a:extLst>
              <a:ext uri="{FF2B5EF4-FFF2-40B4-BE49-F238E27FC236}">
                <a16:creationId xmlns:a16="http://schemas.microsoft.com/office/drawing/2014/main" id="{5EEE88E5-4ED0-7726-E1B8-78E9A047E81C}"/>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603FBDF2-5F36-DF90-F4AA-1AA95BD81BFD}"/>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CD665C67-4810-541D-DB44-97A9A8BA5598}"/>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E0D0EBA8-CBB4-6A09-1897-3E49784E349D}"/>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46FB08CD-BB40-5290-D42B-FED7FB378DDE}"/>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4332D7FB-9432-6CF5-EFC9-54324A8E888B}"/>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723E9D70-5480-3BBA-FE05-C68EEAAA124E}"/>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445EB988-D739-F6CD-B75C-9D8FAC375E74}"/>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65334EDF-E7CC-56E5-4ED9-DFB679FBAB7B}"/>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406236C6-87DF-EE24-991F-E9D59155C9D1}"/>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B8AB1C5A-A155-B8A0-4BE1-D1FDF8A91F4B}"/>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D8779D0E-C931-CF59-C085-3C2058457560}"/>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760BC5FD-9099-EF61-A68C-132999F819A2}"/>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E08908F7-B2B3-D0DB-732E-B1A39509AE25}"/>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1532054E-5C07-4B1F-E9BA-43C0ACDCEF74}"/>
              </a:ext>
            </a:extLst>
          </p:cNvPr>
          <p:cNvSpPr txBox="1"/>
          <p:nvPr/>
        </p:nvSpPr>
        <p:spPr>
          <a:xfrm>
            <a:off x="7157158" y="3907597"/>
            <a:ext cx="570089" cy="230832"/>
          </a:xfrm>
          <a:prstGeom prst="rect">
            <a:avLst/>
          </a:prstGeom>
          <a:noFill/>
        </p:spPr>
        <p:txBody>
          <a:bodyPr wrap="square" rtlCol="0">
            <a:spAutoFit/>
          </a:bodyPr>
          <a:lstStyle/>
          <a:p>
            <a:pPr algn="ctr"/>
            <a:r>
              <a:rPr lang="en-US" sz="900" dirty="0"/>
              <a:t>31</a:t>
            </a:r>
          </a:p>
        </p:txBody>
      </p:sp>
      <p:sp>
        <p:nvSpPr>
          <p:cNvPr id="61" name="TextBox 60">
            <a:extLst>
              <a:ext uri="{FF2B5EF4-FFF2-40B4-BE49-F238E27FC236}">
                <a16:creationId xmlns:a16="http://schemas.microsoft.com/office/drawing/2014/main" id="{A574E514-92D1-88AB-DF42-86331A9865C6}"/>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4" name="TextBox 63">
            <a:extLst>
              <a:ext uri="{FF2B5EF4-FFF2-40B4-BE49-F238E27FC236}">
                <a16:creationId xmlns:a16="http://schemas.microsoft.com/office/drawing/2014/main" id="{843D1EBA-53CC-25B5-6EF9-E131D112F2D5}"/>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5" name="TextBox 64">
            <a:extLst>
              <a:ext uri="{FF2B5EF4-FFF2-40B4-BE49-F238E27FC236}">
                <a16:creationId xmlns:a16="http://schemas.microsoft.com/office/drawing/2014/main" id="{AF79976E-900E-2FD4-813C-9C870F0AC800}"/>
              </a:ext>
            </a:extLst>
          </p:cNvPr>
          <p:cNvSpPr txBox="1"/>
          <p:nvPr/>
        </p:nvSpPr>
        <p:spPr>
          <a:xfrm>
            <a:off x="5650090" y="2905709"/>
            <a:ext cx="570089" cy="230832"/>
          </a:xfrm>
          <a:prstGeom prst="rect">
            <a:avLst/>
          </a:prstGeom>
          <a:noFill/>
        </p:spPr>
        <p:txBody>
          <a:bodyPr wrap="square" rtlCol="0">
            <a:spAutoFit/>
          </a:bodyPr>
          <a:lstStyle/>
          <a:p>
            <a:pPr algn="ctr"/>
            <a:r>
              <a:rPr lang="en-US" sz="900" dirty="0"/>
              <a:t>68</a:t>
            </a:r>
          </a:p>
        </p:txBody>
      </p:sp>
      <p:sp>
        <p:nvSpPr>
          <p:cNvPr id="67" name="TextBox 66">
            <a:extLst>
              <a:ext uri="{FF2B5EF4-FFF2-40B4-BE49-F238E27FC236}">
                <a16:creationId xmlns:a16="http://schemas.microsoft.com/office/drawing/2014/main" id="{BA0B52E7-F74A-62BD-833A-E989D006E42C}"/>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0" name="TextBox 69">
            <a:extLst>
              <a:ext uri="{FF2B5EF4-FFF2-40B4-BE49-F238E27FC236}">
                <a16:creationId xmlns:a16="http://schemas.microsoft.com/office/drawing/2014/main" id="{8D822721-85A9-4898-4E9A-A0944B007644}"/>
              </a:ext>
            </a:extLst>
          </p:cNvPr>
          <p:cNvSpPr txBox="1"/>
          <p:nvPr/>
        </p:nvSpPr>
        <p:spPr>
          <a:xfrm>
            <a:off x="3138310" y="2905709"/>
            <a:ext cx="570089" cy="230832"/>
          </a:xfrm>
          <a:prstGeom prst="rect">
            <a:avLst/>
          </a:prstGeom>
          <a:noFill/>
        </p:spPr>
        <p:txBody>
          <a:bodyPr wrap="square" rtlCol="0">
            <a:spAutoFit/>
          </a:bodyPr>
          <a:lstStyle/>
          <a:p>
            <a:pPr algn="ctr"/>
            <a:r>
              <a:rPr lang="en-US" sz="900" dirty="0"/>
              <a:t>86</a:t>
            </a:r>
          </a:p>
        </p:txBody>
      </p:sp>
      <p:sp>
        <p:nvSpPr>
          <p:cNvPr id="73" name="TextBox 72">
            <a:extLst>
              <a:ext uri="{FF2B5EF4-FFF2-40B4-BE49-F238E27FC236}">
                <a16:creationId xmlns:a16="http://schemas.microsoft.com/office/drawing/2014/main" id="{D3FB5E30-24D4-7BD2-1631-C9604D881597}"/>
              </a:ext>
            </a:extLst>
          </p:cNvPr>
          <p:cNvSpPr txBox="1"/>
          <p:nvPr/>
        </p:nvSpPr>
        <p:spPr>
          <a:xfrm>
            <a:off x="3138310" y="3406653"/>
            <a:ext cx="570089" cy="230832"/>
          </a:xfrm>
          <a:prstGeom prst="rect">
            <a:avLst/>
          </a:prstGeom>
          <a:noFill/>
        </p:spPr>
        <p:txBody>
          <a:bodyPr wrap="square" rtlCol="0">
            <a:spAutoFit/>
          </a:bodyPr>
          <a:lstStyle/>
          <a:p>
            <a:pPr algn="ctr"/>
            <a:r>
              <a:rPr lang="en-US" sz="900" dirty="0"/>
              <a:t>68</a:t>
            </a:r>
          </a:p>
        </p:txBody>
      </p:sp>
      <p:sp>
        <p:nvSpPr>
          <p:cNvPr id="74" name="TextBox 73">
            <a:extLst>
              <a:ext uri="{FF2B5EF4-FFF2-40B4-BE49-F238E27FC236}">
                <a16:creationId xmlns:a16="http://schemas.microsoft.com/office/drawing/2014/main" id="{530D502C-5041-69B2-EFED-1396C5588113}"/>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F61E3630-F340-0187-937F-59222C21C91A}"/>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1501A6DA-2A5F-0FBE-6B3B-86E608BA7D34}"/>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5252289E-F33A-2485-A582-72AB5B0DD675}"/>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FB513BEA-8C5A-4E16-38D4-F85D0788FC45}"/>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7" name="TextBox 76">
            <a:extLst>
              <a:ext uri="{FF2B5EF4-FFF2-40B4-BE49-F238E27FC236}">
                <a16:creationId xmlns:a16="http://schemas.microsoft.com/office/drawing/2014/main" id="{064E9340-F63E-1733-20B7-28A0DF197AC5}"/>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5075E0A4-6992-38FC-76D7-05D453837E63}"/>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4F7BC24A-2AED-99B0-1A35-4EB23A70D0C6}"/>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52EB14D9-FBEA-6165-1BBF-131FC1D71547}"/>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78" name="TextBox 77">
            <a:extLst>
              <a:ext uri="{FF2B5EF4-FFF2-40B4-BE49-F238E27FC236}">
                <a16:creationId xmlns:a16="http://schemas.microsoft.com/office/drawing/2014/main" id="{9E94BBC3-49C3-5C19-0808-45D9044DF39A}"/>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79" name="TextBox 78">
            <a:extLst>
              <a:ext uri="{FF2B5EF4-FFF2-40B4-BE49-F238E27FC236}">
                <a16:creationId xmlns:a16="http://schemas.microsoft.com/office/drawing/2014/main" id="{D5483200-1FB5-E89E-396C-9D334127D8D3}"/>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7184E58E-7376-6050-EC34-87067232F62C}"/>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07748714-4AF2-12F1-87CA-A084BFE93A93}"/>
              </a:ext>
            </a:extLst>
          </p:cNvPr>
          <p:cNvSpPr txBox="1"/>
          <p:nvPr/>
        </p:nvSpPr>
        <p:spPr>
          <a:xfrm>
            <a:off x="6714071" y="4244561"/>
            <a:ext cx="462845" cy="584775"/>
          </a:xfrm>
          <a:prstGeom prst="rect">
            <a:avLst/>
          </a:prstGeom>
          <a:noFill/>
        </p:spPr>
        <p:txBody>
          <a:bodyPr wrap="square" rtlCol="0">
            <a:spAutoFit/>
          </a:bodyPr>
          <a:lstStyle/>
          <a:p>
            <a:pPr algn="ctr"/>
            <a:r>
              <a:rPr lang="en-US" sz="3200" dirty="0"/>
              <a:t>5</a:t>
            </a:r>
          </a:p>
        </p:txBody>
      </p:sp>
      <p:sp>
        <p:nvSpPr>
          <p:cNvPr id="80" name="TextBox 79">
            <a:extLst>
              <a:ext uri="{FF2B5EF4-FFF2-40B4-BE49-F238E27FC236}">
                <a16:creationId xmlns:a16="http://schemas.microsoft.com/office/drawing/2014/main" id="{8D075FFF-AEF8-33DA-40CA-23DE436BB98B}"/>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68D48E79-D0B2-EA55-E1F0-3472A572A58E}"/>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5604A16D-6DB0-FF46-D973-2C46AD2F7100}"/>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25F69975-D62F-FA1D-8ED6-8CCC3989C6BA}"/>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4" name="TextBox 53">
            <a:extLst>
              <a:ext uri="{FF2B5EF4-FFF2-40B4-BE49-F238E27FC236}">
                <a16:creationId xmlns:a16="http://schemas.microsoft.com/office/drawing/2014/main" id="{C1EEAADF-D5E9-79A0-63B1-B7CC40793EFF}"/>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62" name="TextBox 61">
            <a:extLst>
              <a:ext uri="{FF2B5EF4-FFF2-40B4-BE49-F238E27FC236}">
                <a16:creationId xmlns:a16="http://schemas.microsoft.com/office/drawing/2014/main" id="{586311C5-5507-6195-03E9-1DA10449EFA4}"/>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2B6A3764-CE80-C5F5-A958-B704915F13F7}"/>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1112B53E-A765-3F96-ADED-CF353AFA9DE2}"/>
              </a:ext>
            </a:extLst>
          </p:cNvPr>
          <p:cNvSpPr txBox="1"/>
          <p:nvPr/>
        </p:nvSpPr>
        <p:spPr>
          <a:xfrm>
            <a:off x="4715935" y="424456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C800EB73-8247-4334-60BA-95C1A4D692D3}"/>
              </a:ext>
            </a:extLst>
          </p:cNvPr>
          <p:cNvSpPr txBox="1"/>
          <p:nvPr/>
        </p:nvSpPr>
        <p:spPr>
          <a:xfrm>
            <a:off x="4715935"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0EF29169-B2BB-4077-E965-CFDDBCD833C4}"/>
              </a:ext>
            </a:extLst>
          </p:cNvPr>
          <p:cNvSpPr txBox="1"/>
          <p:nvPr/>
        </p:nvSpPr>
        <p:spPr>
          <a:xfrm>
            <a:off x="5215469" y="3237891"/>
            <a:ext cx="462845" cy="584775"/>
          </a:xfrm>
          <a:prstGeom prst="rect">
            <a:avLst/>
          </a:prstGeom>
          <a:no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B8879445-CCF2-91EE-53EF-C97D23F18DDB}"/>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44" name="TextBox 43">
            <a:extLst>
              <a:ext uri="{FF2B5EF4-FFF2-40B4-BE49-F238E27FC236}">
                <a16:creationId xmlns:a16="http://schemas.microsoft.com/office/drawing/2014/main" id="{54CF1796-D2A8-FB59-4495-E40895F5AFCE}"/>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71" name="TextBox 70">
            <a:extLst>
              <a:ext uri="{FF2B5EF4-FFF2-40B4-BE49-F238E27FC236}">
                <a16:creationId xmlns:a16="http://schemas.microsoft.com/office/drawing/2014/main" id="{60065686-88F9-533E-83FF-97C223167D7A}"/>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39278061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F3065-C312-557A-F1C6-8BE21F2667F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D29A4E-6867-342C-2B35-8CE59362886C}"/>
              </a:ext>
            </a:extLst>
          </p:cNvPr>
          <p:cNvSpPr>
            <a:spLocks noGrp="1"/>
          </p:cNvSpPr>
          <p:nvPr>
            <p:ph sz="half" idx="1"/>
          </p:nvPr>
        </p:nvSpPr>
        <p:spPr>
          <a:xfrm>
            <a:off x="1429570" y="5478272"/>
            <a:ext cx="9445752" cy="1143000"/>
          </a:xfrm>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BA27A81-C858-8A3C-0F1C-54B7536AF43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3C708EB-8A9F-8AE3-E409-D643D0659B8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7A64409-A28A-E949-470F-B7CBE62668C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5B97A4B-2582-E760-9186-8D0C0277AB8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8EF59D7-43AA-CA33-0BAD-B5853E4AFFF3}"/>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35B1149F-4283-CB13-E320-76E64E280AA4}"/>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BE7AC502-1050-8CE2-E106-65F5EFDB384E}"/>
              </a:ext>
            </a:extLst>
          </p:cNvPr>
          <p:cNvSpPr txBox="1"/>
          <p:nvPr/>
        </p:nvSpPr>
        <p:spPr>
          <a:xfrm>
            <a:off x="4143022" y="1903821"/>
            <a:ext cx="570089" cy="230832"/>
          </a:xfrm>
          <a:prstGeom prst="rect">
            <a:avLst/>
          </a:prstGeom>
          <a:noFill/>
        </p:spPr>
        <p:txBody>
          <a:bodyPr wrap="square" rtlCol="0">
            <a:spAutoFit/>
          </a:bodyPr>
          <a:lstStyle/>
          <a:p>
            <a:pPr algn="ctr"/>
            <a:r>
              <a:rPr lang="en-US" sz="900" dirty="0"/>
              <a:t>31</a:t>
            </a:r>
          </a:p>
        </p:txBody>
      </p:sp>
      <p:sp>
        <p:nvSpPr>
          <p:cNvPr id="16" name="TextBox 15">
            <a:extLst>
              <a:ext uri="{FF2B5EF4-FFF2-40B4-BE49-F238E27FC236}">
                <a16:creationId xmlns:a16="http://schemas.microsoft.com/office/drawing/2014/main" id="{F4A40206-F33A-AB12-A5AF-A01865075A7E}"/>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81ED5DFB-8C3C-D3B3-43CC-BD67EDD8BC24}"/>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9B13C2BF-C2DB-0FD0-AB70-A886B9B3607C}"/>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2798892A-D24B-30D4-57E1-1CB96B036E3D}"/>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03B42DA1-3859-A002-C05C-A4A00D5FFB8B}"/>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99115F5F-3E7C-93B3-F43B-ABC2E367613D}"/>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D3D3B8CB-5DA4-D1CE-FD86-F5CA51BB4AEB}"/>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E1827D5C-D17C-867C-9475-A46068ED29A5}"/>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26" name="TextBox 25">
            <a:extLst>
              <a:ext uri="{FF2B5EF4-FFF2-40B4-BE49-F238E27FC236}">
                <a16:creationId xmlns:a16="http://schemas.microsoft.com/office/drawing/2014/main" id="{7CD4F770-5159-558B-04E7-35801809976A}"/>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1CD2D23D-1651-FC5B-046A-4918263826E6}"/>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43F0CC3C-1D13-CA81-BB3B-145EF4F38D48}"/>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16E80BFE-0623-EA0C-22B7-831AB835DBAA}"/>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C21AC9AC-9C08-0DDF-7690-E7469A9F84E2}"/>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6864022B-43AD-2ED8-C601-FB44238C0E3F}"/>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4F251D84-B0CC-5F1F-F053-05A640CDE515}"/>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6736A530-237E-8B2B-9DCB-CD211D8522AC}"/>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14C94428-1434-DDD6-A655-54CB2D23244A}"/>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39D7BB44-4DC4-C25E-240F-12990F1FC316}"/>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FB97FA48-3986-1B0F-C7CB-A9F5BE726DF0}"/>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5" name="TextBox 44">
            <a:extLst>
              <a:ext uri="{FF2B5EF4-FFF2-40B4-BE49-F238E27FC236}">
                <a16:creationId xmlns:a16="http://schemas.microsoft.com/office/drawing/2014/main" id="{C46F17B3-3DC4-565E-297F-8F2C4C8661B4}"/>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DAA59BE2-A2EB-4C5C-F196-FC1F11C05E8F}"/>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E616AFFE-9B56-9FDA-6E8C-89559D3C945F}"/>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2AA77A64-517F-B5E0-F545-DECAE88471D0}"/>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5C7B82DB-18A6-6D0D-70FC-FF96A41BB645}"/>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AE8E1DA5-C309-86C9-F758-1E27AF3AABFE}"/>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39819D2B-8F52-1CE9-4CF5-E1F584A5B32A}"/>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C14ADF4E-D08E-145F-B037-8836C5AC6717}"/>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F07E824E-7894-473B-1D78-4A6A65A310A7}"/>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4245A8FC-9AA5-68BF-5C9B-375F33F044F1}"/>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F66AFBF3-4788-7400-4843-3EF0DC9155E2}"/>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F9644C64-EC10-4B33-61CB-01EB75EEF42E}"/>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91834486-2485-A55F-5B45-BFD2B8B8B324}"/>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6B5A81C4-797C-5483-5768-C976EF053273}"/>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2FAFC0E9-4154-2009-3BC5-AE2450A7927D}"/>
              </a:ext>
            </a:extLst>
          </p:cNvPr>
          <p:cNvSpPr txBox="1"/>
          <p:nvPr/>
        </p:nvSpPr>
        <p:spPr>
          <a:xfrm>
            <a:off x="7157158" y="3907597"/>
            <a:ext cx="570089" cy="230832"/>
          </a:xfrm>
          <a:prstGeom prst="rect">
            <a:avLst/>
          </a:prstGeom>
          <a:noFill/>
        </p:spPr>
        <p:txBody>
          <a:bodyPr wrap="square" rtlCol="0">
            <a:spAutoFit/>
          </a:bodyPr>
          <a:lstStyle/>
          <a:p>
            <a:pPr algn="ctr"/>
            <a:r>
              <a:rPr lang="en-US" sz="900" dirty="0"/>
              <a:t>31</a:t>
            </a:r>
          </a:p>
        </p:txBody>
      </p:sp>
      <p:sp>
        <p:nvSpPr>
          <p:cNvPr id="61" name="TextBox 60">
            <a:extLst>
              <a:ext uri="{FF2B5EF4-FFF2-40B4-BE49-F238E27FC236}">
                <a16:creationId xmlns:a16="http://schemas.microsoft.com/office/drawing/2014/main" id="{1D0BEF72-A12A-563A-692A-DF37694EE590}"/>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4" name="TextBox 63">
            <a:extLst>
              <a:ext uri="{FF2B5EF4-FFF2-40B4-BE49-F238E27FC236}">
                <a16:creationId xmlns:a16="http://schemas.microsoft.com/office/drawing/2014/main" id="{A5C362C6-8D89-766C-CA01-C5CD86C8E6B7}"/>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B669C77B-27DC-B39D-3A72-280E8160F684}"/>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7FC016A7-A966-86A5-E78C-FB31ADF01E13}"/>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AB136F04-275A-9838-E6A4-1B603B5928FC}"/>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E6690228-31DC-24B6-1184-F6E0E8EFD248}"/>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350B2DEF-23B6-2187-DA28-03B17C24CFCF}"/>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829F049C-C334-77E3-B82E-46345E6D25A8}"/>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7" name="TextBox 76">
            <a:extLst>
              <a:ext uri="{FF2B5EF4-FFF2-40B4-BE49-F238E27FC236}">
                <a16:creationId xmlns:a16="http://schemas.microsoft.com/office/drawing/2014/main" id="{3B37CAC6-0328-555A-9D29-4E8064F98F7B}"/>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714F242C-44CB-A258-CBA4-0E5D349B95AF}"/>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91F96240-9A4D-EB53-1D01-AA8137DE949D}"/>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64F6FFF9-D6CE-4365-F4B5-8FE46D042FB2}"/>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78" name="TextBox 77">
            <a:extLst>
              <a:ext uri="{FF2B5EF4-FFF2-40B4-BE49-F238E27FC236}">
                <a16:creationId xmlns:a16="http://schemas.microsoft.com/office/drawing/2014/main" id="{84A4FB92-94DF-65C3-F6DC-49F7131AE9DF}"/>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79" name="TextBox 78">
            <a:extLst>
              <a:ext uri="{FF2B5EF4-FFF2-40B4-BE49-F238E27FC236}">
                <a16:creationId xmlns:a16="http://schemas.microsoft.com/office/drawing/2014/main" id="{731B006E-3AA2-BC94-3FB8-140E792939B2}"/>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8958FE8E-5141-BE2E-3460-AEB5F3F2BD16}"/>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B698993D-2599-51C6-D517-BF37BBD12629}"/>
              </a:ext>
            </a:extLst>
          </p:cNvPr>
          <p:cNvSpPr txBox="1"/>
          <p:nvPr/>
        </p:nvSpPr>
        <p:spPr>
          <a:xfrm>
            <a:off x="6714071" y="4244561"/>
            <a:ext cx="462845" cy="584775"/>
          </a:xfrm>
          <a:prstGeom prst="rect">
            <a:avLst/>
          </a:prstGeom>
          <a:noFill/>
        </p:spPr>
        <p:txBody>
          <a:bodyPr wrap="square" rtlCol="0">
            <a:spAutoFit/>
          </a:bodyPr>
          <a:lstStyle/>
          <a:p>
            <a:pPr algn="ctr"/>
            <a:r>
              <a:rPr lang="en-US" sz="3200" dirty="0"/>
              <a:t>5</a:t>
            </a:r>
          </a:p>
        </p:txBody>
      </p:sp>
      <p:sp>
        <p:nvSpPr>
          <p:cNvPr id="80" name="TextBox 79">
            <a:extLst>
              <a:ext uri="{FF2B5EF4-FFF2-40B4-BE49-F238E27FC236}">
                <a16:creationId xmlns:a16="http://schemas.microsoft.com/office/drawing/2014/main" id="{6F26290B-8054-E2F3-009E-FE1E7058370C}"/>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D6C74E3A-6ABC-6E4D-E88C-BDCDA04CAF41}"/>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76A55569-6888-0B01-2542-DA4EED5C566A}"/>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B92819E5-E92E-D41F-3A86-84D4D1FE2C9D}"/>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4" name="TextBox 53">
            <a:extLst>
              <a:ext uri="{FF2B5EF4-FFF2-40B4-BE49-F238E27FC236}">
                <a16:creationId xmlns:a16="http://schemas.microsoft.com/office/drawing/2014/main" id="{33CBBAD4-846F-2A5F-11F4-2F4CBB266A62}"/>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62" name="TextBox 61">
            <a:extLst>
              <a:ext uri="{FF2B5EF4-FFF2-40B4-BE49-F238E27FC236}">
                <a16:creationId xmlns:a16="http://schemas.microsoft.com/office/drawing/2014/main" id="{A4FE4BCF-7366-91CB-3197-3E53D662E410}"/>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560B6481-E4C5-30A1-75F1-1258CD79EB10}"/>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C6775EF6-57AB-A330-349C-685CB9D6ACF6}"/>
              </a:ext>
            </a:extLst>
          </p:cNvPr>
          <p:cNvSpPr txBox="1"/>
          <p:nvPr/>
        </p:nvSpPr>
        <p:spPr>
          <a:xfrm>
            <a:off x="4715935" y="424456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EDAD3664-52FC-098A-5273-FD3C5A5F257D}"/>
              </a:ext>
            </a:extLst>
          </p:cNvPr>
          <p:cNvSpPr txBox="1"/>
          <p:nvPr/>
        </p:nvSpPr>
        <p:spPr>
          <a:xfrm>
            <a:off x="4715935"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67A9EAAF-443A-1FE6-36EF-FA27A9B6277F}"/>
              </a:ext>
            </a:extLst>
          </p:cNvPr>
          <p:cNvSpPr txBox="1"/>
          <p:nvPr/>
        </p:nvSpPr>
        <p:spPr>
          <a:xfrm>
            <a:off x="5215469" y="3237891"/>
            <a:ext cx="462845" cy="584775"/>
          </a:xfrm>
          <a:prstGeom prst="rect">
            <a:avLst/>
          </a:prstGeom>
          <a:no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162B4998-0E6C-0DC6-72FC-B375B42B0E5D}"/>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4" name="TextBox 43">
            <a:extLst>
              <a:ext uri="{FF2B5EF4-FFF2-40B4-BE49-F238E27FC236}">
                <a16:creationId xmlns:a16="http://schemas.microsoft.com/office/drawing/2014/main" id="{F7833BAE-EFE0-5BE6-95C5-6A0389DB5802}"/>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AB8ED3EF-3456-4D21-C92A-4F491B383203}"/>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E78D5AFA-4A53-E006-C7C6-F7BD6D1B89F0}"/>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5610A863-CF37-F3F3-C30B-B5CFBCCA93C1}"/>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83" name="TextBox 82">
            <a:extLst>
              <a:ext uri="{FF2B5EF4-FFF2-40B4-BE49-F238E27FC236}">
                <a16:creationId xmlns:a16="http://schemas.microsoft.com/office/drawing/2014/main" id="{28D96FD9-4569-8123-4703-AA05BA9E7E50}"/>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4722A43E-6F01-872B-BE23-68F3ABD42591}"/>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F30BE1B8-A523-36AC-9885-EEF1960B9489}"/>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17328614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1F9D6-E393-DAD8-09AA-675B12110F4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E4271D-024B-307F-F31E-C087C7754BA1}"/>
              </a:ext>
            </a:extLst>
          </p:cNvPr>
          <p:cNvSpPr>
            <a:spLocks noGrp="1"/>
          </p:cNvSpPr>
          <p:nvPr>
            <p:ph sz="half" idx="1"/>
          </p:nvPr>
        </p:nvSpPr>
        <p:spPr>
          <a:xfrm>
            <a:off x="1429570" y="5478272"/>
            <a:ext cx="9445752" cy="1143000"/>
          </a:xfrm>
        </p:spPr>
        <p:txBody>
          <a:bodyPr>
            <a:normAutofit/>
          </a:bodyPr>
          <a:lstStyle/>
          <a:p>
            <a:r>
              <a:rPr lang="en-US" dirty="0"/>
              <a:t>Complete lower left block.</a:t>
            </a:r>
          </a:p>
        </p:txBody>
      </p:sp>
      <p:pic>
        <p:nvPicPr>
          <p:cNvPr id="4" name="Picture 3" descr="A grid of sudoku puzzle&#10;&#10;Description automatically generated">
            <a:extLst>
              <a:ext uri="{FF2B5EF4-FFF2-40B4-BE49-F238E27FC236}">
                <a16:creationId xmlns:a16="http://schemas.microsoft.com/office/drawing/2014/main" id="{85BDFDA6-6A88-08DA-45CD-98A65359147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F6D107D-FC46-B9AE-4C4B-83CBCB877C0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C431334-0C64-1CD1-84A7-16FA9CDA327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9526021-7502-48E9-8304-2BDF9C917CA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9B84539-AC36-4B85-D070-8581894FCB8F}"/>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3B385D2F-999B-91AE-974C-D2511D8940B8}"/>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6C2B8EDF-976B-3E59-7D47-A7B9319C302D}"/>
              </a:ext>
            </a:extLst>
          </p:cNvPr>
          <p:cNvSpPr txBox="1"/>
          <p:nvPr/>
        </p:nvSpPr>
        <p:spPr>
          <a:xfrm>
            <a:off x="4143022" y="1903821"/>
            <a:ext cx="570089" cy="230832"/>
          </a:xfrm>
          <a:prstGeom prst="rect">
            <a:avLst/>
          </a:prstGeom>
          <a:noFill/>
        </p:spPr>
        <p:txBody>
          <a:bodyPr wrap="square" rtlCol="0">
            <a:spAutoFit/>
          </a:bodyPr>
          <a:lstStyle/>
          <a:p>
            <a:pPr algn="ctr"/>
            <a:r>
              <a:rPr lang="en-US" sz="900" dirty="0"/>
              <a:t>31</a:t>
            </a:r>
          </a:p>
        </p:txBody>
      </p:sp>
      <p:sp>
        <p:nvSpPr>
          <p:cNvPr id="16" name="TextBox 15">
            <a:extLst>
              <a:ext uri="{FF2B5EF4-FFF2-40B4-BE49-F238E27FC236}">
                <a16:creationId xmlns:a16="http://schemas.microsoft.com/office/drawing/2014/main" id="{971CC492-6F64-DB15-7AA8-425F02D9C6B0}"/>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F35FED78-6D73-C41C-205D-EDE62928DFD8}"/>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8CDBDC0B-B3FB-3496-609B-1F12D050CD74}"/>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F8AD7109-E9DA-ECE1-0974-71023382F98B}"/>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B5A1CA82-DF81-6F17-4967-B8E930DC0594}"/>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28930230-2E1B-5900-CAF3-BDB6889EAB29}"/>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FE3D9A90-3EED-A857-393A-57557CE170F0}"/>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639FDAC2-E294-F8CF-B407-21554F28017E}"/>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26" name="TextBox 25">
            <a:extLst>
              <a:ext uri="{FF2B5EF4-FFF2-40B4-BE49-F238E27FC236}">
                <a16:creationId xmlns:a16="http://schemas.microsoft.com/office/drawing/2014/main" id="{036C1092-9980-60C3-0885-FA397063D51D}"/>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1A3407DC-3839-EE4D-BB4F-2BCD8613703C}"/>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C1368B4C-C2AA-0E16-8DD4-3489E0A6D8D6}"/>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EECC8053-A5EF-1322-4304-5E37C615C12E}"/>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EE7875F5-06B8-4F18-E28C-E0D30217A71B}"/>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95621E5F-18EE-3AF0-54AD-1575DA95381D}"/>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EBE4F849-6415-C3B0-7837-583D666BB31D}"/>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96CFC678-B7C7-67FF-601A-9D08A746EA17}"/>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8D1AD7C5-81A5-91BA-A7C6-72F556960473}"/>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3F95D101-CAB0-63F9-4853-1E7A2F3533A4}"/>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E3047038-B905-A511-1BD3-5166F0065899}"/>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5" name="TextBox 44">
            <a:extLst>
              <a:ext uri="{FF2B5EF4-FFF2-40B4-BE49-F238E27FC236}">
                <a16:creationId xmlns:a16="http://schemas.microsoft.com/office/drawing/2014/main" id="{4D0E38FB-11B6-51B9-4ED4-AC4864B95668}"/>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8A2D1DCA-D33B-4FCA-B9F6-1AA5C7698143}"/>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2080FDB0-4838-BDFF-5AFD-D84805FA59E3}"/>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7861B51F-A4CB-3E66-242F-57860D3DD19A}"/>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3605C7CA-094F-E485-31D1-55871A976770}"/>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5F2F546C-A642-16B9-4140-81674733B7BE}"/>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0542C310-1ABC-8C77-C9EE-1597DF75A876}"/>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C29FA3D3-0214-D667-9BDE-28486BD76914}"/>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69F60E49-A226-D8D4-0C33-B18226B16DEF}"/>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607CD304-141E-284E-6FBA-87BF016E8310}"/>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3FFC65EA-1463-80A4-F618-6EAA3E46DA8E}"/>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ED571BDE-15D3-28EA-357C-1DEA3109B9E1}"/>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CDC00199-4389-07C2-584B-C38E8A2B7919}"/>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8D8A0A59-028A-756A-028B-1C8D99062536}"/>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2439A1F2-43B1-531C-705C-52861F9F00E8}"/>
              </a:ext>
            </a:extLst>
          </p:cNvPr>
          <p:cNvSpPr txBox="1"/>
          <p:nvPr/>
        </p:nvSpPr>
        <p:spPr>
          <a:xfrm>
            <a:off x="7157158" y="3907597"/>
            <a:ext cx="570089" cy="230832"/>
          </a:xfrm>
          <a:prstGeom prst="rect">
            <a:avLst/>
          </a:prstGeom>
          <a:noFill/>
        </p:spPr>
        <p:txBody>
          <a:bodyPr wrap="square" rtlCol="0">
            <a:spAutoFit/>
          </a:bodyPr>
          <a:lstStyle/>
          <a:p>
            <a:pPr algn="ctr"/>
            <a:r>
              <a:rPr lang="en-US" sz="900" dirty="0"/>
              <a:t>31</a:t>
            </a:r>
          </a:p>
        </p:txBody>
      </p:sp>
      <p:sp>
        <p:nvSpPr>
          <p:cNvPr id="61" name="TextBox 60">
            <a:extLst>
              <a:ext uri="{FF2B5EF4-FFF2-40B4-BE49-F238E27FC236}">
                <a16:creationId xmlns:a16="http://schemas.microsoft.com/office/drawing/2014/main" id="{3D9D0B55-5466-77E9-0F9B-49815EEC2AB2}"/>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4" name="TextBox 63">
            <a:extLst>
              <a:ext uri="{FF2B5EF4-FFF2-40B4-BE49-F238E27FC236}">
                <a16:creationId xmlns:a16="http://schemas.microsoft.com/office/drawing/2014/main" id="{00FC8461-4DF0-6095-7FA0-E39F3EEA9DBB}"/>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6FEE5BAF-2595-2C73-E68B-7488449C8351}"/>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872EFD27-6609-D095-B5E8-514C4B198C98}"/>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8ABA477F-15FC-2511-61B2-E6BFFE73B691}"/>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934E08E9-75A6-7ED3-3971-09D074CF182E}"/>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FD35037D-157D-9DBB-8EEC-F9BE3E895BE9}"/>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14512BDC-07E6-2825-9D14-154A3CEFDDD1}"/>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7" name="TextBox 76">
            <a:extLst>
              <a:ext uri="{FF2B5EF4-FFF2-40B4-BE49-F238E27FC236}">
                <a16:creationId xmlns:a16="http://schemas.microsoft.com/office/drawing/2014/main" id="{2541A544-0F6A-36A2-EFF2-0EA7CBB02E1B}"/>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168FCC40-2ADE-105D-A430-99E667691B00}"/>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7A46B6E3-ECB7-69F4-2BBF-F3AF9C466505}"/>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FF3295C3-0ECB-8695-7AC2-63E548288AE7}"/>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78" name="TextBox 77">
            <a:extLst>
              <a:ext uri="{FF2B5EF4-FFF2-40B4-BE49-F238E27FC236}">
                <a16:creationId xmlns:a16="http://schemas.microsoft.com/office/drawing/2014/main" id="{377A1185-7679-3E84-6390-7BB9F3C19C43}"/>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79" name="TextBox 78">
            <a:extLst>
              <a:ext uri="{FF2B5EF4-FFF2-40B4-BE49-F238E27FC236}">
                <a16:creationId xmlns:a16="http://schemas.microsoft.com/office/drawing/2014/main" id="{932741E1-B5B0-4966-F036-8EAE10FD4218}"/>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4B0F615F-B2AC-6CBE-8463-1A897AA3B41A}"/>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3DBD9ABA-F6CE-72BF-C16F-D6A7EFBDF22B}"/>
              </a:ext>
            </a:extLst>
          </p:cNvPr>
          <p:cNvSpPr txBox="1"/>
          <p:nvPr/>
        </p:nvSpPr>
        <p:spPr>
          <a:xfrm>
            <a:off x="6714071" y="4244561"/>
            <a:ext cx="462845" cy="584775"/>
          </a:xfrm>
          <a:prstGeom prst="rect">
            <a:avLst/>
          </a:prstGeom>
          <a:noFill/>
        </p:spPr>
        <p:txBody>
          <a:bodyPr wrap="square" rtlCol="0">
            <a:spAutoFit/>
          </a:bodyPr>
          <a:lstStyle/>
          <a:p>
            <a:pPr algn="ctr"/>
            <a:r>
              <a:rPr lang="en-US" sz="3200" dirty="0"/>
              <a:t>5</a:t>
            </a:r>
          </a:p>
        </p:txBody>
      </p:sp>
      <p:sp>
        <p:nvSpPr>
          <p:cNvPr id="80" name="TextBox 79">
            <a:extLst>
              <a:ext uri="{FF2B5EF4-FFF2-40B4-BE49-F238E27FC236}">
                <a16:creationId xmlns:a16="http://schemas.microsoft.com/office/drawing/2014/main" id="{E73BA8E3-902F-98DE-E790-E3D25EB1460A}"/>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1A534BA1-8DC7-B476-D0A5-36C99A34E917}"/>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749AE94B-817F-C0BA-D7DD-B740855EAB0C}"/>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E7BC3BE3-C01E-38BA-773A-F2DE9C623CB2}"/>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4" name="TextBox 53">
            <a:extLst>
              <a:ext uri="{FF2B5EF4-FFF2-40B4-BE49-F238E27FC236}">
                <a16:creationId xmlns:a16="http://schemas.microsoft.com/office/drawing/2014/main" id="{50E5FDC9-6573-3232-C53C-16A5FC5CFF37}"/>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62" name="TextBox 61">
            <a:extLst>
              <a:ext uri="{FF2B5EF4-FFF2-40B4-BE49-F238E27FC236}">
                <a16:creationId xmlns:a16="http://schemas.microsoft.com/office/drawing/2014/main" id="{AC77F7F5-FD49-B36E-CA91-E1A03A666BF1}"/>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E3763751-15F7-E98E-84B6-1802A08DDBE2}"/>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987C8808-5679-865F-D33D-76C938BE75C5}"/>
              </a:ext>
            </a:extLst>
          </p:cNvPr>
          <p:cNvSpPr txBox="1"/>
          <p:nvPr/>
        </p:nvSpPr>
        <p:spPr>
          <a:xfrm>
            <a:off x="4715935" y="424456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E5A35630-1CE2-9AD5-3610-A70D0F08A8E1}"/>
              </a:ext>
            </a:extLst>
          </p:cNvPr>
          <p:cNvSpPr txBox="1"/>
          <p:nvPr/>
        </p:nvSpPr>
        <p:spPr>
          <a:xfrm>
            <a:off x="4715935"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BC0F898B-FB6C-28DE-5458-ACF6DC9C0437}"/>
              </a:ext>
            </a:extLst>
          </p:cNvPr>
          <p:cNvSpPr txBox="1"/>
          <p:nvPr/>
        </p:nvSpPr>
        <p:spPr>
          <a:xfrm>
            <a:off x="5215469" y="3237891"/>
            <a:ext cx="462845" cy="584775"/>
          </a:xfrm>
          <a:prstGeom prst="rect">
            <a:avLst/>
          </a:prstGeom>
          <a:no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10B93293-1978-A692-E1E7-BAC55CD4D002}"/>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4" name="TextBox 43">
            <a:extLst>
              <a:ext uri="{FF2B5EF4-FFF2-40B4-BE49-F238E27FC236}">
                <a16:creationId xmlns:a16="http://schemas.microsoft.com/office/drawing/2014/main" id="{8B538D94-A236-2A00-2F64-0BE89782F0B8}"/>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C30234D8-3B3F-4604-A016-6D7987C7C081}"/>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5D849AAB-BB92-C91F-E53A-0B860569507B}"/>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BB442C06-86B4-C24E-957D-0E7D64F78634}"/>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83" name="TextBox 82">
            <a:extLst>
              <a:ext uri="{FF2B5EF4-FFF2-40B4-BE49-F238E27FC236}">
                <a16:creationId xmlns:a16="http://schemas.microsoft.com/office/drawing/2014/main" id="{A95B9195-6A5B-3680-5960-42526C0BF0ED}"/>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D36D703D-5E88-EB12-5CB9-4B5E0A79AF60}"/>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3364F52F-F9B9-C973-83E3-5DFDC8BC6530}"/>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0ECFC8C5-B95A-8B5A-8EE8-BA84B5C11607}"/>
              </a:ext>
            </a:extLst>
          </p:cNvPr>
          <p:cNvSpPr txBox="1"/>
          <p:nvPr/>
        </p:nvSpPr>
        <p:spPr>
          <a:xfrm>
            <a:off x="3138310" y="3907597"/>
            <a:ext cx="570089" cy="230832"/>
          </a:xfrm>
          <a:prstGeom prst="rect">
            <a:avLst/>
          </a:prstGeom>
          <a:noFill/>
        </p:spPr>
        <p:txBody>
          <a:bodyPr wrap="square" rtlCol="0">
            <a:spAutoFit/>
          </a:bodyPr>
          <a:lstStyle/>
          <a:p>
            <a:pPr algn="ctr"/>
            <a:r>
              <a:rPr lang="en-US" sz="900" dirty="0"/>
              <a:t>13</a:t>
            </a:r>
          </a:p>
        </p:txBody>
      </p:sp>
      <p:sp>
        <p:nvSpPr>
          <p:cNvPr id="25" name="TextBox 24">
            <a:extLst>
              <a:ext uri="{FF2B5EF4-FFF2-40B4-BE49-F238E27FC236}">
                <a16:creationId xmlns:a16="http://schemas.microsoft.com/office/drawing/2014/main" id="{A3F107DA-5DCA-477D-E892-703E08684AE2}"/>
              </a:ext>
            </a:extLst>
          </p:cNvPr>
          <p:cNvSpPr txBox="1"/>
          <p:nvPr/>
        </p:nvSpPr>
        <p:spPr>
          <a:xfrm>
            <a:off x="3640666" y="3907597"/>
            <a:ext cx="570089" cy="230832"/>
          </a:xfrm>
          <a:prstGeom prst="rect">
            <a:avLst/>
          </a:prstGeom>
          <a:noFill/>
        </p:spPr>
        <p:txBody>
          <a:bodyPr wrap="square" rtlCol="0">
            <a:spAutoFit/>
          </a:bodyPr>
          <a:lstStyle/>
          <a:p>
            <a:pPr algn="ctr"/>
            <a:r>
              <a:rPr lang="en-US" sz="900" dirty="0"/>
              <a:t>1378</a:t>
            </a:r>
          </a:p>
        </p:txBody>
      </p:sp>
      <p:sp>
        <p:nvSpPr>
          <p:cNvPr id="46" name="TextBox 45">
            <a:extLst>
              <a:ext uri="{FF2B5EF4-FFF2-40B4-BE49-F238E27FC236}">
                <a16:creationId xmlns:a16="http://schemas.microsoft.com/office/drawing/2014/main" id="{222E7E4C-4D36-DF6F-2D6D-AD718C33EA9E}"/>
              </a:ext>
            </a:extLst>
          </p:cNvPr>
          <p:cNvSpPr txBox="1"/>
          <p:nvPr/>
        </p:nvSpPr>
        <p:spPr>
          <a:xfrm>
            <a:off x="3640666" y="4408541"/>
            <a:ext cx="570089" cy="230832"/>
          </a:xfrm>
          <a:prstGeom prst="rect">
            <a:avLst/>
          </a:prstGeom>
          <a:noFill/>
        </p:spPr>
        <p:txBody>
          <a:bodyPr wrap="square" rtlCol="0">
            <a:spAutoFit/>
          </a:bodyPr>
          <a:lstStyle/>
          <a:p>
            <a:pPr algn="ctr"/>
            <a:r>
              <a:rPr lang="en-US" sz="900" dirty="0"/>
              <a:t>1378</a:t>
            </a:r>
          </a:p>
        </p:txBody>
      </p:sp>
      <p:sp>
        <p:nvSpPr>
          <p:cNvPr id="47" name="TextBox 46">
            <a:extLst>
              <a:ext uri="{FF2B5EF4-FFF2-40B4-BE49-F238E27FC236}">
                <a16:creationId xmlns:a16="http://schemas.microsoft.com/office/drawing/2014/main" id="{F4AC8638-8712-98B7-84EB-62CB14C23C59}"/>
              </a:ext>
            </a:extLst>
          </p:cNvPr>
          <p:cNvSpPr txBox="1"/>
          <p:nvPr/>
        </p:nvSpPr>
        <p:spPr>
          <a:xfrm>
            <a:off x="3640666" y="4909484"/>
            <a:ext cx="570089" cy="230832"/>
          </a:xfrm>
          <a:prstGeom prst="rect">
            <a:avLst/>
          </a:prstGeom>
          <a:noFill/>
        </p:spPr>
        <p:txBody>
          <a:bodyPr wrap="square" rtlCol="0">
            <a:spAutoFit/>
          </a:bodyPr>
          <a:lstStyle/>
          <a:p>
            <a:pPr algn="ctr"/>
            <a:r>
              <a:rPr lang="en-US" sz="900" dirty="0"/>
              <a:t>1378</a:t>
            </a:r>
          </a:p>
        </p:txBody>
      </p:sp>
    </p:spTree>
    <p:extLst>
      <p:ext uri="{BB962C8B-B14F-4D97-AF65-F5344CB8AC3E}">
        <p14:creationId xmlns:p14="http://schemas.microsoft.com/office/powerpoint/2010/main" val="22943853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59843-3651-4647-3CF4-DE5CBFEE118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6A61B9-E546-DD19-1408-7A3A8B118709}"/>
              </a:ext>
            </a:extLst>
          </p:cNvPr>
          <p:cNvSpPr>
            <a:spLocks noGrp="1"/>
          </p:cNvSpPr>
          <p:nvPr>
            <p:ph sz="half" idx="1"/>
          </p:nvPr>
        </p:nvSpPr>
        <p:spPr>
          <a:xfrm>
            <a:off x="1429570" y="5478272"/>
            <a:ext cx="9445752" cy="1143000"/>
          </a:xfrm>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7192EE3-5C76-FF9A-E9EB-6A6FB4C83FE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A6C9F30-5321-48F8-3662-E38DBE03370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0AFA81B-D032-9E9E-1701-5CB7684CF6E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EB794EF-93B1-1F0F-4674-DA3D350D5F7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08C01AC-CAB0-BA0F-1669-CAAAC0BA30D4}"/>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F02F5B7B-22B6-4C57-DC14-FACE31DB30EE}"/>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370EE882-77C4-F755-FB08-3C6E3799959C}"/>
              </a:ext>
            </a:extLst>
          </p:cNvPr>
          <p:cNvSpPr txBox="1"/>
          <p:nvPr/>
        </p:nvSpPr>
        <p:spPr>
          <a:xfrm>
            <a:off x="4143022" y="1903821"/>
            <a:ext cx="570089" cy="230832"/>
          </a:xfrm>
          <a:prstGeom prst="rect">
            <a:avLst/>
          </a:prstGeom>
          <a:noFill/>
        </p:spPr>
        <p:txBody>
          <a:bodyPr wrap="square" rtlCol="0">
            <a:spAutoFit/>
          </a:bodyPr>
          <a:lstStyle/>
          <a:p>
            <a:pPr algn="ctr"/>
            <a:r>
              <a:rPr lang="en-US" sz="900" dirty="0"/>
              <a:t>31</a:t>
            </a:r>
          </a:p>
        </p:txBody>
      </p:sp>
      <p:sp>
        <p:nvSpPr>
          <p:cNvPr id="16" name="TextBox 15">
            <a:extLst>
              <a:ext uri="{FF2B5EF4-FFF2-40B4-BE49-F238E27FC236}">
                <a16:creationId xmlns:a16="http://schemas.microsoft.com/office/drawing/2014/main" id="{AFFB272E-320D-D1BF-E26D-A58EFF4091B0}"/>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ED92DF18-BCE2-1B62-0DD7-452C5DDB3FF8}"/>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54911997-6D0A-3A06-51C4-624DA5BA1A40}"/>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375DC8CD-A635-FC98-8561-5FAB90491287}"/>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0FD3B5DD-64CB-1A90-2983-2DAFD7DD9F95}"/>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AC24AA75-B050-51B5-4C66-F8EE73920E1E}"/>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080D9C2E-6AC5-07AA-1A83-050B6D3E152F}"/>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7E7A1DEF-C392-8CFC-87A9-F685A651F732}"/>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26" name="TextBox 25">
            <a:extLst>
              <a:ext uri="{FF2B5EF4-FFF2-40B4-BE49-F238E27FC236}">
                <a16:creationId xmlns:a16="http://schemas.microsoft.com/office/drawing/2014/main" id="{789B5129-17DB-A768-06B8-ABBD616F1ACA}"/>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39B6342C-D10A-5C6F-8724-EA96E37C5E23}"/>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B6AD845D-8D60-1680-B067-80E93BDD8CDA}"/>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89DB9DBC-B2E6-7059-BB82-DD335F79DA51}"/>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7EB9C995-55A4-00DD-81A4-31EBFA5DB044}"/>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85DA0420-2DEF-C303-5459-BC18E2ADD8D3}"/>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4B5610A9-41C7-CA52-AFD6-B77BC6F0CF96}"/>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B1C08B33-541F-85E7-FCA4-225B3F8990B2}"/>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A3B28C7A-3E67-13C0-24C0-20625C864D29}"/>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9F8D6DF9-58CB-E20B-0A3D-C0A68590DF7B}"/>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1C9FF127-7671-7334-5A7E-BB978364DDAB}"/>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5" name="TextBox 44">
            <a:extLst>
              <a:ext uri="{FF2B5EF4-FFF2-40B4-BE49-F238E27FC236}">
                <a16:creationId xmlns:a16="http://schemas.microsoft.com/office/drawing/2014/main" id="{7E565757-C4C5-81B5-53CE-61AD598F038B}"/>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11E4CE52-7A6C-B03D-A5AF-5F0BE7CEBE5E}"/>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2BB4B845-3327-6E94-6067-1EB0C5D93B8E}"/>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A4D5EFEA-9BBB-5242-3916-758FB9EE9DA7}"/>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2BAEA895-B27F-E331-186A-DCC88696B1BC}"/>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D4E799E9-9F7B-65A1-06FC-4191DFB1C22B}"/>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B6453E29-F2BF-7879-B376-AD7B91900048}"/>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C3EE37A4-6AA2-4C3D-8A9F-856EC95E959E}"/>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1DFFF0B3-DEB5-A7C3-8111-CB8B3EAC2C42}"/>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8968F596-6F9A-83A0-AF03-8D5363FD5CEB}"/>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A8D567BD-0932-5E37-5D28-BADC5CA068E1}"/>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A0CA4C17-DA24-1777-1302-91854877967D}"/>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535FA97B-A2DC-7D48-A59D-1157685C45F8}"/>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D89957F8-A446-EB8C-2F91-C79D123420F3}"/>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4B0EA590-C43D-6225-8C2D-39ACFDE479A5}"/>
              </a:ext>
            </a:extLst>
          </p:cNvPr>
          <p:cNvSpPr txBox="1"/>
          <p:nvPr/>
        </p:nvSpPr>
        <p:spPr>
          <a:xfrm>
            <a:off x="7157158" y="3907597"/>
            <a:ext cx="570089" cy="230832"/>
          </a:xfrm>
          <a:prstGeom prst="rect">
            <a:avLst/>
          </a:prstGeom>
          <a:noFill/>
        </p:spPr>
        <p:txBody>
          <a:bodyPr wrap="square" rtlCol="0">
            <a:spAutoFit/>
          </a:bodyPr>
          <a:lstStyle/>
          <a:p>
            <a:pPr algn="ctr"/>
            <a:r>
              <a:rPr lang="en-US" sz="900" dirty="0"/>
              <a:t>31</a:t>
            </a:r>
          </a:p>
        </p:txBody>
      </p:sp>
      <p:sp>
        <p:nvSpPr>
          <p:cNvPr id="61" name="TextBox 60">
            <a:extLst>
              <a:ext uri="{FF2B5EF4-FFF2-40B4-BE49-F238E27FC236}">
                <a16:creationId xmlns:a16="http://schemas.microsoft.com/office/drawing/2014/main" id="{3D9D64D8-9E93-FD46-02B2-F6890DB2BAF5}"/>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4" name="TextBox 63">
            <a:extLst>
              <a:ext uri="{FF2B5EF4-FFF2-40B4-BE49-F238E27FC236}">
                <a16:creationId xmlns:a16="http://schemas.microsoft.com/office/drawing/2014/main" id="{32E664A9-CE79-BC18-BD28-3438CE0B4CEE}"/>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B24F1265-027D-FD96-DC64-6D260196734B}"/>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A8547B5F-4D41-D09B-F9B4-9EF9F59661BB}"/>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7FCDB84A-4027-22CD-EA7E-A211DE0318CF}"/>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6FDAEFBE-1177-AFB4-2562-D776BBAB1941}"/>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82003C99-232E-E92C-E6DE-34B06038595B}"/>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63BDE0EF-76B4-F419-0048-56752AE89235}"/>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7" name="TextBox 76">
            <a:extLst>
              <a:ext uri="{FF2B5EF4-FFF2-40B4-BE49-F238E27FC236}">
                <a16:creationId xmlns:a16="http://schemas.microsoft.com/office/drawing/2014/main" id="{5B7F3F76-E11A-B53B-7169-351D2685CA15}"/>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7A364CE0-9F26-AA2D-11AF-60E63AD8FCAF}"/>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31FBD50D-A4CE-660C-B252-CD4962E6915E}"/>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336607B0-0D03-834E-463E-9C3B3C0C1D8F}"/>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78" name="TextBox 77">
            <a:extLst>
              <a:ext uri="{FF2B5EF4-FFF2-40B4-BE49-F238E27FC236}">
                <a16:creationId xmlns:a16="http://schemas.microsoft.com/office/drawing/2014/main" id="{10F09683-BA4B-3D04-8282-47CEA6861B15}"/>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79" name="TextBox 78">
            <a:extLst>
              <a:ext uri="{FF2B5EF4-FFF2-40B4-BE49-F238E27FC236}">
                <a16:creationId xmlns:a16="http://schemas.microsoft.com/office/drawing/2014/main" id="{03CF3272-7BF3-7EB5-6B94-557B694ACD38}"/>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41DBD404-8DB9-F485-2E85-1F2A0751A064}"/>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797C95FE-8A47-00B2-6F87-9D7CA04E1E5B}"/>
              </a:ext>
            </a:extLst>
          </p:cNvPr>
          <p:cNvSpPr txBox="1"/>
          <p:nvPr/>
        </p:nvSpPr>
        <p:spPr>
          <a:xfrm>
            <a:off x="6714071" y="4244561"/>
            <a:ext cx="462845" cy="584775"/>
          </a:xfrm>
          <a:prstGeom prst="rect">
            <a:avLst/>
          </a:prstGeom>
          <a:noFill/>
        </p:spPr>
        <p:txBody>
          <a:bodyPr wrap="square" rtlCol="0">
            <a:spAutoFit/>
          </a:bodyPr>
          <a:lstStyle/>
          <a:p>
            <a:pPr algn="ctr"/>
            <a:r>
              <a:rPr lang="en-US" sz="3200" dirty="0"/>
              <a:t>5</a:t>
            </a:r>
          </a:p>
        </p:txBody>
      </p:sp>
      <p:sp>
        <p:nvSpPr>
          <p:cNvPr id="80" name="TextBox 79">
            <a:extLst>
              <a:ext uri="{FF2B5EF4-FFF2-40B4-BE49-F238E27FC236}">
                <a16:creationId xmlns:a16="http://schemas.microsoft.com/office/drawing/2014/main" id="{680E816F-7425-77F2-3E8C-273772A2C968}"/>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840573E9-88AB-99DD-8804-29D4FF7F5367}"/>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8A77D066-4195-93BE-2CCD-97CA6C53A5A6}"/>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41A871C3-8D5B-B671-A94D-8E634B8198F8}"/>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4" name="TextBox 53">
            <a:extLst>
              <a:ext uri="{FF2B5EF4-FFF2-40B4-BE49-F238E27FC236}">
                <a16:creationId xmlns:a16="http://schemas.microsoft.com/office/drawing/2014/main" id="{63B7D4F1-D67D-21A3-3C24-8A857EE05770}"/>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62" name="TextBox 61">
            <a:extLst>
              <a:ext uri="{FF2B5EF4-FFF2-40B4-BE49-F238E27FC236}">
                <a16:creationId xmlns:a16="http://schemas.microsoft.com/office/drawing/2014/main" id="{BB63F4F4-2175-A19D-67AA-EB952F31CD1A}"/>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2718BAFB-CBEC-A4B2-AC2D-3366D1F80678}"/>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9D2779F5-F528-F6A8-0573-CE1665AC5D91}"/>
              </a:ext>
            </a:extLst>
          </p:cNvPr>
          <p:cNvSpPr txBox="1"/>
          <p:nvPr/>
        </p:nvSpPr>
        <p:spPr>
          <a:xfrm>
            <a:off x="4715935" y="424456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95328BAF-A2A4-C6F9-36D8-CA66B90BDA73}"/>
              </a:ext>
            </a:extLst>
          </p:cNvPr>
          <p:cNvSpPr txBox="1"/>
          <p:nvPr/>
        </p:nvSpPr>
        <p:spPr>
          <a:xfrm>
            <a:off x="4715935"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3F07C6E0-CB6C-4FB8-4962-C66E034FB76C}"/>
              </a:ext>
            </a:extLst>
          </p:cNvPr>
          <p:cNvSpPr txBox="1"/>
          <p:nvPr/>
        </p:nvSpPr>
        <p:spPr>
          <a:xfrm>
            <a:off x="5215469" y="3237891"/>
            <a:ext cx="462845" cy="584775"/>
          </a:xfrm>
          <a:prstGeom prst="rect">
            <a:avLst/>
          </a:prstGeom>
          <a:no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7CD7DA84-5FA1-51BA-E6A7-A24A72B4CCC7}"/>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4" name="TextBox 43">
            <a:extLst>
              <a:ext uri="{FF2B5EF4-FFF2-40B4-BE49-F238E27FC236}">
                <a16:creationId xmlns:a16="http://schemas.microsoft.com/office/drawing/2014/main" id="{EB66F098-7CC4-712F-51CA-053EC4A7511A}"/>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C2ABCDF4-405F-588F-349F-283A5B58D4ED}"/>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23BC3422-1FFB-EC51-FE77-99CF4B04D47C}"/>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E197EB6E-6F2E-3538-BC0E-4A64D0FB9D79}"/>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83" name="TextBox 82">
            <a:extLst>
              <a:ext uri="{FF2B5EF4-FFF2-40B4-BE49-F238E27FC236}">
                <a16:creationId xmlns:a16="http://schemas.microsoft.com/office/drawing/2014/main" id="{9EBDE322-37C9-CF99-9F68-C03609C42243}"/>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859D5164-5A74-D4FA-05D6-6EA0DDE7F5CF}"/>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8445ABEC-C4D9-9403-B6E7-5DBA512413FE}"/>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21FE4B6A-06C6-5996-C4D6-7FED19868E95}"/>
              </a:ext>
            </a:extLst>
          </p:cNvPr>
          <p:cNvSpPr txBox="1"/>
          <p:nvPr/>
        </p:nvSpPr>
        <p:spPr>
          <a:xfrm>
            <a:off x="3138310" y="3907597"/>
            <a:ext cx="570089" cy="230832"/>
          </a:xfrm>
          <a:prstGeom prst="rect">
            <a:avLst/>
          </a:prstGeom>
          <a:noFill/>
        </p:spPr>
        <p:txBody>
          <a:bodyPr wrap="square" rtlCol="0">
            <a:spAutoFit/>
          </a:bodyPr>
          <a:lstStyle/>
          <a:p>
            <a:pPr algn="ctr"/>
            <a:r>
              <a:rPr lang="en-US" sz="900" dirty="0"/>
              <a:t>13</a:t>
            </a:r>
          </a:p>
        </p:txBody>
      </p:sp>
      <p:sp>
        <p:nvSpPr>
          <p:cNvPr id="25" name="TextBox 24">
            <a:extLst>
              <a:ext uri="{FF2B5EF4-FFF2-40B4-BE49-F238E27FC236}">
                <a16:creationId xmlns:a16="http://schemas.microsoft.com/office/drawing/2014/main" id="{27A3D824-31A1-3ADB-339D-5356DFFC7B04}"/>
              </a:ext>
            </a:extLst>
          </p:cNvPr>
          <p:cNvSpPr txBox="1"/>
          <p:nvPr/>
        </p:nvSpPr>
        <p:spPr>
          <a:xfrm>
            <a:off x="3640666" y="3907597"/>
            <a:ext cx="570089" cy="230832"/>
          </a:xfrm>
          <a:prstGeom prst="rect">
            <a:avLst/>
          </a:prstGeom>
          <a:noFill/>
        </p:spPr>
        <p:txBody>
          <a:bodyPr wrap="square" rtlCol="0">
            <a:spAutoFit/>
          </a:bodyPr>
          <a:lstStyle/>
          <a:p>
            <a:pPr algn="ctr"/>
            <a:r>
              <a:rPr lang="en-US" sz="900" dirty="0"/>
              <a:t>138</a:t>
            </a:r>
          </a:p>
        </p:txBody>
      </p:sp>
      <p:sp>
        <p:nvSpPr>
          <p:cNvPr id="46" name="TextBox 45">
            <a:extLst>
              <a:ext uri="{FF2B5EF4-FFF2-40B4-BE49-F238E27FC236}">
                <a16:creationId xmlns:a16="http://schemas.microsoft.com/office/drawing/2014/main" id="{361D7B5F-1553-6EA4-0413-5FC78CF53F19}"/>
              </a:ext>
            </a:extLst>
          </p:cNvPr>
          <p:cNvSpPr txBox="1"/>
          <p:nvPr/>
        </p:nvSpPr>
        <p:spPr>
          <a:xfrm>
            <a:off x="3640666" y="4408541"/>
            <a:ext cx="570089" cy="230832"/>
          </a:xfrm>
          <a:prstGeom prst="rect">
            <a:avLst/>
          </a:prstGeom>
          <a:noFill/>
        </p:spPr>
        <p:txBody>
          <a:bodyPr wrap="square" rtlCol="0">
            <a:spAutoFit/>
          </a:bodyPr>
          <a:lstStyle/>
          <a:p>
            <a:pPr algn="ctr"/>
            <a:r>
              <a:rPr lang="en-US" sz="900" dirty="0"/>
              <a:t>137</a:t>
            </a:r>
          </a:p>
        </p:txBody>
      </p:sp>
      <p:sp>
        <p:nvSpPr>
          <p:cNvPr id="47" name="TextBox 46">
            <a:extLst>
              <a:ext uri="{FF2B5EF4-FFF2-40B4-BE49-F238E27FC236}">
                <a16:creationId xmlns:a16="http://schemas.microsoft.com/office/drawing/2014/main" id="{8ADA5865-91EE-D26A-61D3-0DF2F8B728D9}"/>
              </a:ext>
            </a:extLst>
          </p:cNvPr>
          <p:cNvSpPr txBox="1"/>
          <p:nvPr/>
        </p:nvSpPr>
        <p:spPr>
          <a:xfrm>
            <a:off x="3640666" y="4909484"/>
            <a:ext cx="570089" cy="230832"/>
          </a:xfrm>
          <a:prstGeom prst="rect">
            <a:avLst/>
          </a:prstGeom>
          <a:noFill/>
        </p:spPr>
        <p:txBody>
          <a:bodyPr wrap="square" rtlCol="0">
            <a:spAutoFit/>
          </a:bodyPr>
          <a:lstStyle/>
          <a:p>
            <a:pPr algn="ctr"/>
            <a:r>
              <a:rPr lang="en-US" sz="900" dirty="0"/>
              <a:t>31</a:t>
            </a:r>
          </a:p>
        </p:txBody>
      </p:sp>
    </p:spTree>
    <p:extLst>
      <p:ext uri="{BB962C8B-B14F-4D97-AF65-F5344CB8AC3E}">
        <p14:creationId xmlns:p14="http://schemas.microsoft.com/office/powerpoint/2010/main" val="6310341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8C882-C9AD-EB61-0D3C-D86C7C40B7A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7B7AD59-0C6B-C824-3D2F-CE6FDAFAC78F}"/>
              </a:ext>
            </a:extLst>
          </p:cNvPr>
          <p:cNvSpPr>
            <a:spLocks noGrp="1"/>
          </p:cNvSpPr>
          <p:nvPr>
            <p:ph sz="half" idx="1"/>
          </p:nvPr>
        </p:nvSpPr>
        <p:spPr>
          <a:xfrm>
            <a:off x="1429570" y="5478272"/>
            <a:ext cx="9445752" cy="1143000"/>
          </a:xfrm>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548BCB9-0CB8-E654-2BF9-CCADC9BA737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2DB2E7D-7CAF-119B-5F49-94DCD03DB06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5A73227-8F89-1412-C62B-EBA581ED6B4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4437F4E-FFAD-353F-0BF9-92DB73085FC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7D6EB13-7218-5319-5DF4-021CB206F9A1}"/>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6CC6001B-EFED-3F66-94EB-63A8C8FE898D}"/>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959E5F0F-D677-55EB-411C-4A0307BCD559}"/>
              </a:ext>
            </a:extLst>
          </p:cNvPr>
          <p:cNvSpPr txBox="1"/>
          <p:nvPr/>
        </p:nvSpPr>
        <p:spPr>
          <a:xfrm>
            <a:off x="4143022" y="1903821"/>
            <a:ext cx="570089" cy="230832"/>
          </a:xfrm>
          <a:prstGeom prst="rect">
            <a:avLst/>
          </a:prstGeom>
          <a:noFill/>
        </p:spPr>
        <p:txBody>
          <a:bodyPr wrap="square" rtlCol="0">
            <a:spAutoFit/>
          </a:bodyPr>
          <a:lstStyle/>
          <a:p>
            <a:pPr algn="ctr"/>
            <a:r>
              <a:rPr lang="en-US" sz="900" dirty="0"/>
              <a:t>31</a:t>
            </a:r>
          </a:p>
        </p:txBody>
      </p:sp>
      <p:sp>
        <p:nvSpPr>
          <p:cNvPr id="16" name="TextBox 15">
            <a:extLst>
              <a:ext uri="{FF2B5EF4-FFF2-40B4-BE49-F238E27FC236}">
                <a16:creationId xmlns:a16="http://schemas.microsoft.com/office/drawing/2014/main" id="{726D3271-89DF-7DDC-A939-98BA81DC3052}"/>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84AB537F-78E8-0EC2-25C3-893C459E9227}"/>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FB7BF963-431A-FA5E-4D89-6E6D65D24A5D}"/>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EFC8D8A0-CD54-ED28-890C-97EF58157FB4}"/>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3B7DB909-6C80-0A8B-6FE7-05D8AD1BDBCB}"/>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DC5A0E73-AFB3-76CA-3113-04F79CED0BFD}"/>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1578FEB4-0E61-E177-0901-9E2F299E8102}"/>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723A0EDA-36ED-EB79-1DD1-238DF855AFD2}"/>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26" name="TextBox 25">
            <a:extLst>
              <a:ext uri="{FF2B5EF4-FFF2-40B4-BE49-F238E27FC236}">
                <a16:creationId xmlns:a16="http://schemas.microsoft.com/office/drawing/2014/main" id="{F06454EA-4E7E-4C5E-4AC2-0FFD44B3C9A4}"/>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6D8D93FA-4833-AE39-2227-F3109A925E6D}"/>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DF06EF9E-D27B-ADC2-D270-A8E1D0F17146}"/>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F95F3F40-DE78-EF19-C7E0-1A3B639C5A06}"/>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FD56AD6E-ABCE-0903-03BB-6638BD854F98}"/>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36079E71-AAF4-55B7-A971-EE5FF0C38335}"/>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E87A164A-A5A1-4099-5F81-D4DA06BDAC7E}"/>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226396FC-C804-13D8-CD9A-D0DE3DAF2562}"/>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4109D2ED-89D3-7BDB-94B8-B6577F8FD12F}"/>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DD167122-5A8A-1D95-C57B-844BBF660661}"/>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6B255A6C-52F4-71BB-CC5A-DFD8D038ACDF}"/>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5" name="TextBox 44">
            <a:extLst>
              <a:ext uri="{FF2B5EF4-FFF2-40B4-BE49-F238E27FC236}">
                <a16:creationId xmlns:a16="http://schemas.microsoft.com/office/drawing/2014/main" id="{3C2F8F10-C930-3400-E174-C5542E2FE4EC}"/>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62FA0196-E06C-2DED-186E-3A4EB468AC3F}"/>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A66F730F-9775-6A60-8821-61912BCEB463}"/>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10F247C5-D3A6-3961-1AA6-7668736BC62A}"/>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32A99BEF-4947-4F87-0EA4-041502BECC71}"/>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7EC13DC9-FB1A-0ACE-EC82-3153544EBBD2}"/>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F4D3A17A-B3FF-80D2-016B-7C47F3D5B0F2}"/>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DB0E732D-BB8D-F91A-F57D-8B77296A7833}"/>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ACF8C1E1-C483-4F6B-3F45-79B4A73370C6}"/>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608BE504-DC8B-AC8C-9581-9A8EA013449C}"/>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F0B813BD-BD54-928C-812B-9CDCD290BDCF}"/>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251FA116-6C69-3EE1-C5D8-7B94053F4A83}"/>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0CF93E1C-C2D9-2928-7305-321EE1FDAFA7}"/>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6A84422A-400A-4905-4860-8EA8AAE5664B}"/>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13243E77-88E6-8C23-6CAA-490E9606455E}"/>
              </a:ext>
            </a:extLst>
          </p:cNvPr>
          <p:cNvSpPr txBox="1"/>
          <p:nvPr/>
        </p:nvSpPr>
        <p:spPr>
          <a:xfrm>
            <a:off x="7157158" y="3907597"/>
            <a:ext cx="570089" cy="230832"/>
          </a:xfrm>
          <a:prstGeom prst="rect">
            <a:avLst/>
          </a:prstGeom>
          <a:noFill/>
        </p:spPr>
        <p:txBody>
          <a:bodyPr wrap="square" rtlCol="0">
            <a:spAutoFit/>
          </a:bodyPr>
          <a:lstStyle/>
          <a:p>
            <a:pPr algn="ctr"/>
            <a:r>
              <a:rPr lang="en-US" sz="900" dirty="0"/>
              <a:t>31</a:t>
            </a:r>
          </a:p>
        </p:txBody>
      </p:sp>
      <p:sp>
        <p:nvSpPr>
          <p:cNvPr id="61" name="TextBox 60">
            <a:extLst>
              <a:ext uri="{FF2B5EF4-FFF2-40B4-BE49-F238E27FC236}">
                <a16:creationId xmlns:a16="http://schemas.microsoft.com/office/drawing/2014/main" id="{4F719FCB-3061-5DC8-608F-57F29FB2F9C0}"/>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4" name="TextBox 63">
            <a:extLst>
              <a:ext uri="{FF2B5EF4-FFF2-40B4-BE49-F238E27FC236}">
                <a16:creationId xmlns:a16="http://schemas.microsoft.com/office/drawing/2014/main" id="{E0920EBD-6E6B-D028-7DA2-A1420F983BB6}"/>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FC9C090A-9EBC-17D3-642C-116BA2207D17}"/>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748B1CD9-5321-9841-9832-9EE22B780DB1}"/>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E4C5FE49-8997-93D7-1FA0-D8B2DCE412BB}"/>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BDFC855B-C3BC-9B4D-0956-E499958D4571}"/>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A5FA9DBA-4343-394E-F970-F3E362C697F4}"/>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3A1B815C-0244-24D4-CAC2-A2F0C986C627}"/>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7" name="TextBox 76">
            <a:extLst>
              <a:ext uri="{FF2B5EF4-FFF2-40B4-BE49-F238E27FC236}">
                <a16:creationId xmlns:a16="http://schemas.microsoft.com/office/drawing/2014/main" id="{55F95923-38B4-4505-9F77-31B998CB4154}"/>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6734A754-4C5A-D69F-E28C-2C008D0BE5D8}"/>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E6FD8F53-DE2E-C7CE-50AC-E6935939A693}"/>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B0E90B22-89AF-6FA9-63E9-1766FFD81E87}"/>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78" name="TextBox 77">
            <a:extLst>
              <a:ext uri="{FF2B5EF4-FFF2-40B4-BE49-F238E27FC236}">
                <a16:creationId xmlns:a16="http://schemas.microsoft.com/office/drawing/2014/main" id="{BD82DA1A-CE37-80D0-6747-1B55EDB23372}"/>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79" name="TextBox 78">
            <a:extLst>
              <a:ext uri="{FF2B5EF4-FFF2-40B4-BE49-F238E27FC236}">
                <a16:creationId xmlns:a16="http://schemas.microsoft.com/office/drawing/2014/main" id="{8E38E0F9-FA0E-5079-5437-ABCFDD9EEDBB}"/>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B921C4A9-6B97-58F5-8263-99750577F7D6}"/>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7C757BB9-AB9C-D4CA-793B-B452D1F886B2}"/>
              </a:ext>
            </a:extLst>
          </p:cNvPr>
          <p:cNvSpPr txBox="1"/>
          <p:nvPr/>
        </p:nvSpPr>
        <p:spPr>
          <a:xfrm>
            <a:off x="6714071" y="4244561"/>
            <a:ext cx="462845" cy="584775"/>
          </a:xfrm>
          <a:prstGeom prst="rect">
            <a:avLst/>
          </a:prstGeom>
          <a:noFill/>
        </p:spPr>
        <p:txBody>
          <a:bodyPr wrap="square" rtlCol="0">
            <a:spAutoFit/>
          </a:bodyPr>
          <a:lstStyle/>
          <a:p>
            <a:pPr algn="ctr"/>
            <a:r>
              <a:rPr lang="en-US" sz="3200" dirty="0"/>
              <a:t>5</a:t>
            </a:r>
          </a:p>
        </p:txBody>
      </p:sp>
      <p:sp>
        <p:nvSpPr>
          <p:cNvPr id="80" name="TextBox 79">
            <a:extLst>
              <a:ext uri="{FF2B5EF4-FFF2-40B4-BE49-F238E27FC236}">
                <a16:creationId xmlns:a16="http://schemas.microsoft.com/office/drawing/2014/main" id="{B950FD02-5EB2-6CAD-E448-4EA9140538ED}"/>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E92A6F3E-222B-FEAB-DA10-BF9201D7EAAE}"/>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69E6254C-F923-3A91-E24A-68CCFB4AB63B}"/>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9F4836B6-E41D-DFC2-EE6A-2A25B4A2BF31}"/>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4" name="TextBox 53">
            <a:extLst>
              <a:ext uri="{FF2B5EF4-FFF2-40B4-BE49-F238E27FC236}">
                <a16:creationId xmlns:a16="http://schemas.microsoft.com/office/drawing/2014/main" id="{259410D8-A229-2B50-F5A0-797B14C28E2A}"/>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62" name="TextBox 61">
            <a:extLst>
              <a:ext uri="{FF2B5EF4-FFF2-40B4-BE49-F238E27FC236}">
                <a16:creationId xmlns:a16="http://schemas.microsoft.com/office/drawing/2014/main" id="{1EBF4B6C-9504-D73C-B1B6-417E70D76916}"/>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D5E31B1B-C09F-3E4F-9F48-BCBA83C7812D}"/>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61767808-E7A3-AA76-CC26-FA8B73BCD545}"/>
              </a:ext>
            </a:extLst>
          </p:cNvPr>
          <p:cNvSpPr txBox="1"/>
          <p:nvPr/>
        </p:nvSpPr>
        <p:spPr>
          <a:xfrm>
            <a:off x="4715935" y="424456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4CA702B7-D792-4D2F-5B9A-CA14305F7BAD}"/>
              </a:ext>
            </a:extLst>
          </p:cNvPr>
          <p:cNvSpPr txBox="1"/>
          <p:nvPr/>
        </p:nvSpPr>
        <p:spPr>
          <a:xfrm>
            <a:off x="4715935"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C296E411-2F6E-5681-804B-14D8C587EEB4}"/>
              </a:ext>
            </a:extLst>
          </p:cNvPr>
          <p:cNvSpPr txBox="1"/>
          <p:nvPr/>
        </p:nvSpPr>
        <p:spPr>
          <a:xfrm>
            <a:off x="5215469" y="3237891"/>
            <a:ext cx="462845" cy="584775"/>
          </a:xfrm>
          <a:prstGeom prst="rect">
            <a:avLst/>
          </a:prstGeom>
          <a:no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5F24AB68-9CEC-9F18-45C6-193626014130}"/>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4" name="TextBox 43">
            <a:extLst>
              <a:ext uri="{FF2B5EF4-FFF2-40B4-BE49-F238E27FC236}">
                <a16:creationId xmlns:a16="http://schemas.microsoft.com/office/drawing/2014/main" id="{084A18C0-9C43-FF57-85C5-B276C358F5D8}"/>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60815D0F-E0A9-C9F2-A60F-425CE5ED15F1}"/>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8A61A53D-C806-9970-938D-D7F82C5FEF14}"/>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85D862FA-A54E-7AF4-F444-D06292DD7F31}"/>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83" name="TextBox 82">
            <a:extLst>
              <a:ext uri="{FF2B5EF4-FFF2-40B4-BE49-F238E27FC236}">
                <a16:creationId xmlns:a16="http://schemas.microsoft.com/office/drawing/2014/main" id="{274E34C8-542E-0714-15DC-D3A749967292}"/>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A1D5A489-75D1-12A3-7075-CD411076DEB4}"/>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41418331-8F72-9BE5-BD22-1124D224FD9E}"/>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3D86970D-D909-6164-6A38-914B2A876C41}"/>
              </a:ext>
            </a:extLst>
          </p:cNvPr>
          <p:cNvSpPr txBox="1"/>
          <p:nvPr/>
        </p:nvSpPr>
        <p:spPr>
          <a:xfrm>
            <a:off x="3138310" y="3907597"/>
            <a:ext cx="570089" cy="230832"/>
          </a:xfrm>
          <a:prstGeom prst="rect">
            <a:avLst/>
          </a:prstGeom>
          <a:noFill/>
        </p:spPr>
        <p:txBody>
          <a:bodyPr wrap="square" rtlCol="0">
            <a:spAutoFit/>
          </a:bodyPr>
          <a:lstStyle/>
          <a:p>
            <a:pPr algn="ctr"/>
            <a:r>
              <a:rPr lang="en-US" sz="900" dirty="0"/>
              <a:t>13</a:t>
            </a:r>
          </a:p>
        </p:txBody>
      </p:sp>
      <p:sp>
        <p:nvSpPr>
          <p:cNvPr id="47" name="TextBox 46">
            <a:extLst>
              <a:ext uri="{FF2B5EF4-FFF2-40B4-BE49-F238E27FC236}">
                <a16:creationId xmlns:a16="http://schemas.microsoft.com/office/drawing/2014/main" id="{880C91EC-060E-042D-EF2E-486306E9B1DC}"/>
              </a:ext>
            </a:extLst>
          </p:cNvPr>
          <p:cNvSpPr txBox="1"/>
          <p:nvPr/>
        </p:nvSpPr>
        <p:spPr>
          <a:xfrm>
            <a:off x="3640666" y="4909484"/>
            <a:ext cx="570089" cy="230832"/>
          </a:xfrm>
          <a:prstGeom prst="rect">
            <a:avLst/>
          </a:prstGeom>
          <a:noFill/>
        </p:spPr>
        <p:txBody>
          <a:bodyPr wrap="square" rtlCol="0">
            <a:spAutoFit/>
          </a:bodyPr>
          <a:lstStyle/>
          <a:p>
            <a:pPr algn="ctr"/>
            <a:r>
              <a:rPr lang="en-US" sz="900" dirty="0"/>
              <a:t>31</a:t>
            </a:r>
          </a:p>
        </p:txBody>
      </p:sp>
      <p:sp>
        <p:nvSpPr>
          <p:cNvPr id="56" name="TextBox 55">
            <a:extLst>
              <a:ext uri="{FF2B5EF4-FFF2-40B4-BE49-F238E27FC236}">
                <a16:creationId xmlns:a16="http://schemas.microsoft.com/office/drawing/2014/main" id="{F9058C6E-983F-97E1-ABF6-10900D46E473}"/>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B909FD4A-FA43-B4CB-5C42-2FD88AE6C00E}"/>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6649180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DC873-B796-F23C-423D-66FE4559B83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5A7953-7C6E-44AB-868E-28491B61BE0F}"/>
              </a:ext>
            </a:extLst>
          </p:cNvPr>
          <p:cNvSpPr>
            <a:spLocks noGrp="1"/>
          </p:cNvSpPr>
          <p:nvPr>
            <p:ph sz="half" idx="1"/>
          </p:nvPr>
        </p:nvSpPr>
        <p:spPr>
          <a:xfrm>
            <a:off x="1429570" y="5478272"/>
            <a:ext cx="9445752" cy="1143000"/>
          </a:xfrm>
        </p:spPr>
        <p:txBody>
          <a:bodyPr>
            <a:normAutofit/>
          </a:bodyPr>
          <a:lstStyle/>
          <a:p>
            <a:r>
              <a:rPr lang="en-US" dirty="0"/>
              <a:t>In Row 7, the remaining digits (59) fits in only one way.</a:t>
            </a:r>
          </a:p>
          <a:p>
            <a:r>
              <a:rPr lang="en-US" dirty="0"/>
              <a:t>Last possible 4 in bottom center block.</a:t>
            </a:r>
          </a:p>
        </p:txBody>
      </p:sp>
      <p:pic>
        <p:nvPicPr>
          <p:cNvPr id="4" name="Picture 3" descr="A grid of sudoku puzzle&#10;&#10;Description automatically generated">
            <a:extLst>
              <a:ext uri="{FF2B5EF4-FFF2-40B4-BE49-F238E27FC236}">
                <a16:creationId xmlns:a16="http://schemas.microsoft.com/office/drawing/2014/main" id="{E3A40DB9-DBC4-8603-E573-93BB506FF78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EE19D0F-DFE7-845F-AD2B-00AEE12B513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8F12DC6-3AA6-5FFA-CB18-458F09C8BCB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8A6D023-C6B1-BE98-10A4-E063FB7A50F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48B48A9-2298-65A1-CF04-771CBD753792}"/>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61B4DF20-1E5D-8CA2-73E0-98026250F36E}"/>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FE5D1E71-D2B9-2C9A-70C2-B134608E0F91}"/>
              </a:ext>
            </a:extLst>
          </p:cNvPr>
          <p:cNvSpPr txBox="1"/>
          <p:nvPr/>
        </p:nvSpPr>
        <p:spPr>
          <a:xfrm>
            <a:off x="4143022" y="1903821"/>
            <a:ext cx="570089" cy="230832"/>
          </a:xfrm>
          <a:prstGeom prst="rect">
            <a:avLst/>
          </a:prstGeom>
          <a:noFill/>
        </p:spPr>
        <p:txBody>
          <a:bodyPr wrap="square" rtlCol="0">
            <a:spAutoFit/>
          </a:bodyPr>
          <a:lstStyle/>
          <a:p>
            <a:pPr algn="ctr"/>
            <a:r>
              <a:rPr lang="en-US" sz="900" dirty="0"/>
              <a:t>31</a:t>
            </a:r>
          </a:p>
        </p:txBody>
      </p:sp>
      <p:sp>
        <p:nvSpPr>
          <p:cNvPr id="16" name="TextBox 15">
            <a:extLst>
              <a:ext uri="{FF2B5EF4-FFF2-40B4-BE49-F238E27FC236}">
                <a16:creationId xmlns:a16="http://schemas.microsoft.com/office/drawing/2014/main" id="{48BE7C79-BDDD-28BB-AFCC-E701B07C7AE6}"/>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A9B3DC6D-19E0-E4C9-E1F4-E46466A7A891}"/>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7BD20C85-7536-274E-07E2-35F962D0EC8A}"/>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9B53E50F-2CF4-91ED-8E84-5FF2F339F4E1}"/>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74EC25B8-C408-694F-D3AA-81357509F836}"/>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8F769472-5351-01FA-02A9-871952AF6D47}"/>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672715B5-9CDE-5090-2E77-430014602CDE}"/>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2847F8B9-2EF5-FF3C-AFF4-5347EFFCC660}"/>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26" name="TextBox 25">
            <a:extLst>
              <a:ext uri="{FF2B5EF4-FFF2-40B4-BE49-F238E27FC236}">
                <a16:creationId xmlns:a16="http://schemas.microsoft.com/office/drawing/2014/main" id="{DA46A887-5B12-4D05-54C0-A35F1B91ED1B}"/>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682ADED3-41ED-5983-1DF7-830B47A7A91F}"/>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CD537C07-CFA4-69E3-797C-563B580BDB27}"/>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5B90D77E-704F-2A3A-78DA-4EE7FFBE336F}"/>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D9AABB2E-19A5-73CB-81ED-439B5FFEB1C8}"/>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63C9353D-AAAB-E231-D71D-14879651F650}"/>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9E69C627-DB94-9FC5-ACF4-1D62B4F20814}"/>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18D167C2-B9A1-708F-90D3-A3987EE6EA3A}"/>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21CD142D-F699-AC30-C8B3-C43FC2685994}"/>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CA02724E-014E-DAA1-0A78-02C2EC2264A3}"/>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9C2BE9DA-1B9C-7366-8293-918B1D1AE47B}"/>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5" name="TextBox 44">
            <a:extLst>
              <a:ext uri="{FF2B5EF4-FFF2-40B4-BE49-F238E27FC236}">
                <a16:creationId xmlns:a16="http://schemas.microsoft.com/office/drawing/2014/main" id="{4471E11C-60AD-B1A7-E912-B5C8C619C778}"/>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CA0B98BA-92AC-7BBA-115C-CB1233F12A8E}"/>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90F40B23-E4CC-0B58-2316-1ABA24929D3A}"/>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171DEF07-94F6-5B2D-A09F-90B084A90855}"/>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96437882-AADE-17FA-48EC-ABA0698E1F28}"/>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B6443850-3914-A7B5-2CDA-E2D81546E1DE}"/>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45EDE5AA-FE5E-0310-005E-4993E8CF136C}"/>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3055C34D-2C68-1B4A-7CC9-1507C16EA7B7}"/>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E6C1728C-8321-E602-B2EF-EC0DE5689F85}"/>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59592EF5-6E5C-B7EB-830B-EFFE5579768A}"/>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A328C81D-01F8-C5AB-E572-0B0FBC4281ED}"/>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4E2E6CEB-E19F-C56E-0401-AB16C95B785A}"/>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DED71B87-3882-8D7A-A1C3-C055C89895A3}"/>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414C4813-6874-494E-CC0A-73218C0A4EC4}"/>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CB8F1BEF-9B69-470F-F81C-5CC33E5370BC}"/>
              </a:ext>
            </a:extLst>
          </p:cNvPr>
          <p:cNvSpPr txBox="1"/>
          <p:nvPr/>
        </p:nvSpPr>
        <p:spPr>
          <a:xfrm>
            <a:off x="7157158" y="3907597"/>
            <a:ext cx="570089" cy="230832"/>
          </a:xfrm>
          <a:prstGeom prst="rect">
            <a:avLst/>
          </a:prstGeom>
          <a:noFill/>
        </p:spPr>
        <p:txBody>
          <a:bodyPr wrap="square" rtlCol="0">
            <a:spAutoFit/>
          </a:bodyPr>
          <a:lstStyle/>
          <a:p>
            <a:pPr algn="ctr"/>
            <a:r>
              <a:rPr lang="en-US" sz="900" dirty="0"/>
              <a:t>31</a:t>
            </a:r>
          </a:p>
        </p:txBody>
      </p:sp>
      <p:sp>
        <p:nvSpPr>
          <p:cNvPr id="61" name="TextBox 60">
            <a:extLst>
              <a:ext uri="{FF2B5EF4-FFF2-40B4-BE49-F238E27FC236}">
                <a16:creationId xmlns:a16="http://schemas.microsoft.com/office/drawing/2014/main" id="{1E58D267-1A15-CAF1-3189-F7EF2F056C69}"/>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4" name="TextBox 63">
            <a:extLst>
              <a:ext uri="{FF2B5EF4-FFF2-40B4-BE49-F238E27FC236}">
                <a16:creationId xmlns:a16="http://schemas.microsoft.com/office/drawing/2014/main" id="{B652D4BA-C1F8-2076-F438-A2D637D6E508}"/>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FDAAD514-BFC2-ACC3-4085-3F2BDD5DA43F}"/>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93A49498-1A04-BC67-F8D1-94EEAC4C6C64}"/>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5A55F0C4-5AA8-E8D9-69AE-1845335FB656}"/>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E9079849-6EAD-83C4-04E6-F525621DFE2B}"/>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27CDF643-50D7-B8A8-28E4-43D0C364A2EC}"/>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770D6961-B519-E892-C8E2-BE112C45399D}"/>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7" name="TextBox 76">
            <a:extLst>
              <a:ext uri="{FF2B5EF4-FFF2-40B4-BE49-F238E27FC236}">
                <a16:creationId xmlns:a16="http://schemas.microsoft.com/office/drawing/2014/main" id="{25CDAA0B-FBD4-BC97-1842-4871058EB21C}"/>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E6757B2A-B842-D8FE-8E3B-28A13CEFDED2}"/>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091B0A11-3938-BE1F-AA6A-A82066101DE7}"/>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E754CEBA-FBCB-36B1-C247-DC006D42EF2B}"/>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78" name="TextBox 77">
            <a:extLst>
              <a:ext uri="{FF2B5EF4-FFF2-40B4-BE49-F238E27FC236}">
                <a16:creationId xmlns:a16="http://schemas.microsoft.com/office/drawing/2014/main" id="{F90263F5-C118-6E3D-C504-20497E1ECF15}"/>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79" name="TextBox 78">
            <a:extLst>
              <a:ext uri="{FF2B5EF4-FFF2-40B4-BE49-F238E27FC236}">
                <a16:creationId xmlns:a16="http://schemas.microsoft.com/office/drawing/2014/main" id="{9AA55A34-E169-FA66-EE50-46AA6DE4BCE5}"/>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8A1EDE17-45F7-A35F-63DF-7257D4C19697}"/>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448C2403-A8DE-B1C5-0D9E-26A40DAF44AA}"/>
              </a:ext>
            </a:extLst>
          </p:cNvPr>
          <p:cNvSpPr txBox="1"/>
          <p:nvPr/>
        </p:nvSpPr>
        <p:spPr>
          <a:xfrm>
            <a:off x="6714071" y="4244561"/>
            <a:ext cx="462845" cy="584775"/>
          </a:xfrm>
          <a:prstGeom prst="rect">
            <a:avLst/>
          </a:prstGeom>
          <a:noFill/>
        </p:spPr>
        <p:txBody>
          <a:bodyPr wrap="square" rtlCol="0">
            <a:spAutoFit/>
          </a:bodyPr>
          <a:lstStyle/>
          <a:p>
            <a:pPr algn="ctr"/>
            <a:r>
              <a:rPr lang="en-US" sz="3200" dirty="0"/>
              <a:t>5</a:t>
            </a:r>
          </a:p>
        </p:txBody>
      </p:sp>
      <p:sp>
        <p:nvSpPr>
          <p:cNvPr id="80" name="TextBox 79">
            <a:extLst>
              <a:ext uri="{FF2B5EF4-FFF2-40B4-BE49-F238E27FC236}">
                <a16:creationId xmlns:a16="http://schemas.microsoft.com/office/drawing/2014/main" id="{1E1B5A5C-915A-390F-5F1B-9A26E6FE423B}"/>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A1D8537F-C843-FC57-C1BB-4F1AF10C2767}"/>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8FBEBAF5-7964-E5B8-3110-D65874C648BF}"/>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733F47B1-380C-0411-6E1D-2296F3D813CB}"/>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4" name="TextBox 53">
            <a:extLst>
              <a:ext uri="{FF2B5EF4-FFF2-40B4-BE49-F238E27FC236}">
                <a16:creationId xmlns:a16="http://schemas.microsoft.com/office/drawing/2014/main" id="{6CA2617B-CAD3-012A-7F57-D262C53B3A02}"/>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62" name="TextBox 61">
            <a:extLst>
              <a:ext uri="{FF2B5EF4-FFF2-40B4-BE49-F238E27FC236}">
                <a16:creationId xmlns:a16="http://schemas.microsoft.com/office/drawing/2014/main" id="{A6A89908-5458-FCB7-2040-443E9992C640}"/>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B03AE71C-45B2-98A4-8A7E-1F286F5AD7D3}"/>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F777259F-12C6-5FDB-1037-CF8955D641DB}"/>
              </a:ext>
            </a:extLst>
          </p:cNvPr>
          <p:cNvSpPr txBox="1"/>
          <p:nvPr/>
        </p:nvSpPr>
        <p:spPr>
          <a:xfrm>
            <a:off x="4715935" y="424456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FF231716-8450-F9A4-B63F-99C5F4FCC2F5}"/>
              </a:ext>
            </a:extLst>
          </p:cNvPr>
          <p:cNvSpPr txBox="1"/>
          <p:nvPr/>
        </p:nvSpPr>
        <p:spPr>
          <a:xfrm>
            <a:off x="4715935"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5F3FB609-2077-2F90-8744-36586111CA2A}"/>
              </a:ext>
            </a:extLst>
          </p:cNvPr>
          <p:cNvSpPr txBox="1"/>
          <p:nvPr/>
        </p:nvSpPr>
        <p:spPr>
          <a:xfrm>
            <a:off x="5215469" y="3237891"/>
            <a:ext cx="462845" cy="584775"/>
          </a:xfrm>
          <a:prstGeom prst="rect">
            <a:avLst/>
          </a:prstGeom>
          <a:no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DBCB51D8-6B20-B612-8195-0E67DB656B7E}"/>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4" name="TextBox 43">
            <a:extLst>
              <a:ext uri="{FF2B5EF4-FFF2-40B4-BE49-F238E27FC236}">
                <a16:creationId xmlns:a16="http://schemas.microsoft.com/office/drawing/2014/main" id="{E6A7FA8F-C8F1-B819-9C89-B93D08B0939A}"/>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4A9F2330-D467-6D37-A7B2-359119F50049}"/>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B8BBC518-5D56-D764-CE9E-0E58F930F44F}"/>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B968564B-9A9D-A7D0-0D23-7B8FA0C05003}"/>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83" name="TextBox 82">
            <a:extLst>
              <a:ext uri="{FF2B5EF4-FFF2-40B4-BE49-F238E27FC236}">
                <a16:creationId xmlns:a16="http://schemas.microsoft.com/office/drawing/2014/main" id="{F16DDD2F-1EEC-1976-C683-67BFA35F1023}"/>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93220FF8-41B0-4895-B57B-7330FCC6D00C}"/>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FE464913-4388-9A62-854D-8AECC7B26669}"/>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3BC4ED42-E9C5-58C0-460E-5FA9E6D0E6E6}"/>
              </a:ext>
            </a:extLst>
          </p:cNvPr>
          <p:cNvSpPr txBox="1"/>
          <p:nvPr/>
        </p:nvSpPr>
        <p:spPr>
          <a:xfrm>
            <a:off x="3138310" y="3907597"/>
            <a:ext cx="570089" cy="230832"/>
          </a:xfrm>
          <a:prstGeom prst="rect">
            <a:avLst/>
          </a:prstGeom>
          <a:noFill/>
        </p:spPr>
        <p:txBody>
          <a:bodyPr wrap="square" rtlCol="0">
            <a:spAutoFit/>
          </a:bodyPr>
          <a:lstStyle/>
          <a:p>
            <a:pPr algn="ctr"/>
            <a:r>
              <a:rPr lang="en-US" sz="900" dirty="0"/>
              <a:t>13</a:t>
            </a:r>
          </a:p>
        </p:txBody>
      </p:sp>
      <p:sp>
        <p:nvSpPr>
          <p:cNvPr id="47" name="TextBox 46">
            <a:extLst>
              <a:ext uri="{FF2B5EF4-FFF2-40B4-BE49-F238E27FC236}">
                <a16:creationId xmlns:a16="http://schemas.microsoft.com/office/drawing/2014/main" id="{AC961BFE-CE88-B3EB-83C7-FB8C9DAC18D8}"/>
              </a:ext>
            </a:extLst>
          </p:cNvPr>
          <p:cNvSpPr txBox="1"/>
          <p:nvPr/>
        </p:nvSpPr>
        <p:spPr>
          <a:xfrm>
            <a:off x="3640666" y="4909484"/>
            <a:ext cx="570089" cy="230832"/>
          </a:xfrm>
          <a:prstGeom prst="rect">
            <a:avLst/>
          </a:prstGeom>
          <a:noFill/>
        </p:spPr>
        <p:txBody>
          <a:bodyPr wrap="square" rtlCol="0">
            <a:spAutoFit/>
          </a:bodyPr>
          <a:lstStyle/>
          <a:p>
            <a:pPr algn="ctr"/>
            <a:r>
              <a:rPr lang="en-US" sz="900" dirty="0"/>
              <a:t>31</a:t>
            </a:r>
          </a:p>
        </p:txBody>
      </p:sp>
      <p:sp>
        <p:nvSpPr>
          <p:cNvPr id="56" name="TextBox 55">
            <a:extLst>
              <a:ext uri="{FF2B5EF4-FFF2-40B4-BE49-F238E27FC236}">
                <a16:creationId xmlns:a16="http://schemas.microsoft.com/office/drawing/2014/main" id="{A2D285AB-95AE-C0AE-AE70-CBF7F5592C1B}"/>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DF12E018-56EB-FF7A-D045-F32E0A15B003}"/>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0E9B4EA0-C85A-5FD2-8DBA-ABB97E30EDB0}"/>
              </a:ext>
            </a:extLst>
          </p:cNvPr>
          <p:cNvSpPr txBox="1"/>
          <p:nvPr/>
        </p:nvSpPr>
        <p:spPr>
          <a:xfrm>
            <a:off x="5215469" y="374122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0BB481B5-F940-C190-521E-E298789DE73E}"/>
              </a:ext>
            </a:extLst>
          </p:cNvPr>
          <p:cNvSpPr txBox="1"/>
          <p:nvPr/>
        </p:nvSpPr>
        <p:spPr>
          <a:xfrm>
            <a:off x="5215469" y="4244561"/>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1ECB4803-8BB0-2A37-057D-F824A4BD4637}"/>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37871853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13896-387E-10E0-4D6E-EA802FC3862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C8B162-BE1E-1371-37F0-8CBF03E894B9}"/>
              </a:ext>
            </a:extLst>
          </p:cNvPr>
          <p:cNvSpPr>
            <a:spLocks noGrp="1"/>
          </p:cNvSpPr>
          <p:nvPr>
            <p:ph sz="half" idx="1"/>
          </p:nvPr>
        </p:nvSpPr>
        <p:spPr>
          <a:xfrm>
            <a:off x="1429570" y="5478272"/>
            <a:ext cx="9445752" cy="1143000"/>
          </a:xfrm>
        </p:spPr>
        <p:txBody>
          <a:bodyPr>
            <a:normAutofit/>
          </a:bodyPr>
          <a:lstStyle/>
          <a:p>
            <a:r>
              <a:rPr lang="en-US" dirty="0"/>
              <a:t>Complete [29 in 5].</a:t>
            </a:r>
          </a:p>
          <a:p>
            <a:r>
              <a:rPr lang="en-US" dirty="0"/>
              <a:t>Then complete bottom center block.</a:t>
            </a:r>
          </a:p>
        </p:txBody>
      </p:sp>
      <p:pic>
        <p:nvPicPr>
          <p:cNvPr id="4" name="Picture 3" descr="A grid of sudoku puzzle&#10;&#10;Description automatically generated">
            <a:extLst>
              <a:ext uri="{FF2B5EF4-FFF2-40B4-BE49-F238E27FC236}">
                <a16:creationId xmlns:a16="http://schemas.microsoft.com/office/drawing/2014/main" id="{BB785EDD-2470-66F1-4443-6673E918FF3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9D3F870-8C3E-A459-A0D1-6D74020CD4C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72F0866-29D7-0BE0-E647-2668298043F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604299B-BDBF-0FA6-BE6F-1264C14A015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CA64AA7-10E3-4C09-E514-A9BA43BA0AB3}"/>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8352D15E-2DE1-A095-1CC6-E9072094E21C}"/>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97E22063-A334-4BD3-398B-BC3D77A18020}"/>
              </a:ext>
            </a:extLst>
          </p:cNvPr>
          <p:cNvSpPr txBox="1"/>
          <p:nvPr/>
        </p:nvSpPr>
        <p:spPr>
          <a:xfrm>
            <a:off x="4143022" y="1903821"/>
            <a:ext cx="570089" cy="230832"/>
          </a:xfrm>
          <a:prstGeom prst="rect">
            <a:avLst/>
          </a:prstGeom>
          <a:noFill/>
        </p:spPr>
        <p:txBody>
          <a:bodyPr wrap="square" rtlCol="0">
            <a:spAutoFit/>
          </a:bodyPr>
          <a:lstStyle/>
          <a:p>
            <a:pPr algn="ctr"/>
            <a:r>
              <a:rPr lang="en-US" sz="900" dirty="0"/>
              <a:t>31</a:t>
            </a:r>
          </a:p>
        </p:txBody>
      </p:sp>
      <p:sp>
        <p:nvSpPr>
          <p:cNvPr id="16" name="TextBox 15">
            <a:extLst>
              <a:ext uri="{FF2B5EF4-FFF2-40B4-BE49-F238E27FC236}">
                <a16:creationId xmlns:a16="http://schemas.microsoft.com/office/drawing/2014/main" id="{B546F8B9-532C-1F2A-9BB2-6C124FC0E357}"/>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90A757B9-D0F4-042B-99A1-E3E140C63040}"/>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69BFF121-E856-D390-13FE-A58AD9326904}"/>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8BDD3C3C-C412-15C9-573F-9750019558DB}"/>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A6EA27BE-B240-BF8D-8749-40A6A7C3F1F4}"/>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514D5545-F75E-4106-31FC-51C79B7EFC51}"/>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F67C5BE5-7149-1890-230E-87A5BE9DA832}"/>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6D88674E-036D-A460-774D-926754543B4B}"/>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a:t>
            </a:r>
          </a:p>
        </p:txBody>
      </p:sp>
      <p:sp>
        <p:nvSpPr>
          <p:cNvPr id="26" name="TextBox 25">
            <a:extLst>
              <a:ext uri="{FF2B5EF4-FFF2-40B4-BE49-F238E27FC236}">
                <a16:creationId xmlns:a16="http://schemas.microsoft.com/office/drawing/2014/main" id="{A2C3E73D-FC7B-0A17-6E72-D3AB2358AB3F}"/>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A09F7FCD-8EDC-51D8-8C30-D8769CCD799F}"/>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FCA692D9-A5CA-B8BB-6CCC-BC65EBDC99BD}"/>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D5EF04A9-9BFF-C453-656D-CF31B96978D2}"/>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AC9ACEB2-1E76-5E71-B21A-1B5A5CFD6505}"/>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8BD66788-0F91-21CC-52E3-7936FEB76AD0}"/>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4018A5E8-D709-9167-77FA-3720AEF7BE65}"/>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DBBC14A3-B570-461B-ED9C-9937F9FC3056}"/>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F73C28DD-43E4-F251-AAC2-62E82AE9B2F8}"/>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B1AB1FFA-E81E-4DA7-F688-96170907F8C8}"/>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40" name="TextBox 39">
            <a:extLst>
              <a:ext uri="{FF2B5EF4-FFF2-40B4-BE49-F238E27FC236}">
                <a16:creationId xmlns:a16="http://schemas.microsoft.com/office/drawing/2014/main" id="{3DC3A2C9-2BEA-68D6-AB3A-622233027388}"/>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5" name="TextBox 44">
            <a:extLst>
              <a:ext uri="{FF2B5EF4-FFF2-40B4-BE49-F238E27FC236}">
                <a16:creationId xmlns:a16="http://schemas.microsoft.com/office/drawing/2014/main" id="{6726681D-B371-EB68-57F2-7433529DEE5C}"/>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9299B5A1-7FBA-23A9-2A97-9E062D72C06B}"/>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4365D29F-4A5A-E801-A41C-C55577E9BEA4}"/>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E2952267-375A-BCA0-D89A-E76ADE101710}"/>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8527D3F7-D862-8A03-F2D4-9E45117698B7}"/>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810FE2AE-D263-5228-D417-02B7B38220F8}"/>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23F53190-526B-839A-94A0-4E44BDEE8DF8}"/>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4692399E-5FD7-5021-7D47-BD6F464A67EE}"/>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420CA2EE-8097-53FE-850B-8A01EE33BC26}"/>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208992F5-4551-6EEB-94BF-A9070D8B9DFD}"/>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3816623E-BA40-73B1-A385-44A08D47783E}"/>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BA63A6A7-3F5D-B85C-19BB-D8A0A1ADAD74}"/>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6A947AE0-4B0E-5A5D-5612-BCD8A8B2F4CD}"/>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17E4C5C1-0789-8251-46C6-7BB09745CEB9}"/>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96F1B883-5980-9F35-E6C1-696EED3669C3}"/>
              </a:ext>
            </a:extLst>
          </p:cNvPr>
          <p:cNvSpPr txBox="1"/>
          <p:nvPr/>
        </p:nvSpPr>
        <p:spPr>
          <a:xfrm>
            <a:off x="7157158" y="3907597"/>
            <a:ext cx="570089" cy="230832"/>
          </a:xfrm>
          <a:prstGeom prst="rect">
            <a:avLst/>
          </a:prstGeom>
          <a:noFill/>
        </p:spPr>
        <p:txBody>
          <a:bodyPr wrap="square" rtlCol="0">
            <a:spAutoFit/>
          </a:bodyPr>
          <a:lstStyle/>
          <a:p>
            <a:pPr algn="ctr"/>
            <a:r>
              <a:rPr lang="en-US" sz="900" dirty="0"/>
              <a:t>31</a:t>
            </a:r>
          </a:p>
        </p:txBody>
      </p:sp>
      <p:sp>
        <p:nvSpPr>
          <p:cNvPr id="61" name="TextBox 60">
            <a:extLst>
              <a:ext uri="{FF2B5EF4-FFF2-40B4-BE49-F238E27FC236}">
                <a16:creationId xmlns:a16="http://schemas.microsoft.com/office/drawing/2014/main" id="{38EE15A5-B83F-C2B6-8118-3F5CFC79E15E}"/>
              </a:ext>
            </a:extLst>
          </p:cNvPr>
          <p:cNvSpPr txBox="1"/>
          <p:nvPr/>
        </p:nvSpPr>
        <p:spPr>
          <a:xfrm>
            <a:off x="7157158" y="4408541"/>
            <a:ext cx="570089" cy="230832"/>
          </a:xfrm>
          <a:prstGeom prst="rect">
            <a:avLst/>
          </a:prstGeom>
          <a:noFill/>
        </p:spPr>
        <p:txBody>
          <a:bodyPr wrap="square" rtlCol="0">
            <a:spAutoFit/>
          </a:bodyPr>
          <a:lstStyle/>
          <a:p>
            <a:pPr algn="ctr"/>
            <a:r>
              <a:rPr lang="en-US" sz="900" dirty="0"/>
              <a:t>13</a:t>
            </a:r>
          </a:p>
        </p:txBody>
      </p:sp>
      <p:sp>
        <p:nvSpPr>
          <p:cNvPr id="64" name="TextBox 63">
            <a:extLst>
              <a:ext uri="{FF2B5EF4-FFF2-40B4-BE49-F238E27FC236}">
                <a16:creationId xmlns:a16="http://schemas.microsoft.com/office/drawing/2014/main" id="{63E68ADF-07DD-D027-9F4F-9054C0E38734}"/>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917170E1-5354-D44B-C5AE-D116271FCC3A}"/>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1AA9CC6C-2812-09D7-DE49-833971EA5842}"/>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4E0E9CE2-C38D-91F6-CBCA-D218BFB5356E}"/>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3382F122-6D69-6EE3-C097-1F8D95759BF5}"/>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94B13B2F-7947-0D12-DA8D-813720C10258}"/>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4036E0B4-F6C0-6B57-9993-E0811ADE1280}"/>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7" name="TextBox 76">
            <a:extLst>
              <a:ext uri="{FF2B5EF4-FFF2-40B4-BE49-F238E27FC236}">
                <a16:creationId xmlns:a16="http://schemas.microsoft.com/office/drawing/2014/main" id="{E2510136-D17C-D4D9-5A6D-83B80AFB148B}"/>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B1A5ABF6-B683-C1D8-70FB-A6574CAFFCE5}"/>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8FD363C1-81EE-D0E0-5B1C-23860B421FE2}"/>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850E7A6F-0B40-8506-DBAD-006B5782051A}"/>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78" name="TextBox 77">
            <a:extLst>
              <a:ext uri="{FF2B5EF4-FFF2-40B4-BE49-F238E27FC236}">
                <a16:creationId xmlns:a16="http://schemas.microsoft.com/office/drawing/2014/main" id="{251DDF6C-E948-1FC4-AA26-0FA278DFBD1E}"/>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79" name="TextBox 78">
            <a:extLst>
              <a:ext uri="{FF2B5EF4-FFF2-40B4-BE49-F238E27FC236}">
                <a16:creationId xmlns:a16="http://schemas.microsoft.com/office/drawing/2014/main" id="{AC5935BC-D6C7-390E-992A-9D67089E3630}"/>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EB2CB1DE-1971-0C33-3490-FB18B7DB2137}"/>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EFA3944E-7353-6755-1B00-85E8DD0EB442}"/>
              </a:ext>
            </a:extLst>
          </p:cNvPr>
          <p:cNvSpPr txBox="1"/>
          <p:nvPr/>
        </p:nvSpPr>
        <p:spPr>
          <a:xfrm>
            <a:off x="6714071" y="4244561"/>
            <a:ext cx="462845" cy="584775"/>
          </a:xfrm>
          <a:prstGeom prst="rect">
            <a:avLst/>
          </a:prstGeom>
          <a:noFill/>
        </p:spPr>
        <p:txBody>
          <a:bodyPr wrap="square" rtlCol="0">
            <a:spAutoFit/>
          </a:bodyPr>
          <a:lstStyle/>
          <a:p>
            <a:pPr algn="ctr"/>
            <a:r>
              <a:rPr lang="en-US" sz="3200" dirty="0"/>
              <a:t>5</a:t>
            </a:r>
          </a:p>
        </p:txBody>
      </p:sp>
      <p:sp>
        <p:nvSpPr>
          <p:cNvPr id="80" name="TextBox 79">
            <a:extLst>
              <a:ext uri="{FF2B5EF4-FFF2-40B4-BE49-F238E27FC236}">
                <a16:creationId xmlns:a16="http://schemas.microsoft.com/office/drawing/2014/main" id="{1D8729D0-AA95-5C6C-CB20-F99F23DF1AEC}"/>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BD2A6DBC-D02D-6C63-1B18-C9A4878CC4E2}"/>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6ACDA0E0-1BE1-E2F8-32F9-25D67DC42BFE}"/>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D0074DDB-E3D9-B8AD-4F71-21216D2B9627}"/>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4" name="TextBox 53">
            <a:extLst>
              <a:ext uri="{FF2B5EF4-FFF2-40B4-BE49-F238E27FC236}">
                <a16:creationId xmlns:a16="http://schemas.microsoft.com/office/drawing/2014/main" id="{5C67D756-0397-A244-B3A5-20537C30A3E5}"/>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62" name="TextBox 61">
            <a:extLst>
              <a:ext uri="{FF2B5EF4-FFF2-40B4-BE49-F238E27FC236}">
                <a16:creationId xmlns:a16="http://schemas.microsoft.com/office/drawing/2014/main" id="{11E8C035-97AE-6230-E1B9-C0DECD17E8A7}"/>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8680D5C0-32E0-0609-CD4D-1F4E5B95ABBB}"/>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F52A5227-A830-4261-DC9E-34895ED91A1D}"/>
              </a:ext>
            </a:extLst>
          </p:cNvPr>
          <p:cNvSpPr txBox="1"/>
          <p:nvPr/>
        </p:nvSpPr>
        <p:spPr>
          <a:xfrm>
            <a:off x="4715935" y="424456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7CF7A3FF-AF90-1401-6144-EF5FD1C508C9}"/>
              </a:ext>
            </a:extLst>
          </p:cNvPr>
          <p:cNvSpPr txBox="1"/>
          <p:nvPr/>
        </p:nvSpPr>
        <p:spPr>
          <a:xfrm>
            <a:off x="4715935"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73E062FF-83FC-EE64-A196-BC0B3F349399}"/>
              </a:ext>
            </a:extLst>
          </p:cNvPr>
          <p:cNvSpPr txBox="1"/>
          <p:nvPr/>
        </p:nvSpPr>
        <p:spPr>
          <a:xfrm>
            <a:off x="5215469" y="3237891"/>
            <a:ext cx="462845" cy="584775"/>
          </a:xfrm>
          <a:prstGeom prst="rect">
            <a:avLst/>
          </a:prstGeom>
          <a:no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0B0659C7-6858-36FB-0571-A8513D1B5A4E}"/>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4" name="TextBox 43">
            <a:extLst>
              <a:ext uri="{FF2B5EF4-FFF2-40B4-BE49-F238E27FC236}">
                <a16:creationId xmlns:a16="http://schemas.microsoft.com/office/drawing/2014/main" id="{C7E5064A-DA08-E0F7-DD33-604279F3DEEE}"/>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F47F7D38-7368-0CE3-2A58-4112D3E3609D}"/>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9818828E-8A46-BD05-EBFF-8CA979B65D64}"/>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12246B29-FD43-A78C-7EB4-0AED5D3C34CF}"/>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83" name="TextBox 82">
            <a:extLst>
              <a:ext uri="{FF2B5EF4-FFF2-40B4-BE49-F238E27FC236}">
                <a16:creationId xmlns:a16="http://schemas.microsoft.com/office/drawing/2014/main" id="{086D05D3-5088-4B28-EB66-3F9F702AC103}"/>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FB388F75-F8B8-BF7F-7CCE-2927F093D94D}"/>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BD6FD2B0-AA38-2243-FE31-02866200A6F7}"/>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3D542C3A-C996-D2B6-269B-BA356246ECAC}"/>
              </a:ext>
            </a:extLst>
          </p:cNvPr>
          <p:cNvSpPr txBox="1"/>
          <p:nvPr/>
        </p:nvSpPr>
        <p:spPr>
          <a:xfrm>
            <a:off x="3138310" y="3907597"/>
            <a:ext cx="570089" cy="230832"/>
          </a:xfrm>
          <a:prstGeom prst="rect">
            <a:avLst/>
          </a:prstGeom>
          <a:noFill/>
        </p:spPr>
        <p:txBody>
          <a:bodyPr wrap="square" rtlCol="0">
            <a:spAutoFit/>
          </a:bodyPr>
          <a:lstStyle/>
          <a:p>
            <a:pPr algn="ctr"/>
            <a:r>
              <a:rPr lang="en-US" sz="900" dirty="0"/>
              <a:t>13</a:t>
            </a:r>
          </a:p>
        </p:txBody>
      </p:sp>
      <p:sp>
        <p:nvSpPr>
          <p:cNvPr id="47" name="TextBox 46">
            <a:extLst>
              <a:ext uri="{FF2B5EF4-FFF2-40B4-BE49-F238E27FC236}">
                <a16:creationId xmlns:a16="http://schemas.microsoft.com/office/drawing/2014/main" id="{028B80B1-C212-AF83-656B-FF321E4A9683}"/>
              </a:ext>
            </a:extLst>
          </p:cNvPr>
          <p:cNvSpPr txBox="1"/>
          <p:nvPr/>
        </p:nvSpPr>
        <p:spPr>
          <a:xfrm>
            <a:off x="3640666" y="4909484"/>
            <a:ext cx="570089" cy="230832"/>
          </a:xfrm>
          <a:prstGeom prst="rect">
            <a:avLst/>
          </a:prstGeom>
          <a:noFill/>
        </p:spPr>
        <p:txBody>
          <a:bodyPr wrap="square" rtlCol="0">
            <a:spAutoFit/>
          </a:bodyPr>
          <a:lstStyle/>
          <a:p>
            <a:pPr algn="ctr"/>
            <a:r>
              <a:rPr lang="en-US" sz="900" dirty="0"/>
              <a:t>31</a:t>
            </a:r>
          </a:p>
        </p:txBody>
      </p:sp>
      <p:sp>
        <p:nvSpPr>
          <p:cNvPr id="56" name="TextBox 55">
            <a:extLst>
              <a:ext uri="{FF2B5EF4-FFF2-40B4-BE49-F238E27FC236}">
                <a16:creationId xmlns:a16="http://schemas.microsoft.com/office/drawing/2014/main" id="{6635BEFE-14D8-ACFC-FFF0-40029B7B9BFD}"/>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2A9B64A8-CFA4-0263-7DB0-61874A9A5429}"/>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B8CBBD08-AB34-0C28-1EBC-8BED90864550}"/>
              </a:ext>
            </a:extLst>
          </p:cNvPr>
          <p:cNvSpPr txBox="1"/>
          <p:nvPr/>
        </p:nvSpPr>
        <p:spPr>
          <a:xfrm>
            <a:off x="5215469" y="374122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185F148D-0D6C-5765-F02E-16039D296371}"/>
              </a:ext>
            </a:extLst>
          </p:cNvPr>
          <p:cNvSpPr txBox="1"/>
          <p:nvPr/>
        </p:nvSpPr>
        <p:spPr>
          <a:xfrm>
            <a:off x="5215469" y="4244561"/>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BFE02BAC-F3F7-71D7-500B-BD36B6FAE5EB}"/>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87" name="TextBox 86">
            <a:extLst>
              <a:ext uri="{FF2B5EF4-FFF2-40B4-BE49-F238E27FC236}">
                <a16:creationId xmlns:a16="http://schemas.microsoft.com/office/drawing/2014/main" id="{E4B1851D-B634-CD2A-EE8B-E46FB0F20FBC}"/>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88" name="TextBox 87">
            <a:extLst>
              <a:ext uri="{FF2B5EF4-FFF2-40B4-BE49-F238E27FC236}">
                <a16:creationId xmlns:a16="http://schemas.microsoft.com/office/drawing/2014/main" id="{DBCEACD5-024D-7029-38AD-18DFE9F75217}"/>
              </a:ext>
            </a:extLst>
          </p:cNvPr>
          <p:cNvSpPr txBox="1"/>
          <p:nvPr/>
        </p:nvSpPr>
        <p:spPr>
          <a:xfrm>
            <a:off x="5650090" y="4408541"/>
            <a:ext cx="570089" cy="230832"/>
          </a:xfrm>
          <a:prstGeom prst="rect">
            <a:avLst/>
          </a:prstGeom>
          <a:noFill/>
        </p:spPr>
        <p:txBody>
          <a:bodyPr wrap="square" rtlCol="0">
            <a:spAutoFit/>
          </a:bodyPr>
          <a:lstStyle/>
          <a:p>
            <a:pPr algn="ctr"/>
            <a:r>
              <a:rPr lang="en-US" sz="900" dirty="0"/>
              <a:t>12</a:t>
            </a:r>
          </a:p>
        </p:txBody>
      </p:sp>
      <p:sp>
        <p:nvSpPr>
          <p:cNvPr id="89" name="TextBox 88">
            <a:extLst>
              <a:ext uri="{FF2B5EF4-FFF2-40B4-BE49-F238E27FC236}">
                <a16:creationId xmlns:a16="http://schemas.microsoft.com/office/drawing/2014/main" id="{20AB39A5-8E5E-091C-254B-33C28A0F4920}"/>
              </a:ext>
            </a:extLst>
          </p:cNvPr>
          <p:cNvSpPr txBox="1"/>
          <p:nvPr/>
        </p:nvSpPr>
        <p:spPr>
          <a:xfrm>
            <a:off x="5650090" y="4909484"/>
            <a:ext cx="570089" cy="230832"/>
          </a:xfrm>
          <a:prstGeom prst="rect">
            <a:avLst/>
          </a:prstGeom>
          <a:noFill/>
        </p:spPr>
        <p:txBody>
          <a:bodyPr wrap="square" rtlCol="0">
            <a:spAutoFit/>
          </a:bodyPr>
          <a:lstStyle/>
          <a:p>
            <a:pPr algn="ctr"/>
            <a:r>
              <a:rPr lang="en-US" sz="900" dirty="0"/>
              <a:t>21</a:t>
            </a:r>
          </a:p>
        </p:txBody>
      </p:sp>
    </p:spTree>
    <p:extLst>
      <p:ext uri="{BB962C8B-B14F-4D97-AF65-F5344CB8AC3E}">
        <p14:creationId xmlns:p14="http://schemas.microsoft.com/office/powerpoint/2010/main" val="3166245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12955-F5BD-FF86-0DDE-95B9977CC7A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727CB1-4F2A-2441-19DD-2B48F325B1B3}"/>
              </a:ext>
            </a:extLst>
          </p:cNvPr>
          <p:cNvSpPr>
            <a:spLocks noGrp="1"/>
          </p:cNvSpPr>
          <p:nvPr>
            <p:ph sz="half" idx="1"/>
          </p:nvPr>
        </p:nvSpPr>
        <p:spPr>
          <a:xfrm>
            <a:off x="1429570" y="5478272"/>
            <a:ext cx="9445752" cy="1143000"/>
          </a:xfrm>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6EC034F-2743-D3B4-3F5C-160B1F2BF4F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0F1E101-5F9E-188E-F543-46B6175F94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CE137C4-DC00-B3B9-A6D2-46CBEF45152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15D5753-D7BB-2187-5023-347246126B6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2716184-DF60-709B-E1BB-15EE0CEDDA7E}"/>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D447970D-56B2-B482-C0BD-542493FE3677}"/>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D3C7CADF-B015-D755-7FA0-6F0234551FD5}"/>
              </a:ext>
            </a:extLst>
          </p:cNvPr>
          <p:cNvSpPr txBox="1"/>
          <p:nvPr/>
        </p:nvSpPr>
        <p:spPr>
          <a:xfrm>
            <a:off x="4143022" y="1903821"/>
            <a:ext cx="570089" cy="230832"/>
          </a:xfrm>
          <a:prstGeom prst="rect">
            <a:avLst/>
          </a:prstGeom>
          <a:noFill/>
        </p:spPr>
        <p:txBody>
          <a:bodyPr wrap="square" rtlCol="0">
            <a:spAutoFit/>
          </a:bodyPr>
          <a:lstStyle/>
          <a:p>
            <a:pPr algn="ctr"/>
            <a:r>
              <a:rPr lang="en-US" sz="900" dirty="0"/>
              <a:t>31</a:t>
            </a:r>
          </a:p>
        </p:txBody>
      </p:sp>
      <p:sp>
        <p:nvSpPr>
          <p:cNvPr id="16" name="TextBox 15">
            <a:extLst>
              <a:ext uri="{FF2B5EF4-FFF2-40B4-BE49-F238E27FC236}">
                <a16:creationId xmlns:a16="http://schemas.microsoft.com/office/drawing/2014/main" id="{F720158D-2019-DFD8-C815-5BD609A738EA}"/>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829A4BBE-93E3-16C2-E922-38582374214C}"/>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F46C9C98-3258-5934-C094-29254ED7CCC4}"/>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4188E387-C0F9-B4CD-4570-EB5CE5F2810A}"/>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8386D48C-1CDF-541E-41CC-8C87DC1C9F89}"/>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FDD26A4A-BE0B-3700-68A5-251744D3E0EE}"/>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196512E8-DF9A-6034-810F-0348593E69A4}"/>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CC400F5E-EF22-E01D-1B76-A680CE063C07}"/>
              </a:ext>
            </a:extLst>
          </p:cNvPr>
          <p:cNvSpPr txBox="1"/>
          <p:nvPr/>
        </p:nvSpPr>
        <p:spPr>
          <a:xfrm>
            <a:off x="5147734" y="1903821"/>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1543EF51-D23D-1BA5-18ED-4C57B757583D}"/>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F79C4A3B-0FFC-6D88-9C76-10DA23B8773C}"/>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5C7D6DE8-D604-9EF5-92B4-9B8A35F3CEDA}"/>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B4672360-101D-B082-FCB1-63ED341D7B81}"/>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F5ED5A37-24BE-1D0C-CD9B-90CAC0D4A009}"/>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13861FB6-0742-EF11-6456-3B339B841FDC}"/>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32D92899-8AC4-46B5-F783-38CCCCE77711}"/>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DFC1F177-260B-8E6A-B8D1-477005DB7105}"/>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FA896465-2299-DC47-807F-D7C38AB63E2D}"/>
              </a:ext>
            </a:extLst>
          </p:cNvPr>
          <p:cNvSpPr txBox="1"/>
          <p:nvPr/>
        </p:nvSpPr>
        <p:spPr>
          <a:xfrm>
            <a:off x="5147734" y="2404765"/>
            <a:ext cx="570089" cy="230832"/>
          </a:xfrm>
          <a:prstGeom prst="rect">
            <a:avLst/>
          </a:prstGeom>
          <a:noFill/>
        </p:spPr>
        <p:txBody>
          <a:bodyPr wrap="square" rtlCol="0">
            <a:spAutoFit/>
          </a:bodyPr>
          <a:lstStyle/>
          <a:p>
            <a:pPr algn="ctr"/>
            <a:r>
              <a:rPr lang="en-US" sz="900" dirty="0"/>
              <a:t>21</a:t>
            </a:r>
          </a:p>
        </p:txBody>
      </p:sp>
      <p:sp>
        <p:nvSpPr>
          <p:cNvPr id="40" name="TextBox 39">
            <a:extLst>
              <a:ext uri="{FF2B5EF4-FFF2-40B4-BE49-F238E27FC236}">
                <a16:creationId xmlns:a16="http://schemas.microsoft.com/office/drawing/2014/main" id="{25FE5E95-1776-692B-F28D-7E0E53AB2D3D}"/>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a:t>
            </a:r>
          </a:p>
        </p:txBody>
      </p:sp>
      <p:sp>
        <p:nvSpPr>
          <p:cNvPr id="45" name="TextBox 44">
            <a:extLst>
              <a:ext uri="{FF2B5EF4-FFF2-40B4-BE49-F238E27FC236}">
                <a16:creationId xmlns:a16="http://schemas.microsoft.com/office/drawing/2014/main" id="{5A91A6AC-578B-D0B4-94B9-6DA3CC520656}"/>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970745BF-7201-3AE5-F835-4FB4D5BB8747}"/>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3BF1485C-04A1-E878-ED38-BC3976231BDE}"/>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9421C6A6-DC96-783E-B3E0-B3F5BA72D028}"/>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CFEA092F-6DDF-0FB6-5F81-FC196B8089C7}"/>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CBA4EAEE-6AEA-ED7C-ED59-1CDACC0B4264}"/>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1C69068C-C2F1-89AE-57DA-B17043B05CBE}"/>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B1C26C6B-267A-72EF-46C8-BF1C0F4C4210}"/>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59E35CCA-D59D-137E-D387-AB01D1F36EB2}"/>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10DD2DB8-1AC9-DC92-E1EA-EEDBCD456E09}"/>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592D97CE-B752-FB4E-00F8-0CCEAA8F758B}"/>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E9F0B9B0-C9BE-CD70-DA91-471FB21B2214}"/>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42F91C1E-C199-8AFF-3F12-4A13CC9337C5}"/>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067E495F-1A38-BD68-408D-F75E52DFEAC8}"/>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8C617F9F-BA0D-9650-0B86-1AAA7A379E73}"/>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55868E5A-0143-6454-8C3F-B3D81D95B083}"/>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E395D5C1-3B9A-D510-903D-1CFB6967ABD5}"/>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CF5A0486-06C9-8DFE-E2AE-3E0EBF077BA5}"/>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DF107F95-8361-F4F9-A4A3-B240C4293B6E}"/>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DE0F3033-4633-7B22-9F22-943E9D47CFCC}"/>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540D1871-9099-F14B-2B86-7F84C3029E7D}"/>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7" name="TextBox 76">
            <a:extLst>
              <a:ext uri="{FF2B5EF4-FFF2-40B4-BE49-F238E27FC236}">
                <a16:creationId xmlns:a16="http://schemas.microsoft.com/office/drawing/2014/main" id="{414DA08D-1A49-1B1D-5249-4437FD193DEE}"/>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07E8846C-202D-895E-E7EC-88D7021B1871}"/>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AF9280B5-3F45-AD0C-864B-7D115609506E}"/>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06AE06B7-BE0A-4E3B-63F6-5694175FC9BC}"/>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78" name="TextBox 77">
            <a:extLst>
              <a:ext uri="{FF2B5EF4-FFF2-40B4-BE49-F238E27FC236}">
                <a16:creationId xmlns:a16="http://schemas.microsoft.com/office/drawing/2014/main" id="{88451882-B41F-A4EE-3564-431F6E718394}"/>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79" name="TextBox 78">
            <a:extLst>
              <a:ext uri="{FF2B5EF4-FFF2-40B4-BE49-F238E27FC236}">
                <a16:creationId xmlns:a16="http://schemas.microsoft.com/office/drawing/2014/main" id="{4A95C980-847D-8640-EA4B-6FE4FE85784F}"/>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1FA94FD0-8DA4-13D2-D98B-7C8E4949C8B2}"/>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F366E857-0D19-A62D-3DAF-06CC6AC5E1C2}"/>
              </a:ext>
            </a:extLst>
          </p:cNvPr>
          <p:cNvSpPr txBox="1"/>
          <p:nvPr/>
        </p:nvSpPr>
        <p:spPr>
          <a:xfrm>
            <a:off x="6714071" y="4244561"/>
            <a:ext cx="462845" cy="584775"/>
          </a:xfrm>
          <a:prstGeom prst="rect">
            <a:avLst/>
          </a:prstGeom>
          <a:noFill/>
        </p:spPr>
        <p:txBody>
          <a:bodyPr wrap="square" rtlCol="0">
            <a:spAutoFit/>
          </a:bodyPr>
          <a:lstStyle/>
          <a:p>
            <a:pPr algn="ctr"/>
            <a:r>
              <a:rPr lang="en-US" sz="3200" dirty="0"/>
              <a:t>5</a:t>
            </a:r>
          </a:p>
        </p:txBody>
      </p:sp>
      <p:sp>
        <p:nvSpPr>
          <p:cNvPr id="80" name="TextBox 79">
            <a:extLst>
              <a:ext uri="{FF2B5EF4-FFF2-40B4-BE49-F238E27FC236}">
                <a16:creationId xmlns:a16="http://schemas.microsoft.com/office/drawing/2014/main" id="{B35A2AD6-743B-530B-0B33-4A06DCE25D76}"/>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E83C08B9-2AFE-E6C2-8540-5BE9B5C1A071}"/>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FDB62572-3F0D-0E2E-8417-C7A7E8A9FD85}"/>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0AFE2786-93CA-D929-B52D-BD0EC87D7CEC}"/>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4" name="TextBox 53">
            <a:extLst>
              <a:ext uri="{FF2B5EF4-FFF2-40B4-BE49-F238E27FC236}">
                <a16:creationId xmlns:a16="http://schemas.microsoft.com/office/drawing/2014/main" id="{8624295A-7BB9-A8DC-44A6-407E844F4C00}"/>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62" name="TextBox 61">
            <a:extLst>
              <a:ext uri="{FF2B5EF4-FFF2-40B4-BE49-F238E27FC236}">
                <a16:creationId xmlns:a16="http://schemas.microsoft.com/office/drawing/2014/main" id="{87BA2A37-D624-5711-0699-B78F4A0532F6}"/>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CD453E18-85E7-9EF1-C09A-42F8FF6E9077}"/>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4A3758D8-2014-C9C3-9375-1812CA6B8068}"/>
              </a:ext>
            </a:extLst>
          </p:cNvPr>
          <p:cNvSpPr txBox="1"/>
          <p:nvPr/>
        </p:nvSpPr>
        <p:spPr>
          <a:xfrm>
            <a:off x="4715935" y="424456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4AACAE70-E0CF-608F-683F-7C1A953F0E4D}"/>
              </a:ext>
            </a:extLst>
          </p:cNvPr>
          <p:cNvSpPr txBox="1"/>
          <p:nvPr/>
        </p:nvSpPr>
        <p:spPr>
          <a:xfrm>
            <a:off x="4715935"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3D2CD4ED-38A8-8083-8042-060755647112}"/>
              </a:ext>
            </a:extLst>
          </p:cNvPr>
          <p:cNvSpPr txBox="1"/>
          <p:nvPr/>
        </p:nvSpPr>
        <p:spPr>
          <a:xfrm>
            <a:off x="5215469" y="3237891"/>
            <a:ext cx="462845" cy="584775"/>
          </a:xfrm>
          <a:prstGeom prst="rect">
            <a:avLst/>
          </a:prstGeom>
          <a:no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1A8AE031-CC92-AC49-3FF0-6D2BAA52C6C6}"/>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4" name="TextBox 43">
            <a:extLst>
              <a:ext uri="{FF2B5EF4-FFF2-40B4-BE49-F238E27FC236}">
                <a16:creationId xmlns:a16="http://schemas.microsoft.com/office/drawing/2014/main" id="{35B857DB-6987-F796-5537-01DF37011265}"/>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825B56CB-7D4A-CB47-3FF5-28C2A9A0B177}"/>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A327AFB5-D8C9-E500-F7B2-2518EDCD7858}"/>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9F235354-DFC6-D524-438A-62A50D743C0E}"/>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83" name="TextBox 82">
            <a:extLst>
              <a:ext uri="{FF2B5EF4-FFF2-40B4-BE49-F238E27FC236}">
                <a16:creationId xmlns:a16="http://schemas.microsoft.com/office/drawing/2014/main" id="{B2ACEA79-BDE4-2154-67A6-22BA7A07E8CC}"/>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1CAA808E-191F-041B-F3D2-71D99305DFA6}"/>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63D929B8-1119-FF64-CD38-F555CE8592C0}"/>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56" name="TextBox 55">
            <a:extLst>
              <a:ext uri="{FF2B5EF4-FFF2-40B4-BE49-F238E27FC236}">
                <a16:creationId xmlns:a16="http://schemas.microsoft.com/office/drawing/2014/main" id="{FE0BEF67-3CA1-3958-9603-31DEEDFC976D}"/>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BDB53C54-9388-33AA-BDF2-A940797B060B}"/>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72C98F1B-DC84-797B-77C4-B6C3A3767EC5}"/>
              </a:ext>
            </a:extLst>
          </p:cNvPr>
          <p:cNvSpPr txBox="1"/>
          <p:nvPr/>
        </p:nvSpPr>
        <p:spPr>
          <a:xfrm>
            <a:off x="5215469" y="374122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4B1A7256-8BFB-1E0D-948F-2658F9B7600C}"/>
              </a:ext>
            </a:extLst>
          </p:cNvPr>
          <p:cNvSpPr txBox="1"/>
          <p:nvPr/>
        </p:nvSpPr>
        <p:spPr>
          <a:xfrm>
            <a:off x="5215469" y="4244561"/>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1E7EE397-15F5-B69B-B608-054B2518ED47}"/>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87" name="TextBox 86">
            <a:extLst>
              <a:ext uri="{FF2B5EF4-FFF2-40B4-BE49-F238E27FC236}">
                <a16:creationId xmlns:a16="http://schemas.microsoft.com/office/drawing/2014/main" id="{89D90EAB-8BB5-B00A-7BEE-CE2BAED50C17}"/>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73" name="TextBox 72">
            <a:extLst>
              <a:ext uri="{FF2B5EF4-FFF2-40B4-BE49-F238E27FC236}">
                <a16:creationId xmlns:a16="http://schemas.microsoft.com/office/drawing/2014/main" id="{032CA55D-A907-E597-78F9-346A124E5A1C}"/>
              </a:ext>
            </a:extLst>
          </p:cNvPr>
          <p:cNvSpPr txBox="1"/>
          <p:nvPr/>
        </p:nvSpPr>
        <p:spPr>
          <a:xfrm>
            <a:off x="3217333" y="3741226"/>
            <a:ext cx="462845" cy="584775"/>
          </a:xfrm>
          <a:prstGeom prst="rect">
            <a:avLst/>
          </a:prstGeom>
          <a:noFill/>
        </p:spPr>
        <p:txBody>
          <a:bodyPr wrap="square" rtlCol="0">
            <a:spAutoFit/>
          </a:bodyPr>
          <a:lstStyle/>
          <a:p>
            <a:pPr algn="ctr"/>
            <a:r>
              <a:rPr lang="en-US" sz="3200" dirty="0"/>
              <a:t>3</a:t>
            </a:r>
          </a:p>
        </p:txBody>
      </p:sp>
      <p:sp>
        <p:nvSpPr>
          <p:cNvPr id="86" name="TextBox 85">
            <a:extLst>
              <a:ext uri="{FF2B5EF4-FFF2-40B4-BE49-F238E27FC236}">
                <a16:creationId xmlns:a16="http://schemas.microsoft.com/office/drawing/2014/main" id="{B6483DBA-2A08-CE7A-2FA6-D04C78928DAD}"/>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90" name="TextBox 89">
            <a:extLst>
              <a:ext uri="{FF2B5EF4-FFF2-40B4-BE49-F238E27FC236}">
                <a16:creationId xmlns:a16="http://schemas.microsoft.com/office/drawing/2014/main" id="{C2B6183A-979F-33B4-2E04-95C1C682892B}"/>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91" name="TextBox 90">
            <a:extLst>
              <a:ext uri="{FF2B5EF4-FFF2-40B4-BE49-F238E27FC236}">
                <a16:creationId xmlns:a16="http://schemas.microsoft.com/office/drawing/2014/main" id="{F05ACAE5-1389-2058-5A3E-8EE9D2F194FE}"/>
              </a:ext>
            </a:extLst>
          </p:cNvPr>
          <p:cNvSpPr txBox="1"/>
          <p:nvPr/>
        </p:nvSpPr>
        <p:spPr>
          <a:xfrm>
            <a:off x="5715003" y="4747898"/>
            <a:ext cx="462845" cy="584775"/>
          </a:xfrm>
          <a:prstGeom prst="rect">
            <a:avLst/>
          </a:prstGeom>
          <a:noFill/>
        </p:spPr>
        <p:txBody>
          <a:bodyPr wrap="square" rtlCol="0">
            <a:spAutoFit/>
          </a:bodyPr>
          <a:lstStyle/>
          <a:p>
            <a:pPr algn="ctr"/>
            <a:r>
              <a:rPr lang="en-US" sz="3200" dirty="0"/>
              <a:t>2</a:t>
            </a:r>
          </a:p>
        </p:txBody>
      </p:sp>
      <p:sp>
        <p:nvSpPr>
          <p:cNvPr id="92" name="TextBox 91">
            <a:extLst>
              <a:ext uri="{FF2B5EF4-FFF2-40B4-BE49-F238E27FC236}">
                <a16:creationId xmlns:a16="http://schemas.microsoft.com/office/drawing/2014/main" id="{E5BE9942-1874-D050-F584-50AD65EE0158}"/>
              </a:ext>
            </a:extLst>
          </p:cNvPr>
          <p:cNvSpPr txBox="1"/>
          <p:nvPr/>
        </p:nvSpPr>
        <p:spPr>
          <a:xfrm>
            <a:off x="5715003" y="2231221"/>
            <a:ext cx="462845" cy="584775"/>
          </a:xfrm>
          <a:prstGeom prst="rect">
            <a:avLst/>
          </a:prstGeom>
          <a:noFill/>
        </p:spPr>
        <p:txBody>
          <a:bodyPr wrap="square" rtlCol="0">
            <a:spAutoFit/>
          </a:bodyPr>
          <a:lstStyle/>
          <a:p>
            <a:pPr algn="ctr"/>
            <a:r>
              <a:rPr lang="en-US" sz="3200" dirty="0"/>
              <a:t>3</a:t>
            </a:r>
          </a:p>
        </p:txBody>
      </p:sp>
      <p:sp>
        <p:nvSpPr>
          <p:cNvPr id="93" name="TextBox 92">
            <a:extLst>
              <a:ext uri="{FF2B5EF4-FFF2-40B4-BE49-F238E27FC236}">
                <a16:creationId xmlns:a16="http://schemas.microsoft.com/office/drawing/2014/main" id="{51D5E106-FD92-59DA-C359-E9C36ADCE642}"/>
              </a:ext>
            </a:extLst>
          </p:cNvPr>
          <p:cNvSpPr txBox="1"/>
          <p:nvPr/>
        </p:nvSpPr>
        <p:spPr>
          <a:xfrm>
            <a:off x="7213604" y="4244561"/>
            <a:ext cx="462845" cy="584775"/>
          </a:xfrm>
          <a:prstGeom prst="rect">
            <a:avLst/>
          </a:prstGeom>
          <a:noFill/>
        </p:spPr>
        <p:txBody>
          <a:bodyPr wrap="square" rtlCol="0">
            <a:spAutoFit/>
          </a:bodyPr>
          <a:lstStyle/>
          <a:p>
            <a:pPr algn="ctr"/>
            <a:r>
              <a:rPr lang="en-US" sz="3200" dirty="0"/>
              <a:t>3</a:t>
            </a:r>
          </a:p>
        </p:txBody>
      </p:sp>
      <p:sp>
        <p:nvSpPr>
          <p:cNvPr id="94" name="TextBox 93">
            <a:extLst>
              <a:ext uri="{FF2B5EF4-FFF2-40B4-BE49-F238E27FC236}">
                <a16:creationId xmlns:a16="http://schemas.microsoft.com/office/drawing/2014/main" id="{12BC9C0B-5B8A-80B6-9332-1E927278F7EE}"/>
              </a:ext>
            </a:extLst>
          </p:cNvPr>
          <p:cNvSpPr txBox="1"/>
          <p:nvPr/>
        </p:nvSpPr>
        <p:spPr>
          <a:xfrm>
            <a:off x="7213604" y="374122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40366322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58220-E582-416E-84F9-E4ABD19D66E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F209919-0276-3030-F33F-5B38A7230C9B}"/>
              </a:ext>
            </a:extLst>
          </p:cNvPr>
          <p:cNvSpPr>
            <a:spLocks noGrp="1"/>
          </p:cNvSpPr>
          <p:nvPr>
            <p:ph sz="half" idx="1"/>
          </p:nvPr>
        </p:nvSpPr>
        <p:spPr>
          <a:xfrm>
            <a:off x="1429570" y="5478272"/>
            <a:ext cx="9445752" cy="1143000"/>
          </a:xfrm>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E0BE8EC-33BD-2471-BF26-0991A6D9E7A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C063EE4-D53D-B169-7C77-022A0DDF97A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7FC0E8A-EDDD-FB69-59C2-E6B62B63DE7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CEE655B-034B-09BA-FEE2-DCB5B446CF2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6AB228D-5391-4E67-AC70-43735D0B9955}"/>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D44EAA84-7959-E239-4C9A-C35919342B4A}"/>
              </a:ext>
            </a:extLst>
          </p:cNvPr>
          <p:cNvSpPr txBox="1"/>
          <p:nvPr/>
        </p:nvSpPr>
        <p:spPr>
          <a:xfrm>
            <a:off x="3138310" y="1402877"/>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41FD6147-53B4-76E4-EC28-3691FAD89B6C}"/>
              </a:ext>
            </a:extLst>
          </p:cNvPr>
          <p:cNvSpPr txBox="1"/>
          <p:nvPr/>
        </p:nvSpPr>
        <p:spPr>
          <a:xfrm>
            <a:off x="4143022" y="1903821"/>
            <a:ext cx="570089" cy="230832"/>
          </a:xfrm>
          <a:prstGeom prst="rect">
            <a:avLst/>
          </a:prstGeom>
          <a:noFill/>
        </p:spPr>
        <p:txBody>
          <a:bodyPr wrap="square" rtlCol="0">
            <a:spAutoFit/>
          </a:bodyPr>
          <a:lstStyle/>
          <a:p>
            <a:pPr algn="ctr"/>
            <a:r>
              <a:rPr lang="en-US" sz="900" dirty="0"/>
              <a:t>31</a:t>
            </a:r>
          </a:p>
        </p:txBody>
      </p:sp>
      <p:sp>
        <p:nvSpPr>
          <p:cNvPr id="17" name="TextBox 16">
            <a:extLst>
              <a:ext uri="{FF2B5EF4-FFF2-40B4-BE49-F238E27FC236}">
                <a16:creationId xmlns:a16="http://schemas.microsoft.com/office/drawing/2014/main" id="{035D17A5-38F1-FC55-FF73-F430F908EB0B}"/>
              </a:ext>
            </a:extLst>
          </p:cNvPr>
          <p:cNvSpPr txBox="1"/>
          <p:nvPr/>
        </p:nvSpPr>
        <p:spPr>
          <a:xfrm>
            <a:off x="3640666" y="2905709"/>
            <a:ext cx="570089" cy="230832"/>
          </a:xfrm>
          <a:prstGeom prst="rect">
            <a:avLst/>
          </a:prstGeom>
          <a:noFill/>
        </p:spPr>
        <p:txBody>
          <a:bodyPr wrap="square" rtlCol="0">
            <a:spAutoFit/>
          </a:bodyPr>
          <a:lstStyle/>
          <a:p>
            <a:pPr algn="ctr"/>
            <a:r>
              <a:rPr lang="en-US" sz="900" dirty="0"/>
              <a:t>23</a:t>
            </a:r>
          </a:p>
        </p:txBody>
      </p:sp>
      <p:sp>
        <p:nvSpPr>
          <p:cNvPr id="18" name="TextBox 17">
            <a:extLst>
              <a:ext uri="{FF2B5EF4-FFF2-40B4-BE49-F238E27FC236}">
                <a16:creationId xmlns:a16="http://schemas.microsoft.com/office/drawing/2014/main" id="{4DAA27DA-EC67-90B7-69BD-6F21333D82B2}"/>
              </a:ext>
            </a:extLst>
          </p:cNvPr>
          <p:cNvSpPr txBox="1"/>
          <p:nvPr/>
        </p:nvSpPr>
        <p:spPr>
          <a:xfrm>
            <a:off x="4143022" y="2905709"/>
            <a:ext cx="570089" cy="230832"/>
          </a:xfrm>
          <a:prstGeom prst="rect">
            <a:avLst/>
          </a:prstGeom>
          <a:noFill/>
        </p:spPr>
        <p:txBody>
          <a:bodyPr wrap="square" rtlCol="0">
            <a:spAutoFit/>
          </a:bodyPr>
          <a:lstStyle/>
          <a:p>
            <a:pPr algn="ctr"/>
            <a:r>
              <a:rPr lang="en-US" sz="900" dirty="0"/>
              <a:t>13</a:t>
            </a:r>
          </a:p>
        </p:txBody>
      </p:sp>
      <p:sp>
        <p:nvSpPr>
          <p:cNvPr id="19" name="TextBox 18">
            <a:extLst>
              <a:ext uri="{FF2B5EF4-FFF2-40B4-BE49-F238E27FC236}">
                <a16:creationId xmlns:a16="http://schemas.microsoft.com/office/drawing/2014/main" id="{AF22FE6C-F287-886C-59DF-945B6ECBF514}"/>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224FC6DE-B567-ADA8-25B2-4E2076102A39}"/>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5E674E2D-E222-C85F-095D-5ED59DF77DDD}"/>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2" name="TextBox 21">
            <a:extLst>
              <a:ext uri="{FF2B5EF4-FFF2-40B4-BE49-F238E27FC236}">
                <a16:creationId xmlns:a16="http://schemas.microsoft.com/office/drawing/2014/main" id="{221F9AA3-D1F6-A0CC-DA2E-6CF763FE1F67}"/>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D79C20FD-B675-1D71-E19F-0EFBA20021A2}"/>
              </a:ext>
            </a:extLst>
          </p:cNvPr>
          <p:cNvSpPr txBox="1"/>
          <p:nvPr/>
        </p:nvSpPr>
        <p:spPr>
          <a:xfrm>
            <a:off x="5147734" y="1903821"/>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EB2F4FCE-7292-1286-F903-0468FF628724}"/>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5A3FFC92-03F8-A913-15CB-8BAA6AEF2512}"/>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46937645-F4CC-2C72-4C85-A9C5474E17DF}"/>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AE150D97-ABD0-5260-08E3-61EBA9454AFE}"/>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8B727701-6D09-82DA-08B2-88AF008A0DC0}"/>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0B47A39C-6E19-38DA-D179-76A538107645}"/>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FF236A56-3657-E609-C1E8-CEED525A98A0}"/>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BF7E2A97-7676-9FF2-CEDE-80DFF8F8F823}"/>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FD1B82F4-36D4-4415-0FF6-0B24B755C832}"/>
              </a:ext>
            </a:extLst>
          </p:cNvPr>
          <p:cNvSpPr txBox="1"/>
          <p:nvPr/>
        </p:nvSpPr>
        <p:spPr>
          <a:xfrm>
            <a:off x="5147734" y="2404765"/>
            <a:ext cx="570089" cy="230832"/>
          </a:xfrm>
          <a:prstGeom prst="rect">
            <a:avLst/>
          </a:prstGeom>
          <a:noFill/>
        </p:spPr>
        <p:txBody>
          <a:bodyPr wrap="square" rtlCol="0">
            <a:spAutoFit/>
          </a:bodyPr>
          <a:lstStyle/>
          <a:p>
            <a:pPr algn="ctr"/>
            <a:r>
              <a:rPr lang="en-US" sz="900" dirty="0"/>
              <a:t>21</a:t>
            </a:r>
          </a:p>
        </p:txBody>
      </p:sp>
      <p:sp>
        <p:nvSpPr>
          <p:cNvPr id="40" name="TextBox 39">
            <a:extLst>
              <a:ext uri="{FF2B5EF4-FFF2-40B4-BE49-F238E27FC236}">
                <a16:creationId xmlns:a16="http://schemas.microsoft.com/office/drawing/2014/main" id="{5504EFC0-4CA5-C7D4-1F79-DF0AB55EA9F4}"/>
              </a:ext>
            </a:extLst>
          </p:cNvPr>
          <p:cNvSpPr txBox="1"/>
          <p:nvPr/>
        </p:nvSpPr>
        <p:spPr>
          <a:xfrm>
            <a:off x="4645378" y="2905709"/>
            <a:ext cx="570089" cy="230832"/>
          </a:xfrm>
          <a:prstGeom prst="rect">
            <a:avLst/>
          </a:prstGeom>
          <a:noFill/>
        </p:spPr>
        <p:txBody>
          <a:bodyPr wrap="square" rtlCol="0">
            <a:spAutoFit/>
          </a:bodyPr>
          <a:lstStyle/>
          <a:p>
            <a:pPr algn="ctr"/>
            <a:r>
              <a:rPr lang="en-US" sz="900" dirty="0"/>
              <a:t>12</a:t>
            </a:r>
          </a:p>
        </p:txBody>
      </p:sp>
      <p:sp>
        <p:nvSpPr>
          <p:cNvPr id="45" name="TextBox 44">
            <a:extLst>
              <a:ext uri="{FF2B5EF4-FFF2-40B4-BE49-F238E27FC236}">
                <a16:creationId xmlns:a16="http://schemas.microsoft.com/office/drawing/2014/main" id="{FA7A0B70-208B-4E3E-169B-2D9E04AE58B4}"/>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96F3DD5A-41FC-C159-540F-E1389CCEC833}"/>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823F1CD0-68EA-BB0D-8EB5-09D26E6513F6}"/>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2B2728FE-ED8B-7F11-11F8-B781DE0C6DE7}"/>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567611B8-9B6D-95B0-5792-E87187267A49}"/>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1FD79958-5ADC-898D-0063-EEE7B796E810}"/>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871E7A27-3931-A35F-E328-68E17116A10E}"/>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D6C9EAD9-A170-4E2F-7D8D-300EF0ED445C}"/>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685B2360-475B-72ED-96CF-E17C47D7EE9C}"/>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DE6CD245-7287-1F41-63C5-4FFB2A07DC64}"/>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D11F0A5C-79AC-A6AD-21C7-543DBF8F6690}"/>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580DA6C4-D1A5-D158-56EE-D87F17348BEB}"/>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255F275C-CDC1-15D0-1928-0E087A7E5910}"/>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9658835C-D647-F631-62DE-876A68934F7C}"/>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FECE5681-1450-78E3-8C60-02BB77BB1262}"/>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4072B33C-9099-A23E-1734-C8AF9B3DDE47}"/>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6076FB9D-7ADA-994E-E018-3666B18BE579}"/>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0CF1A91C-8119-85B0-9A88-D2BE3285E55D}"/>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2BFF398C-63B9-B7E7-4907-57E4ABE82B1D}"/>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B4573BB3-89C7-2EA9-DC43-C291C457FFD1}"/>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6A23222D-76C1-C359-0871-C79A71F7D919}"/>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7" name="TextBox 76">
            <a:extLst>
              <a:ext uri="{FF2B5EF4-FFF2-40B4-BE49-F238E27FC236}">
                <a16:creationId xmlns:a16="http://schemas.microsoft.com/office/drawing/2014/main" id="{A29DEEF5-B72F-2F7E-1E2C-21B98EF95C74}"/>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FA74C3B4-46EA-B8DB-A2DD-8FD4CF573DE6}"/>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BCEB6528-80DB-BAC6-9817-E8A1DF03C397}"/>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015EBE5B-8D26-8E51-FEFE-B0B36CC77134}"/>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78" name="TextBox 77">
            <a:extLst>
              <a:ext uri="{FF2B5EF4-FFF2-40B4-BE49-F238E27FC236}">
                <a16:creationId xmlns:a16="http://schemas.microsoft.com/office/drawing/2014/main" id="{3B7963BA-3E08-E66D-7F9D-988BE3E4E07E}"/>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79" name="TextBox 78">
            <a:extLst>
              <a:ext uri="{FF2B5EF4-FFF2-40B4-BE49-F238E27FC236}">
                <a16:creationId xmlns:a16="http://schemas.microsoft.com/office/drawing/2014/main" id="{0C25C09A-0A55-22C5-9C28-1423767B1DB4}"/>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50C44E55-E383-3171-E4CE-813135AF878E}"/>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03C1E61D-0A26-F2B1-41BA-D732927C818F}"/>
              </a:ext>
            </a:extLst>
          </p:cNvPr>
          <p:cNvSpPr txBox="1"/>
          <p:nvPr/>
        </p:nvSpPr>
        <p:spPr>
          <a:xfrm>
            <a:off x="6714071" y="4244561"/>
            <a:ext cx="462845" cy="584775"/>
          </a:xfrm>
          <a:prstGeom prst="rect">
            <a:avLst/>
          </a:prstGeom>
          <a:noFill/>
        </p:spPr>
        <p:txBody>
          <a:bodyPr wrap="square" rtlCol="0">
            <a:spAutoFit/>
          </a:bodyPr>
          <a:lstStyle/>
          <a:p>
            <a:pPr algn="ctr"/>
            <a:r>
              <a:rPr lang="en-US" sz="3200" dirty="0"/>
              <a:t>5</a:t>
            </a:r>
          </a:p>
        </p:txBody>
      </p:sp>
      <p:sp>
        <p:nvSpPr>
          <p:cNvPr id="80" name="TextBox 79">
            <a:extLst>
              <a:ext uri="{FF2B5EF4-FFF2-40B4-BE49-F238E27FC236}">
                <a16:creationId xmlns:a16="http://schemas.microsoft.com/office/drawing/2014/main" id="{52A3F7DB-0893-E06F-D425-B58E13A94815}"/>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E60D317F-FE31-C726-9938-9E5DE3E02492}"/>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6888E6F9-C451-C59D-6850-D94F412965F2}"/>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59E4D0F4-DC36-4CED-5D71-D9822058732B}"/>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4" name="TextBox 53">
            <a:extLst>
              <a:ext uri="{FF2B5EF4-FFF2-40B4-BE49-F238E27FC236}">
                <a16:creationId xmlns:a16="http://schemas.microsoft.com/office/drawing/2014/main" id="{81B5F2D1-B41D-256C-B7DF-3EB3ED90C6E0}"/>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62" name="TextBox 61">
            <a:extLst>
              <a:ext uri="{FF2B5EF4-FFF2-40B4-BE49-F238E27FC236}">
                <a16:creationId xmlns:a16="http://schemas.microsoft.com/office/drawing/2014/main" id="{27A78020-B5B2-54FA-985B-15EE8993E92D}"/>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C295585B-2737-325C-7DE5-83BDCFE50B74}"/>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71CB57E7-8A49-6870-B7E7-89FBAC6C9095}"/>
              </a:ext>
            </a:extLst>
          </p:cNvPr>
          <p:cNvSpPr txBox="1"/>
          <p:nvPr/>
        </p:nvSpPr>
        <p:spPr>
          <a:xfrm>
            <a:off x="4715935" y="424456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C187D96E-0379-7545-728A-E0E008C04B53}"/>
              </a:ext>
            </a:extLst>
          </p:cNvPr>
          <p:cNvSpPr txBox="1"/>
          <p:nvPr/>
        </p:nvSpPr>
        <p:spPr>
          <a:xfrm>
            <a:off x="4715935"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6C4752C3-8C0E-0331-6452-ADBEC9038F41}"/>
              </a:ext>
            </a:extLst>
          </p:cNvPr>
          <p:cNvSpPr txBox="1"/>
          <p:nvPr/>
        </p:nvSpPr>
        <p:spPr>
          <a:xfrm>
            <a:off x="5215469" y="3237891"/>
            <a:ext cx="462845" cy="584775"/>
          </a:xfrm>
          <a:prstGeom prst="rect">
            <a:avLst/>
          </a:prstGeom>
          <a:no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D7B0E37D-DF36-B55A-5A96-74C9CDE849CC}"/>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4" name="TextBox 43">
            <a:extLst>
              <a:ext uri="{FF2B5EF4-FFF2-40B4-BE49-F238E27FC236}">
                <a16:creationId xmlns:a16="http://schemas.microsoft.com/office/drawing/2014/main" id="{B9BEC33E-A367-1B1D-618D-4BD2AF2A18BA}"/>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1B12BE30-A6A5-832D-2D8C-26CE753FDBE0}"/>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613CBC6A-488A-C177-0FC2-BC1349B436D8}"/>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6B427C73-ADBC-BC68-30B7-63163F1F4999}"/>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83" name="TextBox 82">
            <a:extLst>
              <a:ext uri="{FF2B5EF4-FFF2-40B4-BE49-F238E27FC236}">
                <a16:creationId xmlns:a16="http://schemas.microsoft.com/office/drawing/2014/main" id="{1DDDDA39-5A1E-8CC8-0406-BAB9CBBC8CF7}"/>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173E66E7-2F26-36F8-E464-1D1A928CFEBE}"/>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5CC381AB-BD1F-387C-561D-8CC273000DA4}"/>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56" name="TextBox 55">
            <a:extLst>
              <a:ext uri="{FF2B5EF4-FFF2-40B4-BE49-F238E27FC236}">
                <a16:creationId xmlns:a16="http://schemas.microsoft.com/office/drawing/2014/main" id="{C1D880A9-8D9C-FF0F-4AAB-6E1BC75C2B32}"/>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C0F1DCD5-228A-D601-046F-3D14F6AAACEB}"/>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63BB666F-76AC-CF09-F0A4-0B82605542C5}"/>
              </a:ext>
            </a:extLst>
          </p:cNvPr>
          <p:cNvSpPr txBox="1"/>
          <p:nvPr/>
        </p:nvSpPr>
        <p:spPr>
          <a:xfrm>
            <a:off x="5215469" y="374122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7A7F52F9-7206-7256-5CBA-648CAC3E79F8}"/>
              </a:ext>
            </a:extLst>
          </p:cNvPr>
          <p:cNvSpPr txBox="1"/>
          <p:nvPr/>
        </p:nvSpPr>
        <p:spPr>
          <a:xfrm>
            <a:off x="5215469" y="4244561"/>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6C4DAF51-2E8C-1D5E-C6BC-7104F3957E57}"/>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87" name="TextBox 86">
            <a:extLst>
              <a:ext uri="{FF2B5EF4-FFF2-40B4-BE49-F238E27FC236}">
                <a16:creationId xmlns:a16="http://schemas.microsoft.com/office/drawing/2014/main" id="{C938EE83-1049-A242-D661-7DAE5228DBC8}"/>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73" name="TextBox 72">
            <a:extLst>
              <a:ext uri="{FF2B5EF4-FFF2-40B4-BE49-F238E27FC236}">
                <a16:creationId xmlns:a16="http://schemas.microsoft.com/office/drawing/2014/main" id="{7D3ED4EE-B45E-5749-6A8E-389C4B9152BA}"/>
              </a:ext>
            </a:extLst>
          </p:cNvPr>
          <p:cNvSpPr txBox="1"/>
          <p:nvPr/>
        </p:nvSpPr>
        <p:spPr>
          <a:xfrm>
            <a:off x="3217333" y="3741226"/>
            <a:ext cx="462845" cy="584775"/>
          </a:xfrm>
          <a:prstGeom prst="rect">
            <a:avLst/>
          </a:prstGeom>
          <a:noFill/>
        </p:spPr>
        <p:txBody>
          <a:bodyPr wrap="square" rtlCol="0">
            <a:spAutoFit/>
          </a:bodyPr>
          <a:lstStyle/>
          <a:p>
            <a:pPr algn="ctr"/>
            <a:r>
              <a:rPr lang="en-US" sz="3200" dirty="0"/>
              <a:t>3</a:t>
            </a:r>
          </a:p>
        </p:txBody>
      </p:sp>
      <p:sp>
        <p:nvSpPr>
          <p:cNvPr id="86" name="TextBox 85">
            <a:extLst>
              <a:ext uri="{FF2B5EF4-FFF2-40B4-BE49-F238E27FC236}">
                <a16:creationId xmlns:a16="http://schemas.microsoft.com/office/drawing/2014/main" id="{816895F1-5185-230F-3652-5E55BBE8F866}"/>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90" name="TextBox 89">
            <a:extLst>
              <a:ext uri="{FF2B5EF4-FFF2-40B4-BE49-F238E27FC236}">
                <a16:creationId xmlns:a16="http://schemas.microsoft.com/office/drawing/2014/main" id="{A423FA5B-B26E-1EE2-35F9-818AB353EEE6}"/>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91" name="TextBox 90">
            <a:extLst>
              <a:ext uri="{FF2B5EF4-FFF2-40B4-BE49-F238E27FC236}">
                <a16:creationId xmlns:a16="http://schemas.microsoft.com/office/drawing/2014/main" id="{7234B66B-2ED3-313C-FC74-2A334C18C4EA}"/>
              </a:ext>
            </a:extLst>
          </p:cNvPr>
          <p:cNvSpPr txBox="1"/>
          <p:nvPr/>
        </p:nvSpPr>
        <p:spPr>
          <a:xfrm>
            <a:off x="5715003" y="4747898"/>
            <a:ext cx="462845" cy="584775"/>
          </a:xfrm>
          <a:prstGeom prst="rect">
            <a:avLst/>
          </a:prstGeom>
          <a:noFill/>
        </p:spPr>
        <p:txBody>
          <a:bodyPr wrap="square" rtlCol="0">
            <a:spAutoFit/>
          </a:bodyPr>
          <a:lstStyle/>
          <a:p>
            <a:pPr algn="ctr"/>
            <a:r>
              <a:rPr lang="en-US" sz="3200" dirty="0"/>
              <a:t>2</a:t>
            </a:r>
          </a:p>
        </p:txBody>
      </p:sp>
      <p:sp>
        <p:nvSpPr>
          <p:cNvPr id="92" name="TextBox 91">
            <a:extLst>
              <a:ext uri="{FF2B5EF4-FFF2-40B4-BE49-F238E27FC236}">
                <a16:creationId xmlns:a16="http://schemas.microsoft.com/office/drawing/2014/main" id="{157E6871-D9ED-EF13-FB82-3B1ED624529A}"/>
              </a:ext>
            </a:extLst>
          </p:cNvPr>
          <p:cNvSpPr txBox="1"/>
          <p:nvPr/>
        </p:nvSpPr>
        <p:spPr>
          <a:xfrm>
            <a:off x="5715003" y="2231221"/>
            <a:ext cx="462845" cy="584775"/>
          </a:xfrm>
          <a:prstGeom prst="rect">
            <a:avLst/>
          </a:prstGeom>
          <a:noFill/>
        </p:spPr>
        <p:txBody>
          <a:bodyPr wrap="square" rtlCol="0">
            <a:spAutoFit/>
          </a:bodyPr>
          <a:lstStyle/>
          <a:p>
            <a:pPr algn="ctr"/>
            <a:r>
              <a:rPr lang="en-US" sz="3200" dirty="0"/>
              <a:t>3</a:t>
            </a:r>
          </a:p>
        </p:txBody>
      </p:sp>
      <p:sp>
        <p:nvSpPr>
          <p:cNvPr id="93" name="TextBox 92">
            <a:extLst>
              <a:ext uri="{FF2B5EF4-FFF2-40B4-BE49-F238E27FC236}">
                <a16:creationId xmlns:a16="http://schemas.microsoft.com/office/drawing/2014/main" id="{C8BF3161-EE8B-403C-9DD7-D772EDB8F4A6}"/>
              </a:ext>
            </a:extLst>
          </p:cNvPr>
          <p:cNvSpPr txBox="1"/>
          <p:nvPr/>
        </p:nvSpPr>
        <p:spPr>
          <a:xfrm>
            <a:off x="7213604" y="4244561"/>
            <a:ext cx="462845" cy="584775"/>
          </a:xfrm>
          <a:prstGeom prst="rect">
            <a:avLst/>
          </a:prstGeom>
          <a:noFill/>
        </p:spPr>
        <p:txBody>
          <a:bodyPr wrap="square" rtlCol="0">
            <a:spAutoFit/>
          </a:bodyPr>
          <a:lstStyle/>
          <a:p>
            <a:pPr algn="ctr"/>
            <a:r>
              <a:rPr lang="en-US" sz="3200" dirty="0"/>
              <a:t>3</a:t>
            </a:r>
          </a:p>
        </p:txBody>
      </p:sp>
      <p:sp>
        <p:nvSpPr>
          <p:cNvPr id="94" name="TextBox 93">
            <a:extLst>
              <a:ext uri="{FF2B5EF4-FFF2-40B4-BE49-F238E27FC236}">
                <a16:creationId xmlns:a16="http://schemas.microsoft.com/office/drawing/2014/main" id="{3642722A-AD24-E5A3-7B19-43877BDE2959}"/>
              </a:ext>
            </a:extLst>
          </p:cNvPr>
          <p:cNvSpPr txBox="1"/>
          <p:nvPr/>
        </p:nvSpPr>
        <p:spPr>
          <a:xfrm>
            <a:off x="7213604" y="374122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2D2D1376-4CEC-9D86-2994-5779B3350BE5}"/>
              </a:ext>
            </a:extLst>
          </p:cNvPr>
          <p:cNvSpPr txBox="1"/>
          <p:nvPr/>
        </p:nvSpPr>
        <p:spPr>
          <a:xfrm>
            <a:off x="3716867" y="223122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5204801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FE6B1-5D6D-2C31-D8FB-487FB5FDF87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4A177D1-7E83-7B17-F89C-3818E333F5CB}"/>
              </a:ext>
            </a:extLst>
          </p:cNvPr>
          <p:cNvSpPr>
            <a:spLocks noGrp="1"/>
          </p:cNvSpPr>
          <p:nvPr>
            <p:ph sz="half" idx="1"/>
          </p:nvPr>
        </p:nvSpPr>
        <p:spPr>
          <a:xfrm>
            <a:off x="1429570" y="5478272"/>
            <a:ext cx="9445752" cy="1143000"/>
          </a:xfrm>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86A6076-2A23-4FAC-436F-6570131822B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AE46529-7B1C-E47F-2A70-A742FCEA95E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E10C27D-7D93-81DB-B31C-1B34BD0C8B8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5F5A94A-F0F7-6391-08DE-8EEB5A7B1D6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5360361-C470-3826-C3C1-FCE65BFE5C6F}"/>
              </a:ext>
            </a:extLst>
          </p:cNvPr>
          <p:cNvSpPr txBox="1"/>
          <p:nvPr/>
        </p:nvSpPr>
        <p:spPr>
          <a:xfrm>
            <a:off x="3138310" y="901933"/>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102D1A9D-A46B-6DE3-F4EF-A691B133E139}"/>
              </a:ext>
            </a:extLst>
          </p:cNvPr>
          <p:cNvSpPr txBox="1"/>
          <p:nvPr/>
        </p:nvSpPr>
        <p:spPr>
          <a:xfrm>
            <a:off x="3138310" y="1402877"/>
            <a:ext cx="570089" cy="230832"/>
          </a:xfrm>
          <a:prstGeom prst="rect">
            <a:avLst/>
          </a:prstGeom>
          <a:noFill/>
        </p:spPr>
        <p:txBody>
          <a:bodyPr wrap="square" rtlCol="0">
            <a:spAutoFit/>
          </a:bodyPr>
          <a:lstStyle/>
          <a:p>
            <a:pPr algn="ctr"/>
            <a:r>
              <a:rPr lang="en-US" sz="900" dirty="0"/>
              <a:t>21</a:t>
            </a:r>
          </a:p>
        </p:txBody>
      </p:sp>
      <p:sp>
        <p:nvSpPr>
          <p:cNvPr id="19" name="TextBox 18">
            <a:extLst>
              <a:ext uri="{FF2B5EF4-FFF2-40B4-BE49-F238E27FC236}">
                <a16:creationId xmlns:a16="http://schemas.microsoft.com/office/drawing/2014/main" id="{2C652642-F369-F4AD-5D74-FDBC717656F4}"/>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DD8BEE8B-65EA-9842-EA8B-06D83BEA7818}"/>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08AA1911-5B13-32BD-28D7-623B6DBF193E}"/>
              </a:ext>
            </a:extLst>
          </p:cNvPr>
          <p:cNvSpPr txBox="1"/>
          <p:nvPr/>
        </p:nvSpPr>
        <p:spPr>
          <a:xfrm>
            <a:off x="4645378" y="901933"/>
            <a:ext cx="570089" cy="230832"/>
          </a:xfrm>
          <a:prstGeom prst="rect">
            <a:avLst/>
          </a:prstGeom>
          <a:noFill/>
        </p:spPr>
        <p:txBody>
          <a:bodyPr wrap="square" rtlCol="0">
            <a:spAutoFit/>
          </a:bodyPr>
          <a:lstStyle/>
          <a:p>
            <a:pPr algn="ctr"/>
            <a:r>
              <a:rPr lang="en-US" sz="900" dirty="0"/>
              <a:t>21</a:t>
            </a:r>
          </a:p>
        </p:txBody>
      </p:sp>
      <p:sp>
        <p:nvSpPr>
          <p:cNvPr id="26" name="TextBox 25">
            <a:extLst>
              <a:ext uri="{FF2B5EF4-FFF2-40B4-BE49-F238E27FC236}">
                <a16:creationId xmlns:a16="http://schemas.microsoft.com/office/drawing/2014/main" id="{410BEECA-1A64-C15F-2CFF-51C5B872B4FD}"/>
              </a:ext>
            </a:extLst>
          </p:cNvPr>
          <p:cNvSpPr txBox="1"/>
          <p:nvPr/>
        </p:nvSpPr>
        <p:spPr>
          <a:xfrm>
            <a:off x="6152446" y="140287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0A534FFD-EDF7-8D66-5A49-22B8E47A56DA}"/>
              </a:ext>
            </a:extLst>
          </p:cNvPr>
          <p:cNvSpPr txBox="1"/>
          <p:nvPr/>
        </p:nvSpPr>
        <p:spPr>
          <a:xfrm>
            <a:off x="6152446" y="1903821"/>
            <a:ext cx="570089" cy="230832"/>
          </a:xfrm>
          <a:prstGeom prst="rect">
            <a:avLst/>
          </a:prstGeom>
          <a:noFill/>
        </p:spPr>
        <p:txBody>
          <a:bodyPr wrap="square" rtlCol="0">
            <a:spAutoFit/>
          </a:bodyPr>
          <a:lstStyle/>
          <a:p>
            <a:pPr algn="ctr"/>
            <a:r>
              <a:rPr lang="en-US" sz="900" dirty="0"/>
              <a:t>21</a:t>
            </a:r>
          </a:p>
        </p:txBody>
      </p:sp>
      <p:sp>
        <p:nvSpPr>
          <p:cNvPr id="28" name="TextBox 27">
            <a:extLst>
              <a:ext uri="{FF2B5EF4-FFF2-40B4-BE49-F238E27FC236}">
                <a16:creationId xmlns:a16="http://schemas.microsoft.com/office/drawing/2014/main" id="{F2568D6B-BEC7-A2B3-E10B-D190E99678D8}"/>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9478EF41-5B46-E592-C358-6632ABBD5785}"/>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F0811172-67ED-FF75-D49D-657C6474B5E9}"/>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B90370DC-F6A8-FFB0-41D1-CDB065AB49F4}"/>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3CDCBA5D-60F8-1827-2AE0-4FEB164C42B2}"/>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1F3E910D-A937-26F5-7292-7D1DB422946F}"/>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45" name="TextBox 44">
            <a:extLst>
              <a:ext uri="{FF2B5EF4-FFF2-40B4-BE49-F238E27FC236}">
                <a16:creationId xmlns:a16="http://schemas.microsoft.com/office/drawing/2014/main" id="{D35A3D3B-A528-8F5B-808A-F80734DBECE8}"/>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B5FFC2AE-7FC4-DEF7-EBA3-C9FFC9547BAE}"/>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933ACE9C-356F-6F15-84B7-ECD1519AEE75}"/>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9CDF1FF6-4D5A-13A4-C765-DF8FB6FC5B86}"/>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D5041D0A-B6D7-9C5D-EA6B-DF09018A9B19}"/>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E296B234-86A9-0764-625A-7DBAA05A29D9}"/>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E9087409-1081-D801-B88B-B1C7BB6538F7}"/>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6F18B3FC-242C-11FF-584F-50596435C02C}"/>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9A390780-B3FF-DF7C-566B-0BD814976022}"/>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3739C72E-8396-6A79-4B3D-387435E52030}"/>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35B06807-F9CF-4730-26CC-35B40A34CE11}"/>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8D3F3E18-53BD-81D7-EB40-E179BF40E129}"/>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630BFC33-DA55-995C-58F5-19097C27DD0B}"/>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B5157127-0A67-29F2-9000-3931B4474BBC}"/>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B521F1F9-8C4B-25AB-6E35-2CCD9D8FE33E}"/>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FE7AA499-2BCB-272C-289D-0EE04BE1970B}"/>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35FDBB93-E107-759A-A213-A24E2B2984B0}"/>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FC26CDE5-7486-B566-9F29-8170E0960C84}"/>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EB71A1E2-54E3-5294-16DA-64EAABBDA360}"/>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FB514B9F-F135-4B1A-05C5-E5EDC32B88AE}"/>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D08690CB-3749-D33D-06D0-4EC43B5230A5}"/>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7" name="TextBox 76">
            <a:extLst>
              <a:ext uri="{FF2B5EF4-FFF2-40B4-BE49-F238E27FC236}">
                <a16:creationId xmlns:a16="http://schemas.microsoft.com/office/drawing/2014/main" id="{9F137D53-4B3C-7F5B-A621-D64AFAAB2161}"/>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085D3EAF-5C5C-C003-87AE-ADD43C0156F2}"/>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640871A1-1B19-8728-B9BB-0C7AEA49DE99}"/>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3B2136F4-D9D4-78C0-FB51-CBE38B07BDE0}"/>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78" name="TextBox 77">
            <a:extLst>
              <a:ext uri="{FF2B5EF4-FFF2-40B4-BE49-F238E27FC236}">
                <a16:creationId xmlns:a16="http://schemas.microsoft.com/office/drawing/2014/main" id="{9A00B56A-45BD-04FA-4C00-07C7CF9DC71F}"/>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79" name="TextBox 78">
            <a:extLst>
              <a:ext uri="{FF2B5EF4-FFF2-40B4-BE49-F238E27FC236}">
                <a16:creationId xmlns:a16="http://schemas.microsoft.com/office/drawing/2014/main" id="{D1E0CBDF-8B97-0F99-341C-2A2FDECC5E32}"/>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1D822BEC-AA1D-88D9-ADCB-82C8218A1984}"/>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F6522CED-E093-80C0-59BF-B21A32545919}"/>
              </a:ext>
            </a:extLst>
          </p:cNvPr>
          <p:cNvSpPr txBox="1"/>
          <p:nvPr/>
        </p:nvSpPr>
        <p:spPr>
          <a:xfrm>
            <a:off x="6714071" y="4244561"/>
            <a:ext cx="462845" cy="584775"/>
          </a:xfrm>
          <a:prstGeom prst="rect">
            <a:avLst/>
          </a:prstGeom>
          <a:noFill/>
        </p:spPr>
        <p:txBody>
          <a:bodyPr wrap="square" rtlCol="0">
            <a:spAutoFit/>
          </a:bodyPr>
          <a:lstStyle/>
          <a:p>
            <a:pPr algn="ctr"/>
            <a:r>
              <a:rPr lang="en-US" sz="3200" dirty="0"/>
              <a:t>5</a:t>
            </a:r>
          </a:p>
        </p:txBody>
      </p:sp>
      <p:sp>
        <p:nvSpPr>
          <p:cNvPr id="80" name="TextBox 79">
            <a:extLst>
              <a:ext uri="{FF2B5EF4-FFF2-40B4-BE49-F238E27FC236}">
                <a16:creationId xmlns:a16="http://schemas.microsoft.com/office/drawing/2014/main" id="{B364A6FF-3040-49EC-BB9C-179D69B65E17}"/>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0F0D0928-24E6-A502-A98A-AA462029E2E3}"/>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4E142AC4-D934-E18A-5A90-83FFFD178496}"/>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D6118F91-ED7E-9C08-44F1-A8524DF62948}"/>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4" name="TextBox 53">
            <a:extLst>
              <a:ext uri="{FF2B5EF4-FFF2-40B4-BE49-F238E27FC236}">
                <a16:creationId xmlns:a16="http://schemas.microsoft.com/office/drawing/2014/main" id="{B10447E5-B184-08ED-2E68-5972BF69263F}"/>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62" name="TextBox 61">
            <a:extLst>
              <a:ext uri="{FF2B5EF4-FFF2-40B4-BE49-F238E27FC236}">
                <a16:creationId xmlns:a16="http://schemas.microsoft.com/office/drawing/2014/main" id="{702572DD-B1E1-2898-CD10-E795ED779EF1}"/>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3966BF7E-ABD4-1D52-11A7-591AB66117C3}"/>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745F3129-1C05-3830-6B09-A24E6014C8D2}"/>
              </a:ext>
            </a:extLst>
          </p:cNvPr>
          <p:cNvSpPr txBox="1"/>
          <p:nvPr/>
        </p:nvSpPr>
        <p:spPr>
          <a:xfrm>
            <a:off x="4715935" y="424456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24F00E7D-0BAF-C152-2D7C-B666513CAB9D}"/>
              </a:ext>
            </a:extLst>
          </p:cNvPr>
          <p:cNvSpPr txBox="1"/>
          <p:nvPr/>
        </p:nvSpPr>
        <p:spPr>
          <a:xfrm>
            <a:off x="4715935"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9AC96DCF-1A3B-E78E-68EA-E6412730E166}"/>
              </a:ext>
            </a:extLst>
          </p:cNvPr>
          <p:cNvSpPr txBox="1"/>
          <p:nvPr/>
        </p:nvSpPr>
        <p:spPr>
          <a:xfrm>
            <a:off x="5215469" y="3237891"/>
            <a:ext cx="462845" cy="584775"/>
          </a:xfrm>
          <a:prstGeom prst="rect">
            <a:avLst/>
          </a:prstGeom>
          <a:no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7FE40D84-D890-8591-DA26-AF4638A5A0E1}"/>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4" name="TextBox 43">
            <a:extLst>
              <a:ext uri="{FF2B5EF4-FFF2-40B4-BE49-F238E27FC236}">
                <a16:creationId xmlns:a16="http://schemas.microsoft.com/office/drawing/2014/main" id="{78CDE600-B6CE-4A8B-07ED-79C4E93ADBE0}"/>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2F5E078E-B4F1-8322-D025-37FD9F68F4B7}"/>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D72B485D-60C7-7082-37DE-0C54AA73541E}"/>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CB6AB7AD-197E-02B4-2F09-078129695F55}"/>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83" name="TextBox 82">
            <a:extLst>
              <a:ext uri="{FF2B5EF4-FFF2-40B4-BE49-F238E27FC236}">
                <a16:creationId xmlns:a16="http://schemas.microsoft.com/office/drawing/2014/main" id="{5526453D-DBAB-51DB-051E-AD31A9395167}"/>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131531AD-9592-9FD5-A192-4454FABEDCCF}"/>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7CB0A541-4306-1420-39FC-68C83F1CBEBF}"/>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56" name="TextBox 55">
            <a:extLst>
              <a:ext uri="{FF2B5EF4-FFF2-40B4-BE49-F238E27FC236}">
                <a16:creationId xmlns:a16="http://schemas.microsoft.com/office/drawing/2014/main" id="{71436B72-FE43-1FCB-EFE4-C88C98419AFA}"/>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2197034F-B005-EC56-2251-0F0A6881F83A}"/>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9F98E95D-1C02-DDA7-8B48-2201C0F3FF2C}"/>
              </a:ext>
            </a:extLst>
          </p:cNvPr>
          <p:cNvSpPr txBox="1"/>
          <p:nvPr/>
        </p:nvSpPr>
        <p:spPr>
          <a:xfrm>
            <a:off x="5215469" y="374122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0BB967A1-A12E-C408-1494-FE6463330770}"/>
              </a:ext>
            </a:extLst>
          </p:cNvPr>
          <p:cNvSpPr txBox="1"/>
          <p:nvPr/>
        </p:nvSpPr>
        <p:spPr>
          <a:xfrm>
            <a:off x="5215469" y="4244561"/>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658EE712-0B02-85F2-3D93-96903240E96B}"/>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87" name="TextBox 86">
            <a:extLst>
              <a:ext uri="{FF2B5EF4-FFF2-40B4-BE49-F238E27FC236}">
                <a16:creationId xmlns:a16="http://schemas.microsoft.com/office/drawing/2014/main" id="{DAEEACBB-E47F-054C-8AD2-6BD85B3F0990}"/>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73" name="TextBox 72">
            <a:extLst>
              <a:ext uri="{FF2B5EF4-FFF2-40B4-BE49-F238E27FC236}">
                <a16:creationId xmlns:a16="http://schemas.microsoft.com/office/drawing/2014/main" id="{277E71A8-8FB2-7810-1D62-420C117555AB}"/>
              </a:ext>
            </a:extLst>
          </p:cNvPr>
          <p:cNvSpPr txBox="1"/>
          <p:nvPr/>
        </p:nvSpPr>
        <p:spPr>
          <a:xfrm>
            <a:off x="3217333" y="3741226"/>
            <a:ext cx="462845" cy="584775"/>
          </a:xfrm>
          <a:prstGeom prst="rect">
            <a:avLst/>
          </a:prstGeom>
          <a:noFill/>
        </p:spPr>
        <p:txBody>
          <a:bodyPr wrap="square" rtlCol="0">
            <a:spAutoFit/>
          </a:bodyPr>
          <a:lstStyle/>
          <a:p>
            <a:pPr algn="ctr"/>
            <a:r>
              <a:rPr lang="en-US" sz="3200" dirty="0"/>
              <a:t>3</a:t>
            </a:r>
          </a:p>
        </p:txBody>
      </p:sp>
      <p:sp>
        <p:nvSpPr>
          <p:cNvPr id="86" name="TextBox 85">
            <a:extLst>
              <a:ext uri="{FF2B5EF4-FFF2-40B4-BE49-F238E27FC236}">
                <a16:creationId xmlns:a16="http://schemas.microsoft.com/office/drawing/2014/main" id="{6BB1F262-02DB-F11B-31DB-B9B44D7A99A8}"/>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90" name="TextBox 89">
            <a:extLst>
              <a:ext uri="{FF2B5EF4-FFF2-40B4-BE49-F238E27FC236}">
                <a16:creationId xmlns:a16="http://schemas.microsoft.com/office/drawing/2014/main" id="{38365636-1278-1543-751A-14662711E6B7}"/>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91" name="TextBox 90">
            <a:extLst>
              <a:ext uri="{FF2B5EF4-FFF2-40B4-BE49-F238E27FC236}">
                <a16:creationId xmlns:a16="http://schemas.microsoft.com/office/drawing/2014/main" id="{E7B0012E-12ED-2A82-9FEF-00625A8F1758}"/>
              </a:ext>
            </a:extLst>
          </p:cNvPr>
          <p:cNvSpPr txBox="1"/>
          <p:nvPr/>
        </p:nvSpPr>
        <p:spPr>
          <a:xfrm>
            <a:off x="5715003" y="4747898"/>
            <a:ext cx="462845" cy="584775"/>
          </a:xfrm>
          <a:prstGeom prst="rect">
            <a:avLst/>
          </a:prstGeom>
          <a:noFill/>
        </p:spPr>
        <p:txBody>
          <a:bodyPr wrap="square" rtlCol="0">
            <a:spAutoFit/>
          </a:bodyPr>
          <a:lstStyle/>
          <a:p>
            <a:pPr algn="ctr"/>
            <a:r>
              <a:rPr lang="en-US" sz="3200" dirty="0"/>
              <a:t>2</a:t>
            </a:r>
          </a:p>
        </p:txBody>
      </p:sp>
      <p:sp>
        <p:nvSpPr>
          <p:cNvPr id="92" name="TextBox 91">
            <a:extLst>
              <a:ext uri="{FF2B5EF4-FFF2-40B4-BE49-F238E27FC236}">
                <a16:creationId xmlns:a16="http://schemas.microsoft.com/office/drawing/2014/main" id="{C86C64B5-8310-2557-B93B-22A1EE473583}"/>
              </a:ext>
            </a:extLst>
          </p:cNvPr>
          <p:cNvSpPr txBox="1"/>
          <p:nvPr/>
        </p:nvSpPr>
        <p:spPr>
          <a:xfrm>
            <a:off x="5715003" y="2231221"/>
            <a:ext cx="462845" cy="584775"/>
          </a:xfrm>
          <a:prstGeom prst="rect">
            <a:avLst/>
          </a:prstGeom>
          <a:noFill/>
        </p:spPr>
        <p:txBody>
          <a:bodyPr wrap="square" rtlCol="0">
            <a:spAutoFit/>
          </a:bodyPr>
          <a:lstStyle/>
          <a:p>
            <a:pPr algn="ctr"/>
            <a:r>
              <a:rPr lang="en-US" sz="3200" dirty="0"/>
              <a:t>3</a:t>
            </a:r>
          </a:p>
        </p:txBody>
      </p:sp>
      <p:sp>
        <p:nvSpPr>
          <p:cNvPr id="93" name="TextBox 92">
            <a:extLst>
              <a:ext uri="{FF2B5EF4-FFF2-40B4-BE49-F238E27FC236}">
                <a16:creationId xmlns:a16="http://schemas.microsoft.com/office/drawing/2014/main" id="{3EB63F1F-9551-8DBD-D575-479B0DDD9FDE}"/>
              </a:ext>
            </a:extLst>
          </p:cNvPr>
          <p:cNvSpPr txBox="1"/>
          <p:nvPr/>
        </p:nvSpPr>
        <p:spPr>
          <a:xfrm>
            <a:off x="7213604" y="4244561"/>
            <a:ext cx="462845" cy="584775"/>
          </a:xfrm>
          <a:prstGeom prst="rect">
            <a:avLst/>
          </a:prstGeom>
          <a:noFill/>
        </p:spPr>
        <p:txBody>
          <a:bodyPr wrap="square" rtlCol="0">
            <a:spAutoFit/>
          </a:bodyPr>
          <a:lstStyle/>
          <a:p>
            <a:pPr algn="ctr"/>
            <a:r>
              <a:rPr lang="en-US" sz="3200" dirty="0"/>
              <a:t>3</a:t>
            </a:r>
          </a:p>
        </p:txBody>
      </p:sp>
      <p:sp>
        <p:nvSpPr>
          <p:cNvPr id="94" name="TextBox 93">
            <a:extLst>
              <a:ext uri="{FF2B5EF4-FFF2-40B4-BE49-F238E27FC236}">
                <a16:creationId xmlns:a16="http://schemas.microsoft.com/office/drawing/2014/main" id="{B8F29C2C-5BE7-FB79-86ED-82E6A02C1D22}"/>
              </a:ext>
            </a:extLst>
          </p:cNvPr>
          <p:cNvSpPr txBox="1"/>
          <p:nvPr/>
        </p:nvSpPr>
        <p:spPr>
          <a:xfrm>
            <a:off x="7213604" y="374122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9A4C0EC9-E321-F9C0-3039-9E4D0A9D1EA6}"/>
              </a:ext>
            </a:extLst>
          </p:cNvPr>
          <p:cNvSpPr txBox="1"/>
          <p:nvPr/>
        </p:nvSpPr>
        <p:spPr>
          <a:xfrm>
            <a:off x="3716867" y="2231221"/>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44F83B64-D984-8327-950E-CC60B8B7D4AF}"/>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5A0AC22A-3B14-02B4-7255-EDF5885A33C7}"/>
              </a:ext>
            </a:extLst>
          </p:cNvPr>
          <p:cNvSpPr txBox="1"/>
          <p:nvPr/>
        </p:nvSpPr>
        <p:spPr>
          <a:xfrm>
            <a:off x="4216401" y="1727886"/>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1469320F-CD16-1CC3-0DC4-5138FA49ECF3}"/>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47" name="TextBox 46">
            <a:extLst>
              <a:ext uri="{FF2B5EF4-FFF2-40B4-BE49-F238E27FC236}">
                <a16:creationId xmlns:a16="http://schemas.microsoft.com/office/drawing/2014/main" id="{7BDD4AAC-A8E7-8EAA-EC6D-183A8D0EE280}"/>
              </a:ext>
            </a:extLst>
          </p:cNvPr>
          <p:cNvSpPr txBox="1"/>
          <p:nvPr/>
        </p:nvSpPr>
        <p:spPr>
          <a:xfrm>
            <a:off x="5215469" y="1727886"/>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DB6761F7-8186-DE6D-5759-B59C03AD2443}"/>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88" name="TextBox 87">
            <a:extLst>
              <a:ext uri="{FF2B5EF4-FFF2-40B4-BE49-F238E27FC236}">
                <a16:creationId xmlns:a16="http://schemas.microsoft.com/office/drawing/2014/main" id="{213A9860-0ED2-94E2-5878-05D1FCF003B7}"/>
              </a:ext>
            </a:extLst>
          </p:cNvPr>
          <p:cNvSpPr txBox="1"/>
          <p:nvPr/>
        </p:nvSpPr>
        <p:spPr>
          <a:xfrm>
            <a:off x="4715935" y="1224551"/>
            <a:ext cx="462845" cy="584775"/>
          </a:xfrm>
          <a:prstGeom prst="rect">
            <a:avLst/>
          </a:prstGeom>
          <a:noFill/>
        </p:spPr>
        <p:txBody>
          <a:bodyPr wrap="square" rtlCol="0">
            <a:spAutoFit/>
          </a:bodyPr>
          <a:lstStyle/>
          <a:p>
            <a:pPr algn="ctr"/>
            <a:r>
              <a:rPr lang="en-US" sz="3200" dirty="0"/>
              <a:t>3</a:t>
            </a:r>
          </a:p>
        </p:txBody>
      </p:sp>
      <p:sp>
        <p:nvSpPr>
          <p:cNvPr id="89" name="TextBox 88">
            <a:extLst>
              <a:ext uri="{FF2B5EF4-FFF2-40B4-BE49-F238E27FC236}">
                <a16:creationId xmlns:a16="http://schemas.microsoft.com/office/drawing/2014/main" id="{28AF12E0-DE19-29D6-EAD2-C1DC4A21F2BC}"/>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33009326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2E56B-44FA-2FF9-822B-4D385F56109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857F79-663E-C425-9F37-B2CE177DCBA7}"/>
              </a:ext>
            </a:extLst>
          </p:cNvPr>
          <p:cNvSpPr>
            <a:spLocks noGrp="1"/>
          </p:cNvSpPr>
          <p:nvPr>
            <p:ph sz="half" idx="1"/>
          </p:nvPr>
        </p:nvSpPr>
        <p:spPr>
          <a:xfrm>
            <a:off x="1429570" y="5478272"/>
            <a:ext cx="9445752" cy="1143000"/>
          </a:xfrm>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B1AABB5-72A9-0D94-B58B-7864DCAEB37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C169DCB-0711-107D-0983-75AE18B363D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489FFA4-972A-FDE3-1822-B3687E4EBC6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2CE40D3-7125-4BB0-1B95-3375846796B9}"/>
              </a:ext>
            </a:extLst>
          </p:cNvPr>
          <p:cNvPicPr>
            <a:picLocks noChangeAspect="1"/>
          </p:cNvPicPr>
          <p:nvPr/>
        </p:nvPicPr>
        <p:blipFill>
          <a:blip r:embed="rId6"/>
          <a:stretch>
            <a:fillRect/>
          </a:stretch>
        </p:blipFill>
        <p:spPr>
          <a:xfrm>
            <a:off x="4584700" y="2311400"/>
            <a:ext cx="0" cy="0"/>
          </a:xfrm>
          <a:prstGeom prst="rect">
            <a:avLst/>
          </a:prstGeom>
        </p:spPr>
      </p:pic>
      <p:sp>
        <p:nvSpPr>
          <p:cNvPr id="19" name="TextBox 18">
            <a:extLst>
              <a:ext uri="{FF2B5EF4-FFF2-40B4-BE49-F238E27FC236}">
                <a16:creationId xmlns:a16="http://schemas.microsoft.com/office/drawing/2014/main" id="{2749FF56-55C5-8989-4ADC-DC93ACCC0E39}"/>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97B5796B-4793-F49C-7C07-802419D658FD}"/>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69D15AE2-B598-43F1-C972-06C3BF164108}"/>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5AFD2D15-CAE5-D475-701E-F3E40C535CE3}"/>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FE7B6B0A-7B3E-A4BB-8642-DD2F3BB40FEC}"/>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0D6180E9-DE06-BD93-C082-FDADC2E78A64}"/>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F756E995-09B6-E3EB-BDF1-11D7F95316B1}"/>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27798A84-8E69-5234-85BC-82174EA06353}"/>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45" name="TextBox 44">
            <a:extLst>
              <a:ext uri="{FF2B5EF4-FFF2-40B4-BE49-F238E27FC236}">
                <a16:creationId xmlns:a16="http://schemas.microsoft.com/office/drawing/2014/main" id="{F462CDF4-4192-93A5-121A-A2A215278BDD}"/>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2" name="TextBox 31">
            <a:extLst>
              <a:ext uri="{FF2B5EF4-FFF2-40B4-BE49-F238E27FC236}">
                <a16:creationId xmlns:a16="http://schemas.microsoft.com/office/drawing/2014/main" id="{BBE2DBAC-B7A7-3C1C-EA5E-5D7221CF759A}"/>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C34DC84C-8D12-2FE0-CE67-B83A3245947A}"/>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720951D2-9A6D-D040-F0D0-04321E431D12}"/>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A4F5FF43-270E-73FD-031D-485EB23AA534}"/>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76157825-180B-68E2-F544-E3BC270F44C8}"/>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1F962322-AC01-9851-4076-05B03FEE568F}"/>
              </a:ext>
            </a:extLst>
          </p:cNvPr>
          <p:cNvSpPr txBox="1"/>
          <p:nvPr/>
        </p:nvSpPr>
        <p:spPr>
          <a:xfrm>
            <a:off x="6714071" y="2734556"/>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C49C256A-9E71-059A-D49B-14398471E907}"/>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659E9FE8-CD66-B1EA-F5F6-9709496D8DB6}"/>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02A7D159-DD97-C475-354E-47EED2FF5EE1}"/>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62767416-9AE1-8D48-DD01-1B51DFECAD18}"/>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1703AD0F-ABA2-5672-22FA-86D7290A2012}"/>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821A7561-8E59-8B57-9587-D82FAFC4CAEA}"/>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5CBE67C5-A612-4BD9-1DEB-7BE415AD62B0}"/>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E9BC6889-958E-C356-2F5B-A4E0568A3C2B}"/>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1986F1F5-EA2F-28F1-E76D-79E8298179E5}"/>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51ABE914-40ED-72B1-E6F0-D3B83F3B8854}"/>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A17BFD1F-AB8F-80E3-ADEC-C7DD74B17E8F}"/>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66E40D6B-E102-47D6-247F-980BE358A119}"/>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4EB6A069-787B-4689-51E6-0A2BB12FB245}"/>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74793D2E-78D7-AFDE-A037-75FDACB4BFA3}"/>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7" name="TextBox 76">
            <a:extLst>
              <a:ext uri="{FF2B5EF4-FFF2-40B4-BE49-F238E27FC236}">
                <a16:creationId xmlns:a16="http://schemas.microsoft.com/office/drawing/2014/main" id="{BF65F928-FA22-82D5-63A7-9F33245C7FD5}"/>
              </a:ext>
            </a:extLst>
          </p:cNvPr>
          <p:cNvSpPr txBox="1"/>
          <p:nvPr/>
        </p:nvSpPr>
        <p:spPr>
          <a:xfrm>
            <a:off x="4216401" y="1224551"/>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A8BE856E-16D9-AB31-7E78-2C59C92252D5}"/>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3CE5AA99-C78E-67A3-4985-E48A7B87900F}"/>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F6444B96-4F4F-2C52-3FBF-83111E9AE559}"/>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78" name="TextBox 77">
            <a:extLst>
              <a:ext uri="{FF2B5EF4-FFF2-40B4-BE49-F238E27FC236}">
                <a16:creationId xmlns:a16="http://schemas.microsoft.com/office/drawing/2014/main" id="{08E0A38F-64B2-7501-0281-BDF96CDC87E4}"/>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79" name="TextBox 78">
            <a:extLst>
              <a:ext uri="{FF2B5EF4-FFF2-40B4-BE49-F238E27FC236}">
                <a16:creationId xmlns:a16="http://schemas.microsoft.com/office/drawing/2014/main" id="{5F6EEBEF-8E17-D7E2-3497-6E71EBF31023}"/>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AAD16E50-7BAF-C8D6-569B-30BD2BC70E3E}"/>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93A16AAE-FB40-98AF-4F15-478F069CCE87}"/>
              </a:ext>
            </a:extLst>
          </p:cNvPr>
          <p:cNvSpPr txBox="1"/>
          <p:nvPr/>
        </p:nvSpPr>
        <p:spPr>
          <a:xfrm>
            <a:off x="6714071" y="4244561"/>
            <a:ext cx="462845" cy="584775"/>
          </a:xfrm>
          <a:prstGeom prst="rect">
            <a:avLst/>
          </a:prstGeom>
          <a:noFill/>
        </p:spPr>
        <p:txBody>
          <a:bodyPr wrap="square" rtlCol="0">
            <a:spAutoFit/>
          </a:bodyPr>
          <a:lstStyle/>
          <a:p>
            <a:pPr algn="ctr"/>
            <a:r>
              <a:rPr lang="en-US" sz="3200" dirty="0"/>
              <a:t>5</a:t>
            </a:r>
          </a:p>
        </p:txBody>
      </p:sp>
      <p:sp>
        <p:nvSpPr>
          <p:cNvPr id="80" name="TextBox 79">
            <a:extLst>
              <a:ext uri="{FF2B5EF4-FFF2-40B4-BE49-F238E27FC236}">
                <a16:creationId xmlns:a16="http://schemas.microsoft.com/office/drawing/2014/main" id="{EC8AA49E-2F15-9948-7A44-48DFF8A82B8F}"/>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0C934578-7E87-52DA-648B-1A3DCFB908DD}"/>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1A8EFA5A-586A-B1EC-F088-731ECC6898C4}"/>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D104556C-C857-5BE2-817E-D298C1021293}"/>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4" name="TextBox 53">
            <a:extLst>
              <a:ext uri="{FF2B5EF4-FFF2-40B4-BE49-F238E27FC236}">
                <a16:creationId xmlns:a16="http://schemas.microsoft.com/office/drawing/2014/main" id="{B04BCE26-962A-8D4E-433E-C01CD9606DD4}"/>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62" name="TextBox 61">
            <a:extLst>
              <a:ext uri="{FF2B5EF4-FFF2-40B4-BE49-F238E27FC236}">
                <a16:creationId xmlns:a16="http://schemas.microsoft.com/office/drawing/2014/main" id="{349927C8-6A15-214A-7051-F3CE28CBDEBB}"/>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BD02C6F8-676D-ADD6-C068-4DBF48F30DE9}"/>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30393FD2-CD6E-F6D0-9635-D6976A8A913B}"/>
              </a:ext>
            </a:extLst>
          </p:cNvPr>
          <p:cNvSpPr txBox="1"/>
          <p:nvPr/>
        </p:nvSpPr>
        <p:spPr>
          <a:xfrm>
            <a:off x="4715935" y="424456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65AF5FF4-D282-D67E-ABD4-F585F78136E0}"/>
              </a:ext>
            </a:extLst>
          </p:cNvPr>
          <p:cNvSpPr txBox="1"/>
          <p:nvPr/>
        </p:nvSpPr>
        <p:spPr>
          <a:xfrm>
            <a:off x="4715935"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18252821-7803-CD5D-D54E-0573C248FFE9}"/>
              </a:ext>
            </a:extLst>
          </p:cNvPr>
          <p:cNvSpPr txBox="1"/>
          <p:nvPr/>
        </p:nvSpPr>
        <p:spPr>
          <a:xfrm>
            <a:off x="5215469" y="3237891"/>
            <a:ext cx="462845" cy="584775"/>
          </a:xfrm>
          <a:prstGeom prst="rect">
            <a:avLst/>
          </a:prstGeom>
          <a:no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4BF5C7FE-3D95-7E57-97DD-E79B30595884}"/>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4" name="TextBox 43">
            <a:extLst>
              <a:ext uri="{FF2B5EF4-FFF2-40B4-BE49-F238E27FC236}">
                <a16:creationId xmlns:a16="http://schemas.microsoft.com/office/drawing/2014/main" id="{B4F3D168-DFDE-B284-1DC6-3B6AAE9B7912}"/>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3A76A335-7756-BD32-84BF-97ACE85325AE}"/>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62AD8FF7-F28A-9129-FD7C-099176EC72F6}"/>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89848F92-1B16-75CA-BC6B-57B453F13150}"/>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83" name="TextBox 82">
            <a:extLst>
              <a:ext uri="{FF2B5EF4-FFF2-40B4-BE49-F238E27FC236}">
                <a16:creationId xmlns:a16="http://schemas.microsoft.com/office/drawing/2014/main" id="{DDC5C4CA-4DF9-375E-1704-F5FF69741D28}"/>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1DA6D478-0F87-CE2A-5E6B-8D4913000FD9}"/>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3787FC83-B162-76E9-49F0-817D72B74CCE}"/>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56" name="TextBox 55">
            <a:extLst>
              <a:ext uri="{FF2B5EF4-FFF2-40B4-BE49-F238E27FC236}">
                <a16:creationId xmlns:a16="http://schemas.microsoft.com/office/drawing/2014/main" id="{1F4E32EF-6918-61C8-8342-E898121D33EB}"/>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54523852-53A1-4941-9B42-E4808A6FB5BA}"/>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2DF16793-A4C5-EFCF-5795-73656C7BE3E9}"/>
              </a:ext>
            </a:extLst>
          </p:cNvPr>
          <p:cNvSpPr txBox="1"/>
          <p:nvPr/>
        </p:nvSpPr>
        <p:spPr>
          <a:xfrm>
            <a:off x="5215469" y="374122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A27EB014-4F9F-30EE-F393-E8453F7C2359}"/>
              </a:ext>
            </a:extLst>
          </p:cNvPr>
          <p:cNvSpPr txBox="1"/>
          <p:nvPr/>
        </p:nvSpPr>
        <p:spPr>
          <a:xfrm>
            <a:off x="5215469" y="4244561"/>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05D07EDA-8DFB-8680-B527-68C3DB655FFB}"/>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87" name="TextBox 86">
            <a:extLst>
              <a:ext uri="{FF2B5EF4-FFF2-40B4-BE49-F238E27FC236}">
                <a16:creationId xmlns:a16="http://schemas.microsoft.com/office/drawing/2014/main" id="{19D1156D-4815-AC5A-BE05-DB9278237E74}"/>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73" name="TextBox 72">
            <a:extLst>
              <a:ext uri="{FF2B5EF4-FFF2-40B4-BE49-F238E27FC236}">
                <a16:creationId xmlns:a16="http://schemas.microsoft.com/office/drawing/2014/main" id="{15CF05EE-3CF1-AFAA-86B8-B2E17BDA47AE}"/>
              </a:ext>
            </a:extLst>
          </p:cNvPr>
          <p:cNvSpPr txBox="1"/>
          <p:nvPr/>
        </p:nvSpPr>
        <p:spPr>
          <a:xfrm>
            <a:off x="3217333" y="3741226"/>
            <a:ext cx="462845" cy="584775"/>
          </a:xfrm>
          <a:prstGeom prst="rect">
            <a:avLst/>
          </a:prstGeom>
          <a:noFill/>
        </p:spPr>
        <p:txBody>
          <a:bodyPr wrap="square" rtlCol="0">
            <a:spAutoFit/>
          </a:bodyPr>
          <a:lstStyle/>
          <a:p>
            <a:pPr algn="ctr"/>
            <a:r>
              <a:rPr lang="en-US" sz="3200" dirty="0"/>
              <a:t>3</a:t>
            </a:r>
          </a:p>
        </p:txBody>
      </p:sp>
      <p:sp>
        <p:nvSpPr>
          <p:cNvPr id="86" name="TextBox 85">
            <a:extLst>
              <a:ext uri="{FF2B5EF4-FFF2-40B4-BE49-F238E27FC236}">
                <a16:creationId xmlns:a16="http://schemas.microsoft.com/office/drawing/2014/main" id="{71D40859-DB59-0997-75BD-52E52BE75862}"/>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90" name="TextBox 89">
            <a:extLst>
              <a:ext uri="{FF2B5EF4-FFF2-40B4-BE49-F238E27FC236}">
                <a16:creationId xmlns:a16="http://schemas.microsoft.com/office/drawing/2014/main" id="{639D3032-27EB-54E3-2E4B-50C32E5F29DF}"/>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91" name="TextBox 90">
            <a:extLst>
              <a:ext uri="{FF2B5EF4-FFF2-40B4-BE49-F238E27FC236}">
                <a16:creationId xmlns:a16="http://schemas.microsoft.com/office/drawing/2014/main" id="{3289E85C-17E7-AF36-FE19-52EB6292CCC0}"/>
              </a:ext>
            </a:extLst>
          </p:cNvPr>
          <p:cNvSpPr txBox="1"/>
          <p:nvPr/>
        </p:nvSpPr>
        <p:spPr>
          <a:xfrm>
            <a:off x="5715003" y="4747898"/>
            <a:ext cx="462845" cy="584775"/>
          </a:xfrm>
          <a:prstGeom prst="rect">
            <a:avLst/>
          </a:prstGeom>
          <a:noFill/>
        </p:spPr>
        <p:txBody>
          <a:bodyPr wrap="square" rtlCol="0">
            <a:spAutoFit/>
          </a:bodyPr>
          <a:lstStyle/>
          <a:p>
            <a:pPr algn="ctr"/>
            <a:r>
              <a:rPr lang="en-US" sz="3200" dirty="0"/>
              <a:t>2</a:t>
            </a:r>
          </a:p>
        </p:txBody>
      </p:sp>
      <p:sp>
        <p:nvSpPr>
          <p:cNvPr id="92" name="TextBox 91">
            <a:extLst>
              <a:ext uri="{FF2B5EF4-FFF2-40B4-BE49-F238E27FC236}">
                <a16:creationId xmlns:a16="http://schemas.microsoft.com/office/drawing/2014/main" id="{80914628-1F62-F27B-D550-806743CDB3AA}"/>
              </a:ext>
            </a:extLst>
          </p:cNvPr>
          <p:cNvSpPr txBox="1"/>
          <p:nvPr/>
        </p:nvSpPr>
        <p:spPr>
          <a:xfrm>
            <a:off x="5715003" y="2231221"/>
            <a:ext cx="462845" cy="584775"/>
          </a:xfrm>
          <a:prstGeom prst="rect">
            <a:avLst/>
          </a:prstGeom>
          <a:noFill/>
        </p:spPr>
        <p:txBody>
          <a:bodyPr wrap="square" rtlCol="0">
            <a:spAutoFit/>
          </a:bodyPr>
          <a:lstStyle/>
          <a:p>
            <a:pPr algn="ctr"/>
            <a:r>
              <a:rPr lang="en-US" sz="3200" dirty="0"/>
              <a:t>3</a:t>
            </a:r>
          </a:p>
        </p:txBody>
      </p:sp>
      <p:sp>
        <p:nvSpPr>
          <p:cNvPr id="93" name="TextBox 92">
            <a:extLst>
              <a:ext uri="{FF2B5EF4-FFF2-40B4-BE49-F238E27FC236}">
                <a16:creationId xmlns:a16="http://schemas.microsoft.com/office/drawing/2014/main" id="{9FC94B0F-8488-281F-A4D0-D6DB77A8C316}"/>
              </a:ext>
            </a:extLst>
          </p:cNvPr>
          <p:cNvSpPr txBox="1"/>
          <p:nvPr/>
        </p:nvSpPr>
        <p:spPr>
          <a:xfrm>
            <a:off x="7213604" y="4244561"/>
            <a:ext cx="462845" cy="584775"/>
          </a:xfrm>
          <a:prstGeom prst="rect">
            <a:avLst/>
          </a:prstGeom>
          <a:noFill/>
        </p:spPr>
        <p:txBody>
          <a:bodyPr wrap="square" rtlCol="0">
            <a:spAutoFit/>
          </a:bodyPr>
          <a:lstStyle/>
          <a:p>
            <a:pPr algn="ctr"/>
            <a:r>
              <a:rPr lang="en-US" sz="3200" dirty="0"/>
              <a:t>3</a:t>
            </a:r>
          </a:p>
        </p:txBody>
      </p:sp>
      <p:sp>
        <p:nvSpPr>
          <p:cNvPr id="94" name="TextBox 93">
            <a:extLst>
              <a:ext uri="{FF2B5EF4-FFF2-40B4-BE49-F238E27FC236}">
                <a16:creationId xmlns:a16="http://schemas.microsoft.com/office/drawing/2014/main" id="{A6980ED2-BA2D-B4C6-5A9E-3AC96B0C8340}"/>
              </a:ext>
            </a:extLst>
          </p:cNvPr>
          <p:cNvSpPr txBox="1"/>
          <p:nvPr/>
        </p:nvSpPr>
        <p:spPr>
          <a:xfrm>
            <a:off x="7213604" y="374122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DC587121-57B1-D4D4-980E-089A788F0B68}"/>
              </a:ext>
            </a:extLst>
          </p:cNvPr>
          <p:cNvSpPr txBox="1"/>
          <p:nvPr/>
        </p:nvSpPr>
        <p:spPr>
          <a:xfrm>
            <a:off x="3716867" y="2231221"/>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406D790D-53DB-5F08-A943-4F4B04733FDB}"/>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06C6E458-79EE-51E1-87C7-D5F4673B54AA}"/>
              </a:ext>
            </a:extLst>
          </p:cNvPr>
          <p:cNvSpPr txBox="1"/>
          <p:nvPr/>
        </p:nvSpPr>
        <p:spPr>
          <a:xfrm>
            <a:off x="4216401" y="1727886"/>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ED666886-3B35-A748-3C82-982295C1D4BC}"/>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47" name="TextBox 46">
            <a:extLst>
              <a:ext uri="{FF2B5EF4-FFF2-40B4-BE49-F238E27FC236}">
                <a16:creationId xmlns:a16="http://schemas.microsoft.com/office/drawing/2014/main" id="{DEBE6460-5B25-5B55-BF33-4CFB96E7473D}"/>
              </a:ext>
            </a:extLst>
          </p:cNvPr>
          <p:cNvSpPr txBox="1"/>
          <p:nvPr/>
        </p:nvSpPr>
        <p:spPr>
          <a:xfrm>
            <a:off x="5215469" y="1727886"/>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3B87EDDB-5131-8C7B-E601-C712159642BB}"/>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88" name="TextBox 87">
            <a:extLst>
              <a:ext uri="{FF2B5EF4-FFF2-40B4-BE49-F238E27FC236}">
                <a16:creationId xmlns:a16="http://schemas.microsoft.com/office/drawing/2014/main" id="{DE8F0980-DE63-9D9A-B03B-7F73EC3CA232}"/>
              </a:ext>
            </a:extLst>
          </p:cNvPr>
          <p:cNvSpPr txBox="1"/>
          <p:nvPr/>
        </p:nvSpPr>
        <p:spPr>
          <a:xfrm>
            <a:off x="4715935" y="1224551"/>
            <a:ext cx="462845" cy="584775"/>
          </a:xfrm>
          <a:prstGeom prst="rect">
            <a:avLst/>
          </a:prstGeom>
          <a:noFill/>
        </p:spPr>
        <p:txBody>
          <a:bodyPr wrap="square" rtlCol="0">
            <a:spAutoFit/>
          </a:bodyPr>
          <a:lstStyle/>
          <a:p>
            <a:pPr algn="ctr"/>
            <a:r>
              <a:rPr lang="en-US" sz="3200" dirty="0"/>
              <a:t>3</a:t>
            </a:r>
          </a:p>
        </p:txBody>
      </p:sp>
      <p:sp>
        <p:nvSpPr>
          <p:cNvPr id="11" name="TextBox 10">
            <a:extLst>
              <a:ext uri="{FF2B5EF4-FFF2-40B4-BE49-F238E27FC236}">
                <a16:creationId xmlns:a16="http://schemas.microsoft.com/office/drawing/2014/main" id="{8E052A91-77D9-4F6F-08A6-B468FC7E578E}"/>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6DD12E42-9196-2E0A-409A-CE5B55AA50E1}"/>
              </a:ext>
            </a:extLst>
          </p:cNvPr>
          <p:cNvSpPr txBox="1"/>
          <p:nvPr/>
        </p:nvSpPr>
        <p:spPr>
          <a:xfrm>
            <a:off x="6214537" y="122455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5A9D847A-62C4-2D83-8879-9D7EE8A82FCC}"/>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EA844884-D351-EBC2-56A9-71EE9E19F358}"/>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C383649A-CA71-5AA8-20E4-24154A55255A}"/>
              </a:ext>
            </a:extLst>
          </p:cNvPr>
          <p:cNvSpPr txBox="1"/>
          <p:nvPr/>
        </p:nvSpPr>
        <p:spPr>
          <a:xfrm>
            <a:off x="3217333" y="72121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DF95A800-3103-11B7-1134-91597CA0155F}"/>
              </a:ext>
            </a:extLst>
          </p:cNvPr>
          <p:cNvSpPr txBox="1"/>
          <p:nvPr/>
        </p:nvSpPr>
        <p:spPr>
          <a:xfrm>
            <a:off x="4715935" y="72121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10092436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10255</TotalTime>
  <Words>4246</Words>
  <Application>Microsoft Macintosh PowerPoint</Application>
  <PresentationFormat>Widescreen</PresentationFormat>
  <Paragraphs>3593</Paragraphs>
  <Slides>66</Slides>
  <Notes>66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66</vt:i4>
      </vt:variant>
    </vt:vector>
  </HeadingPairs>
  <TitlesOfParts>
    <vt:vector size="7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Hardis</dc:creator>
  <cp:lastModifiedBy>Jonathan Hardis</cp:lastModifiedBy>
  <cp:revision>400</cp:revision>
  <cp:lastPrinted>2025-12-02T00:08:17Z</cp:lastPrinted>
  <dcterms:created xsi:type="dcterms:W3CDTF">2024-03-19T02:13:08Z</dcterms:created>
  <dcterms:modified xsi:type="dcterms:W3CDTF">2026-10-12T03:49:37Z</dcterms:modified>
</cp:coreProperties>
</file>