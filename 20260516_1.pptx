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6"/>
  </p:notesMasterIdLst>
  <p:sldIdLst>
    <p:sldId id="457" r:id="rId2"/>
    <p:sldId id="531" r:id="rId3"/>
    <p:sldId id="532" r:id="rId4"/>
    <p:sldId id="533" r:id="rId5"/>
    <p:sldId id="534" r:id="rId6"/>
    <p:sldId id="535" r:id="rId7"/>
    <p:sldId id="536" r:id="rId8"/>
    <p:sldId id="537" r:id="rId9"/>
    <p:sldId id="538" r:id="rId10"/>
    <p:sldId id="539" r:id="rId11"/>
    <p:sldId id="540" r:id="rId12"/>
    <p:sldId id="541" r:id="rId13"/>
    <p:sldId id="542" r:id="rId14"/>
    <p:sldId id="543" r:id="rId15"/>
    <p:sldId id="544" r:id="rId16"/>
    <p:sldId id="545" r:id="rId17"/>
    <p:sldId id="546" r:id="rId18"/>
    <p:sldId id="548" r:id="rId19"/>
    <p:sldId id="549" r:id="rId20"/>
    <p:sldId id="550" r:id="rId21"/>
    <p:sldId id="551" r:id="rId22"/>
    <p:sldId id="552" r:id="rId23"/>
    <p:sldId id="556" r:id="rId24"/>
    <p:sldId id="557" r:id="rId25"/>
    <p:sldId id="558" r:id="rId26"/>
    <p:sldId id="559" r:id="rId27"/>
    <p:sldId id="560" r:id="rId28"/>
    <p:sldId id="561" r:id="rId29"/>
    <p:sldId id="562" r:id="rId30"/>
    <p:sldId id="563" r:id="rId31"/>
    <p:sldId id="564" r:id="rId32"/>
    <p:sldId id="565" r:id="rId33"/>
    <p:sldId id="566" r:id="rId34"/>
    <p:sldId id="567" r:id="rId35"/>
    <p:sldId id="568" r:id="rId36"/>
    <p:sldId id="573" r:id="rId37"/>
    <p:sldId id="574" r:id="rId38"/>
    <p:sldId id="575" r:id="rId39"/>
    <p:sldId id="576" r:id="rId40"/>
    <p:sldId id="577" r:id="rId41"/>
    <p:sldId id="578" r:id="rId42"/>
    <p:sldId id="579" r:id="rId43"/>
    <p:sldId id="580" r:id="rId44"/>
    <p:sldId id="581" r:id="rId45"/>
    <p:sldId id="582" r:id="rId46"/>
    <p:sldId id="583" r:id="rId47"/>
    <p:sldId id="584" r:id="rId48"/>
    <p:sldId id="585" r:id="rId49"/>
    <p:sldId id="586" r:id="rId50"/>
    <p:sldId id="587" r:id="rId51"/>
    <p:sldId id="588" r:id="rId52"/>
    <p:sldId id="589" r:id="rId53"/>
    <p:sldId id="590" r:id="rId54"/>
    <p:sldId id="591" r:id="rId55"/>
    <p:sldId id="592" r:id="rId56"/>
    <p:sldId id="593" r:id="rId57"/>
    <p:sldId id="594" r:id="rId58"/>
    <p:sldId id="595" r:id="rId59"/>
    <p:sldId id="596" r:id="rId60"/>
    <p:sldId id="597" r:id="rId61"/>
    <p:sldId id="598" r:id="rId62"/>
    <p:sldId id="599" r:id="rId63"/>
    <p:sldId id="600" r:id="rId64"/>
    <p:sldId id="601" r:id="rId6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273"/>
    <p:restoredTop sz="94670"/>
  </p:normalViewPr>
  <p:slideViewPr>
    <p:cSldViewPr snapToGrid="0">
      <p:cViewPr varScale="1">
        <p:scale>
          <a:sx n="113" d="100"/>
          <a:sy n="113" d="100"/>
        </p:scale>
        <p:origin x="149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CCFB1C-7F6E-CC48-8B12-2D5A9AE1C913}" type="datetimeFigureOut">
              <a:rPr lang="en-US" smtClean="0"/>
              <a:t>5/15/26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E9560A-78B4-504A-9396-2AE516B13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927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4D157-A7E6-0CD3-8266-DE0939AE4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26FDA5-ABD9-E89C-43FB-F19D8441B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8E2E9E-AD91-B134-310C-59487A42F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40DBF-0F4C-781C-F266-8D63105C1D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578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51750-F24D-289D-3FC6-623F4AD232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970D95-9943-47B6-BDFB-8AB4435974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9FFFEA-C05D-5CF3-3AA2-0753E904D3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6193C0-924E-2030-B421-8798A7A2F1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4895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14E96-0EA5-DC62-AFD5-D07EF0E4DB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9B161F-A93A-B01E-3254-B5C3CCE239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C2DCBF-B93C-44C9-557E-72C326F6B8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825D1F-DA04-7E62-8DEE-1D36C605A5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91214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22316-0D5D-3008-931F-7215DDF67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443AC4-8343-40F5-4E8D-B6CF8B4CE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451A40-AC3F-5B1D-BCD8-61501360E6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96982-A2CE-A6CE-7D62-B8E6ECDF97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8376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C86DD-D0AA-C11F-F0B4-1F124DEAA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E86CE9-2728-EB91-798B-99658BE368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AB52D3-366A-ECE8-8069-44DCAB1EA0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BC5078-D2E6-8A7E-5BF7-1D0631212E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6017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9028F-BB2C-B305-A97C-C726AB981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DE3A19-76CE-EA16-8C7D-56E0E4170E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FD684C-3F26-66E9-207F-BF6CC08EC4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C3625E-81F7-F231-72DC-CD637E3737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93806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5C918-C376-DE8C-2724-959B58B91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D9E5D8-4926-7A5A-3B14-AFE0D8E13E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9DFAC4-8A67-D632-B127-34DF618536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A9392A-C902-8CC3-6602-5CB7E00696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6727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CDB24-D3B6-A703-B05D-5D0EEF069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E43543-2B87-6DB2-1C0F-D16F626525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85D7B7-0640-784D-56D9-E332B44832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6AC9D9-F067-5E91-2001-9F1FE607F3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8120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66245-4423-AA3C-69C8-546E9D9176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3E2114-9704-66CB-3B50-FC635F7CB4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C48A6C-0AAC-DD41-B32D-AD84E9A77B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128E0F-5DD4-6723-F2C9-5513ACAD21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398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E0F18-D392-D44E-09D3-6ED62AE5A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9D7DE0-8EE5-C0DA-0DE8-B62129E418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15E087-29D4-2AE2-AF79-02276D1C37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41FE5A-F7D0-CA5C-F6B9-A1BCB729E1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7225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36A7D-0D96-D833-0064-AE5906014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3BFA43-122B-C9DA-55A6-753B0D52F0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64440F-5775-977E-DE92-DE09938613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123D72-40C5-670C-0CE8-A29C9B13D9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485475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82A973-1036-C419-B768-689C1DB8E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2CCAD3-9903-E284-D9EE-B631E876CF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1368A5-BC68-72E6-F402-634A8C0CF3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87A9F6-4CCE-4CC7-60CC-1335813673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6432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20A6C-82F4-1D6A-5B0E-C0356323F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B15170-A090-7D7E-7672-9287C79838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63ADB2-4B22-4793-7448-15773E504B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6C25EA-3521-81CF-F9AC-26002958E4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266415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C4604-EBF0-B3A6-3755-ED93429BC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8CE3BC-C0E9-6605-D389-4640E1FCA5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0A5201-EC30-01D9-997C-9F6B9F50B5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937AFB-79B0-CA64-898C-E13D36E9A4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45620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2231C-6024-18A3-9364-89558B3D2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D0913A-B939-C297-C63E-C1E2AF755F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3B5B36-1787-0A9F-CA57-4CE917D6B3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968513-0B2B-7A57-FDEA-2F1EA53AB6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547913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E107EA-17F9-2DA9-5F10-BBAC55C3E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D90A9B-3F9B-3758-DBD1-EBBBAB991A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1F9DDB-0CBF-AAA2-E128-8185C33157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A33118-CB81-DC91-10AC-DD8D1EBB7E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48427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F65F9-7861-1136-0C2A-C3BD422F7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6A3EE4-BCBA-3F5B-A2E1-0426073DEB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C5A41C-BA7C-2464-6E32-9CFFB054D6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826ED4-9543-FD84-5FCE-F4A6E2612D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39407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3C040-FB23-609E-2C3A-4AA1580E7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CCC5E3-F853-940D-552E-606EC8650C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E5D7F9-9034-BBE4-8C4F-6009FB6475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A74A52-0FFB-7836-D963-1906E0399A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838241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E2DC2E-8C8E-EFA3-8D4B-458F87D14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B65FD1-69B7-E994-31B2-FBA66E819D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5A0D68-565B-6A89-1522-EE247909D8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998A80-31E4-907B-8050-FDC0EDDA1F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58773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9A9D8-2A9F-CE75-C69C-F0D72212C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49279F-A1F3-B340-877E-F929C85409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0AD705-9724-CDA2-83ED-7A9A371C18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07D869-586E-1B7B-EC51-DB448BD1C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27193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53A78-71F7-96FF-C6FD-1CC26EBE3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4EAD69-08F8-6FD8-DA6E-6EB2E641A7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5C25D9-8F47-B027-5166-465AD5409E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9D8003-E02A-4DC7-3BE3-2EA912F93F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37923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D0ACB-D00B-834F-E1B8-EC113E5F8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9609C7-873D-F129-324F-CCA9F45A85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F0C51C-6A9A-AD5C-2EC7-2FBFB1966B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AE6FF3-0688-D0AC-C2B2-986CA522DF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20717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13A17-2C09-5DAD-86EA-6C213F1DD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219F78-0DDC-91C4-1284-F564FA73DD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2B6730-0E69-B5E4-9198-DD7CDDCDAB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507B18-FE1C-F3A5-5245-DB97EE15A4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39705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99310D-85CD-AEBD-8C55-0E03DE85E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6C7AD1-42CF-A7F8-F7A5-B7DDA922DC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F859E2-5550-FB31-F5CF-5EBBAC373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E3EF7E-D16E-A6D5-5A49-7945EFD02A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87920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22E82-07EC-64F2-904C-CAE021DBB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729049-C603-5C5A-542D-E0BAE199A1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A11812-33FF-3EEE-8C96-D8E2B13419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F42997-835F-DD4C-6A20-AFA5822A72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513360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971B1-D40A-3761-2E15-4C5546822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58AB54-6C6F-0457-1BE7-5F1215179C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46096D-5EEA-8857-EBF1-F6CC6DAB6A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DDFE4A-B199-B02C-5D58-548A1DB9DD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39674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C21EE8-FCAE-647D-1339-AB2EFD878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B33661-C46B-1490-6F78-AC02BD0C8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0E3392-1313-062D-6257-F013516B6B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26F356-FE4A-C91E-76C6-DC51BFC5EE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066802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1C850-73D4-CFFE-869B-9711A3804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6C0884-9AE2-5422-AC2B-93B8B7B116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5E700C-A16D-C136-B01E-23C65EA4A2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5F5D3B-42C7-DD7A-D3F4-AA9B01AB31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052795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6DED51-0A54-EF1D-FE2B-33A8D67E7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CFEF2F-3E50-5863-B866-02F8105F70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15FF26-7797-ACBC-3E1C-DA7B28D84D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EE8A82-C7A7-D914-FB6B-B481A8D9DF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38881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F05E0-2CC6-7438-68BD-8EE8C1C27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F633D0-B92B-1B1E-27AE-061A1184C5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F51906-A0F1-8E29-6587-D77C8B5309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C43066-66C0-17D8-6F5E-F1644A142C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239967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53484-41B0-F2EA-7AD5-2AE2C7CA4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F1538D-5E4A-A280-9610-C356C4291D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6DE1EF-BA5C-F667-7EF9-7F305BEAA9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EE40D-ECB0-5D7D-01C8-7CDEE0C835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67601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C903B-6E3C-F543-1982-810CBAC7B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23CB1C-6256-5377-C141-E0CD4E43D1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140E3E-C827-002F-9793-C318C9C6D8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769A10-4B68-43EA-5ADE-B921DB23EE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442828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8AD257-7F6D-5BFA-5130-A37892561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B867E4-168C-EA10-DEDC-708047481D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5185B5-0443-BAB6-6882-D86121FBFA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93F7B5-6829-95B9-8AD0-7D933B027F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765502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E5A9D1-F493-533C-7AF1-C945A97A0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683A6E-C49E-59E7-1C26-E55D6E1AF5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036E2B-021A-7851-FC7E-4BCE45D16D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004947-44BE-96D3-B9C5-B80157BF8E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43215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5B536-18A2-0DBB-D1B0-9BBD1B3754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7C299A-5C8A-8C6D-D7DF-6FA70406C1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83C5B7-CD9D-7D57-A645-881DD182FD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976F75-6AE7-0A0A-E1F9-DDEA25B8CE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41329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CA22A-DB18-8B01-83AF-463568948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FE5737-798B-1A06-60B8-CF9589D7EB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157E29-F076-D9BF-F1DF-B1148B4567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9F1565-132D-9971-98AB-420BF7B997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640550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BC9C2-E0AE-DA10-327F-48A76C61B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89B5C9-F853-5BF9-43B2-3705240474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8C49C4-34B0-3165-CD73-41700136A6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B9F34B-5EFA-444D-BA3A-86FE2B8639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75629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B1391-A324-6AD4-3B31-CD022B312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5FE861-603C-8025-FB63-252AB256B8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C0A5D5-D5A7-4796-AA0D-44A6F45E4B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09416C-F393-F5B4-1150-75D9F1C012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114960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3DAE7-A02E-A965-E58F-E1B57E886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206E9B-514B-3646-4631-4FE43E6157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2AEE09-5750-7B9D-9F10-3C40123401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9A70F3-2F09-484C-51C5-6662ECE90C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6639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D0FCD-5F80-8AA7-A2C8-9FC1C874FE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7EB266-2800-B36D-208F-09652B25FF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E769A9-2B55-6AA5-5608-0A003E0B4F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CE997E-7DCB-9118-270A-D17DABB09B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52396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E4677D-B35F-EE34-E8F8-6E8083886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2A9A4-2014-8FF9-49AE-F940F81089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3C308C-D79B-5DCB-3505-6970F33832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12DF3A-71D9-C444-49CF-5C52B99FF1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064274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45695-1857-BBB7-F09F-9ACE1A582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6C3000-482D-4F94-1426-FA779723D5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079479-1078-2BC8-D8CC-17F67C900B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B5311B-E10C-2F35-BDCE-C5152B3B41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294499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E62BC7-E52D-68D8-A987-B1958065F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E40BB7-8F74-514F-A3C2-5FD3F50B84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CF1362-BBEA-A6AB-ADCB-D8E6B6CD34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DEE5B6-B805-510F-627A-715F15AB21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9133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125A4C-B92C-EEF2-E772-DAAE05246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204D1A-BDBF-8062-03C4-EB4CEDEB84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2E8920-B78C-A9F7-0C84-E74F6DD3F9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6FF48C-C9C9-B5A8-904C-A82EDED066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34447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E424E-65D7-1246-76B1-68AC5918C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27AF74-980E-C0D1-0C61-A06DDE3362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D7A750-8CEC-84BB-64EB-D2C43650BA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0717CC-BF16-1DD9-B010-7418A9546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222209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6C6DA-968E-2F36-9962-89F37CCE19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3FB3BE-3538-507B-1A32-DE209513EB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0A1EEF-3B61-2AFB-6CE6-DC5FF89AB2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D49532-D0D4-8B4B-1DCA-BB7A382F83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06872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F2698-CC45-29AF-F2D3-0ECEC426A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73A731-41DF-0D67-E67F-9FD04D115C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0F434E-5A7B-229B-D5C9-72A103D487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961FD3-DD94-5886-9877-FF43E43444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094350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C3E4B-56BD-0741-E29B-EC86F1E43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9D23B5-673E-ECD1-5831-87C71D70B5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34C635-A965-BE2F-944A-E6FF860BC7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551B2E-3CE4-DF7B-47E3-2275ABCAE1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50482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049CED-111A-0140-DD65-276114549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BDFF1A-4AF1-AFEC-E585-605070BF85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6B4771-3645-FABB-84ED-C9A818D160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C77EAD-8B08-4DD8-C422-83AD7898CC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343385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034E9-F860-A451-3D5C-682A8301C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58A4E8-B97F-71F4-D81A-C6E69494F2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23D072-EEB1-45B8-CFC0-A647BFB901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8D9604-4E95-EE14-BFC0-1D2BD303E1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40178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93638-A608-3E98-9909-524809B6CC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370E52-267B-FD83-1ACE-A80535BFF3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A5D55F-2F73-2497-4834-E4AC2E103C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414BDC-3955-B0A6-85F0-D1B6F78E6B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651798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C4094-7140-6BB8-B7EF-B0D90F2D9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8BF9FA-3F67-6A5D-0A46-6E6A1378E6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AF8447-24CF-A847-D3F5-BF633F0D39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7875C4-52F1-74D4-C1A0-194039CD1C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87333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B65940-F8E2-2F95-822F-E5A5063193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36690A-F3F4-33F5-20C6-C4AEA226C7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D42D8A-D1BE-4663-FBBE-F90E051901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4DFC99-D1C4-CD0B-6436-261398B640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58351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C3BD6-F4A4-9301-3611-3520FD3C6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76DE3F-3AF1-287A-7996-25A17EC8F4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3CEEA0-7F76-1673-DBA0-4CB1D8AA9E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08592F-1D85-8509-B4F9-211DDAED55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359630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52470-22CF-2491-DE7D-5F040ECF8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3B088F-425A-F532-5736-D6989FCA68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E84ECE-14AC-D32C-7F1C-89B6DA41F4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F795F5-8DC1-F97F-3C05-C161D3A12D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35314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086254-4A5C-FB3C-7B37-38290A4D8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DE2189-2E9D-B013-33C4-E193767AC2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9105A8-5EB6-7FF9-9986-919C821495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23919F-4BF4-82BE-CC9A-E946C80923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664764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4F8F2C-56AE-225E-7F19-E079F5656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58C62F-3E50-5B37-02A8-EE74EEA96A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986E15-01B6-5592-F3F0-36417E60C5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5AB3D9-7ACF-A138-DC0C-F01A8626AF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507602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459EB2-C234-0E7F-69B4-D8A371B40C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6819CF-3C77-4947-BD67-1E5F023251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5AD256-432D-6B21-0D25-A79FCAC99C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5F4DC7-C385-5E59-DF3C-72C4CFA449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936134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518144-5F53-E7C2-7997-53A57F715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C4224E-5994-3AEC-AC3A-7E596A7FFE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5E9C2B-EC59-DC41-E91F-D8666C11E4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E6F0A6-AF09-CF8A-2CBA-BD144268FB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4829006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ABAE09-12DA-0B8D-1428-6C8F32530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69EAE4-F6B7-5766-5837-E519C89054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2122D7-2B5E-CE0C-473F-74DEF64B10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5CD6FD-83CD-66CE-A116-9DF19946E5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326826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22FBF-FCE8-89CB-BA2D-8797446952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E53C5A-1711-92A6-BF9F-A70CB8A89C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B8AF9F-4C7B-2845-A7ED-C693755912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795EB1-1A65-7C8D-732A-16E2420AA7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3235419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D6A0F-0A46-5726-83E5-ABDDA39FA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768F06-672C-B7A9-0985-556D1423CF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9AF25E-7553-F229-6FAD-67523369F2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958921-EED6-A004-41AB-8442CB24B6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57321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5160F-14EF-BA6F-AC75-F82ECBFF1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E2F984-7410-CA0F-88E5-21E206F370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70FB16-197C-3E27-4ED2-D0E6D24973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2C0439-3D84-F592-0689-67029C68DE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540000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84808-CB3C-99C9-3361-F2C489AC9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511EF8-4969-B377-5FBB-9A6AE225F7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7AF85F-F7C4-9BE7-798A-9505DE00CE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F989C5-5964-9821-D7FF-DCF7D1BB7F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5596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9BDA2A3-0B56-A4BC-FB3E-5478898E2B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486400"/>
            <a:ext cx="9445752" cy="1143000"/>
          </a:xfrm>
        </p:spPr>
        <p:txBody>
          <a:bodyPr/>
          <a:lstStyle>
            <a:lvl1pPr marL="0" indent="0">
              <a:buNone/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88B6BBB-3B75-E695-D22A-AFADC4A0050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164561" y="310124"/>
            <a:ext cx="4543224" cy="4987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513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94743-B086-9A1D-3BE2-DD15285A7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CEFC70-38F9-BD71-579C-1F4DEDA47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92569-D687-F730-54A4-431B65550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5/15/26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3A70-2667-EDB6-55AA-33F2B75DF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8A86A-DF98-B80A-F92A-0243739D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018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10CD2-26EC-3693-3584-A1A3B203F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E58AA-4CD0-A17C-27E6-209C794D9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697F3-ACE3-F75F-B6DB-E2EDCB101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5/15/26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77B070-E19C-7C7A-25CB-AF7C97F4A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7F193-7B3D-9447-B9FC-64FB2E720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500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894EB-0995-8BC4-1C13-B926701ED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55E3-AE09-9D5C-4866-DBCAEF297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09359-F2A6-099E-D457-FB4976E8B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5/15/26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68D10E-33CC-A61E-F850-633C403F3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52A36-99CB-F55C-ACC1-D46F4EBF2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860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032E-D76D-01DC-ACC3-A5F6F34C0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81452-1F3E-95FB-1DCF-20830E009B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B7308B-161F-AA81-3B91-25A7195D6A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584CB4-2FAA-C87B-0278-FD1F16105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5/15/26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EB3548-58B7-CC82-7526-F47EECC63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25728-77DE-9067-C037-0F4A37C61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73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220DA-D412-1E6E-D212-C26FE2AE1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6D9DE2-8BC9-5CD3-98A2-2F07C05E3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52FD07-250B-0FD6-7698-EFBA488CF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AE512E-5E7E-6D45-2D58-1B044598D7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5F8E62-62B7-FF78-DD11-69774DDB6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E82641-31B3-87F3-FC9C-760F5B5EF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5/15/26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5D0B37-C72D-AB40-FC50-0F2BA55DA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C0F554-9EE5-C216-0F66-7B3B49445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39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96625-DF37-5199-8B5F-0AD4D7EB8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CC992C-BF00-880C-96C0-7042C394E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5/15/26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390746-6A20-2222-138F-BDCA2EDA1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7D388B-382C-CD6D-1A3B-DE8DF017D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337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3BC02C-7483-7A7A-5354-1616AA5D5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5/15/26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0BC8C8-CDC3-97B6-5888-93197E154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0EB0F-BDCE-E810-451C-168B2B13A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3639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63DE7-75FC-0404-38C4-4C8BA62E7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96F1FB-D688-5CBE-3F6B-277925101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1E1062-A0F8-7378-6259-452596C601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FF6140-8766-DC48-76B8-3CCA9AE81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5/15/26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EF2E7-A2CA-3672-1E8B-91BB70564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F05B17-1A06-FFD4-9DA2-DD17D363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403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4234A-C922-2D66-252C-D286F8F88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A83645-2F0A-288D-3E4A-4B2A0F3993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3567A8-683E-46D7-65F7-FE65B0279F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FF03D4-5799-29C2-B960-ACB1D94C3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5/15/26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4B8BCD-EAE3-2871-51C7-771B7DF07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5741F1-D331-2192-5F65-9DB5585C4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609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831E0-2506-463B-6A1D-2E997B58E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C2888F-D6C9-FAC2-0EB3-EF63307BB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D9D78B-309E-CCD2-C0DA-8B2E3D16B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5/15/26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18859-EB6C-DBE7-E231-BD638FBF7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CCD95-C583-5245-72DF-6AD690D35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0675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69EFD7-1358-426B-0140-A202A2D530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6D7B90-D96C-BD6E-65E7-55E7D91F25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CB66A-8728-B88E-C058-E9DC9E0E0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5/15/26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4AFAF8-3C65-F3B5-B108-F27717ECD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1642F-5721-9D1C-3D1D-6C1ABCC72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743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6A456F-C771-8F4B-C98D-9BDEE5781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23516-7E50-1256-7BC0-68CAD2D90D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11502-CDE0-E081-1B9D-874EEBF9B1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9363D2-3164-4145-A578-C91A7CE0BB59}" type="datetimeFigureOut">
              <a:rPr lang="en-US" smtClean="0"/>
              <a:t>5/15/26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3C5F3-3A43-75DF-E382-0F9630A01C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C1DBE2-D540-2BBE-7791-BE410B8C51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515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D0A50-E4B8-B9C3-5177-C6AFBE291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EABAD0-26FF-2429-AA3C-799A866431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Start.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091D9C-BB94-C92F-54B6-41DFBD939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0F2C2C-B17C-CAE0-2A94-0B0164D60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B6A1E27-B0EF-0D2E-77F3-45C5486A13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6A3FFB8-54B3-D7CD-B299-A023629813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136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7D96AE-A689-B796-7375-99392CF0E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7FE1618-3AA5-0DA1-52E0-C0C18E575A4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Initialize those few cages that we can (with six digits or less).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2E0F02F-96A4-C8DA-585B-9D2C556770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D9871C4-D40D-0565-FD36-88783E8EA8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8C258A3-21E6-CECC-D624-71E108ABC7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B201AA4-7487-9CAF-9AC6-5AFDAB17D70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6FF6E3-5689-F1BD-14B1-AD324B88343E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96A54E-07F9-5804-549F-2D0E9B8657F4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1C08285-C9E9-DB90-6BE1-647272AB82C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927387-3B9B-FC42-135A-DAD9DE3143E5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01B335C-F793-1648-A0F2-AA12CC89787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05A453-9561-1118-251E-95FDD3A73DC2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D07EC5-58EC-5248-276F-FABFC292BCDC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1547A8C-82BD-539F-D370-11E015A245D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7F8E97-3FAA-04DB-233E-972063C37A4C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654321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489E92C-E93A-2129-1A07-373E18E42F17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036B30-23A2-AAB1-5427-A73FEC6BCA0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CF1560C-213E-29A0-30B4-9C73B2A718E1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6FD4ACD-9902-3A80-81FA-D3D7B74DF5F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5E92088-99EE-C625-C8E6-AF7A9F05CA38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C87A3B0-DF08-059E-4A1E-E397FC892ED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</p:spTree>
    <p:extLst>
      <p:ext uri="{BB962C8B-B14F-4D97-AF65-F5344CB8AC3E}">
        <p14:creationId xmlns:p14="http://schemas.microsoft.com/office/powerpoint/2010/main" val="39516598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54B88-5F6F-1D04-59CC-D08A0CE6C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55519E8-A9DB-396C-D876-AB659B30814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right center block, 45–(10+7+17) = 11, in 2.</a:t>
            </a:r>
          </a:p>
          <a:p>
            <a:r>
              <a:rPr lang="en-US" dirty="0"/>
              <a:t>In bottom center block, 45–(8+9+17) = 11, in 2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52D83E2-7F5A-2D35-0B01-C2853B5C13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65539C0-11AF-634B-84CB-2708BBAC42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9609503-8BD5-ED41-9E77-91C367A039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0858DB9-D13D-0DAA-C6EF-231B180A64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0578FD2-ABBE-177D-4C11-F953112C7141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EB01C6-F3F1-BB1E-6E25-50A351A929F2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F81E14-88CC-6B5A-CD4F-239744233A8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AF073A-7571-E2C9-B989-46DC09EFFABF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73DA89-A0F6-62A1-6711-B1F0700064B7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F208F8-11C4-BCAD-0DBD-2422E9CB9C82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B984FF-4486-0944-DE17-17DFA8FDF2FA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A607DD-AC7B-CA2A-9BB7-32C852EC52A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A7A6E5E-BECC-CEF4-F66A-C64EA3D1389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654321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78C391C-FD99-C6F2-51B5-86529689E17F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F4956A7-7F04-6DA1-01DE-714CCA7B2ED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EFD4CBF-16D3-B970-3871-A55CD125BA0C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3CF7F0-B2BC-597D-FB41-6D7EB58FA3E4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ADB3BC-DE00-8CAC-9702-D8AEF9460294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D648017-B8E9-A3D1-C67A-E20F6B5E88F8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640880E-2C39-B34B-3EFB-1C40441644C5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A625D5E-A668-0DF2-096A-A758DD96EBB0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CD9CF05-5D99-EDF6-CD65-416CD224E48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876432</a:t>
            </a:r>
          </a:p>
        </p:txBody>
      </p:sp>
    </p:spTree>
    <p:extLst>
      <p:ext uri="{BB962C8B-B14F-4D97-AF65-F5344CB8AC3E}">
        <p14:creationId xmlns:p14="http://schemas.microsoft.com/office/powerpoint/2010/main" val="38212253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1F89F-A74D-3C54-595B-800911AA5A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44888CB-AF05-F46E-C7B7-D2834A03D2D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bottom right block, [28 in 5] can be broken into two pieces. The vertical three cells sum to 45–(15+10)=20, [20 in 3]. The remaining horizontal two cells are then [8 in 2].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79CD2BC-7B28-7344-02F0-9C010815CC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13E7F82-9C62-AF06-AE76-1CB110C806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3584C5A-4F1F-5BE7-D7FD-B077C398BC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5F61AC4-5A14-8B8F-772A-32BDA3BED5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91CFCFF-A525-13F3-66D3-8ABCB67F695B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F7C406-FB96-565C-F871-C9AC41F4E4D1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E64396-1D00-996C-1166-7A8C9CC591E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5EEECA-1BAE-2A16-3F38-9A2BCB9AAF93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BFA5C90-578E-3920-2660-44A9FD12734F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93E3C5-B5B5-7629-5409-796FF493C4C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8652405-C3E9-947B-FDCD-359C8314469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B9E571E-54D7-9C0E-679E-5674505C266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7A10534-037E-61C8-85A9-D433FDA4282F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654321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617323-8166-C3F6-6577-7558FAB10CFF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206CE93-07ED-FB9E-BCFB-F27F53B03A3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7A3BA99-FE0B-40E0-419A-B11F3FFA5BEE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04571EA-AA26-1552-51AC-0AB96347EA5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4286050-1AE7-AE13-DB91-C389E5C3F3FA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649374-2A74-022A-EA7D-538DB9A01C55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DBC23AC-366E-3FB5-6C3B-6B18C377D076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FE1872E-BF5B-43A8-A9B9-E7723B3226AC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B571E43-D84C-A52E-A5E7-F5EB0F321D38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876432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194C952-6B53-ED22-0B63-413807693458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5A93392-83D6-4B19-5338-B90A9654D3B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</p:spTree>
    <p:extLst>
      <p:ext uri="{BB962C8B-B14F-4D97-AF65-F5344CB8AC3E}">
        <p14:creationId xmlns:p14="http://schemas.microsoft.com/office/powerpoint/2010/main" val="22163824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81978-E4C2-05AE-AA9B-F775C61E5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655F522-DFD9-B22A-F3FD-18277C7DDD5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1, [28 in 7] is the first seven digits (1234567), not 8 or 9. Neither [8 in 2] nor [9 in 2] can contain 9.  So, there is only one place that 9 can go in Row 1.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C3DA758-0EC8-43D2-738C-6246107F58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7C97172-0C01-826E-EBA0-5023F5D651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8274037-B163-9269-0494-58C49E3BE9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B56D47E-EE8E-803A-3DBF-7C699D4CD5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6B0DB06-60DF-A711-9D1D-6ABDFE61207F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494100-7963-0435-517F-1A3A4E33F938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045E63-EB74-C045-603B-C24B694FBD62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1C51E8-465A-BD58-93A4-C9F3A2B8500E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69EC6CD-E26E-DE1D-8A46-EA647C9B613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329972-B25D-D7EB-2E98-705ECB62BA5A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2FF327B-898E-3CA5-BC06-4FCC9EA8577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6C8C047-0176-A513-B31F-0346397009E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3DF7E9-22AD-19BA-CDCF-1273A13C6032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654321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16CA25-19D0-CC31-C5D6-C6430E650DF9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98E5CC5-826C-60F4-17C7-448D444E666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8F11271-0817-610B-D9E9-A61810E5FA3A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B153B50-C3BD-DB65-7DC2-FF224AFA009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E57D66A-E675-943E-28DA-B36578B0A00A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07FB6F0-CB91-7F6D-1D7B-1CA545D05E87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CDE13E6-FAF9-8BB0-4E33-98A373BF34A2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6B73196-92F8-66C2-9B6E-DA018BAB4B94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631635B-3B28-DC88-147C-B20ACB1F3CF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876432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1B49C29-7317-97D2-036C-37D428B4A2CD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F66EFB-0E24-9F05-D368-E8A0800E6AE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0B2F486-4FD7-2378-EB6F-4764E2CE8B8C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1706711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E5916-D93C-6DCB-5D8B-7D8DD31D8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1855A52-44A9-B95E-14FD-B5E37EC3B03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Now, the only place that an 8 can go in Row 1 is in [9 in 2]. 18 fits in only one way.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7BB346D-5393-52A3-B018-7983E7B5A1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3A63706-90FE-E809-DF73-54C70F368C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B1DAC96-9F31-8711-8D79-1DE4B854C5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0800ED9-0117-5F28-9707-A8F15525E31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AB208B8-73EB-954B-AC6C-962DB2A9073D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5939C8-8D03-70BE-57F3-7B667E872C90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CD0A38-E0B1-E15C-CD3B-4D7C2F9F3D0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199095-6D15-0877-B7C5-645EE18A9E7A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52ECDB-EEF1-DDB3-875C-80331BE2697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9801C0-1F85-202E-B3BD-D1BA0AA44C5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D1E373A-0671-2FD0-8EF3-554988F70EC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E9FB07-DF18-5DB4-E7A7-BBE7A35A720F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A5B937-6700-6C23-6E10-16F9F3EB38A3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654321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62B75C5-4A71-BD5E-77FD-FA6CA3281FA0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53204F7-9219-0D1A-3A72-366083A068D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EF70DDC-BF1A-F8A5-28B6-D5F49830172A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86AF5B1-1EA8-290D-145E-34C16BF090A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F774438-A79D-9414-B95F-6783BB5C5C30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75A3B58-B12F-64DD-9A7A-5A2482E9799C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3ED27B-ED8A-2D6D-0A0F-2F0691FC07C2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F693A7-9A83-8B84-2FF0-1F51FAA5172E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819E9D4-8CF0-931D-7140-60FF1722E56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876432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38A741D-CB22-5D8A-AD08-F46FE1439BB7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98159BB-10AB-6F93-BF6F-D6316013D50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5D73ADB-DCE2-C1A0-695E-D824AFFE63A7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9D10213-59A8-43E4-9797-256DE2F8097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6702FBD-3774-8999-86E3-C02C60FEA77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4464089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D33C3-27E0-59A1-2DAF-E66734F20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08C30F7-4940-0B62-1C24-C719F5DDC86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C532000-1FC0-98FA-A870-62386E806C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A5FF860-A49A-47AC-A523-A547274562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5486C20-5706-3C06-DE82-9F962FD772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905A018-17A9-5275-1BAD-386560D7CCE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BD78C69-5992-E261-44C5-D7D178B8F5B9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C05425-432E-172E-47E0-3348F15D145D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6532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D532E2-7ED6-22CF-3AD5-84A1FE6DD5E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FCD5AA-001A-6636-7374-EB69F1C81619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DE7574-B8C3-3236-B6A7-1500DACA7BA2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7FFD5EF-432D-37EE-05D5-EF02078F9EF5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313423A-4B51-653C-6B88-C952ED1B2D9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D1C1F39-D7F8-72F2-38DD-4195A38622E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B48F8B8-D06A-C9BD-3C49-15C5BF1784C7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654321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59C9F1D-D3CE-D9B7-2BB7-0DD16A66955A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86D8BF2-3732-D74F-5E68-B318C8E6AF0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D279616-D14E-75E8-3F4B-A43137C523B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C9870EA-3F54-F4C3-1472-CDD63E71D0C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E047B71-FBB1-3833-42D0-4752C5C8C9A5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A68AD1B-F06B-B038-5055-3C17EF031F85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97543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CFB204-59BD-EB11-50BD-816791009BA5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2B2A429-34A6-22EC-F035-895B091F5AAB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9D261A9-2981-7372-4C8E-00F563DB76A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86432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140E5A6-D73D-767E-980E-5F2D8BAC401C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0880772-B966-BA01-89E8-DBB4F15CB03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4810B42-4DF0-05A8-C479-E29E85DBE70D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FDE0FB4-D92A-AD83-1BB0-B95821A1F5A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7034550-24BB-2398-B67D-935F8F91823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5085672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8A664-A178-154F-27FD-93521C1E7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0E09B64-1752-AB03-9995-66100D7E14D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 the upper left block, [28 in 7] can be broken into two pieces. The four cells in Row 1 sum to 45–(8+9+9) = 19. [19 in 4, no 1, 8, 9] could be 2467 or 3457. The remaining three cells are [9 in 3], which could be 126 or 135. (Note that [8 in 3] must contain 1.)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7CB63D0-B543-A000-48CD-87C0D7DDBD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464F4E4-7801-9CED-F79E-A676A0902E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7FC4F9A-9A34-1E92-06B1-0685C2C9A9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C37FF29-1F58-A12E-AE2A-6455EF36D9E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6431711-E41A-9FE1-31F6-11027847E9E6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20B150-0509-135E-659D-2BF302399C84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6532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CD3210-C94B-FDF7-9DFA-8995A0298CC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F997B6-2127-5AA1-5AEA-FE32C4BFFA30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CB2B24-EA61-0F23-2C7C-EE4647DA15E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CF0CAC4-0605-A365-2F7C-92E81C9EC1AD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75D1063-F530-81F8-4C09-6C34198CDE4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78E0F6B-2470-A540-AD98-A59DEF46FF5A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40C4A87-D8AF-6D0F-0468-6119CC0A65D6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654321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75B320-BB0C-17AF-A03E-16ABC2F8FC73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D408755-1852-13C5-8D58-575AA06AC0D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1413F9-8CE1-192D-50F6-B367C52A2123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FBF1E6B-F4EB-384B-BC1C-AF21A3FA233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4F05BCD-DC97-C3FF-FE26-2CD2F7C7FBC7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85DB7C9-7333-0894-FDAB-9444D02C0B75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97543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9C8EDC8-8EDD-D37F-E672-4D73CD165C10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E400906-3279-6B6A-75D0-5CFAD426504F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9FA2673-F10E-D176-A511-8BC94B71F7B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86432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E30F270-056B-C5B1-84A6-4491C10745BB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7CDD300-7ED6-0E46-CEE9-8AF24D6EAEFD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D5744AD-ADB1-D3FE-E145-29226E33191F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5CF9CA1-F5A3-AEA0-5897-8AE0CE45C190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FF30DFA-C221-3DFC-0B13-7212E4F48FB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0A78C07-B18B-4607-C0AA-EFB1B7BD093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47B3658-8179-8334-E0BB-C093C660DF6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F14B98E-CD13-108B-C927-D55C42A7232F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3A77F61-56AC-0E1D-54CD-FF73C473577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8FE1354-82FF-4F80-AAB4-53AACAEF730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882EEE4-15BF-F3A2-52C3-9E8BC422A1B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5B4D402-83CC-2F0A-18B3-9022CCACDE8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</p:spTree>
    <p:extLst>
      <p:ext uri="{BB962C8B-B14F-4D97-AF65-F5344CB8AC3E}">
        <p14:creationId xmlns:p14="http://schemas.microsoft.com/office/powerpoint/2010/main" val="33802693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CA7B6-19FD-3DE6-8187-79D612AE5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0FD9701-5FFE-38A3-D39F-A719138D37E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the upper right block, [15 in 3] -&gt; [6 in 2, no 1] is 24.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EEFFCAF-C152-75E0-3096-A8BBBE380F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92044B8-2981-81B3-3066-0256FEFCEA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B8221F6-995C-8F7D-1557-084CC56113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3438FFF-1376-56A1-0425-52532C1658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B1E86C8-4C57-C5F8-82AF-9CF8A3D91010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D5BE90-ECB3-4169-F0BC-E8FABA617617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6532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096972-3779-BC02-1A3E-7ED6C45FF3A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F3C7A48-FCE0-B9AA-36C5-D1F9BA91323D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6928904-77AE-20CD-DF7D-D72677E517E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C0DBCD9-48B3-3301-A8DB-E49D0A70A568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A8D2F4E-038E-47A3-EAEA-87A2750B6E3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DDF3498-7FC4-3073-41ED-DB86C6F61A9B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FE918F6-9AE3-1C21-8630-DA27512FE1B4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654321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6E6CE56-D34E-C7D1-694D-D7AD14A3E8C8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1458600-3EF3-65F4-9CB1-CE0727F1D4D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4CB96A-9259-8FA5-B570-ABE753B0401E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9A1854-C848-90D5-3EA8-BEDF37A745F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DC65AB1-00B0-06C2-861E-DD52FBEBAC72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B71E58E-4F91-0397-F0CB-DB39C35CF5E8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97543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BFADF2F-D0FC-3610-17C3-F69DD5DB666F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498F9BD-365C-2896-B685-A30B62031C02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6BCE575-239C-413E-C642-142733292D6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86432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D920D9-3EE5-DB61-AA88-486F730F5CBA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0C06027-2044-281A-5BA8-F534B34E26A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0ABE70D-6F09-567B-640B-775ED9E6FB1F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578AAF9-9C58-1649-7E7C-7CC0DC9039D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58EBB5F-0F0B-CB9E-4ADD-233587F1E50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39DA1AC-0087-8339-5771-4F756B46742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5BFB703-0A2D-8BCC-0509-C1D655F18C6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85AD169-5C17-C10C-D717-FA3D2090AABA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4E92828-76AC-849E-D143-B0171D91D7C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F3FACC2-D70A-1274-3B0E-DE4F3DD7150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AC067CA-8755-857D-8959-162F850A09EC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9939C88-23F5-2FA0-E59C-D9336E34B25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283D23A-B9F5-F4A7-24FA-F2B07F1A1E9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1A42492-0F4D-05F3-D7FE-73CC23DDFB2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</p:spTree>
    <p:extLst>
      <p:ext uri="{BB962C8B-B14F-4D97-AF65-F5344CB8AC3E}">
        <p14:creationId xmlns:p14="http://schemas.microsoft.com/office/powerpoint/2010/main" val="8553204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E152D9-CC84-B1D4-71AF-86853F714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48EC6F5-74EC-0BBB-E7F8-D31C6156E9C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Column 9, [10 in 3] cannot contain 8. Here, it also cannot contain 7 because 127 is precluded. Since [20 in 3] (broken off from [28 in 5] must contain both the 7 and 8, the third digit must be 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BB0065F-62F6-F675-1CBA-3BE2852776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26DF29E-512D-BB66-C477-974F8BDA44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CE93813-7612-EFB4-8AB5-81555B8EDC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7E1D5B7-56C3-7E41-63C4-459B426C0EA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A42B78B-156A-BB86-664C-F58515FF2E25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84F7F1-27D4-8F16-7348-6EBEE46B7A4E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6532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EE8051-CC68-BF37-A1AE-610C05EF44D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7830901-4816-0C21-B34D-8B8025DAD6C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1587B1-E746-630E-5471-87293C9EEC7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89CBC9-6ED1-DB1E-105B-2C25FFB246B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F2F705-0819-CDCB-3D0E-362E0AA637B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6265284-653E-1F94-EF78-F1841AE9EA87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A580B8F-0C51-0E1B-A9E9-76D8E3EFBA3C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654321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C5D8CD3-DF24-334C-6EBE-8F540B7306E6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CD262A3-810C-8010-A680-BC8C899E662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7BCFE71-1F69-9C7B-B060-53F78BD75A9F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9E9DE28-5121-100E-97A9-F82AA012DFF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350C194-897A-064B-5715-730637D77D81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E669449-EAF9-A4E8-AAC6-DB74180DB96D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97543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87E371-6A37-7654-D3DE-2FBAF1EC0B25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8DC786C-4D9F-65D5-E57B-0737B320D1E6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7E64824-5D5F-9380-9BC2-6FE5F6BC37AC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86432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3149D5A-EE83-5D08-D93B-37935050B532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4136DA-9523-B3A6-A560-9AE84D09679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A7C7D5-B130-5D9F-F6C6-CE36E4B01F48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ADF7875-A0BC-0B86-025E-CC67B4B91B5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261D642-8BFF-5DAD-0EA3-5C252F1D130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9E1BFE6-E76F-0BEB-927F-C4275F597C8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4129811-B92C-207D-68CC-C04FBBA3525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3995B13-C3E5-02B1-0E7F-0A3D979FF9AA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BE45ECA-A915-CC16-A37A-26AAB39CC4E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48FA146-E1D6-E1DC-F9D6-31FEC2F3838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656318D-3E0B-5D76-41AD-B82026B722EF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8B148CD-C236-CCAA-1939-F25F2EFB219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C1DB583-60E9-6248-BB14-9AC4700D396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49DD702-62DC-9266-23CB-DE20B41E42C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60B18FC-BD0B-2304-8EE8-757F39B68F1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9D46CB7-6618-6538-3F81-A81F3EEF1B6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480C173-82E6-0729-007E-21679092D40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</p:spTree>
    <p:extLst>
      <p:ext uri="{BB962C8B-B14F-4D97-AF65-F5344CB8AC3E}">
        <p14:creationId xmlns:p14="http://schemas.microsoft.com/office/powerpoint/2010/main" val="607826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FB987-C8BE-C348-C163-821755114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6EB075F-DADE-E1D5-7E3F-687BC11879F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C214C82-28E6-ACE6-5E73-47AD7B0F99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4571A73-C483-6034-7DA3-27287D0759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8D3E4AB-BC23-1C75-9418-C83A4490E2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A70905A-2EC2-8332-E5F7-A3A1EE8C67A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EE70991-87F1-F4CC-32E0-C778E00A511E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928084-E2A9-6BFD-609A-49796ECB6A3D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6532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815BFE2-B410-6732-5628-933DE5A3F8F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08C9D4-1FE6-7574-B9DE-6B9E635504E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90F690-F173-BE01-3559-A2F781F8577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AFD0EB9-2C61-32BD-A427-BC3C96A6888B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1B2CC26-89BD-7BA5-6B61-03CC5A31845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174D96-9323-69DD-0EE9-D2DEFEBC5D2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5AA07B5-3F21-A733-EC87-42173ACEB0CB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654321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3F0E8D-0C1C-C1DF-F0EF-3178C08BC250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F3EF651-FD08-2FBB-698C-31DE0EEA572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51CB6A-65C1-FBEC-C37B-3BD63C31289D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5899337-542B-20A7-1A7D-909DEEC72BA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11F22B3-36E0-863B-DF38-F77AE73AE061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365DE2C-67A9-F21E-1DD8-6CCBFF1B7825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4EDC3F1-0A2F-F60C-DABF-A61AE2233AED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8E2370E-62EA-ADE1-B20C-C7E152CBAACC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599BD85-AA89-36E1-8F37-83CABAF6F540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8F08D03-0F8A-6EDB-93BF-EE9043DCAC96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28B0795-2F1C-6D54-6D2A-16EF28DA2F4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59374F0-6899-A68A-D877-44A92A44320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902D9D5-98A1-91A5-468E-22D2302889A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AD0DF68-11C4-0BE0-97B4-410059B543E7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7905674-15B6-4221-A544-D48D3D1D103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91973CF-3F83-4DEA-E396-769F5FB17C2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1A07183-F737-C65F-C6B7-7758792ED8E6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61EF278-9722-7BF8-8DAA-401D0C267C5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770E5E0-8ADB-F5D4-E6D0-365629B7EF2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6C3CDBC-8F8C-D677-8F7A-55BC7B52B79C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08F9A04-F05E-9E65-7088-FD4E0F399D5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5EEF315-EE72-BBDA-4632-B5DC1DA9FCB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AB53A79-A660-BE5C-8B40-912815428557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0F0409-3A49-D3FE-B5A1-5C7334AD4A2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614BD82-9033-8598-3A92-4647149F6835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10DFE79-1BC0-241D-DB41-22A2ACF8DC7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</p:spTree>
    <p:extLst>
      <p:ext uri="{BB962C8B-B14F-4D97-AF65-F5344CB8AC3E}">
        <p14:creationId xmlns:p14="http://schemas.microsoft.com/office/powerpoint/2010/main" val="15533275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A86BA-E377-D32D-34E2-3E31D35006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19CA09-FC81-1125-5B61-E3376DDBF7F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place for 1 in lower right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F0376AA-F7E5-7592-F178-A5FF79358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12488BE-64A8-A895-9642-C3E7ED87AA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9498B87-500C-971F-FD9D-B1DDE0F48A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9EBF39B-066F-F341-6331-C101AC8E6D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5B21BE7-0389-CDBC-D250-A1DEB6BEE79B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8A64E1-EB24-08E1-ED90-18C012F30CF7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6532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041E7CB-1544-1586-DFE9-2E75709E16A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D0A143-005A-FD6C-3CCD-620C93123B8A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598FBE-AC01-3C1E-4159-AD07CD0230C7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4E97D8-BF92-2267-B85B-672245E4592A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4EF39C-4B0B-A545-A409-5C6A22AD602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F441C4F-DD25-9BC4-4504-7AE6DD400B2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110618-2B35-5211-E470-692A4E6C025A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654321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AD3A3E9-CE6F-1D43-1DB7-19955D506F4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507722-935B-5146-B656-25076EF9D45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4C2B480-3B6F-5E76-23B4-EFABB8FD40ED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14CE53E-5366-C605-661D-354D022C6C3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D6690F-285D-C2A0-1586-B3CA5A6BE26D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EEA865-2571-8B70-F463-FD31E532CAD5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53E74BA-5B22-64A3-29AD-C6C22651C678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6C7670-75ED-78BC-3741-60F1B1BA2346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3589740-5DE9-CF1A-7106-EBAE65765A9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2E32980-8191-4791-BF24-B9CA32B07E26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3164D72-6714-1820-85AD-6A51ED3A4FBD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5BFFB8F-9EF9-A505-95F9-B1D3552DC469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84D24C4-EA40-5173-D789-D8F02E7EE730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3A533D2-DA07-7561-73F7-BB19F885D6D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0B6A716-C649-9400-9895-7FBFB8CD462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CA39A8-95EE-2A53-6C35-E890900A67C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87F939F-79C1-E3A0-0FD5-017F3382D282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5AAA688-29FE-8DF6-9DF7-0596A108572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1FC4DF4-CD67-E445-C1FB-FF52986B9C4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FD739F3-A54E-3681-1EEB-F1174C70210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2CA93D6-CE9D-DF99-28A7-8D817128017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187813E-A9C4-35DD-EA4A-61AAEFAE4E0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1CF11A4-6CB5-1ED3-DDC3-5ED1C614195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C22E4A4-4BD7-5232-F0B1-6967FBFA9A64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D13A63B-812A-7DB6-B9E5-EA398FCC64B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C817295-70BA-8447-6093-03B9A42A1EA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BD7BEDA-C7CA-2679-9A0C-51912F347F92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1847839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B5E9E-D6F9-0B95-83D8-070D0301C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AE9CA7B-3431-9F9E-51D5-B8C360C79B7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place for 9 in lower right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DFE6087-4D3C-9F14-6CB5-4803BA4FC0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A4E65B5-BD5F-EDA0-BCCC-14B71EA9CB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622FE82-AA87-D1D8-BF4F-6AD491414E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E9C60B7-A832-A784-98AF-D5365EB2FD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1D390EC-EECA-F6E2-4CDF-E9881E0B8F55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D44AE3-DF01-CC3A-DBC9-D7B9CC9CC4D0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6532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383D5A-3AEC-001F-9BF1-1125C219CC0A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099C08-CA6D-73F4-ABE4-90306ECF2C5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FB171F-D977-475F-13D3-943476B6F79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2E900D3-FCD7-2836-E4E9-748109E1709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26C867-52E3-011F-23B8-6CCFC270284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EC8701C-09FE-6B78-DD24-A257B2FB26F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A4F006-7C47-D480-12BF-4A96339254A2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654321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2C439DB-0F87-47AC-B0AD-0CC1532B4C95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11CFAFF-8388-2539-C163-0E1C635324C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174245-53C8-C0E8-1EC5-D7DF7A6E58BA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BC1103D-EC38-9918-4F9C-278BAD00A34D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765321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8671F69-2224-47F2-A025-37CA442B21D4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E26A1A0-EFA1-C630-03A0-2E1E78ADA761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DAD58A7-4043-1A88-D5EB-8BF06022435D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40CABC6-2CC8-5E14-BDAC-BF1F00F3E89C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9E9BEBF-DE95-1BBA-D8B3-D5063EF6DB13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37A0E2D-984F-7FCC-5297-4541D384228D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47D4C02-EA8D-B813-BBA1-6A94B664631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259ECC2-3CFB-42D5-E49B-D5434DA61D0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5CD131B-FA0C-C052-69C5-7F15F82B71B2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4D34E11-150E-279A-0648-A4DB7F1541BE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3D5B1A6-7942-B1CC-4864-F1E217AF230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7AAA0B2-DABA-B585-82CF-01FC570904A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3697BC5-1EC0-5CD5-DEF1-1FBB31FD857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9687F7F-8D21-2DAF-B30D-7E365F1474D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B27A218-AE73-84BC-73F8-C0B676BF5BD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C98E096-15AB-562A-6D89-549A1CBEF9C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F91C4D8-7B8C-A747-8A4B-C6DB06A934D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3259B9A-AF0A-71FD-4BF5-6C924E2947A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7D99B55-2061-5B24-143E-FEA18E0273E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AE57CB-76F4-C84D-0892-18CC0C65ABAA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7F51F69-E0ED-B278-98A8-CA9B1D612BCF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508B26E-E280-69AB-DFFC-4EC3CF81F68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F6889DB-58B3-4C42-2FE7-6C9BCA2C16BE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8209525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A341E-9B61-95E1-DCD7-9C119C0BE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2ED29A2-1134-D2D6-74F4-253CE9D2B7B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16E29C7-77FA-9B15-D003-85C80ADAA2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F419DE6-F959-D4F1-ADE9-5BC8411C13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46477B1-F5AD-88B6-26D1-B3D09DA227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DBD3BAB-6D19-77C1-1D8F-60328DDD05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49A81BE-86E7-85F3-2524-D06AB8DEBE88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B31F44-3A4D-C30E-8B6E-113D38FEE76F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CAD997-50BE-2906-AF0D-A2259444C40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C320E1-0B5B-2C64-A089-14BE1ADC25C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9F5106-E96C-3B33-05BA-E1FE6BB5769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44C8847-9063-30ED-B59A-1B47B8F74E01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86C71EB-044E-7459-67C1-EBDADD977447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6637B12-25A6-1920-BD5C-29C65C280D80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8AC97F4-9171-8135-A889-69E2BA54B22D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3BCCD3E-802D-9211-02E5-FFB7AB95DAFB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9E7B6F0-B924-E98B-BBE3-C04390E3ABF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E130B4-A704-F43C-B359-C26EF5260F91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E875AC9-B45A-AAEB-250C-B1DD1A308D30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7621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40DF3E6-C60D-85F8-833F-5942F6EC3A52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9B037D5-E09F-5472-B0B3-748D5F7A072B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3814540-5746-B282-790C-E53084A781E7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DAC7FAF-4EDE-1F6F-B05C-81E04E52993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29AF02A-2A17-E7A0-8358-36923FF259C9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0AAF314-F870-7A4A-B9B9-2E9D59BF948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3670094-28F8-6399-F352-82C8915186C7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DC8412A-18AC-C654-AB07-1D7FF7E63D7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1CEF81D-798B-7ACC-0E0C-372776F60CA4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7BAFE86-125D-F940-4410-6BBD19F15917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12171E6-BDB1-28BF-557E-2CBB058573C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447AF0C-2890-08D0-B9DE-777EE0E6608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FF9D6C7-A527-7F6C-7DDB-3818088AF9B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D6BA4ED-87C6-8773-C6EF-E9AFA16B56A0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432E873-246C-E002-02A2-C481B4B8B96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88BB577-7A51-AB6C-9E46-6795C5BC8350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3C57965-10E2-D2BF-3FE2-E35B2038E8C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89C8CB7-A4F5-CE90-C6B2-134C2D64133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770E53B-36E3-302A-67C9-C5E721CCAA6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C039B78-4FB6-1D0F-BE9C-77D11672996F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57014F2-6D0C-C3DA-25E4-502D4F4EAF9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45700F1-45D6-E95D-A0D5-EB1CE615F33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4A03A08-5920-B13A-1721-E6B6CAA80775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0473086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70652A-FEC3-409D-159B-31E4DC518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C6459CA-AD06-4228-60D9-54287964BAE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bottom right block. 34 fits in only one way.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7F340BA-1193-ED12-FAA8-008F8C5F16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683FD91-9BF5-1197-58AC-2B07A3C5BC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9EB254C-3DB8-8737-71BC-D8F243FB5A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3D2BED8-3BCA-BB44-2216-8837020B99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18E07EF-1597-9F90-82E3-C8DC7237C6F7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F02552-4B0A-5F1B-9E6F-6E559337E72D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B07043-278E-B646-5780-DB114CCC7C2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B009F3-2AD5-4918-3D1D-07B0EB6A646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34671C-A666-D396-75A7-0B5AF7C26A5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51759FA-8B62-153A-E5C9-C2A029ED076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36D3D63-2297-E37E-3578-5C7BF99152F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D2053A6-3A46-1EC2-BBCE-85CDC22C3D77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0990BB-2DCA-6FD7-F9DB-9EF536CFBB4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2458A50-9E09-8053-90D9-77E8B87F41B4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D1B895C-4334-BBEB-E155-21A096AE214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BC70265-16CE-B3D0-4CCA-8E2E6FCE4FBF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76E4B0F-E640-D08B-C926-5CEEE26A4AD6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7621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846CC52-CB98-2965-7B64-3DF0ADF751BD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1BFB0EF-A551-1F96-C2D7-364EE8B29868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F80C081-89A5-0FF6-DBFC-0BAD9EF03DFC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24B0439-1768-B2BE-6C6D-FBC469B69CC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020BE36-1BC0-7905-E062-CF5AECF6CDB7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0FEB88F-709F-B956-2171-AA033D888A1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CD25B45-F4EF-7204-1C75-A6BCADE57B0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BC39329-5F34-7160-E2D5-D4090DCA43B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F4AD6E1-255F-DE17-154B-DEAD80618F6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4828724-FDC4-365D-B519-E49F8867C3C3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BFA460C-88EB-14A0-AD8F-AF25926A1F2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13FBB16-31A9-9DE9-1656-F9593140C39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07F7278-18BC-E80A-9F9C-BAAB2CD5D3B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1E15FA2-0B70-588E-561F-9B7968F41C9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93513CD-2F6B-51B3-800B-8D7C582AA2C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D86F7E5-2F84-EC25-E7BB-4E15A08CD24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90AEA7B-2A9F-C5C3-5A53-8CA0278625B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1C0C15F-4C59-EC7F-2CCB-68952777325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383B579-F94E-FA7C-482B-77A3B8733F6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7DA2A4A-76D5-8262-0D08-BC9129E2C7D8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1101295-9C3D-D2B1-4CAC-4B9692FFEEF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FD82645-7694-E091-378D-69673D22FD2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FE817DD-2E9A-1C6F-ECAE-4E345166120C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F72A6DE-E068-3438-6509-98B84A8E66F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379345B-29CB-7CEC-CA6D-FC3887B18996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240854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B6F2A2-82DF-3464-3626-B24F14ACB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49F5FE9-293B-1F09-A352-C28B5D50A6D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76279AC-683A-9276-9CD6-3035CE993B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C16118A-A7CC-70B4-DC98-B750BCCCC3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82DF05B-1A26-E987-F4BA-1FE72D7B44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89D4888-3AF8-9FB9-3555-E2EEA28BE8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F896A4-24F9-ADC6-96A2-550491F0ED16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477614-AA32-B968-A2E0-297BE0599F90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06C7D4-3056-9D8C-38A8-4D179E8B1C5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7F407C9-102D-754F-E534-D0374254CF3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E59EEB-D3D9-4F5F-80B0-C38D4A23F6A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719FF6-274E-C92A-E37D-DAFE15815615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7F8F01-FF10-B020-4BB2-73D9D5C1F488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ACAAD7A-4074-2FD1-7411-CE865085B2E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F785E49-B7BC-7BB0-8F6B-BE45FF19E499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AF7AB4B-E7BC-F28B-B31D-D59C97F98E7B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0D06E6E-E7AD-B207-6424-1EF57BED165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D679305-2911-10FC-206F-AEE31B4995B0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8B7C972-F395-C9EA-A833-312AAD324290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7621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2832A0A-D779-70C7-50DB-254C271EA10F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DC39A9E-D9BB-FC10-F7DE-593067F0DDA3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0E36DDD-B235-2CAA-DB4B-DC1220568988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285031B-F5DF-2875-07D0-DBA22D461564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BF9B8C5-8C48-BC62-554A-6547F8B427BF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2DA3EF1-CBAC-E142-CD6A-0616D365962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D0920F6-98E0-65BB-A964-18F790DEFE67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DBD8CAF-5109-965B-FBEB-D75336C82DF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9E074E5-F294-328E-3A14-C0D54B9D97D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74802A1-EAAC-90CB-C945-41EBB566563E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81BB569-F11C-32AC-97B0-1E43024F584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6D3507F-3080-A8FF-ACE6-B5F27FF97AD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CCB4FD1-81EC-C2A1-9140-10BAB199B5E7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4DA8CE7-F539-0A4B-CCF4-1AF343184720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8128234-817D-84D3-A70D-CCFA5C8C680E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C7F8F47-58BF-8B70-5AD3-5E2A3CD0C21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A644634-2609-8EA7-6FD9-413D26EB3EB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70CE6A9-2CE7-D421-C6E8-B170DEA1344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B43AD2D-8ED5-D8F8-8233-B3405572886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4E6AE62-5BCA-D0B0-BE64-E0466AB2D706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974BCC2-D673-0D0A-EE15-CA9031B96576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918621A-2D54-F834-E5FF-A9D092FAD41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7E5EFE8-73F5-D51C-D978-207158B40910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46061BA-B6C6-95EB-5686-E70E8859350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4EDFCED-3CDF-8AF1-8EBE-F9A4D7DC742B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9144840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CA3B7-AEBE-D2BD-8DA8-6ECE358EC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BAA5DA2-CA8A-5AC1-EF9A-574CEDDD12C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Columns 8 and 9, and then complete the upper right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E8DA1E9-8F0D-8582-06A0-C28EC9F04D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A578D12-09F1-05E5-085D-59F57B4D09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985D83F-D9D6-019C-C338-FEA4B5BD51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C31E898-8E54-3602-0389-E9196BCBBF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F7E14C2-90A6-FD7A-81D8-48DDFE59F774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CAEB6A-96E2-6384-31FB-FF811616FA0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C490E2-57F4-DC05-47AC-4B25498FBAB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D3B22A3-41FC-9DEF-7937-ABC8CB69ADB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F664A6A-2F0F-B759-A54B-82412E65421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25B0A14-C8B1-ED61-DF75-A74DF833D37C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1B1D37E-0B39-9F33-16E6-0F50F75FFCC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630D7F-BB69-C974-1E0B-61FE62B7545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EF7F0D8-6EF1-4078-E1AD-DB9D26EBC08A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6DF0563-84A4-B6D2-67D5-BDE6D6CE9BE9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163A552-27BA-1EF0-89DE-8DA4383331A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DFACE65-CADE-278E-1C29-2BDA9A5B747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DC3BABB-BCAF-0C88-3710-1C889C5FDEC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7621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AAD59A1-EE46-07B0-DCDF-DE8B5DD24321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C3E1216-2D99-50A0-6E53-99094268ADC7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B967F73-01C7-860C-3F74-26BF97FBFC3B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93EC227-3A10-276D-5804-A5B18E44474C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0D6D42B-C615-82F8-D5D8-124EE4761C86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26BD545-8D3E-AE1D-520F-8477BD173CB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501E53F-C34F-3DF9-A7E7-4A7C5A81075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446A0F5-DEC0-6CF0-2F76-344218345BE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94FD3AA-2F7F-9E24-0EC6-FFCF640E01F2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493EB43-71FF-2643-FC43-E54E5A43648F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889DBE9-1FB2-6FF5-5C46-3C23B603F16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472431D-3F7B-BC24-67D7-095ACA3088F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C019EC1-9528-6295-093C-5449D6B85D5B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FB06AD7-93C2-C6DA-67CB-EEE464CAC24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ECE850D-B46B-51AD-344C-2423475A9E3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9BBF58B-7A45-24A1-B305-28892D016AD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E09B269-5782-850E-825F-F0F316FC920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E8FAB6D-50A3-9BC1-55B2-0BC13AD9037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13FFCF3-9266-917F-36FF-2A7F7BF3401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5F3438D-25BD-FE61-3FE4-BC09D19EF8BE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B0A412C-62D8-4AFD-621B-FCB70FDD4DD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DE126DC-E949-FE1E-CA18-09BD41C8CA7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E35FB53-CAF0-0070-9E41-882D95A012F8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2053F64-D909-06A7-C9D7-EBB7A00FAE8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D29645-1ED1-BDEB-C3B2-628905843EEA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A2E1FAB-56F3-69A1-1FBD-830C49DDF70F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D5D048A-9C7A-1684-1F59-AE762BEF1CFD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4BF2CD2-1DC5-0210-CF8D-33C91BF430F4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6DB6893-075B-76EE-F952-51CE42407B59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35C5905-748F-238E-22A0-F1FB7E85FB1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BC8CF30-7B5F-8F4A-A2F5-EB8CCD87725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B1A417E-D60D-538A-5700-BC35A7C4616E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</p:spTree>
    <p:extLst>
      <p:ext uri="{BB962C8B-B14F-4D97-AF65-F5344CB8AC3E}">
        <p14:creationId xmlns:p14="http://schemas.microsoft.com/office/powerpoint/2010/main" val="14516111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B1EB3-7415-B398-8A7F-94F8B6573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322758E-4011-8F27-4A3C-41A7A00F86C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DE68F67-1D13-6091-6D78-1C2790E3CE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1340287-6341-C494-62F2-295EF7FCB1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B410769-633D-E2E1-D091-2E0DFDE26A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ACC6BB5-F283-98CA-0B1A-2900C7E2CF5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21B70E5-0DC8-899F-6A30-DFAE3253A607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0E1E9C-707A-B701-53E8-F003CB57AA2E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15E1546-E6A0-9F61-3B86-66AF04448C4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F78AE7-6C19-C4EB-18FB-DCC49F5DDBE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D39ADB-AD0F-7535-17F9-73BC2553167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D2B477C-1956-5B88-D109-E63167C6CB6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E0C957-3A50-E251-46AA-F49E549FB67A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7A39C93-69B9-D94E-8BF0-D1F2DE50F4E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ED8CF7A-C2CC-23DF-7001-B111CD109387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6F57874-75EE-5D7A-164C-32F0E403A9D9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6E49F29-035F-2EA5-0F45-427BDD9E093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7FC356D-C219-99F7-A927-0640CCFF06FC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F3190C6-9BED-BA9E-1605-A1A84C6ADDF0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7621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1D2AE73-3750-9620-7D6F-88CE724EEA52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6A83389-E4CB-58E3-8F1C-67452E97F5FA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3A13596-A04A-4390-70A9-7DD9D132CCB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F1CCC7B-AB6A-E67D-69B2-0D5B1A2E696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4A16F68-174A-44EC-B32A-279D5EEA3F2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005D0C1-596D-F19E-1458-9873AFF5E641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A589BB1-40E3-11D9-525B-F395C22D04B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A1202CF-B1E0-9379-B1C3-D79AA1761E4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83880BA-EA7F-1814-193B-9C3B865E255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8779175-5D13-3AD8-06DA-80EE78301C2C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FD8AA2E-4AA9-9E5D-B7CA-F75343ABB0D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52AF55A-7753-A274-FB56-E03F5BB41538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158B50A-ED84-DEC6-D431-6721F0CA2A0F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636C4E8-C805-22B0-4B54-28919BC1312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F3BEE7A-47F5-6220-6C59-5CE10F20FA9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C736466-7889-46CC-7E33-0B1FCC9A40B6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15657B2-0D98-FCD6-D048-4D263D45F88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D5D69E6-488D-7EC7-298A-8F9E0A4EEC5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F08D1F8-ACF5-7D3D-73DD-CD17C5DFFE50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64FE996-D1F3-A84F-AC5B-61CC9C92313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874CBB8-F7C2-1707-3E55-59B5A8C890E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6950B04-DDAF-765D-A575-58430CD6FB8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24F9723-7BE8-2CA8-03BD-E7252CEB9AE5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2E11DD2-9CFD-FD55-3ABC-8DB861F9762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70C0A2A-4819-4FC1-A1F3-EDA0723D23A6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4A24146-9B47-3B34-A645-BDF183E8747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04446FD-E5EA-B7D5-F4C0-4FE0153FB1DA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A8D6B75-EBC1-02F9-649B-A4E24C1B3C9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B091BDB-2976-1091-6A7C-E027445509D6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E7DA58E-366F-F495-40DC-4CA08008DFAD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5F6ECE6-A634-CAEE-621C-89DBEB906678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4295E9A-4B0D-E9AB-2175-E6BA84826B7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1978875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1EF74-775B-E3D5-2035-169D831185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811513-2FA5-D88B-4592-37BD8E48574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2319049-4F04-818C-C91E-1D67895AD2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C0C899D-8857-7B37-0D2A-8232EE4B8E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CABF7E8-B797-BB67-367E-E1D37C76AE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1CBE365-5C26-93FB-5DF7-12C32BE540F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81C4F96-C80B-4BB3-9470-FE1BD82A8D30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BC437F-264A-2C1D-3716-ECF2C458E519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4C6121-A3F7-7FE2-FC50-FE940F1D304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4EC156-222A-5E8E-7609-D3432E1DDE9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476863-7A5D-4A0C-36EB-B50709C5E84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1BEBE3-5F5C-6E31-18D0-233545AAEC3C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AD57F5-5618-3E38-1ED0-6047D11DBFDC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3F4AE5-AB9B-443F-C832-43793FC3D45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DBE8D9C-D544-F811-4C3C-8B86FA37C0AF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E8A98F-E237-FD42-FCAA-6FB678EB5157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B72167-3DB4-6AF4-2F24-DE51C0DB9F8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C06D080-04D1-546F-9918-390BC6549E59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D127174-D8D4-B034-2A35-4B00759B5F8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7621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882D318-8B1F-E999-4FF9-CEDF08E55C90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71CD647-FB83-ADF3-2187-CC111B8CFE8B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90AE6C5-9846-A0B1-059A-848E092DD63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E04EFB7-33BB-E34A-A700-6E97CFACCB3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A81E0E6-DA1A-B3B9-30CC-DDD562A930F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4BAC2F8-108D-9380-A07C-86CE1E6FF07E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1F4F496-0E0C-33F4-C508-231FF511693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048F311-2BF3-E36D-E5A1-4EA2D0369B9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B390897-1E19-7E4E-5EBF-9EACEAB66E2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DD1E923-3F56-E706-67F3-CE0B29EC0AE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43527AA-DAFB-D1DB-C632-BEF0952BA1F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DFF882F-0CA1-DCFE-25FE-7DC2E749DC5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0868D5F-C051-DC7B-D119-ED9C249E234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27ABCDD-7AD9-7F02-DA17-AD410128C68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924F358-DCD5-7488-C1F5-A21C6E25FEE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19D7C33-858C-3B20-01A0-38ED2AB0414A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7D008DB-BDBC-7A02-49D6-67043587BC82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DE5FF53-4EE8-65EE-3C30-0827F53B2D7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36607E9-3026-EF0D-1E26-AC7E1DA2BFA6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D9812F-B6AC-E6A6-2355-DE4D38CAFE4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3B203AE-4845-CBDC-550E-2BFDF107B583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B7D1FA-5791-E867-833C-D4ED5C0BCACE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D028D60-A3CA-691D-C96D-DB26FD60796D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0A0BA22-AAAF-2FAA-C001-E0FF05A0EEE1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B453DFC-2767-53B3-2801-B2DAFA9994F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4115978-DE88-9290-DE57-ECDBCFC1846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8B203B4-C777-F12D-0625-E68C82CD8C0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77B8CC9-8FB5-C0EC-1082-24AD3CF33E7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7C18538-5FA9-3A04-10A3-1498CA2C4016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017FAB7-C8BC-D4DB-BAD0-D20D248F5425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FA95F9B-BF54-14D2-C1B0-7227CE8B6E9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4FE4769-9832-3699-2602-8386A2B33C1B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5082704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4FB4C-5253-EE2F-304B-599CC3D8F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3728F81-D265-5244-C986-CE242167871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You can’t fill [20 in 3] with a 3.</a:t>
            </a:r>
          </a:p>
          <a:p>
            <a:r>
              <a:rPr lang="en-US" dirty="0"/>
              <a:t>Then, 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AEE26A1-D1AA-665C-2BFE-9B66F96224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6C7F71D-7315-3BED-27F2-EB17FDF1DC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BC1A540-686E-FA46-B031-685A7DB133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0480547-C28E-C5E6-AF18-51C4808C5E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289D407-95F9-F6CE-E334-1AF147264FDB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6D9C6D-84F8-07E7-9E62-7EC2785F5642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9125A3-2C59-D9D9-587E-FB08B40731D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FD049E-5E52-0992-EBD1-2E403EEAF5D9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946FB2-73FD-ABD4-0166-7C6A3BAFD94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FCF3D9-5805-C6DF-6C9C-10497ED09BC1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13BE90-BCFB-B2A8-0EA2-55C28485857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ACBA1F9-EB52-5036-7519-708A10EBC5C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93B5E2-B9EA-5CED-22B7-BC5E1E6C5492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38A908D-9C3D-C7DD-722F-0622F0A21041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00B8860-DB47-6AFB-6320-C15E7F80E31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FB9605A-6B09-6EFE-A863-11121232C7F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31ED089-7ABE-21F3-A182-A85F6C697F9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7621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8890FC4-CEC6-059C-5937-56518167747F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440BE46-69F9-9C80-88C7-8241E95FADA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F8322EF-6F92-76D3-2096-32F72FD8826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89973A3-408B-9C05-5AF0-C56D412FA8C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443E244-65F0-528C-C7CE-C0B824691EE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CFDD8F9-98DF-D767-0293-1A8D3D48F65E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6303C6B-606E-5C91-9D24-774F8466731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F9F275E-AE4C-1035-4EED-CB2A640C63D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C0607FA-723E-4610-7978-3FBABC2BCCC5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C9FB3AE-204C-A97A-9FBC-4C904D8974C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76BB6B5-A7C1-40FC-1191-2C46E63E224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3D35461-6CD8-04FA-7AA9-25C541D8DE1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C2A1586-6F1C-E3A7-59FF-EF96DCF819F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0C65FA7-024D-900B-26E3-62C3EBBA6CC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618D808-0689-EE78-9F24-3B860109894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9973C2E-A6BB-4296-FC05-DAB3123B082B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6F96996-96DF-E137-24C6-690D34D50A5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A401C00-138D-69C6-E93C-48EF352FD7F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7072D8D-9D44-3BF2-6D77-64FF68AB4F05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8B36E1-F8F6-20FB-80BF-D62C543CC8EB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92D927A-4C77-95A7-7436-5CE44FBF162A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CF975DC-2127-949F-30E3-5F4753B10140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F4EEF42-C4DB-B743-095B-D37B3B5BEE7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79B92D5-8CC1-B477-17B8-6F9BBC01FD55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61681B9-55A7-B2CD-4E6E-383B5B0C64E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BB8BA73-9E85-BC54-A8CF-BBD661A4FB67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A603652-7A62-5D8B-8568-B59C52453E64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D6B3690-D1CB-2DA7-6DD4-CDA9F632D65A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9EBF11A-606C-6E75-55AA-D904C548B95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A255F4E-797A-9E1D-919D-51105CADD9F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1A121BB-9443-64EF-616F-A93FEA349744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0093657-C8E6-3845-0BB0-F71FFDABD70E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E11E50D-01B5-FFAB-BD00-ADCD52817E9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7056109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160420-AF44-C0FF-7526-0A68F1FF2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A00327C-5173-EDF6-D5E3-D770C227D17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  Note that [8 in 3] must contain a 2 or a 4 (as 125 or 134), as must the 42 cell. So, both 2 and 4 are spoken for in Row 3.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425E055-83DF-B3A0-747B-E55A8C62FD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6E31845-6E9C-22D7-08FC-C61E6D5BC1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E1EDB99-3E44-6EE8-5D36-0955E21078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A734A06-EC89-1DB6-B22E-B3B58769D1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422ED5-9E64-1C52-9A41-63910AD49159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A05D02-1592-C861-95E1-CE9030E2E41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A36A31-FDA4-ED2C-EDE3-EA3E2109591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227037-4760-D0C5-4F09-B42FB964B81F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44C6357-C31D-5C4F-4102-CE0687CCC12C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69033D-E08F-9AA7-B8BB-9C98A2FA81BC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472EAA4-C2BF-38B1-7B10-722708CA182A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A6B634-A2FF-C60D-966F-0430BAC1C97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F8E8DE-DD65-17F9-FCA6-72DCEB90E638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4E8B3C5-1CE6-0D46-D1C2-21112D8FBB86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820D119-3E8A-9A70-4641-A20CDF31864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8ABDD60-93F0-D4CB-34EE-FD483599C719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659612E-4DDE-3E8F-5B5C-E005FA13A216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7621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AF4C7A2-B362-3518-F095-348DEA9B2824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1EAE488-D04C-76AF-764B-4B8E076FC0E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481B677-3C2D-45B5-7AC5-3520CA996177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DCE4116-44B0-98D1-88BC-2B3F6B20701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681A823-4FA6-1868-7B2E-48BE5D0A365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379518D-89B7-1DBD-0BC8-F851B35E77C2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6BAF253-7D3B-5651-B5A0-A2BC1F9C302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0612CAB-73D5-A5AC-204D-0728B659F903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BEF92FE-F145-0B4C-569C-1F1A8EB0271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BA32B55-E925-CC33-E7A9-6B967912D1B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DC0C181-544F-EFB9-D98A-F4D6222C86A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4458DF9-0AE4-343D-4B67-84E2379F5B4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90A186B-3EF9-CFC6-61F7-22499FAEF48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4BF7DF4-1AA2-ACB4-8F6A-7F8785E1125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3B400E1-C47D-6259-9075-F8D9C27701A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0B1E02E-29F5-B885-1025-E44C30F9C558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EB49CEE-7D2C-92DC-C117-3DABD827571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46C6C83-5462-1708-C479-441D376DCA2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0632C4A-C1EC-FB12-1264-3D011BE1810F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1046EA0-BB34-0503-5F03-4D8E282A7F3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3479F87-7092-8EE8-50D8-36B140E2C8F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7FB5143-AFC9-E6B9-BB78-FFCC87DBB5A7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AACBFAB-7B1F-9D41-8D78-4E7738FC1E21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6AF6958-168C-C654-F39A-0D10533C733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69EE947-457D-4401-D872-598CC27BA25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9B80F67-907E-6540-D160-E10448BB2DA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E43071D-410B-DF6F-C9E7-CDBE1B82DD05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8CF918E-B79C-B845-00A7-0A94F471D2FF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2C5C8B6-37CB-81E4-E91D-F9D2EA4CE61C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44CEA0D-0612-3079-C216-B55FC19D2C3D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1C6F5ED-1CF6-0B0E-EE07-5E79484F6B90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8D255B4-D411-9E3A-DBC7-CDA53B7DF63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9716150-C666-077A-54E5-07487FBFA40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ED01E01-536E-08FD-F3A0-055D5836A55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</a:t>
            </a:r>
          </a:p>
        </p:txBody>
      </p:sp>
    </p:spTree>
    <p:extLst>
      <p:ext uri="{BB962C8B-B14F-4D97-AF65-F5344CB8AC3E}">
        <p14:creationId xmlns:p14="http://schemas.microsoft.com/office/powerpoint/2010/main" val="39655866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55A2E-99B8-495C-D33B-D1158EDD1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5CCD613-D338-5AD8-07BC-96F59DDF2C7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Initialize reduced [9 in 2].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527C9E6-5A5F-62A7-F922-0B52518051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304BE83-2D40-A251-301E-7B0563F781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37CDFD0-A7E7-345C-4F9A-B5F51D95E2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4622974-10B9-605B-98D7-BD3633551D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8D9542E-828E-6B4B-C989-E1464109D230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D0E1CF-4C97-0A21-E82B-1292125344BB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A5A4BC-CC27-C820-C092-443C3742F9F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F8EBE4-7B75-DBC2-7854-4A678DAAD953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327690F-9ABF-F37F-25A2-CAF9A96F8D6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60DC13-FB40-518C-E987-0EE14B9FB438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343E7EB-B1F5-B47B-577E-F9BCB3378F2C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A2022A-C9D6-FD50-F1E5-65848C47587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2EE9FC-7D09-DFA4-851E-654C210DA768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6F3AE5F-53E1-E3B7-B04D-032CB5562C6B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9214DFD-923A-486F-C10A-4772E7EAF5F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DC42B96-B19C-C00C-F4A7-432E421E70D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D23A419-D894-B9BF-977A-46317D52EF34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7621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6ECB91F-1EF8-1772-59C4-3CD24B0F3A11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9D3B0DA-F214-4F22-3D05-971B8AE6D800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7ED221C-595A-238C-C37C-C946D2117F7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12C1A81-C6EC-863F-923F-2817732CAC1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F1934A5-ED39-525A-E824-28D2D1C62A4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D30A82E-9200-A2F3-578E-52645BAFC19D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AC7B573-6DE1-D779-55F3-A55B55DC473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A87157B-5572-766D-8FE9-2620240A37D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CCCA52B-EB2B-B82D-0753-CEEF19F94F1E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47D51E8-3BE6-79CA-E5D6-3D8E2CF9C8C0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44297EB-B288-DB1E-B4A5-AD327EC4431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20FE4D-9839-AB9A-402D-848DA17AA007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DA79B2E-B913-1A53-EB77-417F9BCBFAB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54F98D4-D38B-BA94-A8E8-776CA986C900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0057AC4-4623-2ADE-349D-14CDD43FB9A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473FCD0-E8C7-31F0-3B50-7BFDDAE955B5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B1EE5D2-13A5-970B-48F3-CF686110577E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204B54C-905C-4EA1-5A39-19E606FC86C3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4E7ED13-B071-C695-3776-E214C990135E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EF75A7E-091B-805C-EA62-0A07874A7B8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6BE7060-8953-3C7B-BF68-9709C7BECBC9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CE4F085-8BF0-4D96-5504-EBB6CAB558D4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1AC9632-A58E-8605-757C-75E290B0142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AEF0A49-4B33-ED44-7157-55E12FAAE7F9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501D69F-5D52-6939-4C3E-FAB49D30F6E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A47E585-5C68-5280-9655-2A63DDE69090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1AA44C3-AE37-9C5A-980F-54C00190E82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09AFD0F-4A78-2B3C-10EB-BDE6B458EA86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116AB5A-7F39-6B10-CE2E-DDACD1FFA165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6DEBBE6-586B-6F83-BF1B-05F20555FBE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EE1BEFF-9846-F0E3-A970-EBDBBD44A324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4337E93-7FD3-13E6-AD69-F132A55B6BB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016BC41-B955-C12E-AE62-6562CA79E7EB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1E7FF24-70CB-726E-333A-C2F671EC77D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F1D1B7B-02AE-071B-1BAE-37C319413725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69D584C-5B81-A873-5F45-D1371030010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75421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9EF512B-72AF-B65C-1259-B3F13E9CBC42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78CAC52-27EC-D10C-57EE-DE8BA72D947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7542</a:t>
            </a:r>
          </a:p>
        </p:txBody>
      </p:sp>
    </p:spTree>
    <p:extLst>
      <p:ext uri="{BB962C8B-B14F-4D97-AF65-F5344CB8AC3E}">
        <p14:creationId xmlns:p14="http://schemas.microsoft.com/office/powerpoint/2010/main" val="4833753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0C5C2-BB20-92CA-016E-52E2BCDBC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4DD0479-ABD0-EBFB-E464-9F96C16609C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Row 8, [9 in 2] cannot be 27, because that would preclude both possibilities for [8 in 2] (17 and 26).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0CD668A-3A90-DA15-7179-31B8719879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AC602B0-F525-C320-8B61-2CE794DE21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47824F0-ABE2-4ED9-21E5-1BD14776F2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6B021A4-3F8D-6012-5E2F-6157BC310A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DF00B8B-61E6-3CD4-65B3-977E3185BE31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7AF9DE-BB24-6113-A03D-0E30FABB1CAD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4725E4-5045-B8DA-B19A-60B4C03A642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63304B-F5A1-6A6B-502F-CA2D7D7E47C5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0C0CC8-D7FA-8EB7-26B8-D647E4CD087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92B28E4-5275-A98B-E5BB-4E8391B255D1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77798AA-F218-53E2-C535-68AB16F22F5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457521-D3F9-1435-2264-814434287D1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038F7C0-7726-6499-B180-F075AC5D276D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7D0BAF-8C3C-4480-6FA2-541FF7706C64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76113EF-F694-FE66-B826-15A2E101D63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B1C7586-9A7A-579D-3ADD-E9198660F17D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392290F-8A19-DA01-3590-AF213B8766B6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7621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910D888-FF04-0D38-C647-983DC92810BB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B081408-2A07-57F9-EE70-809D6995731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B551855-370A-5690-34A3-268CC1FA2CF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4E38550-3049-7693-02A7-5F0FA2D3D906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5515A65-86AA-AF0A-3BDB-069D5998089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C6194E6-541C-08F6-7111-13542AD46DDE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4BAEF13-20AF-7249-5647-EEF52F73A3F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EF843D6-31D2-000E-7CDD-2DF41076D8C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5CF5DDC-19F9-C5F5-B841-A56EB37DC53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50DF411-EFAC-CA41-D792-16E63476D58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5C72F73-7685-7361-DF69-F4202CA75F9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6397B78-700D-38EA-1B44-E55BCA77AD5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DD86770-8C05-3595-DB7B-80B2990EE66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64C3ECB-7606-FEA7-11B5-5341CCEA805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145223D-F65C-323B-F1AF-28D0A3D6AE2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D10DDE8-09C1-D1C3-E635-791620367C45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A1FCAB2-E4A4-DFD5-EA31-B5742B04505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BF677DB-750E-988E-FF0A-734C50D79EF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D5742C3-ACE1-76E2-296A-65991DBC7C31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7AC2C1F-0D7E-1EE6-B7D4-C50E0F06F0F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C4CC501-A809-0772-9687-82626DDC7184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84D7C32-57FB-725D-AC72-FF98E357764C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88A3187-BA28-6EC2-E0D3-44B4A53E130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4761F18-A4C2-B748-6A13-007B5A90A85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7891CE4-71BD-3F6E-F77E-CF42142636F4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FFD54A8-C6E8-1B0E-41FE-2999A06AEC2F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EC1F393-71E3-2836-6A21-CF34070EED1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92F2829-4D4D-48CA-A875-B2CABD31286E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772041C-BE05-AE90-DC68-A42597954A1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EFB2DB0-86DF-6A45-E060-731A825A696C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ABDCF7-2C93-6ED0-CBCA-D2716B7B97C2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FBA1AE5-D2DB-78C9-E5E5-CEBF1654CB1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D2E6D1A-5CEC-0C1C-61C7-FFBE810DC2A8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904CC37-8C42-4839-7886-8E6F7D615D6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F9A35F0-5818-6681-AD14-CB654801B89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8B703C3-8331-FDCA-AA1C-312D07A84DB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75421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DD94D24-5BD6-AB50-9200-E122A6D7A1E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F3E0A9F-EC92-7624-98F1-6B3D596C2E1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</p:spTree>
    <p:extLst>
      <p:ext uri="{BB962C8B-B14F-4D97-AF65-F5344CB8AC3E}">
        <p14:creationId xmlns:p14="http://schemas.microsoft.com/office/powerpoint/2010/main" val="32204294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C74EC-3E7E-1C1E-DF51-B7FEB2DEA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FB81777-7682-9389-3860-45873720D03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24F8C83-6A2C-6816-8EEE-C8E226C736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925CDE2-38F5-7C24-2F8A-95F294422B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AE96EA8-C4DF-D095-08F2-497C21A9A3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CEA97EE-BF1C-057E-CF72-9943621D4D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5130FA9-97BA-A4AF-7918-3117C85B8F97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368F15-2D03-0540-89DD-9577D6802861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D03CFE-CA6D-0BDD-69D4-AC4F1407943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2CC0B8-8A54-CFED-CD93-C483C776E6BD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A426574-EB3E-2FE0-48EC-2D6EB893C462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6D60967-41D9-EFDA-D2EE-A027AC6F43BF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E12A31A-8111-D414-8C8B-49002934C16D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39F8183-F358-E775-1521-D628DB01372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1022D7-0A06-0E62-843A-1071A082CBD5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7166FE9-90FF-E113-CBB3-4556F9F231A7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AD81193-6AB1-841C-9245-969E6A781D2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4360688-4947-B178-5F82-57F9EF19F04C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93D9F76-107D-D4D5-05B7-426E3592280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7621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499CF6E-5823-D9B1-C30C-8C13085AF870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E7F0AC5-7512-0EC6-70D3-7F1BCA429B2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C96B86C-A560-4A80-3535-93FB57A0EC5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067FE34-3F31-20E7-31D3-C54A7D878CB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DCFFFAF-3440-858A-96DF-4842A5BE5F34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114A52C-6E23-5099-D0F9-42FD4601E8DD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CD9B293-0C10-A65E-C05C-82186924D4F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D8D897D-8F41-2F3E-4458-D3983F18C13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6B74035-3870-B0C9-3D02-2330F1648A6C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8E7D078-7A92-E7F0-7470-83791870220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9B80E4E-2FD5-755A-8EF9-D5884DD4A3B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9E5016-B251-CA72-70DE-3C92740F05AD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458F943-E5CB-780E-4086-6BFC63A7920B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1141863-750E-4E1A-B661-67BC8D757F5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602E58D-6A3C-5A06-25CA-E0074C6AD968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6FF14AF-8A41-DBE8-F6D1-D77CBFA57F4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E511263-B69C-ABD4-3106-D96ED6BE8DF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685012C-A668-76B7-3386-948F834E85E2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BFCCC54-6401-23D4-C822-EB22AD322F6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7B552FA-3798-2A60-3960-5899CC6AB8E9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D1B3799-4D6A-7009-1F2C-0194C0AD0399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3A9FED2-83F4-0ADC-C8F0-DB21DFD2598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6726A20-778A-0E21-3B1A-49CB3CAFCC8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AC50D28-F727-7553-D6D9-9ECFBC60D39A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4F0BCE2-6023-187B-86FC-4B286682F729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187DDE4-290B-E900-DF82-58600B92F4C4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80C5CB6-27DA-7832-89E7-F957798E44C6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D0BD26-A368-94E3-EA59-55392E70256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535DE05-8CF4-8D97-9E65-0C2C625F957F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8F1CABC-7E1E-7E00-98DC-9E91066FBC97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E579C96-47C9-35C8-72C6-E023FDF5373A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84B38BD-1561-EB82-F283-EEBFAF7DBEBB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D0AE6D-BE7B-739B-0BB5-72AB33BDE7E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3B84B1F-19EF-795D-45D2-0E1A1CA8792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E164482-B45D-1408-8611-38CC38E8360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75421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BE50C15-20F0-0E6B-0E76-38528B56F4B2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CC03DCD-5228-D354-AD21-9A61C08A772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898A5E5-BCB0-6ACE-AE86-39F8BF4687BA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2449912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EC7FFC-7694-3BB7-0358-4AAD81EF8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E3247A2-FB17-4E13-86F4-E1630BD266A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92C9E15-F308-39B1-933C-F73D2A92BC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D597A57-AAE3-5315-14F0-E86B3A781F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FD7E4D7-FE04-1288-451E-A36FC34A87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2F8F706-4DBD-FE69-FA46-3FE2D45691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3EE5A2-93D6-E3C2-5FBC-3E30C804EC9F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3CAC04-90E7-0189-0F0D-A06F1BB06189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165E01-17AB-7684-E4B6-097437E15AD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225AE7D-4732-9B82-3E9C-CA703987DBC0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DEF6A9-D091-C878-4914-CCF7D0157DC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A08592D-CE6B-A7F1-9B2E-509388BCEC4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65D6680-698C-EE0C-F008-64EC42E28E9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E1C2AC-2FA8-B938-3A01-56F2FE561CB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41F1763-0513-F501-2C88-D330457598B9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3F946D8-462C-B288-5569-183F038F87B8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9BD9C6D-1BF4-9246-20C6-D9C795A19F9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229927C-BA4B-A350-5D44-2FA88D6BCD1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AB29493-C90D-5688-FF2F-CAE037002BC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7621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2DE10CC-BF13-53E4-A9CE-BDFDFA7D482B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B01253D-4AC7-8387-3FDF-1D7F7E7A43E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F761C70-C735-0E64-F0DE-3BDC1717BEC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0CB1CD7-FBE6-9603-2A67-839ACA0D932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7C04519-4654-F5E2-35A5-00A89AAE7342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082AC4E-75D5-2FE8-3BB0-ECB7568BDFB1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2606074-E84C-9CE1-A76D-B72713B2111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3E7741A-D284-7195-7050-E3BD601D413A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475492D-A5EC-E31E-EB24-62447E1A1CBE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73A30CC-CAEB-E588-0854-40F0F6F6215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08FFF81-8978-50AA-61A5-C313D8C35F7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670389-1EAF-2473-1204-C1EA672D0C5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52D2B0C-DCD1-F9C2-8027-AA37E9CE388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4D9E0CC-1053-E19F-A3C1-F325D87C171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3D9142F-46AF-F748-AB1B-032BC2DAD59E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DA7D906-C19B-908A-4EF3-DFEC54804CB0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F1F3FFA-5821-56D5-3A31-87A4A79BB993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DE07906-6B8D-C9D6-D49B-766F181BF933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3534D02-B7C9-9508-6391-61DB8B071BA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73EABFC-910C-6EC6-F50C-E7FB8077A64A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497C6B3-95B3-1D52-6754-F7A2F407CCA5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4C705C1-4BAF-3EDF-5641-F917F25B76B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FC5AFC2-2DF1-E17B-22FC-E0E5CCCE741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D560750-CE99-4FD2-BB4C-BC4634BEECD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AD3DBD3-ACAB-78C8-8685-F033025E73F8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354A332-58F3-B75E-4EAE-C69A49AD7DF8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A393F9C-8BB0-BE11-74D1-FA8B74EDC3A3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BE22FDC-B4D8-C60F-468B-F9BF370D4E7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87DF4F6-B70E-A038-3C69-44DE24D1DBD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0F5591-1FC1-C2D8-E26E-8B17C675769F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600C467-1724-8C29-3FDE-10EF8856EF5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1446245-6D5C-F297-6C49-9387FD7BCA8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71781AE-CF23-E925-F5F2-D3AB2E97C51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1A94C2A-A53D-B44D-9CB9-C0F68A9BA82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57CB61F-8704-8760-3863-7F2F2565656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75421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5599012-66F9-C4D0-C002-63D26FB01D5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7D068DD-BA2B-62FE-5FF4-96061866E27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D5FC54B-BC13-7FBD-831C-271AEF9CB242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4133315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DB114-F3D8-BAF3-849D-CD31F8C5F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73E0B0A-924A-8B9F-2E0D-92173652201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Finish Row 8.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68A74F2-6EF9-ACCB-FB5C-03FD82A48A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26FEB59-7CF4-DF23-6355-5FFA30A187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8F72CA4-AC08-D83D-8D59-3824BE95D9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64B79C2-3725-36F8-D453-3EBC98F401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49D7942-A958-ED71-D076-6D4E504A9690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6E9923-472E-7914-8B2D-AEAE3ACC686A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9F4E4C-355C-E3E1-1392-D11910DA412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28A95C-5777-DB90-5621-3C0D700F967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3B0657-876F-EC55-1EFD-B9684EC453E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2082A6B-54AA-CE71-3486-9EC9F6FC2DBA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05B4AAB-1938-FBAE-9358-88D0F6CB12D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BECE230-112A-55F6-D973-EFC4308E40F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97A118-9E6F-A45C-C56A-6ACD553A40D3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DD76DC2-8BA2-DD5B-C6A1-23EB4B384619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637B61E-084E-7BF3-02B7-46AE438F1DB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94F15D2-BC12-BF4F-1D37-6FAA1835376E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E10ADC7-1CCE-9107-2758-5A1599DBA32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7621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F995644-1263-125D-76D6-5721680632CF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2D1DFF8-E5AC-39D5-2B4E-D28FD4F64B8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6842519-5C06-1377-7152-47A6DC3B6F7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C5FC595-EDF8-1515-582D-F5898FE599F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45BAD6B-CE51-6E16-1533-D4736D59AFE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968A37F-451A-B13D-FD72-91026E56689B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04847E2-B359-E253-9F5C-690D7595571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DEB2B59-F7AB-11CE-F1B1-942B5C4E0013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94DEB91-FA40-0D51-D74E-0A277FE2F2BC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3B2F74F-360B-F82B-5D1C-D815FAD3B9C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345B2A6-8EEA-24B4-C312-C0A4A84C80B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D171E8B-F731-312D-F4C1-2CE04341C13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1C865D3-B809-E6A4-5CEF-A0E149006CB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6FF09D1-B91A-DB87-97B1-3187E066929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B21793E-9830-352F-3B40-1D8F8751B5D6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14B355C-0475-B8BD-4302-31C1BD3E00C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634FD71-0455-B9F3-BBB0-5D69433C6FD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7FA363C-6C25-462A-67CE-A5CA7ADBF7B4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6776C31-1F6F-0E59-8101-298BC88946B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0DD1A39-5918-23AC-6A55-59467E91DBB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79C6528-B941-3052-3C1B-6A18D0C75C33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6511F85-BE8F-3694-4B47-5B8E42BD0159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EEA7024-9DC7-C8B8-A412-A7AF82D166D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A090D1-75E2-5405-AED8-08B1EDE0CD5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DC19ED7-3D18-A237-020B-82F50FD7BDA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7F5E5E0-DA6C-3904-A257-80F3E88F59E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1200674-EFB9-A945-CE8E-5576F846F6D6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C88ED1A-48FC-227B-AA4D-87B3941DE638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747C7F5-9A2F-57C8-D549-F221F615E627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BA0F2E7-EF01-59D4-D321-784E33D6F974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0D626FC-886A-8A60-6858-FC29336804C4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F8FA2B6-A34E-4772-E33D-7B1C65F80403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3B19BAB-E393-D160-E294-D4155317BF3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1D68D60-27B8-1509-7163-98531B82088C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0835758-30B8-66F1-DE95-F1E4B0358D9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75421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AB9AC28-C471-50A2-3593-8C87A56643C3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B0F26FA-A968-AF0A-A574-28AEA512624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1A1DC88-4C7A-5444-747F-0CA9A1ABDFD2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14E71E2-73C5-7C07-9D67-AB01B3F6B4F6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AD72C1B-8D0A-5B5F-BA3C-A730044AA3BD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E5E809A-9B3C-9916-762C-BBBC394A976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269</a:t>
            </a:r>
          </a:p>
        </p:txBody>
      </p:sp>
    </p:spTree>
    <p:extLst>
      <p:ext uri="{BB962C8B-B14F-4D97-AF65-F5344CB8AC3E}">
        <p14:creationId xmlns:p14="http://schemas.microsoft.com/office/powerpoint/2010/main" val="21423420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692B0-CD14-DF86-7AB9-81678B5C2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D90F541-FBBA-A0F9-A580-C7AFC9FCABB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Row 7 now has six or fewer unknowns.</a:t>
            </a:r>
          </a:p>
          <a:p>
            <a:r>
              <a:rPr lang="en-US" dirty="0"/>
              <a:t>Then, initialize reduced [10 in 2].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CFD72B6-396A-E628-E334-94CAF52DEA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E33E9C2-482F-BCDE-5024-C99B1599D6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25507A8-16F3-3652-4ACF-C5E08F7FD4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7F8F0EA-6958-2F8E-E001-5007DF81BC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EF6177F-8F48-12BA-4117-D604651A80E2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C4D3AE-818B-097A-629B-EA544DD8D884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C485769-1BC1-805F-1F22-53D84A6EE23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5571B3F-F85D-14BE-67FC-108A03FDE0C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8FCA98C-4B44-4E3F-0701-69D4847A1DC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909F179-F532-B770-BFC4-1FE9FEDC2D17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594386-CC0A-8B5B-F15C-3F71928DB231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E7420D3-5985-85D8-70DE-A90FE072BF67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8F0E9CD-3C21-71D3-8FF3-064426EE1B38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ABF1BE0-9C85-0D7C-54A0-79FC6AF84668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3A2904D-BC6C-6FCA-B261-69ECC8E7187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DCE825F-6A0D-67BF-720E-B5144A96F159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C83DCEB-04E5-4E5E-52FA-5438B4E57C4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7621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A7A73FF-CA01-0C15-74B3-055A50384516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E5D1472-4251-C6C2-13BD-E98996EEADC0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F19DBF3-0405-6FC1-4B11-ACF7C234CC5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FAA4DC8-D8D8-30C0-DA46-6C235EF58C1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43B2803-4209-FD6A-7ACE-C8264F7C21C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6837E43-480B-A2F6-0494-43F2132C3758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BEEFACA-FC59-C4F4-6217-E797B5F8EB8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234DE8E-FA6D-519D-BCF9-B35EEEE6354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C85AE5E-7ABE-0611-B749-5768AA068E9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A0D8167-3B9D-B306-9617-48855B26015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3B968E3-16A8-2E16-E046-A263F8F8384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0718CBE-A9AE-F691-5A5E-A61D4C7C8958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4D003D6-9DA0-1CC7-5264-A2418B8189C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6EBA1D4-5849-4B7D-8031-A1828FC628F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C0DF52F-6CDD-5469-A379-FFC8E8A8E6D8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0B4AC35-2845-CE9D-E537-2241711EA68B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2A219DD-4F22-DF23-742C-2614CFE726D6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EE0064D-4820-EDB1-457B-FAE5E698705B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6CF4747-8F7E-2886-ADE3-73616D4808D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87F16D7-54F4-D2FA-6024-5BDF14C3ECB7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45DA213-CBE2-9C1D-0C55-72B5F98231E0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A3C93A3-4A8B-4A8D-3477-CD1B1A8D9F7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E58942C-B946-33F7-4666-9E548C22FDD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F574810-6147-70DF-E90C-0E83DB0409BA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E8C907F-F598-64ED-B062-CF41D712BD55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4FB257B-5BAD-8097-ECD9-18AB91A71F6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0949736-80A9-97B3-A503-74D5CE565A2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A97A2FD-4A2B-EFAD-7E10-8CA6AF37F5A8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26106CA-7BF7-17B6-5FE8-A60ABAE63AF5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6E2F82C-35B9-DB63-98F1-019E4683FF5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3DCA5DF-B392-3C6B-362B-68C7AC2E8B0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6D01217-BF78-4D1E-22B7-EA6CABFFBAB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F947D6C-1662-AF1F-4F45-CF0595A7F35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2166AC2-BA48-93B3-E5EB-F689A4A7737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EB2E03E-AA39-06C3-222C-F6BDDF54CAB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75421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246B120-14AD-89FF-DF1A-F0DF857A594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4EF4358-957B-7CCD-7157-563B0645579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688DFF1-E889-A7AE-5BE7-6CE5C277A26A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0EA7B01-5CB7-5AFD-692C-575D0938AD42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FADBB84-8BDE-11BA-E2B9-C7A69823C5B3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56D4C5D-E66A-CC4E-FE5C-6CC4405D4CA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CE48DB9-25AE-331D-3B90-63726804C59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B1CDB56-CCBF-7499-E070-E355E56C036B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4489430-06F5-303E-E99B-92F411B3888C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6AB5619-B5EF-07B5-2594-89E57E9EECA7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932</a:t>
            </a:r>
          </a:p>
        </p:txBody>
      </p:sp>
    </p:spTree>
    <p:extLst>
      <p:ext uri="{BB962C8B-B14F-4D97-AF65-F5344CB8AC3E}">
        <p14:creationId xmlns:p14="http://schemas.microsoft.com/office/powerpoint/2010/main" val="8042736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2A8381-F504-7421-85ED-9BCA35F6A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A90D2FC-5C54-B9E6-3B3F-6DFDDFCEEAE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 (Note 1578/1578/178/58 quartet in Row 7.)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ECADF1A-B200-D53C-3926-0E5AE40102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F577BD8-AB48-646E-AF00-693757C5C9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62D6449-0DAB-C845-CC28-376F3F7023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ED230F8-9416-AC1F-8B11-C576C8A5A4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D9AF432-D221-74BD-868F-251FF905ADA1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0BAAE84-4448-8641-2A93-EE70ACB7E396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190B20-2378-0ACC-60E9-93E11DBB64E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45368F-3043-0483-1780-A48F22662E3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D2CA37-6B50-0207-C0EB-8DF68688F14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BF328E-8CF4-5B72-4090-0303B8A57567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E35288-1F66-DCAC-C982-C2AE761E05BD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BBF6F7F-D41D-F2B8-7FA2-83647C5482E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B43A1C2-B26C-8034-3770-9124AA9555B6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6B8FB6C-0CDA-3167-333B-B42046CD95FF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C60418E-D39F-DDCF-BBC7-49AB71ACDCC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5EFD666-81AA-BD77-00D7-826690F6430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81B8E2-5BA5-EEE2-65D6-F11E5FC71330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940252D-F72C-E230-B17F-5D4BEA2D3759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FA9F636-E30F-7404-F783-3374D93374A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FA7FCE1-5577-CD16-7DD3-1F542226E12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B1CCEA0-0616-2C7D-5187-469F3F0FF68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59E613D-0634-8361-70D4-B358557ACA94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FDC28E6-87CB-0526-C3B6-ADFC3BB80956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999BAE5-30E2-C3F1-61AA-64F747F4E9E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620C37E-02A6-8A17-1E40-D1A8059F1AD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9083E08-9B45-290C-D4AF-656D2428864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F65E38E-242C-4139-A353-8294EFB6EE8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44FB2FD-6D27-7A62-5DBB-7C8E2AA88340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A9D5BA5-4B05-EB16-4215-0453ACF76EF1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3D8C268-F188-C8AC-574C-38280FA3200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1F960CA-381F-A513-6B5B-490E92423D6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5382CBF-69C6-93CE-EC99-C9DF97C95DBB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ECFB37A-FF9A-053C-3705-C1A7D0A7D18E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525DE5A-24C7-62BB-77DD-B20ADFD9FC2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D40430E-7B6E-7A56-01FF-3EAC7056A41B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4A6443-ED49-64AC-9E20-B81275E4B638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6505D25-6440-EFD4-E8D0-6CBCBA36C1E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869B5D0-CA31-F543-5F35-84F827B1C13E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CD5136C-E71F-D851-8D3E-D4108430A33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012329A-C09C-0AB4-FF63-40148ED2407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E59D665-CD84-6CB6-A63E-71AECA85E0E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1A8ED6B-AFE9-7B3A-3FB7-B583412AADC7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85CCDB9-C691-B81B-D811-EF1A3442859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00526A5-F218-5792-1F55-FB3EC1DBD98E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6AD7B8F-BCD4-6CC8-2E98-91E6BDE87918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CB37ABA-B991-06A3-5A5F-2FB0037436CE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38BEEFC-8275-4357-E6A2-B15287630285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6EB3EC7-8700-4DAA-6013-6639E0D973A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BC5427E-DE91-DAC8-EB52-D3732FE0EBE9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75A8396-F423-5932-AB0B-C28BA0C579A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5F5C0E2-AE6A-42C3-9CD6-C52B814D2CD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06088A5-FA0B-F517-8CDB-ACBA0E71F78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75421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5BA0DE5-B434-3263-5F47-920FB9E7A03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45C7728-1A5B-5199-D325-3B42C46AEED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6F5AFDE-5F34-C904-FD83-939AC9D73983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754CB6D-B58B-400C-95FE-FA3D2FBDB419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BBF125D-4338-8C9B-FC6D-9DB3C3A5E468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8F07D6F-F9F5-916F-B7F1-7A6B2F5C2DD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735BF6E-5A94-7A7C-F789-C64B8882804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6D5BAD7-A855-641C-D54C-9CB39595969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5D5FBC0-F138-940F-D0BA-264CAFF374D7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DCE12AD-E2CE-223E-1D5E-176A4BA8923D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932</a:t>
            </a:r>
          </a:p>
        </p:txBody>
      </p:sp>
    </p:spTree>
    <p:extLst>
      <p:ext uri="{BB962C8B-B14F-4D97-AF65-F5344CB8AC3E}">
        <p14:creationId xmlns:p14="http://schemas.microsoft.com/office/powerpoint/2010/main" val="39026546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EBCCD-74E3-8737-7C3B-8465689D3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014A934-82FE-2DD8-D492-4BD7CC5F242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lower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FCB1641-1DD2-A884-2854-E7C69C1942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EB1511F-597C-A1B3-5393-4ACDB8E2C9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A492F24-8A2A-F7CB-4840-448D53D494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B2A03FB-3256-B53E-80C8-0A24C1538F7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7CC5885-0425-C609-21E9-79DD9A75505D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B52737-4E13-1DD9-3BB0-5648EB1BC96C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01913F8-E0C8-F1BB-ED6A-DEC707BA83B5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FF4B92-A3F0-BAA8-BDC1-7ACEF2DB676E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4F75F14-E2D6-B9EE-247C-1D2D65BC522F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3755D9E-3DC2-DF39-82C8-942DB81B288A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172F6E-F254-56CE-CD29-0171D3DEF8EA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B8D71B-8397-1501-B208-7012B98EC996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BF5E005-2FF1-A672-7C2D-C6F4EA385D38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4D8E8D-A77B-C19F-5184-167B7330A755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93C74F7-4EFA-206A-2993-121E7911D33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260FEFC-9C9C-08E4-A195-8C01AF120D0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0D7F465-D1FB-6317-5FA2-0B188DFF7E0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91F4C1E-A1A8-B54E-A266-BD81D6B1863D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59E9622-A22D-752E-CD0B-900B17D4854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1C6014-B72F-101E-E82D-4AAEADADFBB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0F3F60F-15B0-AFAB-AF96-0810333B533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A35AF4A-5C39-EAC4-5E13-2EF4BDF6D25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ED7A4DA-B4AB-4C72-1CF8-08FE423BA1B6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FE5CDD7-F172-2234-C062-9DBCB9600F1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F31F36D-FAFD-0B3C-DE89-8EEEAAA278B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60A32EE-AF4E-3F75-8C47-9E4ECF11524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C4B363E-D393-657A-950D-03BF4CD1886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E439617-8BE7-F7A5-BB2E-6C70718B3202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F5DE91B-1184-63CB-9139-F1CB2D179800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5E8D768-A5B4-44D6-F5DA-E949F41FD3E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F33E3B-C75C-DB4B-ACC1-768086249ED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9578AD1-8A6A-082E-6B0E-F1ADA0D8EE9B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4F49095-3FF1-7B18-8EBA-ABDD72519C02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FD9EFBE-3428-A478-0B6A-7695EFAA2DD3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FB57DC5-615D-0950-5859-E2039D648466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46A4E7-2E56-80E7-6776-6FCE19B5DFE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1625EA-83FC-51CF-3619-B9597E71AD3C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C13E39D-B5C3-C5DB-ABEC-4767E95D85A9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E7D9E10-535E-02CA-A29E-6314B6EAB71D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DDB2162-44AC-04D6-5363-6DAAFE7B0BD9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4BBE3E4-835C-12C5-2DFE-1F8C59B1B1A3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6CA5CE6-A51C-1237-E493-DA3B667C9426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617EB36-05AD-132C-2DE7-CB02721AA6E5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78672EC-ADEE-1256-8F44-31692BFF4E84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3D640BA-30FB-D599-4742-F304B012E93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B88FC49-1CBE-027C-5F91-67D77DA286A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51C2DB3-F1DA-8DCA-EE5C-99D0AF346950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5D3C160-F3FB-CAB8-6A63-A034AECE55C2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69692E1-D763-F2B8-24E4-E27C8B048A78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196F054-740D-C78A-64EA-824774AE2B3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0AFCB26-CD3A-C529-881F-D6DB11105D2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BE741DD-0DAE-8C13-CE28-F0574688679C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75421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4C83AA3-5AE6-6D92-DAB2-6D30F7F354C3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8CF00A3-5D7B-A28A-E416-BF02AA48768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8D590B0-282A-AA05-3D96-C9ED75E7EEEC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C398F1E-C264-507E-4F32-0C790F48D89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53F5651-AE82-45B4-40B1-2DAB2D7242B9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E4D3CF0-A5D5-BDAB-2ECB-D1C3901D732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4F442C5-B5CD-EC60-8B5D-830BE032D45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E1828CA-14C1-0A34-635C-294BCD05F55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F4D70F1-43A5-CCAF-7649-82590D48687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F78C04D-BC8E-CA93-41AE-A386E7C60267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E4BFEE2-6BD6-5DF2-7A57-84AFE615B9AF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D9893B3-DD5F-D2F0-9759-41BD9131957B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704FCB9-C2BA-130A-8ED8-4EFA7D7CF29D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9325771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C6196-5D0D-AABE-CF31-F1EA54612A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13EF7BD-31AE-9398-01D8-B652C166C2A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lower left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C37FC06-E2EB-A6AC-4088-29DAF27612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B96A64B-F890-6EB7-C320-362BA6647C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E782611-3706-1F2E-81A9-787FCA4EEA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C63695B-27C8-EE00-342F-6B4844DB42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CC44B60-67AB-BC1D-EABD-52890F8BDDAB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F4750A-776A-5C56-E1E9-F53E3FDD71E2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2EF5BF-89EA-75F2-2651-858E53DDA38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CB1720-8A0D-2A6A-C144-E27477C7BD6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74DDA0-6B9F-AA29-A69F-13993D0AB43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6087C7B-1982-DAB8-3491-93037B68E12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F466CDF-B637-0AB8-16AF-8EF32E90881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8735803-1101-9773-62BA-92C64926C67B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C494D9-58E9-C6DF-AF6E-127376DF60C7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2156D50-9A1D-C6EC-1E0E-9AB838CC7C3D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FD9040-C1DC-5036-01A9-0B25B4F58C5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358B9CA-87EE-7C82-9762-E59E8ADB20F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D74D8C6-C099-9547-D086-03CE7C7C0E6D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33D29E6-F79D-44D8-4D93-DB22BE294279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30CBAE9-6356-F21D-3357-19DB3487938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968CE3F-662D-6625-3954-DC2EE3E2F5D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AE50B35-AA5E-6C26-928D-4FEEE13E47C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EAB620F-C031-7CBF-A306-B44688D0E53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FE6B09E-F16B-8CDA-2FA8-F467F555FF69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9136302-8355-CD60-27B0-71BD88F3F7C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4A041E1-C285-4C54-83E2-062E5A82553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23741B3-FB41-13F0-2890-7FB7AD9CBCF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B6BFBD9-63EC-2527-EAF5-988DFD67095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C907C25-2A0D-9E6A-A550-3541CE4AB3D0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95673B1-81AA-F10C-1DDA-C78CD4E3E02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6E36738-82F1-90DF-65B2-1B9170D05CD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95D7199-AF8B-54F6-2031-670E6F1825A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A7A2C5B-2ABB-C08D-31A4-9694C4DFD870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00EB9E6-CC2C-B035-4259-2EECF9E9C70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600D036-9FC0-278A-4029-259F149B165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DA869C6-D238-79F5-D907-1AE534EAEB66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0705331-7BF6-6B57-70D9-B3B3E642C38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90FB861-B4FA-AA63-B833-638D1DC1962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373A4C2-E25C-733D-7C56-A25868F0BA86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C9DE769-9FE7-06FF-A6D1-CC0B77C95EDD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02B3DFF-4EBA-65FF-B7EB-30CB4151DD69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8ED1DF0-5A0B-D18E-16C3-49448D6DF9DA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4738966-5E6B-30B1-1460-79B02F7BD72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940D63F-1CD6-0D73-D73E-8F6CA3E445B6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EF6CCCB-D674-421B-679E-246F1B4E56B6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3AD64B2-3630-E489-B6B3-935B5C9BE1C2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2E4EF32-D979-951B-DB6A-7FC07D8FE47D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11F2322-E064-F81A-501D-CE355C0FA586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3FCE88-98CD-42EB-A6C2-03AE3690C52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C9FC9B5-41ED-413A-85AA-204EC1F05164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66B8F5B-FB23-631F-86BE-A860E3FBB7A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6166C2B-B74F-F2EC-F7DA-110DC1A4FF28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37F0AC0-6AD6-53B6-EA27-207327CFA5F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75421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C08BEC9-364F-8BAB-BC3D-A57BAEC7666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66F80E1-E8B1-389C-C6D6-64625600F717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3A4EEC9-DDAA-8D5B-C864-5BA476FB23CF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C3DD6BC-4335-4CCD-2A1E-04219C9AB0C9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FEEFCE5-E154-2E71-0765-1C2C9FB4D6C5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A929A84-8714-E404-EDAD-9D5B3F8DECF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FE2EB8D-71DE-EB1D-7949-B74F763EEF4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B9C33E1-771F-72DF-9CAA-D5574BAA22C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9AAD8F9-CD45-84CD-B864-867ECB04CA72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8F38D38-6B62-4721-92DA-25EFD0456205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E929CB6-E245-DDF3-A413-868286648502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116CF78-AED0-2160-E9AA-5E67F20D8987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A2F8E0A-B7A9-D0CF-F250-711602B42291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43C545B-5086-4A37-2011-1C61D97B2FF3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B9B52AB-A2ED-42BF-3593-0C80CDD460DD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4B64433-54D0-0A24-4232-099B3DF31353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</p:spTree>
    <p:extLst>
      <p:ext uri="{BB962C8B-B14F-4D97-AF65-F5344CB8AC3E}">
        <p14:creationId xmlns:p14="http://schemas.microsoft.com/office/powerpoint/2010/main" val="385910308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FB35D-4C8E-0DD0-4F2B-8E19FDEE7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08E1EED-D1F5-F69C-DDF4-E427404353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lower left block, [29 in 5] must contain 3 and 4 (in Row 9). [29 in 5]-&gt; [22 in 3, no 3, 4] could be 589 or 679. It must contain 9 and must not contain 1 or 2. There is only one possibility for the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0849585-90C2-CF9C-5BE9-A320F6614D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301162B-5885-2A23-5ED7-43D3E5281C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55DCD07-1711-8595-8B0D-865BC571AD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BB642C0-FB3D-D7C3-FEA3-6CCBB0C4AC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17E59F-0184-8A50-7687-632528D0CFEB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07A18A-4FCA-31FB-6C1A-9FD10268E43C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8A59C8D-0E0A-623D-E071-F33651F3C78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D07936-79E3-B842-0631-ACA645F80AB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1547CF-24D9-4281-77C8-772994BBC58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1DF531-3AF3-1B18-E1F8-EE67C5F4AFD3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493B8E-0876-CB63-5EA4-05424CAC1114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0AD8631-FD52-A11F-C971-D777A86CA53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88980B-0080-825A-5B10-BBB5C72677A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EECEC64-F79B-4EF3-62A7-2D14D9C5438E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A7F3B5-E696-6D3C-1EB3-33DCFBF1ECC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169E014-8EDA-8287-C8AB-140BA1696045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4116366-7913-9C1C-4123-E9CBEA681A1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3EA9217-EE24-F9E6-1C6D-25A852385C11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D2DA0B0-40BA-BFBF-F95E-3BFF7BB44B8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6F131A5-374C-4317-67F3-B136CDAA2AD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4C0B17E-113D-594C-43D3-453E68AAC7E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568A5CD-3146-2CC9-50CF-D38E52A9057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6FC81B9-1D88-F7B2-9D73-DC24CF92C6ED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14F600B-1AE7-82AB-6925-F8AFFC366FB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3AB72BD-6814-7857-9C39-638E1874F09A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6BDB168-69B3-F99D-3600-38304C548DF0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174FED5-AF1B-AD3E-151D-D25AB5EBA36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3665275-389D-AAE7-CE45-C63BED28809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F119553-2A93-7443-5A47-16C3EF9049FF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2376A37-75AF-9CD4-94B8-A386C0560A6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002690-5F9B-E120-0186-2CE2E36E74C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683C651-BFC6-A93C-FE6C-ACADD252180A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171BDC3-6EA7-00B4-3AA9-C3B9A7F3D7E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FC01152-9C6C-9EF4-6E54-F5FB64096AF3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8AD73D0-8E7F-A11C-CAF9-FC1972C3EFE9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91E124B-591A-9056-24B2-5489F1012C9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115A53-BF92-B6C9-4CE1-37162B0F3473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745FCF1-49C5-DF85-B98D-6AE268049A2B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78C3BC2-54E7-12D4-F761-588FCC47971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907840B-A334-9897-A031-159725F0A71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7D57A30-0E1A-564F-610D-28B50845427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1DB5701-41B0-346E-17DE-84D70C74FBD0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B6EE864-BAEE-A3B6-24D1-B198B71B0784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55CA703-3E64-B930-F225-E4DF02CFA457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8E8DF7A-894D-746D-84A5-07A846DDF4C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124C316-156F-4354-7095-40509B53DE7C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A4DEF6D-DF5D-EC3F-B946-82456D4417F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93B9D02-3EDE-0B60-D921-D2CAD8D3329A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CD49359-E164-5372-2264-1884E283FCF9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E54C01E-9DC6-A682-3683-B4227833393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B628A6F-3AAC-143D-0080-6F09178AAF70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CD2057A-F12F-68FA-D8F9-108C62475E0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75421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F9E9160-6DF6-5D2C-F566-97A10B49247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5B1B01A-2CD2-1939-87D5-EC23A1E2B34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0590461-2FE8-478A-EF79-D7D0631A6E43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2D0DF2-0276-BC51-8826-E88D774CA94E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F3491D0-77B5-A1CE-49E8-F66831126FAA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854F77E-68A0-E422-5663-FB50713A9035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576AB1F-8BFA-7EE1-48DB-EA6772A08F6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C079A19-A6E7-1E96-7370-A91F24FEE14A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98918BF-5866-BBC2-E854-2881D39A19B8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030C306-C9B7-F1EF-946F-2950C15C42E3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B1BC1BA-D11D-0172-907E-4EEA18D6DB90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241F21E-D83D-E919-F63E-1572BBB90077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934542D-D5E6-736B-40F3-7A9D984D6D29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E7DE9F6-8784-6B64-D640-EB65340DA2C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6A3F832-94BE-96CB-80D0-5995D9F1A2B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CCC5B6B-9E0C-F674-3625-45266EE59FEA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62283044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223F9-8BB7-2538-CF77-F04D9D04B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F323B82-84E1-73B8-E871-8A140519E2E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DE8BCE8-A7D8-6F28-57A0-2286AB3CDA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C2339D0-9989-4F78-9C2E-04BFD3DD71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F4F3503-B648-5951-1B5E-E21A306739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77B1B03-D4A4-0806-69AC-4F7EBEEE6E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6BA6C11-2865-04CE-702B-44642F09B7D2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84CD2C-F38B-70F0-18FC-705CDB852BB2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C5A8FD-FF88-E7F9-0B75-E5DE979C6A3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DC112A-E563-EE07-7F2E-E60B5469462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8E88803-50A9-6683-1122-EA325A85E6A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E2944A-2569-AFF0-EB24-27F6CAA1BEF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76A73AB-B109-7B29-B1AC-2917BB8A6F2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87C7CC2-B945-6E93-EA50-02017EBABAB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BCD1F62-0E03-B6B5-8E3E-CF4100471565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2A5BC19-A4A0-B68F-A884-4B4B366082CB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A582028-9AF3-B1D7-7E79-D3D3329E875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9584F17-F527-0020-2369-E38C2145F32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AF10864-3AF8-0DE5-18FB-F47E27A76B5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AEB575B-8E00-0E9A-26FB-622C1F8F9EE7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937FF49-DF88-0F48-57AD-C4EDA9411B3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62E54F2-0DB3-3BA6-0BEF-F323C2B0A5B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0DCCF6F-9827-B773-2E3E-451F82683EC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569F0BD-B07B-BF66-33A0-114900CCEDC2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F84FA0D-F2AD-4641-4ADD-3811B17ECE00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5345BEF-FBCB-341B-7179-3B3FA864676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CA16CFB-F58B-959E-978A-CF9E4849631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92326D7-7A7F-B1DD-6DCD-0555656FC38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B9D7A51-13AC-C27E-6DB0-F97A00FDBB6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EE70D8D-A895-F6DD-650A-ECFE5CFD078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2C32AF2-294F-92E6-9563-06342536EC70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232CB79-01B7-CECE-4BD2-C510ECACEA8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715B923-13E5-C430-B90E-A72B66548A4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212978D-F573-EE70-0C11-E774EB5A3AD8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F3668B9-704A-F0DE-B0FD-3E5695A740B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4223A40-0F3B-72E7-BA6B-A73CB3E953B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FA9C04F-20F5-FF9E-B8B5-5A3C8B8B0FFC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7E93148-AD94-7D25-59B3-187BE315733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80A177A-9C39-B863-BC3C-C47C4A3733FC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BB7EB2F-AF66-D87D-990C-6F3D3415AD7B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FA43551-220D-1191-50A7-D37FB827EEFA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59E7DC4-AA40-7D6F-D1AD-E764797061F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F5FA2F7-F603-2FF1-A6B7-19F4CDBDBA17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6A1D7DC-9229-DC87-017E-3AE2859DD750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6268BC6-C533-BDD8-BD1D-536F06E7E4F8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E65C8D1-C3B0-6CFF-EC26-66C9B907411A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7BC135A-357B-C26B-7080-762905819C3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D6F84F9-68BC-C7CC-E0CA-B0D75822511E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199C6AA-DD69-920C-D1F3-434D291493B4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3749B9E-EC56-A99C-81D6-E0F34A793560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82163F0-D5BB-89B2-FE6A-DA013C45484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2FADDD-6E7A-1CCC-4797-6EA7FFAB3BC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A98F104-ACF3-B371-909F-7150F5AA6749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4A35191-74E9-828D-959A-2C5E51AAB06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75421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5078A85-81BB-453A-BFA8-1C02894DC55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841C7A8-E2B8-B9D0-9F8E-0C3A0D54C37B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D49F967-0389-32A0-B61D-B7810C38D771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A98765E-13C4-ACB8-DF34-504F47C8B5B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1EF2BFD-086D-BC6F-71BE-5A729D85EDF8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D5D22F8-F63E-002F-5B51-7F565696D43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BCAA75E-7CEA-DE3B-B108-00DAF554C91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98B6501-D4E0-E1FE-D20B-7F5946CB6F9C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F2901DE-9FC2-28E8-784B-127A8C9B1F97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02FC105-E5C8-8A92-961F-20FBF9966BB9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16FCD4C-6621-AB54-E8EA-2DC1A3A75EC1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8078CBF-0653-17BE-056B-7B2C0877AF2E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66C987C-E0E1-E194-7ADB-106141CD9FE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3BF1EC7-7F01-4CD4-FB5C-5B8FAB7DE45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40D8760-DFCE-76DF-96B1-298F6CDD733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4271E54-BA8A-9B2B-69B0-CA819A65BC0F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26372499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9FBB1-6109-C6E0-A164-0F60E10D4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01DDF93-CEB1-D64A-34AA-1D152D7E7D5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5519EEC-8724-DAB7-4087-507155A943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9AB9A34-3234-5B22-485D-C3569A4AA0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CF10C44-170C-D92E-AD1E-638EE50F18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46EF90C-A43A-DCD0-3E8E-3F53A97C267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C2F3D4D-CDA1-0184-032E-F75CF6115901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B83D5B-FD67-A0EC-C478-C732862F640E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748561-8BD4-44AB-EDEC-D82EB182022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425D756-354C-6856-463A-4F101C6D396F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934EBA3-0F35-784B-6D9E-4128E5A4C90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DDBFA5A-CF8D-857F-F6E0-26AC6030A302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D5D639-9A19-644A-65B8-9A1EDE893EB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EF7C7E-6ABA-1EB0-E314-65CBCFAE8B7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18E2F9-81BB-35D5-F620-A4E273063995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6259BB8-1DF0-8A90-3171-9716575F1AA0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31A345-6663-B9D8-8EEE-F2862FC2AF3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2F8E809-1771-3BD9-10D5-5A1790FD5080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1FA80CA-8726-6B7B-7864-5708DA508E3F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93D4026-E008-C1F3-921D-0DF52DF9A321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68DB153-56DB-6392-7F71-F5681B21AB8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0975F28-5D62-2B61-4803-D16803B0154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11062D8-2C1D-4C13-C439-F6FF0232F82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F10567F-48DC-1C02-85A3-353E843DAAA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B10865C-B6B8-F5AF-DCEB-FC7AC69C3248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9D5BD6D-CE41-BF5B-DB29-27B09BA8700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09348C2-8165-F1D7-0D8A-FAB2B653D2B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45F7C08-B1F1-AA8D-6DE9-AF244AC5DD8B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E7057E6-91B9-AFFD-AA35-151BE549078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215F429-F341-F07F-1F7F-7EC30FB4B8F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17D2BD7-44B6-7347-5CF5-1AF5C733D4D8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5B6A6C1-07AE-8CE3-A9F8-38D04D69340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6113477-B282-0A3F-2F1D-56A4534A715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6CD9903-74A3-72D4-2A0C-5F13FEBBF2EC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2275B0E-848C-673E-68BF-55786CBA4715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D1836AD-2D8F-1272-8C07-5787D3E0E11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DB2B9BD-D7A9-C753-2EAC-E284F7058D81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EACE1D6-29E6-B1BE-ED27-AD172B15751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30342D3-F09D-C1CD-F983-CEC6958B065A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0A49592-E997-307B-9D8B-56A4C4B73E0B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9822AA8-E04C-907B-7037-0494190691F9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3F18A72-1FB9-1C22-9880-50E4172C3864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8471013-115F-5049-6466-224409D34A7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55C2169-36D8-16F7-FE31-C64AEEA7D606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71DB081-2E90-52FB-7DD5-F29E6A2E468B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38F75CF-A23D-51AD-7A79-971904A03BE5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C7175D-D83F-E3B8-CD38-1F14C6BCC5A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DC58696-32A6-4912-64E0-54BECA90C4A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8E4C10-FCFC-63D3-A2DF-7EEE6A2E067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7C58F1F-B832-BB53-762E-D9C143AD354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9A10883-2786-B92D-555D-9604D05F1D33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51A3BA1-DADB-D206-C547-0C749C94BE2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9C1CDB9-CF8B-2BCD-66BA-68921FB8336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9481CDF-B246-0692-5FED-1D70560248D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75421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2DAF246-D526-81DD-0435-AF35C7DA89A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C87796F-AD7E-229C-6252-60745270589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7984CBB-AC9B-214B-A239-05964BE754E3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6507B42-ADF5-D973-9071-20D6AA2272BD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7F36E85-7F15-E9F0-333F-24EE5889C733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B0387DF-06EF-F4A1-91AD-7DDAEB4F4C0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6ABFDEA-21BA-A4B8-80E9-CB6E738E1BF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FC6B685-0397-DB6C-4D02-B1E8A4D76FD4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5631481-786C-9F15-BADF-220FCFE3D0F2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6F9DE95-961F-AA1F-E0AE-52DC2D815A8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71B5457-2C01-4121-878F-414024A51763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B900D9F-E406-2B23-64DB-8A9DEF1F8FD0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1A64ACB-0EE4-2EEC-6561-D2DA3BA0522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B4508C1-8120-7DE4-EB5C-84CC06D939A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3A445FD-0113-9FB9-06EC-42406AFF586E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6DF0DB4-DE2F-0CD7-A00F-A2DA09FACC4E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2196349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DE15F-63DB-B8E3-E4AA-8A1E8F416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023FCB7-0FD7-BEA1-2E81-21FBAEBA61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1204CBC-B84B-C86A-E0E6-19F7D708AB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9BBAABD-E281-73F4-E024-328728D1C9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91787D6-5D22-7D81-A650-2187338620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7D7020D-0ADA-9F39-8C50-75C7DB98F1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CF2CAD4-55E9-1B32-7A91-5F1A65E1DEB9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12A79FA-7058-0D5C-0F1F-0BDAD67A9CD0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129CBA-6DC6-5295-847D-73489AF5663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EEC125D-1A09-5EAF-A541-52F6A91F7565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F31FFD-F957-705D-B672-3D1176CEC2DF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B20F37-E395-83E2-348D-AD89118D7B5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F2FE2F-F2B1-DB52-74E1-6F2CC23C826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E9540E6-C8BF-A798-B45B-1C747AC18B0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301DD7-AA83-B134-2CF5-A0ABCEE65C8A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720E52-0C98-C693-0E14-FC9B6CDE9274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3B8BAA-731E-6779-FB2F-6A03AE110C1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AC40619-CE7C-EBC1-5E7A-1C6741529782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E176737-A1D9-4D7B-30C4-E5AA5B5511A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9DFFBA5-96DC-2EF4-32AA-1D40AC50BB81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BB30714-4B80-0616-2DB5-282FA08CBCF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1190D6D-951F-5F69-F091-EB8A18D7A60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40B8AE4-D14D-D9ED-4CC7-0D48311F2CD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CD89C6-07B8-3A04-90EE-811B933F821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FBC563A-DB4F-F10A-E60B-9FFC265DF382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51009E1-88DF-3645-E23E-E09AC2C6619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9C28390-19AB-3E7D-B75F-3FDC554BEF2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65FC35E-AA52-64FC-0E7E-BA6D04514A2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9435933-7E9D-6BF9-D678-0AC8BC83660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1FC9881-181D-398D-1245-9CBD11489162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82F5C22-AD0E-52C0-0BD2-C933F78F840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65ABE74-6E29-51CF-B10F-0D9DB1D69CD4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7075E92-90B3-3A57-917F-8C7B102C23EE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2CE1972-4DC7-7F7B-F9DE-7E151088AC76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72838BC-5AD7-1D05-0DAF-05D1790F7E98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F380BEB-7AE2-D74B-0EC6-E10F839B75B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3298DB2-C066-250F-34A0-D7C780FB2749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1F47C9B-3631-EA6A-69DB-C0482CD657A6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1F41075-F80A-6C58-9D7E-A2DDF92B0196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9EDD5D7-C0FB-3E94-51EF-341A4117C82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C9BFA45-CC27-2522-A996-B4DC19F7D81B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63F5DC4-7DD2-D30C-96B6-8CCCCF31952D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394AA14-DD57-A676-A4BD-0C9F9840CDB8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25D6310-98D3-C2E1-8418-E2A9B0F32AB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9BF8838-46F4-4F0D-FF61-F773FCA8A932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4E3695E-8D2E-C11A-DFD3-7DC20F9D7AE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D787745-E1AC-EE5F-D257-AA7E5F9A157B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62F3709-33A8-2248-374F-468AB256B4D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12B993C-5288-36E1-76F2-F674182D530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0603D8-40D3-58CF-67AF-52CA6FFB350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E0596ED-8A7F-5801-C078-3256CDF718CC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6FCE931-AA33-ECA0-202B-64B9F9A5CF1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75421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EA94D67-C8D2-98DE-5BA1-C5EEA3940A1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1E3BEDD-8A8F-8433-3319-F9D7C8D2CDC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564B4B4-C90B-3D66-3BF3-F748E6C08DB3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F1F73C1-3E4D-080D-7C27-81B8F1C2E9E1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79E52D1-5A67-EB30-6808-5269DFC592A2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841C730-2043-21F5-6159-F295AB9DF685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9BFDCA7-C5AC-992F-9310-B1AF833F0123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48879E2-9130-4CA7-9BEF-7601554E6B45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C3ECED9-63E3-C6D3-E73F-AACA76D70B87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25A6DEF-44AC-A78B-A861-A89E8F48FA2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13522EE-C3E5-2A23-B6EE-8795BF507E05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9AB1AC1-2001-8372-B57D-D9B73AE7B09C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57DBD70-3367-A930-D06B-5E035E7135A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DAF46AD-F7F7-CD6D-2746-C3E5E864E26B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5D27DC6-7F3D-9908-92B2-4D0AF8701053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52BA28B-7E4C-893A-1E54-7AA8F6C777B3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6C6D77C-0D77-22B9-6094-BE5BBB6F4B08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9B398B8-BC27-14C8-454C-6F85DB193244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55338682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F008F6-CCC3-2A14-C713-EBC005ED26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A2CCF2E-F91B-355C-78CB-E00E4F86B96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 had previously said that the downward portion of [28 in 7] was either 126 or 135. Well, 135 is preclude by the 5 in Column 1.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286E54F-83E2-B616-99CC-737DCFE942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583B087-E9E0-EA42-0EAB-3D1BBC9B2E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ABB9D16-A889-D23F-8BA7-4368860971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831CE34-F241-35A1-434D-9FF7A4661F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6E61A8E-5399-DF80-1C19-165B7BDE65F2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C65438-9931-7492-7598-BE5F8523601C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21ACDC-E3D0-C5FD-1EE4-E182367EF65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E33275-7A47-E08D-2C8D-BF1BDD3F026D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980AD8-3E9E-A4B0-3F14-628DD5DB075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9CDA4AF-A0B8-24DF-D467-63C8E2C0BB97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349F8A-C03C-2366-B326-630E9319601A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955253C-3771-D06A-7469-BA9F0DEB01F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F47F827-196A-B5F2-F848-696C5C0EA599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631261A-581E-4288-FEBF-22CADE90D444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3855F9E-F005-F7A8-D4D6-443230C6D03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C8CBEF-4D11-7770-5F87-9C1E91F6B44A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D8E651E-3C27-6945-F4ED-CF0F16114EC0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6B2FC33-9423-4307-71DE-A96FD329A389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B3D7F25-60D8-C3DC-ECAF-C55A74CBC56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84F887E-441C-687C-2198-A32DF8E8E22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57C5010-FB1A-1660-E12F-2D4067B64B5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D282D4B-D4A5-5444-5338-B37FF071C92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A07473B-85AF-1906-7ADF-D415C6CEC638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6C66B16-6137-F323-B162-AA49EE838D7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789CB14-699A-381D-ACF3-5D9DED947BE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2585449-23B2-D90B-4616-012129FB6EF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4FF7110-1996-DFF6-9107-701408FC886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A1BC937-1A90-4E39-B6DB-6D48A493956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13998CC-BABA-56C0-35ED-27B7C2D50267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4852C4E-254D-420B-ECA2-0621503BE76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F19FCAC-C6C3-7B26-1764-4BA8EF8907B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88C4F05-3BBA-EACA-2D01-B552397A2564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ED3D87A-BEC6-346A-5992-812630709A58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201B54F-72C3-E121-EC31-5AEBA33E7237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2611CAF-C179-9178-3307-5829D7B3661D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9B23224-5693-493D-5C4C-A2CDB4093E43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E686980-CF96-A238-08A6-2F283E847EA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65DE1AF-A299-0026-81EE-9ACAB6E4BDA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84F8946-9FE1-8EA0-B76E-3C67D2AC6A18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727C3E8-2AEC-C21A-C625-250354AD32A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BDA171C-99A3-CDC9-4AA9-BDAB929DCC69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5692291-6F6E-FD7D-D503-0D3756155F4C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1154CF2-88A6-A660-C62C-FAE85857FD4B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3710063-1F4D-79CF-D7FB-ED28428DF0EE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D51E549-2011-413C-A07E-5ED0A445B16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7B9DB36-D3E3-6D02-C824-877188B32CB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0744317-D76A-E306-A983-B84E34CF2E0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FB954F1-4B3F-A384-D9A3-B7C593E10DE9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9136DD7-E18C-E87C-A823-0DB24DD4E3B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75421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2B8A076-CC29-D53D-FA4C-A1A9B55699C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9D392A9-8B38-F105-E0A7-7D7A3318CE64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091C08C-EAE8-C1B5-5A63-2C0A5E4226AF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93B49D4-29A5-FDA6-D95A-BB4B5CAD959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815E090-1163-F18F-D9CE-E3B3F975419D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7E7B502-0D75-0930-0875-E79702452E10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2298644-EB64-0C1C-49AE-6373991AE99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AA8ADA5-3691-BBE0-54BF-BC4397210428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2356ECE-B04F-AC95-1102-11F15D79E7FA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8F0BBD2-06EF-B3CD-C871-D9A9FA224CF2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1936492-EE3A-633D-95C2-1FC239B70421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B109F0F-426F-C6FB-D08A-C37EA43AA7F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EBEB198-3787-060C-73A4-CCAB6B856396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E01812F-392C-4C91-52EE-337F33E4B3E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CBABDD0-0DF8-5185-8940-A6B78BCDA348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E9C440F-C5E3-F5E9-A1D8-BD501206516F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9B93E35-D9A7-E956-833C-B76BB34BE6AA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08BDFD3-E195-227B-A589-905D6D8B50DC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4DFAB9F-69C4-8046-EAA3-374EFAEE7570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97487819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5A40D-E1F3-0A2A-6CFC-9DE92D888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2D7E180-CBBF-6928-D2BE-26B7738FFBE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7E518FD-4881-E3AB-5256-E919F26DC6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9D6B9DE-3D34-46EE-AF8B-86BAE70BBE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E5721A5-F62B-BDC9-9440-7ABAB76740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6D400C3-C370-6F07-BC0D-DFDCEF0664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FBF2461-B61B-E2FF-9E45-0C40793ACB3E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28CACA-41EA-0526-F8A9-B7236078520F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E97E9D-A98A-65AD-F20C-4CDD07F1F2A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5C2CB56-8669-38B6-71D3-B3B247E2942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B4D586-4FD1-2B86-6D61-27DD60831B2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1BD22FD-0499-CF71-7419-0B400730EEA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AA9299-27AB-3968-7B36-3DD554187464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9A673E2-974E-2A6A-7880-B38F63721EDB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3BC3092-2282-BCE2-E3C5-DE9815094026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68E9997-C156-5310-AFF0-6DDE56098B1F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A27EC31-DEAD-7752-F429-72D1409ECD1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05C46B9-65FC-5B79-FA57-622FEB9E5640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6BC9BCA-4751-BEE7-7711-D16608E62BE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AF8B5FF-25B9-A4A2-DD12-7E2DC802C7F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9E69CC4-520C-1F84-6549-E49FE14A0BF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EAC93FA-1512-85E5-FC6A-106116C707A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612B786-1941-4B7A-8B36-B120F6C79F8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F4B31BE-6D06-C501-6A8A-52DDCB667FF3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976CF9-A1A7-2374-9435-CF69EF8C62BF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0F19FA5-F40B-A104-490E-52CF3CEE4E0D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08A8683-F063-D1B4-D9D3-71FED8AC866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AF2151-33DC-00DC-C9B8-EC9AED403DD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1D7B95C-842B-76EE-C057-61B11C24DD9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D61D29C-6AA8-79E0-35D8-6C686055C6E8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E9F9FEA-FB69-E281-905B-3B1524CA73EA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F552430-8889-BEA6-9044-8C7CC0AB7FDA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7E9EBCC-15B9-9A16-88AC-91F6F2A0EC1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BC63BA4-4555-795D-FC42-7F301C694D40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3527CA7-F998-3AF1-368B-F04796D5900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D029471-7FC9-12D2-FF43-CD7908DAD6E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C8F694B-EF6C-7404-FDEB-A5F440D202A5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C1C078B-A2C9-2DB7-1A3A-65D9934CFC05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E1C022E-47F1-243D-AAC2-D809F80B67D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9AFBAD3-29C8-258E-7A78-F5D7F6ABBD3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D53424E-E436-D00C-4E88-DBE8B988445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A11A36C-7D9E-F6E2-98EB-E340E3AF321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F6E2CFE-2830-F6ED-4910-CD6D9846EB5C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536459A-EB83-C4EF-B992-FA92E8FDE227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B8E9CD6-D3FB-CF18-55F0-3A5A3669037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9C60811-E817-A3CB-D0C0-1894B88C2409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A585A6D-F549-9440-75F3-ECEB1A35BFE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01D17A8-B421-B4EE-91C5-F90871899DC0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0EF1689-6E89-CC9E-37FF-99E1257CC75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75421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3A44FE3-4FF8-6AB3-EF64-F63BCA61787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8CDB2A1-B113-CA2A-D063-54249AFF3B5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8E56F99-E09A-10FE-0E34-2F8E58A62AA0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8128A9D-59EA-3578-EE6C-AF74B2A0419C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F97EA1F-B55C-3377-C2EF-8C9558E8D39A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D4CBC9C-521D-E7DF-FD4E-0CA9688DAD0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FC45186-ABDB-79DC-F1FA-41D769FC9EE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30D9E7F-7190-25AA-5607-BD8BB5191077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D2A52F8-5C9F-F13C-D3F9-ED3E9666D833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9949CE3-903A-6F9F-B05F-DD956ECF37EB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2CF27D5-0863-D656-47F3-F1083E1162B5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69FAAFE-1746-C3DC-CBE5-96E11E3D19A2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28A33DD-978B-5AFD-1CAE-6BBE2DA5C33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5571C1B-9676-3CCA-9DD6-C43016A0A34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ACB1E48-B4BB-B39D-7D5A-DB3643125D9E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391D049-1329-EE52-C7AD-D6EEB9BD925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84EF63C-37C3-196D-5517-F9E9201CD36B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08428E2-085D-B378-5190-9301C7AAEB7A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73EC9AC-EF85-622F-D010-779C13C75FD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850C98A-8458-7BF6-FB52-C3A48F837AF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51938E4-A25D-482F-9659-43BD044E230E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8361882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1CE30-352D-04D9-BBB4-A2CBEE904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FC164B4-881E-E428-B0FE-566916A6D44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 ([8 in 3] is 134, not 125)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930A7F9-0677-3973-5EE2-C51F6474CF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C79174B-A7CC-88C5-CD4A-D27169C2ED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44FB415-05F1-37F4-68FE-1AB189C0E6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185A9C4-E370-F12A-5294-F7C3B3A971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24A59EE-E49E-CB6A-DFCF-DB1B7E0AF25D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DE0F9A-04DA-87BC-522A-6F508A9DDFFF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F8469E-61C3-19B5-F9F9-93D720FAD59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C9A76D7-9D7B-E764-C314-CB687D4B2CA0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BC89014-F12E-43E0-BDF2-5BD9E95F944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53BC91-60C8-32F4-B2D9-4943870D7232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A28A90-4607-117A-B149-87701B4D901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9EDA4EA-F636-5573-E382-01DB18191040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07B3358-54D7-4F5C-AB4B-0A60E2EFDB8C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6A7A776-B468-0D15-4A70-219936FAC43F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ED47277-AA01-C485-F4C2-4A4A435B24E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B1BCC54-8C32-5F6C-CDC5-DBABCC2A450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D11696B-B723-19BB-E3EB-A9429134274F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6890FC4-556C-F14B-FD92-F9ED96EA5D2C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7364398-CD72-7A5B-DE48-165164F20C3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80AC0D5-0336-B526-75B5-4B89137A167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E8E7CEE-4BFA-E8C6-260B-061D82C4CDF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DEC13EB-D856-6768-5382-108A42AB3E5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A7D84B8-56AB-7D3E-DFB7-AC2A9BAC6A7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CF35E53-3D0A-F328-61C9-94732DF56CC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F3E7AF2-2126-90C1-A1E9-26E0517463C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E79833E-E035-EAA5-B749-A6F8313E510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B75939F-023A-2B27-11E3-A9345E8927E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F9CCDCD-A8D7-F8A7-191F-BF05425380AF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75A9D0A-2304-7B3D-72CD-D9101C1F5C03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AFB24F5-D955-08BE-A146-B4E679524C4E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55743F5-DC42-4731-F092-6E448488ABAB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BBB3214-6E84-3E31-917D-6A034E5A6A49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FAFB5A2-E332-436B-B961-726CA7DBDCA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C57FFE4-F3AD-09F2-CD98-8B821DFC2792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BFAADBB-2082-DBA9-8188-41F3931B289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2C4A53B-EC53-76CA-3AE1-0E3507F9811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B6D0D99-CFD3-628E-8EE4-B5F97FAFD205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29CBB74-B93B-AEB6-5217-5374DF22558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50B4799-CBEE-BABF-75FB-9130FAD176BD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AC86B54-26BF-ADF9-60B3-6E834BD7BD5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87E9DAD-C0B6-3B16-1DB0-F92C2A70C271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7406F32-3876-8C8A-04A2-892C2CC2042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892813A-AF36-332E-DC2A-E2986E86E4B2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426FFA0-F5BD-3519-B062-E2178CBFDFE1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8C17ACD-67BB-8FF5-DF7B-1BD5BB93602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BAA7222-066C-0061-CCE7-B5FA54981FAB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79F08BB-023C-F035-16AF-CF644D6D659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75421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1FFE045-CE94-4BA2-7395-49E4C7AD918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9633FF1-4BC9-633F-3D3E-A48A638DB56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D3725C2-D96A-A7DA-00D3-65FAB52EE793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6275072-BF54-07CF-B1E3-F687D55F58AC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C333E18-A2D4-B3B4-2F90-0E9CECBA949D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59B86B0-416C-B168-EC08-F21DE0E7AFB7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3FA0FCE-73DE-3430-8FD5-651216C8E4E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2A0BD5F-0105-0E68-7216-96A4D4F6F475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73007F9-2AAE-AD72-7683-88AF642C342A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0C7EDEF-FAA8-D834-7CA3-A3B3E1E117D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CC370D8-1873-0C0A-911B-680C7CB1BBD5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8594EC6-A8FD-6E80-21CB-95897C9E4A80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F0AFF85-B7F6-BBD3-A77B-8C9F2E9C97A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3121870-C068-D69B-016D-32BE4B194CD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6435D2A-D613-9AB8-4766-B33EA2183E41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F7D22C6-9FFC-6D02-F5F7-51F3E1FD561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985161B-831F-2E11-D38C-6E64A60920E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1BB242F-F28C-0001-720D-0A89D8220E14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5DADB90-9913-10A2-5048-818FB916CB2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7EEE470-5147-615C-3F8E-396784648B8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3B81ADC-C370-6FBF-3966-DED5FCE2A41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414885935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078E6-F0B6-6BB6-1708-3D83BB4117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E65E7C2-8902-64CE-E648-DA2B76311BE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 ([8 in 3] is 134, not 125)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A855C51-21B0-0952-C3DD-249A3120F6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06C2B61-A601-0A68-22EE-CCA5F5666D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F0F0A3E-E7B3-5526-FE90-1DBE1E80A2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422A3E2-0169-5C5F-A7DF-D638C18967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C8A2A60-1492-955B-95A3-5C1FC97C121F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778CD0C-2E68-2E29-1A12-33DDBBC18F39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EEA90D-A72C-4C81-04C4-8FB71B358CB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984878-4223-D574-3002-23BBD1A43615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DA0C11-1810-0738-5F60-C6DA5ADFA8C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99BC0F2-0849-575E-CEB9-B17094A95E02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726E46-8841-EDD6-EF25-6AC0307FEE5A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6F3872-F47E-8574-1350-3E857A9DAFC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ACAA36F-5B45-9A80-2139-7971500DEA43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5A15F7F-FDF7-8FD4-7942-F7CE8F4BE630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7EA8E99-03FF-C556-EC71-F12435A1916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0E8FA93-F9DA-A679-7396-AD2BEE38A841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C5F7976-4907-60CC-EE87-55E86C37D55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19BC6BC-5C62-D5E8-5C65-D3A4E3A61AF2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13F46B2-758C-0DD3-32C1-23E74EFC727A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EAD660-766C-0B33-0C0E-F9AD954DF71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0376B6-9C9E-E2E6-ACCB-8C02E381546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53E2ED8-BFFE-BCB4-BC56-D318CDBF9DD4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0F908EE-FE55-2272-2A9F-7964E13FFB9B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660A17A-93F6-7BA5-4AFE-40335F7F406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86D2DEE-D4E6-BF07-E8EB-D7FA6296E22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3EAF4C9-8AC3-CA9B-25A2-AF780458883C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5F7851B-F36C-B657-C360-E78601E0BDE7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C9EE90C-2A11-0C70-1ED8-B1F844B98BD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85D1602-52CA-C298-6B3B-2D7F09102435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43B9678-AEF4-E509-1ACA-19947104D99E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0D7B457-F97B-8936-A892-FC9E74AC473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2AE46C3-9A03-4819-4012-FBF9A03C863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85FA880-0FE8-D950-21F2-44D31310767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49D95F4-9AE1-2D1E-0BEC-065F47D78085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BCA929B-38D4-3D5E-A1FA-C46E1884A12E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C06C7FA-E50E-79D7-A2E0-AB6B3A16C988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EA962A3-86D3-EA20-46CE-2CE6EF8FC4A8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94613E9-2806-CC77-864D-4DD08AC573C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26DF0B5-AAAE-B430-A4B1-2CE436CBD9D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BBFEECC-07A1-652A-D1D5-AA2B61D579AD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F50F4BF-6652-B1A6-9CAE-757068B18EF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403E55A-307C-D198-82F7-10D6D0AEB78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9EC5362-4337-D687-9387-13AF8AB8BBD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4F79F9D-B58F-9DFC-EE01-0913A5EE8B24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0B252F0-50BF-E7CE-E0C4-65BD792C617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427A2BA-A6B2-48AA-2D13-FF6F8EA0315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E8E36CD-82B6-8718-CFFA-D86099B8F6A7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11DE4B8-780D-47D4-4D07-FDD709F393E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077831C-FE76-D885-054B-B78605DFAC22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B85F7A3-ECD1-8FD6-9971-2119EAAD21A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6D80833-A7BC-8162-2D4C-3E7076CB874B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D7F15D7-7A53-38BB-435A-8245831FA08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8B28D3E-E5E5-8167-B6BF-EE13774E0080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0D03CBD-E8A7-BD4B-293D-67FFD49C09A0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AE16419-AE4F-E29D-2E14-479ADFA1200A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D7C6A36-E150-C5A3-49D5-DE2B86EFC529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528662C-C32C-F2AC-AB93-1DF2C35AA17B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3064BF2-3AE1-4AF7-30CF-60A09D1C026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89C5011-5571-CE41-840A-C63DA148DA17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B08A513-9FB1-3445-5CB9-8E7E104EEC2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1E08ED6-111D-D483-B2A4-759001CBBE3F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25057A9-6C97-41D3-2A82-EE0689AF8CF7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EC987E9-859B-AA0A-965B-615DB87EF8D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0B22213-0325-9350-D9E2-2C9DC8550AB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7EBA1B-7EFD-8E82-BD2A-E1D42FA9F465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0AB5EEE-447E-F380-146E-EF7D9E74C678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FEB4562-664F-34C5-7AA8-C0C2D73A3448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E929DAE-744B-4051-2426-BBFBD4883C19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425821593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3835D2-C1B6-8DB4-DD6D-3B7E37FAD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0BBC378-45EB-D2F0-FCF1-1695CA411D9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9B662AA-B974-0005-D900-16D0530CC3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3501CE8-B77C-AB13-64EE-90EA2D7030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84EAA5F-155A-631D-5682-B45F6F82F7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0A56151-AA1D-E08C-0000-799470A707F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555652F-FB38-E398-90F1-2D3CBC603997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30052D-8F1F-DD43-4F2B-7AB7DD3920D1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923532-DB12-F9B9-798A-BEAC51C649C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ADC32F6-03B4-3FBE-CFC5-55C2A2B94FF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C73C082-34B4-7EDB-904F-5BCDCAF0E6FC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E836C2D-E3EC-A491-8B12-CB0236285B23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55E585-08EB-591E-98E5-BBE3E5C012CA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D401CCA-48BE-271A-381E-CCA059F771B0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3B2B28C-B5F9-5BC5-257D-7DCEA0E88E1C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A12145F-0B90-5FB3-28FB-CCADE841A94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FF99C5A-6D4A-D9FE-D08E-579948823F5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FFAA68C-D49C-0003-533B-F0B47D11A7A1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55F4CC4-35F4-A993-B0A6-954C4212299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B0DEC14-565A-4488-05E0-2A8007B4F960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4B89434-6E48-DA2A-4B84-72D30D2B817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06E9AFD-36CD-663A-8C23-210C836492B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FBB588-F36C-6227-CD08-21D43E2D115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7153E8E-8396-9E61-132D-3DD289BAC7E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C2BA2BA-4A2F-6C9E-E7FF-56C2CA86B5B7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4E6205D-2A98-AD99-5E7E-3B16ADB7100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1B3AF6A-5454-10C3-3CF1-59791FAE6BEA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A60BF4B-FAE0-A548-F3A2-4C55330ACE8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72C444C-5DF8-FDD5-C233-234D4FF6238E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DED3311-9F0B-F10D-13C9-62C4B5A2E446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39CDA41-CAB1-F007-2B4C-8836A52D646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A10C6E9-5CC5-7491-25E4-5F4AE0B0BD3D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207ADA3-B59A-4325-4511-6B90F8CAEBF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720B2F9-BB38-C662-0DFD-C8B2AD7FE8A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F3153AC-2B40-780E-4B5C-28708C6438C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F20565E-EB3B-878A-2146-29CA72EDDB0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A5C984B-B605-F142-784B-C63B39D0F932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CC16A73-9B73-CABD-95C3-09C852F5CF4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0245C20-A9EA-2453-8A01-B8EDD4F22FF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0A2F6D7-39D8-7FB8-F151-2D0B0E28B72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33B7D50-FA3C-8AEF-ECAD-022CE4826AC0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1F916B6-4967-ECA2-B943-E7C1E83C161B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9BCDD70-E346-1AD7-F7E3-7E23E803F32E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7E39CA3-FB4F-DBBF-2393-2ADEE29FE8A4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9309585-8972-59FA-EC9C-F6F7434DBC7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9D2519C-F4D0-35EB-43BC-6E38D6E4997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A0CBD34-9052-A989-6421-7E8B9C3AAFCA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C5A7B38-C6CF-81D3-5321-ED6D417248BC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AFF9FC1-9257-84E6-B7F4-8B37E25DDC99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8D4646A-E1E6-9987-B8CC-C2507436A8D2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65E8AB6-FA13-6473-92EE-AF69A4E7FF8B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11C3ABB-D7D0-10C9-EFA4-2EEE74EF8A3E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D947DDF-A45B-9794-8C05-9001748A4C48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6C9A63C-727C-9761-7621-1FE82CBB169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45020A5-748F-536C-7175-0B9CD4FCF30A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BAC732A-2A5E-BEC7-A3E1-426D8B8A2BB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FE889CB-F06F-4E9E-0069-16243EAF874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10885F3-5BF0-A872-DD1B-3EE47DB1E3B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A962245-3FEE-F876-4FE4-4D96F8869C99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450EFCA-868D-3C7D-BEF7-92655AC857A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4B46AD5-CFC8-1F8B-0F88-FFFB92D13F2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93B2506-8EAB-3860-CF26-8209C336D63E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F66D53B-6567-C691-1D29-0D6FB7E591F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296DDF6-4AE6-6DBF-2699-7A464602941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D87BB32-8C8C-A531-C009-F65A954D525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EB80A6B-C861-EC65-3B29-531FE086B354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3370F7C-8211-EAC2-7FC7-F2F588383D1D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3BA7D69-0D37-A8CA-3B5C-6F5EE67151E9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5A1FF3F-4C04-7C48-6122-734AF288C9CD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65C74CE-072F-696B-34B8-C8A92875A55B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25270916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E56CA-D63D-0D7D-96D8-EFC3CBF20D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EEF1012-2123-21DA-B322-9D7D4AB87B0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86B931B-8102-7F6C-1EE8-0620ACB22C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E3BF8DB-6F8B-BC6B-BD55-68A75F7F6E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5814BF1-813C-A67C-973F-5414A623E5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FC10F4B-509D-41FA-F9EB-D76D0F62BE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DB41541-D4AB-31DB-3EEC-8746D61696D7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DDC7BBE-43B1-DD2B-F554-FE0AA1915672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DADEC8-BE66-4A6D-7680-EEA0FA81E6C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FEC8E50-FC5F-8CE4-2D05-65F0F334257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AB8306-110F-D0A7-F029-74428D926CE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17EBF29-55E0-5A85-0AAC-8F54331364C3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299F7AC-7680-8DCD-E171-869574674B1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4231FF0-7A36-A713-7E49-7314B17781C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214CA1-AAB4-BEDA-AA12-AFBBB4076873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5326F53-CEAC-1248-4EB4-7B820718DC0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B859F53-C104-F625-7772-9FAB5A59757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EF573E7-7186-E2AB-C4A8-AB036A689A3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44D8791-4AA2-4064-3A05-1D5DA3F2F5A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9C0EB11-714E-F6F0-855F-5DDD3A010B41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B55C966-2E5B-5A2E-CA29-5147E7EDB08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EC8A1B6-EBC0-E162-6C8B-D9A07E23D7B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57E23F7-12EC-40F2-45A2-E6D27CC4B066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B488A24-4D41-F1C3-5211-E0337656E82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A8C4892-5257-F219-D701-0BE0B5036CB3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D98319F-E043-402F-C864-F6712C32B34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60F7880-F0C8-3768-07D3-2091A54DB06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B898B51-538D-5A64-7DDA-9B28CECD844C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303E377-C70F-7EFB-9644-322E2848522D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AD9FA7F-19CA-DB85-B788-8B211CA0D94A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A3ED275-C238-96FC-0D46-E2B69F5B7CC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1252313-2BC6-BB84-C722-09E5392689CF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354B74-E0C3-3DE0-F73C-B020B9317B0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F91FCCA-94F1-0A81-BF55-45723B33CE04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8A7BB74-246C-3162-70C9-9F7DDBA1792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0F49FE8-21EE-B55D-E51E-EBBE75DC6A6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C404F15-F619-FBF1-D274-0A4B69D3AB8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8D0B7DD-50B3-9C91-3F76-FA8A6B9E2C7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C299D48-BB7E-4D40-076B-2ED8471B787E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633ADA9-FB71-5081-96A4-61490D09BACA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52F7607-10E0-68BE-D775-5FD6AAC37DA1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5538D1F-45DF-CBC5-5935-8F3F4F0C320B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BD78E97-63C7-73D0-FB9E-28F2CF52AE39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D293D88-089E-6979-1942-3F42F3510A9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781D925-C39F-3D26-51F9-FE8DD4C6573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E5FCA70-23A0-9CF6-D759-753E3D561F6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A4AC052-305F-BCD8-02AF-BC12E21B5E8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0650FE8-09D0-77DB-D7B1-C33458D9578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0EF2E50-2283-2082-5C0A-798501473B49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90902DD-3A6E-322B-78F7-0C7901B4A0E6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06488C8-EAD9-0753-C97C-96280D87619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F7BFCB5-6D80-1649-6AEF-6EA5264F4A37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607BC77-1A17-F469-096A-71C437B069A1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483CF43-A0C2-7CA5-B9A4-7DA8C83788A4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11AA56B-12EF-EBFC-5E9E-9EEE87356BE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1F5A778-6B16-A6A3-3841-6154EB159A3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15816AA-2CEC-B223-E260-5881E9DFAEE0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6FAE32F-392E-C9D3-8F93-523D6F5ECA2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5504B6A-0EFB-92BB-D6BB-FFEAB4995C1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D75E0E7-25F0-BBD2-267A-7B747D22F41C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EFEB040-0932-F044-38D3-60E97F504DC7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B82E6B6-8480-3941-B5DF-4C33D94F850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EF9EAD3-8E51-08BB-879C-FCC8F14AFC2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3A829B3-4B7D-F253-6DCF-F1C4C2B1F1A7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A8581A1-C657-BB12-145C-1FD52AC347C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E107080-8EEE-8344-97AC-B6F76E21FDC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1FDEB10-D682-5175-FE02-4C48B2874B62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DD94409-3AC6-AF7D-7A20-1F407DA19A1F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A882B25-0E14-0E8C-F54B-44EC0D205297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AFB1AFF-2BB6-6180-2A4A-3614ED6D4C46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70023981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A11BD-12B9-2118-4F2C-F8B1F633E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C9155AA-1DD9-B866-D17D-BDF4768815E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2174019-0C45-9B03-FDF3-A18A3678BB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E48AD6A-11F9-6C55-CCEB-128D3AA3C2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A0C4A75-9C9E-D6CC-BFA3-3789558C41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F0FDC51-07CC-EC22-915B-9EA563C54E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18C6F4E-F652-FF41-D80B-82B030D34766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35442F-71FF-B892-F907-8A78C3F674F9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1E755B-5726-BEE3-050A-0EEFCF48ADB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D389CB-4893-56F2-AD1B-76842CB8F71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F7CF52B-BF92-21F4-64E6-9D0DA6228FD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ABA422-D5E0-E062-BF1B-13D5264BFE8C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55342A6-69B6-7332-E5B9-3738AA11DDB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DE4BA6-0199-7F1C-051D-E0DBACB0AB8C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E0F5C4E-C440-14AF-F001-00331F48CF34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C6838C4-974B-E990-E203-1237EBA5F80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74691BB-E66C-B637-FBA1-D0759D479A00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E7289CD-13E6-A06B-A55D-DD1260C4FD90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56B8479-593C-F2E2-26C2-8CC459D96EED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4B08A95-C0B5-06CA-AE00-FF268E8F670D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17F7250-E5A2-3B76-DDBE-306C9D41937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58FFCDE-8DA2-FD63-1034-5476F7E98AD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E18204E-84A5-678C-D8B5-06DECC239F6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B15C868-9587-7753-AB76-04F7CC76782B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95BA51C-354B-7737-E36D-2165F4903AB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A4ECEF9-A56F-E494-A441-10415CA0BF4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660F565-4553-0A22-8E92-DA3629FEF0E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4EDA7D1-E5A1-7B97-F9C9-496A7157B73D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7614E4E-B177-60B4-98DE-B408EE1EA430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480633C-E08B-4157-7E6C-9FC6F692968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2F18021-142B-FA02-A735-5EECDB95DDF2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4FF9FD5-528A-7737-1029-F48DD9722A1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612FE71-2AF8-3E87-83E8-91E315286112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FABA687-0099-AADD-773D-09B3A243E3C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A37B945-3734-2231-8185-F8D520221585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B17490B-BA62-3BC8-35D4-8E668B69A8A7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F75F045-31EA-CDCB-235E-C31AA37A98C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8429932-F41D-1C42-D269-010A27B7CD45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539AF33-C605-49DF-0A32-37543CF94702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6FB833B-093C-D641-4EC3-EAA635B2B6FE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D0EC46F-293A-8F89-6742-EC5939D456F5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FADEB41-5F7D-4485-0D29-B0F37CDF496E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875B60C-C5E1-9A36-F850-38182F9F89F3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5D99C27-1508-00A0-2207-813D956DA35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CC025C0-2570-22F4-5973-2222C6C2DBA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F290900-8234-104B-5740-72E1A6574236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FE888EA-E499-13A2-3910-F57044B79F4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B6E9F38-F0A7-5EB7-15AC-BE45788638CF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F6E67B1-785B-9FB4-8753-28B90876866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1F290E4-E8BD-94B5-3E5C-14F9C7FD78D8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3547705-B2AD-9CB4-870F-E4AEF4EFDFCA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FF37C8-3FEC-342D-EC1A-CA2BED30F733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84A2235-6958-C1DF-B6CF-9E0F9957974F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4CB5027-67AD-A298-566B-3696979AA7B2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E8CC2BB-1C55-4289-E54D-2A42033BE15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636F97-DFC7-783D-9715-632FB00D9283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915E366-83B8-EA59-7E57-7E3A199D1E4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D4B644F-3A9F-5446-23FF-EBBB735A8DEF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A045E4A-73F3-2162-9860-11D3E4112C51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08F618-1C39-B543-5206-1A7BBD51DF42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7D4EA4F-4059-C7D8-462B-D5747A3A584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773510B-5B6F-0025-8ADB-4D5AE1C5E492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A2BBCBA-46E2-E138-493B-73061F977182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885C9D2-3706-F40C-4734-60361B35E7CA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C99D0B7-189F-E36F-05C4-FB4DE164E9A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13E7197-DD09-4736-3F15-99AC22F3E072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0DAB832-883D-A071-6CD7-766520FD03D2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B80F46D-8596-4138-47FD-8D61D800896D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6686592-5A50-5124-4018-FFDF76048393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655688E-D195-3970-664D-9435307B2FE0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9396173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4E975B-74A1-DF10-62AF-AFBE0EC42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D5E5E7D-3236-70A2-577F-461F020F6D1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4854FC3-64FE-CCC0-84AC-C6A4700039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221CC35-5204-7B39-B411-3290474BF2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A4B7BB3-6DF1-467C-DC08-07138FEBF9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978C81D-C4CE-A6CD-8F40-621ACFA755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5EE9B01-FF17-CAE1-A943-DAEBAC9FF0A1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C12EA2-D450-1BAD-3CBC-BAECDF2084EF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451F0D-733E-4EB3-CF3A-9EEA315F004D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F3D6655-BCFF-A45A-2C88-D5E8ED507B7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B9EE7A-0D49-549C-DDD8-809B41F50F0E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86FEF16-F081-0F32-CDDF-50E3178251AA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9EE3D5B-298C-A245-572F-5CBFCEF14C9B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01A1233-0DDF-EB50-C4FB-30B24FC9C036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6D94571-76D7-4805-89DE-85CDCD1DE987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38B75C5-2DF9-80F7-2FB5-AD447B8E69F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AFF343A-3B8E-B6D2-057A-1F361E3B1665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3DD7176-1F69-A679-B760-DE90FB43D98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FF1F66E-FD5C-2D02-B267-E0E2A53EB69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7F8C77D-E149-A43F-BC11-4B1551FDC8C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E930B26-3BD0-282D-4B7C-A79EC240C76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4CD8033-87AF-1E23-74E2-B2B0D7F45ED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1C2A4BA-21D5-76A3-4A83-99A746ABA38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5F7D544-3D8A-9867-02B1-95462D4FFD06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A07F9D2-BA39-C1C3-8A91-01272ED8228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EE2A4AF-914C-4482-5DAD-271A6D6FBF00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DD86593-665B-B103-0D47-0B32D3604D3E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3CCC977-8ED3-89EB-4E9A-46FA2595739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41893AE-B189-1195-077E-07CC4599BA4D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D821A5E-75D9-44F8-3AD4-36BA0502739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7A2E8EF-4019-FE26-020D-93941008F08B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44B9664-54D5-3DD2-5B0B-9582D107CDE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5D69D46-A707-8789-06D9-F504716027F4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A3C9E75-44E5-489C-9F63-232841DFA42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BF62C8A-74B8-342A-99B3-9D0D1A16EDD4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3DDFBA6-2E2B-143B-8AF4-D4EF930BA0EB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B5EDA77-734A-B263-05AF-29BFDF50233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92418A3-F4FE-6EAA-F7A6-988612947D75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23B886E-38D7-B51C-5CB0-D81FE1C39C0C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786ADEB-9AC4-B9FE-D629-8B592E782FAA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3B654AF-C7C4-7781-CD17-6DF0FC183003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DA7E556-4E6C-370C-65B9-D38FD277162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6F0D58E-01DE-95D1-6701-FF4DCF0E950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4C8184D-BFBE-7452-6940-32F9842F4896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DE711F2-65FF-C7F9-DFDA-96250382B18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10D2CAC-A87F-F85F-74EF-DAB81BB16A70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53B79A2-6626-9C11-9AF8-157C0214DF9A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ECECCE3-FF07-4165-C472-AF9015E51131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E15E589-69A4-558F-AFE0-FEB71473BA7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9FEBAE5-FFCE-BC47-4E20-56737A3EFBF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9A5D091-093E-E812-3885-933A69C1AE50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D415255-0936-9BCF-996E-598F98EBFAB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39D9F4F-4FEB-C749-88F0-56063986202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AAA2989-A408-C8C4-62BF-452C75E89AC5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D294785-2FBE-38C8-16D5-D395D7EE7340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E6B1AC9-9905-4414-4AED-FAC2AA430444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E2BA5F3-D705-66F9-266D-D9B68485D33F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F4A3EC0-D7B5-120E-BC8A-3E30DBFCAD2C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DEE1E60-BD79-CB9A-A8EA-62BB6F80180F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CD56320-606B-C97C-F10A-C50DFB4C3FE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6CBB847-8540-BA1F-4514-1F2E2816D213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4C78956-79C3-4A43-5A74-28C9E970EF54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05B8CD8-D0CB-2E17-1047-41340874638E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33E59B2-BBDF-4E7F-1FC9-3146D77102DF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4B1297-DDB0-4BBD-9A67-1177564703D4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AD20843-B601-C6FC-2540-057E67DBC20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57B6288-997C-39B5-589C-1B069C827EC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03CA0AD-44FA-C285-DEC0-F2E585C7B853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2726359-777F-71DC-490D-B551B2CD41B5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3F917B9-CD6C-DFAE-EA24-9B01173B94EB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77076838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B01A2-BCDC-CF56-5854-34C2B8C84D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73B4FD9-CE21-98B7-E7BE-59E927A3DE7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9CD2BBB-44D7-BFB8-D932-ADFB3235ED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7056244-4174-6E22-2329-5DBFC447F1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FD71DFE-943F-E25E-D4E6-CE9EF42213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E727723-2983-6D98-F46F-5B0BD20FCD6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EDF1B0D-64D6-EC00-740D-425A7C055737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BCB4A4-78A0-970B-FB82-0781CABF07E2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6230508-75E2-BF6C-E6BB-D170A9642AF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6937C36-B0BC-E876-1A1A-D3105315B15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FA5BFF1-5BD6-ED7F-1C20-240676511343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979699A-4C92-E659-68DE-DF8052C6EB11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913B2EA-4BB7-EC97-0241-1A104B39F407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B1F95E7-10B8-250B-7475-6DDAC1A1CAC7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56F3F0A-8B94-5151-706F-58B55802DA89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1820D7F-B483-18C3-B8AD-9A43448ADF5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8A76EF9-6E5A-B963-1BCE-98AC5CF6CCB9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21A989F-7F7E-1A33-A922-EDF91D72113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F51D493-683E-2024-ACD6-A64A4078AE3F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4FD3566-C14E-51AE-D596-B35A9BDBA8B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039DCA2-6EB6-E16A-E62D-F0D81EB8B05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1327229-5F9B-B635-44D9-D8A02A5EA82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ED709D0-4616-1DF5-79B5-2FA60C1FFE44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04D6D63-F9B6-C065-3A87-09D1DADF3BE4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62DE1CB-EAC8-30B8-60D0-AA3AD136238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77DD7FA-62B1-B61B-AC07-EE510998A276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93D8A1D-2102-ADCB-BB70-F4A56F7F6B2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37D67D0-B556-7089-AE4D-2FCFDDD7EDA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EF19D19-45E4-2569-971F-A2AEA0F2709E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88F5055-8BA0-C40C-663C-95F621F21DB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0252B04-E880-8B22-5635-E548D99C0EAB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26F43BC-3C86-4A99-70EA-CFABEB9F244D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A474927-6E49-7DA8-5AAE-245AB90DB64B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B73C7CB-B9D9-893E-B72C-51D256599AA2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5C99835-49A3-F0D5-D5A1-19888C9E7D6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CD0D3C1-F6D6-1CA2-F31D-C70ECFFE3694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BEEFA3D-DEBF-F6E0-41DF-476F80BBD47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3914611-7D42-C5EE-8B12-3EC585733736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15A8656-0DB2-4504-9C20-F0D9476B2060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E86B8AB-73E6-1454-A6DD-E1AAECBE3C5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EF5E3B4-CB6A-7EF2-BD11-34BD16AE1D4B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ACED442-0553-B331-8CB1-0DAC3DA4A72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B7D2BF1-E4D8-EB44-2DDE-9A613242E83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6C669BB-2A4F-9A22-CC5D-371C27BD244D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BC9367F-30E7-5705-7DF0-BC3FC310952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4DFDE28-28D0-AEE7-8B8A-A1DEDC1159DE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E1EE9A5-7CD5-5D86-F14C-81D06C893A88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ECC75AB-B38C-6AEB-C466-14BCB59F7926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F457813-024C-0A80-1658-C1BEE1F93DA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AAE8F24-5F57-AC7C-730E-51D0042FBC9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A864F1C-9B71-420A-CF7B-A002D1822149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2A2FFCD-E14A-FA57-C641-E9E12207026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FDC4248-FB5F-FE44-8F84-326B83E7C44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9481C7C-F8D1-A3EF-D74C-BE7C47F4A84B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827FF99-26E5-766A-7C6E-FF5BAFB4FD5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51DA39F-84F1-EDB5-B57F-68A368806A2E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59FBA98-46D3-E736-BE57-D6220B27721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B98FCCA-B5CA-3AA6-9E8C-62380D1C844B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45FC6F7-E8E6-D813-4A3E-B0FFEDD6B1A1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E153D59-E70F-71BD-7BE0-E35FC18DE51A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FA8E18D-5248-0E72-61B1-5C65ABE61230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8FB5303-B920-9B87-AAA7-DF6506112F8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36224E1-1574-9EDC-B3CB-F4BC9FDF82A1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0147B7E-CA64-EAF0-203B-BF8164C2F3A0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57878B-B958-13A4-80B9-CE2A9A578535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25C6595-A9E3-5AC6-51E2-AA79A2DBB4FC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B1C16E2-35C5-B32D-9738-20C6547AB69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E69DE06-644C-680D-3739-AB7F01E498FE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AD136D8-7C3E-09E0-D296-62B226F0C202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242F75B-56F0-FA6A-F464-1701BF19B630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47449929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3A1C7-743A-F66F-770A-B67FFA8BA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3907A8-52BB-4211-338E-98FAD712016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Row 2.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9373053-31B9-8EE4-EBB3-34E9E0BE17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DADC9EC-9AF8-7B3C-8512-B97EAE52EF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9FE3846-3A09-DA82-090B-F66598CDE8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348D36A-6B88-9CE2-C19A-C144D1217F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7CA70B8-BE75-4349-7931-3BB4595BEA56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548A85-0FB6-72B6-DD73-4470823AE675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D30877-CDD2-6411-51BA-19678DF5395A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D916EC-B0BE-FAA7-8C74-A83A3A881527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A206AAF-5DC7-6C17-191C-ECBBEA51BB98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B23CE9-639B-2441-7985-606060F93B47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15A3F5B-87CF-655A-F271-546FC8DF9A9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9725EB1-A7E0-7C42-BC2D-3F703DD43F5F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D88B243-13BB-C176-3210-99F561AF5817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B6DDFE2-9D8C-16C9-2809-FFA0C37DEEB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F49F50-8430-0D84-B67E-899B3A84900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C1152DB-506D-0A7E-63FB-827134BE1556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6419CF2-F8CB-095C-8928-A291F1F0C2CF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4515211-68BF-36D5-AF04-792FC0941DF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354A014-434A-81F7-9E32-4E433AF2F5E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95E1ED3-EC69-C31D-48F6-9B1B288BD8B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79F5F9A-BA7E-326B-447A-5D74BF8AD1F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C9F9326-FA3D-3B12-04B7-C437CF4B7FEA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CF98BA4-8F4C-9AD2-38D8-7D81B9B9303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A4F9570-5266-7385-0686-4EBD334A427C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242B5A5-F8E7-5E0B-395F-2BD596EC633B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9A645D9-C914-99F5-3DEA-281EE0B7550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80B317E-9E3B-33B4-9E71-59080ADA3B42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4148EF7-A4BB-9323-6029-752A0AE20AC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97A429-41BA-A5A4-30F0-4C91510BA55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691E3C7-2E09-3B4A-7576-A5E381C91D3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AF1C1CB-9102-0DE1-6598-E0E8A6DAF16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FD2B19D-7E34-C67D-E282-72C22368C26D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268225F-6703-5CD4-C50E-FAC4F0C5D30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D741D56-93AC-7966-3FE7-6D1FA9BFB8DF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5AE8DB0-16C2-B0D3-DBC9-444CDA132DC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5CB12A1-D295-4E1F-29B1-AB1BFBABFC7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F30F156-F3FF-712E-17C0-D277117B6C96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F1A0B38-9F73-DACD-397E-FE7660CB124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134E2C3-4A60-C72A-1B15-C7740E551D6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42B25B5-E72B-C43C-75E5-FD7741A4A54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1F38EE6-6010-7F69-B91A-14A4A5A3560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F313384-C729-11FF-4BB0-375FEFF7B496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4D1B7F5-CB6D-2150-ED94-6580C4617781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12873D8-1F0E-8335-2593-9C04D5C78274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EFD3BCD-5CAA-769A-2596-C8FBB30F35BE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D2FE790-C592-BBC0-03B5-0E0FE47D87F8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DE4004F-831C-E0C0-E817-FB57B15D9180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F744E29-ED28-5CFA-1553-CE199FA39B43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33D3D0E-ACD5-F1B6-94D2-AEB513CB28B5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B384652-28C8-418D-29E7-8B2D8E1CDB7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1BA6C22-3B9B-AC92-B63F-0A22C9DD3D7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EED2E53-BADB-6207-E3B7-CDA52E7C6C5C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C863CAD-378F-87D8-5D88-6942057B57E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F79F0DC-DEA1-081F-7681-654B1D41EA84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0B006F2-EC04-7274-D95C-3E85DC0E1AD2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A67F2B9-F5D9-3BC2-A14E-9FFF1A72EDA9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7345F56-F9BD-C40C-3A29-59C1F07E9F25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DE91EA6-FA5A-2D44-73CC-CE4DA496FF9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DB8DC6D-7F4C-F4D3-92F1-FE7C8A1E8D7D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0DD9A40-66C5-1A7E-668A-BB093F31D5A0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1F33B12-9BBE-AE84-DED3-849E7337E2BE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801FDBE-0BB0-173B-C43A-7F3F451BF353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323D3F-6E33-AE08-C585-A94A667DFD35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32F7E5A-1C9F-A8CB-4CFC-1BBA6AF0227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E8832A7-3320-6F4C-DA33-D2F7FAA6E2FD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0168B5B-4C65-E503-62C9-5D802791FA71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5134D3-8AD4-F50F-F316-C8E724B4D647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7AC397A-DE54-A647-4FE9-C1064A81812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6564459-E930-CEB0-8227-5FDA2A910EBB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C842A5C-2C62-410B-71CF-2C66AE6EBAA1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444DF83-1400-CFD7-2E6C-0DF916BBC5B5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3945088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F78D6B-3561-DF8B-5510-97AE63FD8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7F32274-59F1-278B-B6D5-944774B5DD0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82DB00B-B13A-17D7-9CEC-52F1168EE6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E189AEB-F22D-C693-9026-166C727EA7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A1D3EB7-0B2B-9B48-4A07-B89CEB304A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D8936B8-7BA8-E0AD-D6E2-3EA6B7F2BCA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BF210AA-6F4E-95F3-1716-E493FFAC2A4F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E76FE7-A69C-C843-1E10-C8C3877560AC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A7C19A-E3C2-CAFC-D227-EBA225EF5CA3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34570D0-2B33-2238-C033-1CD38B316F5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ED2D64-822D-7535-CA2A-EDFD91D28775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D98BD10-6205-E04E-4EE0-5DAF808A398C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8705B5E-C6E4-02DC-468E-1EDA070423B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3DEB1CD-4DAF-5E7B-51DD-54BB2A3BAAD0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7516B12-51F4-9D55-97C1-E554C62AFC08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29FA769-CC03-8621-83CA-6E392C3632C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995F0A-5F16-43C1-6832-383137EAAF8A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4105276-31EF-C196-8307-7130B6D3E63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58C89C9-DF28-A9A9-E30F-ABB9E3F86C2B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DD08B11-EBE6-F72E-AA2C-4868DF42CCA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A4D151D-0E4A-DABC-C731-A89499F5C09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39C2895-7809-A717-8722-3A62113C8DC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7879F21-3065-36AD-0D81-F1BA9A3BA4E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60CC1C2-C2F8-2B37-E872-D7CAA41AC8DA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406CD49-DB39-8865-A4BD-533A88E10E4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5D80DFF-5ECA-2005-ACA4-180698664B76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D4B18E7-CADD-4538-8CE7-C87BFEFF694E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825487F-3A85-5F16-CA16-A367A19CAE9A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EF18830-D248-59C6-E395-1DC32BE0AC4C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4D1CA20-DF74-706A-8E77-75465869683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E79F045-B797-93C0-CE6A-05D0B45016D3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FFCB267-7538-930E-16A5-55D333C8689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D3E4216-36A1-4682-D485-3A719E619A24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75E2B52-E199-128E-F97C-5BACE994F712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659BDEF-1A5F-B609-CEF8-10EB2F0EA7C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5527534-4D18-2358-BE2C-D99EE31669EE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C7AFB6F-110B-A0F9-0C44-EB4B945F8B3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B00620-52A0-2E03-6CEF-CB6279D1ED9C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C64E046-8815-0E15-EA46-27C297C7AD30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5C1701D-ED8E-AB46-19A3-77AA1F315D4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E8E2C42-1E0B-3783-83A2-387B45D7CD43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F53CE15-6B79-62A3-E891-3D9D1663AC62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06FCE83-4E04-7235-CF08-7ECCC25BFEA6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C8080B6-5E9C-3196-FE6C-DD4ADE6724D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D05350-4287-8013-64A5-287590E9E1A0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4E7E45B-0278-B668-D7B7-151F89AAC09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5C0F434-EF9D-CE4B-47AE-152A14F3841D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98EEA9C-E73D-AD06-6C9C-2D6AFFBBA92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A2C1B64-FF5C-9C83-6E7E-7653776CF860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86CC1D5-D75A-2FE1-7D8B-1DA24C0E02B5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44BFF85-F2E4-9C97-06F4-6266D6BF053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42C0F8D-12E5-96CE-6245-0B0414995219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88C15C3-E9E4-BAC8-F328-F95624FC1BE5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894AEA-2C21-76B8-278A-9FA6D7B916A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0BCB41-172A-4532-5316-02001A1E660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EAFD821-3734-3903-E5B0-3B9694421302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F95730F-09D2-291B-4FE5-7AADA8681B0D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9F9679D-A852-DBF6-6FE0-A761CECBA7D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0CD9F0-B427-3906-194B-7568040DAE58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5F9024B-723D-5A7A-0859-924CF7D7745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BDE1683-33AF-A247-FA6D-C5BB3B27B0A3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670BF6C-3212-B530-DC2F-AF6F5AB3020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B30A62-968B-AFEB-F76F-C0727DACDCAE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FB33288-F35F-F471-51B8-42B88587208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E3F512A-62B1-16B3-20C8-9B435CF114C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8EBDA77-BD0E-E757-4030-BF77B5D58527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9B83E5D-86E5-3E49-1FEC-F440791C4EAA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17F3392-E1C6-9DC3-2209-32B35B08E9E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C905046-E74F-08E9-0D67-96B9024F083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1B10FA5-DB95-862E-0F53-E833F1AD59A0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FE87147-8DC3-47C8-B5E6-0D7D18A48E4A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2299333-D953-4739-8947-F300F48CF99D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94B4A34-2D3D-FF8D-4F2B-B379B7B6C0DB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31797891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88776-5814-AB18-92C7-C1DCB85DE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D3FE762-6655-0A11-FC3C-2BFCD9C4E70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CED9C65-2D97-4455-A8D6-4F53772B4E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1D41A27-7524-6976-378E-9183900FB8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AE4D9B2-05A0-5EDF-9476-D0BEB7AB07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505D94D-9934-6141-857A-2CD3521E02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98C7B32-B0BC-4D32-F416-93BC457A6674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56B30C-7A79-607C-816E-ED6444C726A5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495BFA-B2C7-1341-7239-9BE6A369135C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35FDCB8-000C-BFCA-0842-4D8F727C369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202BC0-B050-C5EE-9472-CDFE0CF3A15B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DE9C71A-B641-ADB5-D68F-6EE17361F5DB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CA21B92-E57F-E9F6-2521-07CE393C6E5F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DB75477-9B42-E6CE-248A-65A277079CC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2657FE6-32F6-EB27-9AC8-8285328CE910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38FDF23-E27D-5C7E-A83E-13269A3F1A04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C926B20-22C9-B3F6-333F-AE9E40CE53F3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1897BC-28A1-F91E-E0A7-186226F39DBA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417999C-8A42-C613-93D7-84145FFDC0B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CA2DBAC-83A4-DCBD-AC52-55E3A868C10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EFAA3F5-F2D6-0D42-2620-4475AAAE161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C67D4E6-1C0D-4491-D9C6-6003EF2C321F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BF86871-11A9-EC37-F01D-3EE387B127B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E8FA9F5-9E07-6275-1F53-42C462B3A728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2C094DD-27DB-57CE-6EA9-B2163FCBAE0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02A382-220F-6F4C-33A7-0D0EED117E5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578FC67-B4FD-E6DA-E4D5-048F2A9C23CB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B9136FD-D4E9-35B4-5F6D-486CE950E4A8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1E7649-8DFE-4722-8DF5-031300738FD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A9C19DA-C918-A47E-0A35-D8E42A08330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E87C7EB-C1F4-2C9E-1D6B-71B0008CC085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6518335-803C-A42A-D800-9BA9F580E509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BEBB0E4-A211-ECA0-62C1-5219F6BDAA36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571B5FC-3D68-2A96-07B7-8F4A0B8D9F3A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18E6B59-83BC-1154-B18E-1DAD5D31355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A13E868-6CDE-933D-A249-2A47CADF45B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C0B7089-6BEB-7C04-9359-793F8000CC0E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3AFFD6C-564A-1BDF-AA6D-2EFA8EAB5843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59FC90E-AF9D-E554-178F-09CFF9C22FB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406B88A-A534-9D86-403C-54B5418FC8DF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D8A5C6E-9023-E374-209D-0CE7D2CD1B09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4789238-BE60-181D-F270-4E03096F7EB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70115BB-3278-EA7E-7881-AC12E7E959A8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C37D96A-2A07-B618-8490-33C3042E890D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B3D0C1C-270D-2C70-C2D5-51BDBBBC8EA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F593C34-2AD6-9688-6FDC-A77FC64382CA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6F11EBC-24C5-BEF1-4AF7-778D7D8D9DD8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8C76852-7325-E0FC-7070-346F3B2A6823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FDFB107-E797-BB65-4C9D-3546445207C0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3B1D5FE-E4C2-938D-5348-DBC30F765511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F36F849-E35C-D5A5-3089-E302D117162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7CE38B8-2F22-0B4C-569A-2939DE10F51E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26F998B-26F0-C866-7B5B-A17C036217B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2501C80-0D5A-7B21-ABAB-D5B0D8E3220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40877F5-C997-2FED-12A6-E5F03BAA4A24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7C028B7-9D62-C96F-A8B9-4961F1C6EFD8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479F44B-169A-2F56-7D3E-9A764124B23A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24C2954-DC4E-3553-167F-98EA2C47DAF6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2BB8DDB-F364-299B-22B0-6828ADA2FD0D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2BB452E-B58F-6904-525E-D31DDD5D7B52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B92A5AD-DB9D-9727-B291-B74401BB08ED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BFA9E93-AC84-B34B-EF1C-3955CD6C7D32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EFEBB10-B26B-5D19-7A1F-C327E2AA5B7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224136D-A8A0-AE8B-E274-AD57BD277FFF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611B52C-4CA5-1F4D-68D0-655213E0C486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30C58FA-1118-1F35-B535-8F730DC28B3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116CB61-9949-8052-E072-0B54EC657592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33D831D-E20C-E8EC-094E-B7AEBCA34B6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E645AB1-F0B0-27E8-6F02-AC07D05D4CD8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B6CFEE0-711D-B884-D197-9502A137A8C5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98E654D-7F9E-D418-1055-8573A6E3A1E7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E09993E-D3E8-B9C9-E4D7-3D3F36EFFC4E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134F95B-F98D-5AAA-F04E-B79D45A8BF79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54864884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2A351-AE23-9637-C308-5D3B0CE14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E83BFC7-296E-66E5-AC16-8A6C77E1F1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Initialize reduced [9 in 2] (45 fits in only one way) and [11 in 2].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2B1AE4F-CB80-6B72-22E6-215923527D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CE06E69-C78B-8EA5-156A-E1B5566E6D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B37DDB8-BD55-8A14-B467-4879853CAD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2B7C8B3-C457-C439-B701-1CF93E931EC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80BEB7-5C91-A406-900C-0D0CA3B2E79D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4F1AB7-4E0D-1FA4-835B-68BA8489AAAB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DAA1CEC-3134-21D7-7085-27D6929BAD4F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0470468-F524-177C-DEF6-88EE2B878AF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DA019D2-9D9A-EA82-81C6-BCD5E08A354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92F253-99E2-7DDF-D7BD-1777E9C997D9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1D296B8-4600-8A2B-427C-6CBFE99506E7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0D04348-34F4-7AF9-88B3-3ABF10AD439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4C3C42A-8036-8AB1-313B-4B932C242AF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E8315E0-FEFC-6EEE-785F-57D23829100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D24DE41-A17B-73D1-BAA0-A09F6F9F6F03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191D221-2C6D-6C91-4F4C-83BF5292592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22CC033-EB3D-ED1B-4FA9-7FFC1B114DF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D003069-EF2A-202E-46FD-ACAECB3D4C9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6DEF556-1FEB-BC17-F0FF-5064122973D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63E9DD4-3906-7A22-A7D5-1D61E4B135D1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B2C3FF1-3E77-0C6A-9DB5-6451711BAA9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747740F-1305-B2DA-AD0A-15AB759C4A6E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62D58A4-BC2B-D150-94FB-DB170665F5B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181D721-E348-AC8B-19F1-5C536215A15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F0B53CB-CDF5-40DE-B464-C3E940DEC9D8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4412FB6-BC97-ED3A-3FD5-A2BFB32A132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6177CB0-F0B5-5562-6A2F-3DC8FFF14C0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BD8D160-8EC3-D983-19B5-92D183CE1FD5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2846540-BCAD-20EF-A37D-AAE6DE3F62E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068947A-6A8B-9F27-E79C-039B2C90C67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ADD52DC-6652-35E5-D8B4-294CED9FD02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B7C58F5-7F13-5B51-8577-171F439275AF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53D11BF-9AD6-0C8C-511A-87B17FC62328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11028E3-6E71-334D-D175-FBA5510B3FE7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EDF47DA-68A2-323B-706B-BA8C5825BCA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EC06B70-969D-BC70-3D77-83FEF012D6F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A204855-C523-39A7-A781-8BED75F7F1A7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7C6074A-66B9-0BBC-0177-C69173DEC31C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8B5D0BB-A0DE-C235-6BEF-271A073B2CB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BB8B406-28A5-D5EF-08EB-6E605055C259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B77CC4D-DE3E-65E3-8FD9-3724F5D491C2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9879998-822A-51B3-8AC4-A7B44382666E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E01D5A4-6447-9FFF-1C4F-C351219738B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355307E-394F-7CAE-C0B1-82AF517D983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E6408C2-91F3-E07A-D57F-DC3F9B10468B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98646C9-771A-4C15-24F4-22F3C2C20CD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44445F7-2213-FCC4-3D3C-E59677B53DA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A89FD61-531C-F5E2-EF2E-6BB8EEE4E5A7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3F79849-9DFA-7156-1717-D11AF73FBF2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D103FC0-2076-5690-FEE4-2375DC4B233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6B288F7-7169-26B2-5FDA-AC9A6DB67BDE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D2CBBF0-4817-BB08-ABA5-6DDDA03DA58D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D2049F7-37BE-C354-61BD-931011907427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EDF932B-93A0-647D-E535-944FDB2235A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8D322FC-921E-9D19-24DF-4CFA135EB5DA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E6AF27D-4052-EB77-BC6E-BA4C7B2CF5E2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4C8D87D-156F-2563-6739-58AA54367429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CFE5C10-510D-226D-4C2C-DB1156DC648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2B0785-35E2-FE24-0D2B-01D51B250E70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F801843-6FCC-596C-0A55-99759357B31F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4718490-27B7-909A-3C3E-791B19279FF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6954A66-F071-8892-B10A-0A384AE86229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39B9253-CEBE-BEB1-231B-4A4C317078A2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8B3959D-6689-803E-4CD8-82AEF219F7A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F26A62-5EDA-B4E7-AFBB-DB6468ACF72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3C20389-3E3C-CAD8-3EB5-93A8467EF3F8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231D7FE-36C9-07F8-4D67-37763B21829B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1C9E1D7-F208-BF55-1CE8-0D60F73A465A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B3310AA-AE96-A67B-0D5C-403A0A68F34A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4D0042A-4EF8-EB55-9102-8C82CE0A096C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FDDB23-8D4B-5278-0527-D78390282DA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0152AAD-634A-FE67-5A0F-2FC34DC05212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9652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352D677-A8A8-8E53-A77D-01B0A359D3D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1A37FA0-1B34-77D4-5743-0E9099EA370F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6A14848-D7A2-3B1F-4B57-54B3A3719A9C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07356929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CEE59-A2A1-C734-B44A-71D4478AC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B8B51F9-F166-F6E8-60CD-38079C97BFE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1CF6C1F-6047-E8A9-0459-F33B6C1BB9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103347E-A15E-2492-0540-5F5937DDB5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FB1D16C-5E1C-525A-94C4-6EE29ADFEF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E8A138C-6CA2-2F63-2DF7-5ED04E8969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017517A-143C-A5B5-3BFD-E50332F4FAC3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12CC13-055C-1017-DB69-3E5453D029C8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C6CE8C-7A33-796A-0D09-8783BB85A74A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CB3FF82-98CB-062E-1181-FC575DDE0C9A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6017B8-A771-89CC-79D1-69E383E6277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D9E9D9F-6788-F75F-DE6D-08160E79142C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2C53829-86FD-0569-80E8-7DEA759D8F76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8C5D23A-7108-B68B-9CC3-0D7267462D6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F0FDDB9-8A99-EC40-17CA-26317DEE621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C973E22-980F-31AA-3BB7-AAC442BEF869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5601B35-B6EA-2938-BF9E-34258861A0EF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511AD85-7592-DADC-9D7B-A966E227783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54A6AD4-C91B-DC4D-277F-500E9B649F6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03A987C-50EB-3653-16CC-78D403C1707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094D116-BDD4-5201-0E2C-66A60EC8506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ACD5750-EEA4-FF43-893C-D1BC59EF1A27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35A37C4-F8BA-98FE-4DA5-81BAD1976A7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8AC4BCB-CEA9-1315-2E33-0DF231A13A68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6901C0-6B5C-70EF-B354-04C186789D06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37BF31D-D7AE-9ACB-632A-552AB9AC7CBA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391329E-6AD4-7708-ADA6-5ADAD7FEC3BB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6F3BDDF-7D96-59B9-B2C3-7BAF0CA5A2A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833E04-088D-E735-6BF1-2AA81255974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5621E1A-9B2F-36CE-4A92-FEB7025A145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E995738-B929-0C88-F469-DCCC076302A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9D8D39C-1E83-BA42-ABDF-ADF52227ACFD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7D4F41C-66EB-4568-964B-7E2F184234F5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3D13A36-725A-EC0A-035A-55ABFF411396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A57A8AC-F385-32AB-4993-758B38A9B2B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913F432-25DC-A3BE-E738-CD8D53FD4A8B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C3FEF2F-AF70-427A-D2BE-B073DF7380C5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62715EF-AB15-DF58-69AF-C348B14B3B32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4355663-55E4-296B-C124-91AA2B92F3D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DC65834-8CD3-08C7-354F-0BDAC8F50348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3C2920C-FEFE-AE3B-B538-2B1E7C3BD3E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F07F8B8-68BF-23D5-99B1-64B2CCC7B28D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286A56F-5063-FAA1-747C-706DDC920020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29240F2-6866-303B-63A4-C41E3EB60266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96A6FCF-A43A-B956-0267-631739842A3B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5775ECE-AFAD-B242-C83F-B00F2D5CD173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9B13988-EE97-F79B-5289-58D5DE6744DB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F093D9E-B928-0A2B-D063-103342D0BC57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EF5E12D-F16B-E666-606B-3B17974052C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673F028-5DDA-2502-59B8-B445A84864F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D5F3D7F-BFC3-02EA-98C7-D84810BBA95C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68E1803-34FC-B890-D9BD-2938D565FD22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736C76A-6AA8-C7F7-F16E-BDCB87FEBAD0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F7F5C11-BD5F-17CC-7291-546225F75BC9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5E3F704-AD26-16BB-D198-245372E7133A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115E251-978A-F3F1-3D3B-5AD37F191063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0DCEEE5-9C1C-1DAA-FEC9-DDA73B9F63F4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469DE54-74D8-5320-CE61-33903FCCA6A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9F124A-8CB8-B5AF-976A-5AD7C516173C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188B576-E796-45F7-08E3-98703ABBF013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F5107D2-947E-88A7-F6D0-AF3B0DB27BB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2EC0120-B971-3911-3AE5-7654EBF67EDC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9456DF3-C6DC-AED2-B453-0793DA0AC963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CCBE4EA-23FD-A5DF-CB4F-518CED27174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968C963-421C-BAE8-2A45-6B57423CC06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9C7A729-0CF0-F938-09DF-330C5638F356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E7AD8D2-FA11-483E-30E0-54E5A85D1F4E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4C56C64-8A16-4FB6-D1BB-D25EA34FE14C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184B7EE-85EF-90AB-93CD-328B6A63EE9D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62A854A-9A1A-08D5-1CA5-044CDD23C2F6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024B0E-0059-F222-95F1-B41115A7ABA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C92B5A5-2D79-2896-53BC-07A1A68223A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2AB5538-1192-38D0-369D-6E707C685653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1D198FF-9F95-D039-0D80-892A710279A3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BA2A4A-0249-05A0-2381-F5EF1169A4BF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122BD4A-CB2B-EA01-A29D-05D58B121267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588BD7D-DB82-731E-75DA-331EF22E9F69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1446160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1B007-EB8C-8434-1D5D-0BA931485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C908157-8376-6AFF-0631-A4C5DF9897D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4BC981C-76BB-5905-0E38-7CC2EE66EC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547588F-298C-E56F-B28D-A06276F6B7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E6F7180-85AC-BFAB-BAF8-F3CB3A3711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6F8C3FA-F461-0F05-7FC0-4E22A99F8FF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A85C80A-616F-700C-3F3B-3630C8539296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DDF0544-A9EC-EF5C-2F12-FC17A16CD324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53DEF7-3ABE-BC35-ED71-3A63506A02F7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7A56907-0DCF-B5F8-A02B-796BBF7E4857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842DF8-1323-3836-49EF-1BC8D73C89E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85D146F-EFE8-E577-AFD5-AB7723EC656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43D2251-5BE7-0BD1-07A5-2801F406D2E3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C8FB23A-95E8-0030-DBF8-B143DE8D0EF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C4EA392-1F83-53CD-1E3D-D373A2A37B55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A8BC07A-CE2E-593E-0527-3A6513A6F2E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C51DB09-1527-1E67-FF01-7D2108D80176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4CC8CFC-2797-2F48-4EEF-9DA9376E62B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EB039B5-97B5-0C99-4DD1-4C7C8D7D165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63A486E-D864-E006-51D1-6F1A1C324CD6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C153992-DEFC-70D7-1599-0C8600B43350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E4A9018-85ED-F577-1983-27BBCC7CD6D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F10038B-70CB-1BF5-562B-5DE0065923F8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F6138B2-DDF7-626C-9FFE-7C27904BE83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B4D08A-76F6-FD00-3287-2724D4E67DC9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BB2528B-E644-CF45-7AD1-A1106CA8560D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2A12F75-D5CB-ACE5-E903-76625C14CFAA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E9804C1-C6CC-666A-63E7-448266E4A4EE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6C1EC8B-7E0A-A5B4-10D6-4D51BFF77C5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D3EA16F-A973-C8F3-D169-9D0E127C8D3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3834268-01CD-716C-2EEB-DC48365256EA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05F1670-C8C3-E787-01F2-3F7877BBADC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E3B1928-1224-70A6-D97F-62AE1760B7B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4D20A8-792A-2521-753F-D8BF8252927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E8E45E3-73F6-A17F-50FF-8534020D046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959289E-FD8B-48B1-EC4F-6674B8358F2A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67980A8-A9F6-EE3A-294E-4B81F7641C00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7418AD0-E39C-C327-638A-CC96CDE48ABE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4F4DE21-CBD7-CD03-EF44-721BFF03B091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0883968-6FD5-B99F-03B9-DD8F74BE5B0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35E02A9-C8C3-39D3-6478-CF5C160FEA3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F1B317B-C1BC-666F-778E-51864E3105CB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0AF4D3D-003C-A365-EAF2-CF48780F0E71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C3E9BDD-36DE-D487-5559-B7B34F832CF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503DC51-D0EC-BEA0-6A7B-E7F94B758A1E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7F06538-5D9A-8A7B-F001-678F60F27818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9C2A3BB-39E6-5431-6CAB-A661363C5F5F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E86436A-4448-4D84-7915-A56B9A87020A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128B532-1966-0ED2-8434-A574DCA8FF31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37349AB-FAE7-F31E-2569-2C489888A82C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EEA3CD5-CC04-AB9D-FE27-BE9F62615875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7761397-B006-AA90-55A8-993A9771037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A4FAB3-605A-2FD5-E924-4095E85E7E55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D8E14BF-AFB9-3B28-0804-75AD75A85D7B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E48EBA4-46A8-7EA3-D18E-BC41FD4623B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AEFB033-BB03-FAC0-9972-C6624F23EFCD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8C0372A-1E13-3FB5-FB8E-48920171FC3E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C7D7514-50C3-46FC-8AFD-A5D389488B1C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D0A6691-A5D5-7BCE-D72C-CF8695E9C99E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FCA6E62-9EB7-9FE7-6092-C8CD506F9B29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3FABAC2-0D28-F740-F536-F939BA9FA9F6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5CD540-4D94-39C0-D6FC-4D3378C5A0D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8FEF2F2-D30C-60D7-2448-239571BF4452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29069B0-F81F-2A5E-8503-9F518FC1CC73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CFF4E3C-428D-E366-8456-5F54A56CF035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772ADA8-1F16-5871-EE70-5C14D6164BBA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8C01D02-B59B-65C4-8E57-39234E655FAF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B17B8C9-CA72-A5B6-55BB-1F26E48CDEA9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962FEEA-E143-B77E-71C5-031E29921D2E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9C16F09-BA39-05BE-1E32-FD947FA6363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8899EAB-6FC8-7E80-77F3-89021870BB93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576069B-1CE3-068C-3F3B-4F691CCFCB1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A8A41D6-04EE-29CF-5CCE-B08E9A2DF6C6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60975D7-8B64-5707-8D61-8E955ACE8F29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7D821E9-2F23-DB2B-AAE4-7AAA2768A40A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8DA8750-B1F4-78CB-3428-60D4760C0862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32FCCDA-6B45-2155-C828-D1D6211FC48B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08507657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916DF-B4F1-4024-DAB4-609A1C976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0F200DD-CA91-EA77-0515-E12ADE40F79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Column 2.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A7D770D-6D51-B39C-35E0-59360083A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16CA7E2-A5A9-E952-31DE-0D26B9D016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8AA673C-788F-C179-873E-ED4D58350D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B58A61D-0895-0E62-65F2-FC1D965ABE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37E9534-77BE-0C0E-0F84-6F8AA9926645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BF5EC6-2376-E5C9-7590-3C1D66C7427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183513F-9A59-5FB5-CB7E-EC9C76E7313E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CB5EF73-CACB-7C25-5580-3FD55DD6905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C4579FE-6B47-FA16-1090-8232A42AC66B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7B00C1-76BC-DDF3-BB91-98C10B48B24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26EF8F2-937D-746A-D621-893C3E40CB83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5279966-C297-8FD6-68BD-9C2BD303E30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5BFE02F-1B5B-D4ED-F393-0EB6DDCBF442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7F38306-BD5B-3586-1255-8CAE9B4647D9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86B5E27-1A39-E15F-4947-03FBF2463470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EA52115-A987-2DDB-369C-1E955124AE1B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54879E-95A7-AD85-4239-DB010FFE299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2D3AB55-17DF-FF44-DED8-44A07DC83888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D5783F-373D-98D2-BBFA-E2114189750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03B1AA2-A434-D980-EA46-7488DD7E07F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9E81660-5E54-6913-F05D-A27D890279B0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81DFD67-4AA8-50EA-9BEB-3C70B3A23A5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F530193-8AE4-B37F-38D6-37D5386CFAD4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42C43AF-775C-1B74-6F1B-355D5D34832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B4BA055-8810-ED8F-2334-F1D99D69DB16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486A640-4AB3-B83D-7EB8-AC829EC4DAC8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04DEC2F-1A7D-41F5-7F9E-101E581F2DC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518E261-2F7A-76A0-5744-E8E01CFAF04C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AB8F11C-F951-BD2C-533D-FAD5A3AA88C2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E247769-CA60-8A57-C176-4215FC68668E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50F9A59-B72A-BB08-4776-24676631F7A1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574D774-BE33-441E-61BA-5BDC07C22902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2009F03-7B76-577A-716B-B6EA2CB3B66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DDC8064-2A2C-7BCA-EA44-D5AA0C8AC79C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742C31F-3643-25D3-5DDD-8327C407F861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38E6A36-B992-1F76-A4B7-0A72449AC9DB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E453796-19E3-EF99-3A55-E954EE17254E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E4C0EE3-A208-CA1B-F347-426A524FBAB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6980817-E7A3-0D27-7CFA-F064BCE2AB4D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83E96D1-4294-7124-A0D1-3024B4CFF3C6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2D88309-B380-C942-89A4-D5AF925DB885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37C3C4E-D025-C1DD-330D-4F351A3FE68E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55700B2-BA78-1B83-F685-174521A1224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AB7C7E3-6EC2-8347-18FF-8C3444B06C5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1BA17F5-1F91-716C-1D2F-C1E6E3DB505C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6C1A50A-774D-60C5-F387-28925502C83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2E7BB5D-E4BF-30AD-E150-0884DC089CE2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A2C7005-E6A7-D2EB-AC79-817B1C1DA45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1B43984-F1B6-B84F-B9FD-D50BB9B367AD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64CEE08-D5DA-F8ED-594D-641CB215BC28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B8D565-258F-201B-6DB2-B98C9B7F5AE9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5D7C383-A18B-341D-0DB5-A39B1F856BA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9F4F1D9-2DB3-D86A-23EF-EC01951D471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896A4BA-93DC-1AD5-F199-C3E0F44C423D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53A02C2-CE02-979C-5A36-9B35D7DCFDCD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4590B44-C59F-F43F-DFFD-2C05CF74A642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5362E07-8123-6F9A-CC76-66F7C36CF7DF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6D3F053-05C1-F7A4-D4CE-F8BAB1CCCA7D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E866941-9044-5B44-7AB8-442EC021207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9CA29C-E7B8-8BCA-9186-9C2D6C8714AA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EC1505E-7F27-D467-3887-69271D446EF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8BB8B6C-2AC3-0E3D-D5C7-B79C899A0CB1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0419B52-9DAB-E1C2-3581-E1FA1D472A1E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F0C956-B54A-51F8-C5B9-8C65C2FEF9B7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E7056BB-534C-1DFC-88BC-DEB07F211800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74F5609-A84E-88BE-052F-46356CE3FFB9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CF880A8-EA8F-A179-288F-E9A3A0E079E7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DB7C12D-918E-CB09-A24C-A0AD0F4E9B1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C9F67C8-A7E2-8BB2-C150-8BD3EEDA0DE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07A3CFA-FBC7-DDF0-78C0-D3BF313E63E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A8BCB05-087D-3665-8642-475A86A29C22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6C0CA60-E687-8264-40B7-3A35DC4BB988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7DB0931B-C48A-58B4-22E5-C8B8DA1271F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4291DFE-ADD1-2D86-CF52-C70A2718025C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90C8137-CD62-DE89-B618-88A071F4F3D3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AD1E34A-DEB9-2451-6075-D17AE2C3D094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89738339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B397C3-07D2-9111-2C7A-76EA9375D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6558C23-3BE8-1547-8070-13BA7C9E7E8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4A5FC5F-9C9C-EF20-E95F-5F20730EDA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752123C-A101-FCD0-BCFB-64E9C915E6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76F959A-D876-9D7D-73CF-B108DB1A38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36CD272-787A-AEEE-DF0E-DFD66E13E9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80C31F7-AF82-5090-8044-1256AB652C1C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7B73ED-F91A-A1BC-6F70-C9D7C2010300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9E4E971-B7D1-FE80-C491-A07BB72CEAD5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E15C040-AFC2-99BA-45A6-94259E03032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42E9026-FE41-F5A5-53B5-1B5FE5FFB0CF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F899A8-7DA8-FAA4-700F-5B6C82B2E21E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ADDBFD7-886B-F297-478A-3FC96E0B964B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E31BA2-1DF5-D235-2564-B6779EC4366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F1A9F9F-DC9F-B706-DD99-840D8DBE55B3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1120AD5-E8B3-CF64-6DE6-424D0C6D6F4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36DB0F1-231F-645C-82C2-E8FED3928D52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AB8AB5A-1F20-3926-339B-77D497FFDB5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EADA3B8-4A2A-01C7-5877-29117DCC286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11A4B14-13F0-4626-99A4-D21EFA5EE5CD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22BAE0F-5A2F-3E27-48C8-C5CB5525228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0826E08-1005-57AF-B7FE-7075A670372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E4C5F81-55A4-2748-8B76-200FB5B854CC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004EDD8-EFA3-A406-119F-29616947532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BA62315-92BB-ACE2-255E-F2BD4B036856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AAFB569-4FA8-6D80-3CDB-99372A74D7ED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3864229-2995-E638-D1EE-403D482BD133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B24CF99-F759-4732-64AB-1FFB7FD3E61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7B9ACF2-6D86-6A6F-3209-0BAD48BD1075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3842C1E-646E-06DF-F1E4-8293C6468A0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8626257-530A-41DA-A878-067313DC988C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7E995AC-5FB4-D229-0B85-A7F2998D0810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EB16593-7E2D-D46E-4B81-D3BE9B1C1B7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0E11DFA-D25E-7544-B35B-223ADEB0CFB4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1E282F9-6320-5D32-72BE-F5200C9A9107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6544D4C-33FE-6569-85B4-C1F451B99CCB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AC6ABF4-A9A6-F743-CB91-E7A9BBC8616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07FBA13-7D8E-6D5E-A68A-85F7EA13ECBF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F48CB70-7E7D-4C4B-E68D-DF913649300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E1007C8-6B49-7B54-74AA-02A50DC51DB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A1A7621-AFBB-A95B-A96A-FB23C15221B7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8E305A4-F9EA-7546-7398-1BA98772B21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A3E9E6F-5439-B017-9EF5-F6E68A414EB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0C44A88-F904-D035-5F6E-1AB349CE8E30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9C51B5F-1688-66C3-E911-8F1AF146324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F1EE3D9-A226-654F-4F1A-8C514BEF0968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874301C-3655-3CC3-FF74-1C69301E9329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549B91F-5975-D494-CE21-C1DDDB176870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FACEE88-F1BB-9E06-7D06-4310895B04A2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C0AF7BF-BACC-4FDA-BAEC-93B7063FACCC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E53665A-1E1F-DEF4-2221-94C18B4ADEDE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7B8AEE-362C-094C-7DE5-7E8E5D14A88B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B962689-2316-41B2-624C-A43952771672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D3610F5-DABB-7667-148C-97778F163E4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979138E-A268-0C78-0D90-50909AC994E8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C26414E-2981-823C-0B9B-B03BDE71915C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1370186-2E1E-F245-2067-C9175787C697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DD91FA8-9BDB-7476-143D-F56CC8796DFD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1073DAC-4394-2003-69B2-FBC17276C63F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89DC5BE-73CF-352A-A19B-7D10ABEC8C34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6F4F9A-3DFE-053E-C047-36B350184F85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D48D112-1ACB-4D41-58D7-BDEB76FF7E3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AFCA3A1-245E-EC94-F7E1-8BFE2065D613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3F7D676-2964-4952-C7FB-43C6A9ED5548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85B4C81-D81E-37DB-E956-3B005FDD1296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5F616B5-7E6E-C53C-872E-55C4063DB0E6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2274192-A8C4-EC8B-ECD8-FA8A2F462927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8AB83A0-AEC8-D9FD-7B12-22464919AEF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FCAD41F-E775-B626-FF6C-146C574946A4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84FF40C-FC4F-0D14-16BA-A25CFEC603D0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D852F6D-90E9-04A6-531C-0A7E39D3132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910EEDF-FAF5-59EA-D22B-75A2A6425A7C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35E61DD-B6BB-E506-DF90-5DA9105C3879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432C04D-1A4A-F9F2-E010-6F47495F1EAB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D0B292B-60CB-33AA-D08F-7CFED4ADD5AD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C57D88B-5BC7-D842-3C74-144511E11A0F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C74D211-F6C2-A662-DB5F-1083C944BDC6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52D6E47-9C09-15BA-37D1-E12F12F3795F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01534621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56512-DE79-8D29-06AE-94BAC3004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E7D261D-5CC1-7C1A-48E8-CB9AC2EE723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954F0D9-32E9-7ABF-F7BA-F53D2373E9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01CFA5A-C1D3-23F6-CA2A-9D5810D774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C303541-C36F-CC5E-BCC2-1A08A02C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BC7B043-ECA6-D546-BBD0-088173C94F4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71A15F9-9AE0-D85E-C1A2-CAD2708D66CC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DF6B18-9FE8-3A91-6B24-AE01DEB50F16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841927-DF1E-D0A2-75C7-F281F31E104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32D1D24-55CB-CCE7-C6DE-18F77E375CB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D5AB4A4-7C15-917C-CA3A-CA080FC955A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3B38863-40BE-D8E4-1B96-E278F4763187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AE76F05-4F96-E10B-488B-1EEB732E56D9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EFC4627-B8A4-2B7D-4CDE-6A3D5B02349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BE5B4DB-6705-2691-CB1C-673505136AA2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98BF3C-7DEE-EEF9-E65E-D2B67E155A3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72384EA-A2DD-1EB0-152E-372F08A3B5F8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82F3F87-431E-418F-AF60-AC33FC35646B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B5FE9E0-8137-901B-F29D-C68669D59AE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870DFDF-ABF3-5720-5860-375F1EB81C71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61F09A7-0C2A-9D4A-32D1-8FA5C62F5B5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E1B13E3-0851-6C2A-82E9-4E7ADDDC759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9FEA5B6-F61D-C987-EA39-35010795CF80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81A755B-9B5D-580A-F071-41306D77103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6121C24-B2A7-563E-470C-7F44438D636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E41E64A-564B-3874-5507-B7D0D39F8CA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7F02D0E-4CAE-EE46-EC39-C2C21CEA04A7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AF65EF7-163E-D986-8E62-2854290024E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D6300BD-FEAA-EA49-E00D-AFA4774DFB0D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B8CE2EB-7865-99E3-15A5-9EBBF512562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431EF18-9553-F67E-C240-44B96528A027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0EBE6E5-A164-8E09-0399-A01B0F7FB3AB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960B87A-3573-415C-D982-8A4A38C464B0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2EE7388-9158-9741-9022-E34A024C6BC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E5539A3-9149-AFF5-4BA6-970B8D7672F3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2FBFD87-F7D9-624C-3B6C-6F03A8D30F9E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ED86886-670E-FD7B-8A48-0DC03B9E828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330C06A-3E1E-3F23-FE50-486FE5C0667A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CE89D2F-21F8-1326-C926-01C66873F6B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DEA385F-E95F-3C8E-4C4C-EDB407633B8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ADF11D7-3BD0-0E07-947C-B49979A74878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D8101E9-515D-9574-860D-636B38267F07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D6BD28A-0CF1-3B19-1B77-B9928D532BC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DBCEBDB-10F4-E7A1-9CDF-02E733D4D99B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E906E38-CF3D-CB7F-AA5C-B9F10B690FCE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2A79E39-BADC-5406-FD7E-B59F5A5B6A9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6788708-AD70-8071-834B-62D7BB954D6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031768C-8B2C-6BFD-2AC7-6A82B3B6506F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8536966-3EF0-284C-170F-8CF951545CF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6B0F3BF-EC99-BD87-ADE5-50699C3BAFEF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F85BC75-6542-026C-5E2F-D984067FC97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C5BDBA-8557-C96C-FBB4-26A3C7E485C1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DED0BBF-0231-EF02-B5ED-FC73A5541443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F676834-8A35-F882-7910-7018F1D89DD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3594CEA-C125-9D6A-E049-4243743C0882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29603D1-C73A-311B-DA55-0642646F0380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083CD91-DED0-025B-3FF7-9819C977CA05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4FAD2FE-CF31-9432-9899-FF52D0EEA0E1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E4CAAE9-C7F6-1E4C-B51E-18B235B6FB45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15B423B-B5F7-E7CD-BF82-E3B20F606B02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3A62A3-F17C-4AD1-B548-4BC24CEA70C7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003500A-B4BC-E77A-AF41-E7FD96A75FF2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59A982E-87E2-28FC-E800-8C3B5F25F02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628A695-2220-9BC7-DCEA-17EDA3398E01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CE5621E-BFCE-6E3D-CCA2-DE612D7A0027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8C97EC3-1B92-E89F-15F8-2BC778DCABE3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90D4B3A-6E5C-E7F0-CC18-384AE9C93D06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0907032-4349-0051-CEAC-969A8D294345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14F4F65-88AA-7CD1-8773-F57A2503F0B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E5028EF-A4F2-E40B-A126-25B1BD59219A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3C87446-C527-A6C3-E159-E3D4825A4BF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87D3C50-2B06-529D-E7BE-406F900D94EA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403DF96-2B12-CC25-3E16-B45C4F5B059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B90F150-3B9B-2374-AA2D-B5CC32EBC9F3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1DC3A80-E60C-754D-3927-9A654EDE1BDC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85077EA-C1DC-0E53-FBCE-9208E95A4BBA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BC38E8F-F295-3ABA-D7B8-C8CBD473760B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E5EBFF6-BE38-BF5B-3043-C0AE935D813B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0526851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AB2AF-2EA3-6CF5-3225-9C0DC47B6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5F83926-6C9C-7077-A156-79A2C32868B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4 in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089A46A-59AC-7655-0D18-6994654FDD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EF47327-ED4F-FFFF-38DD-06AD54246F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665CB84-CADC-6CC8-631D-67AE789269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B5D013A-A658-7092-AE7C-A850782870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1A941FF-D71D-2236-C3CD-B83CFC8A8E72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B86C85-130A-928D-8BEE-3A98EB3F4762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E7542C-146F-4F64-DC1C-E82A1EF1016E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EBE2EE8-E90E-36F1-A9DD-FFFCA31D3AC7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08B28A4-717B-05FC-83A6-7171032E9747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6C07499-E398-9C82-4286-66EFD0C58D70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C91CE4F-02AC-14C2-9770-C2052EA6D241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C4EC4A4-8CF1-3C05-9035-012DA975A20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D8DEC6-2EDC-D106-2C00-9B955D527605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7DF86DC-CC3B-2487-381E-36E9802DC7D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25196B9-0484-5930-7C4F-9ECCE5CB1E33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098E6F8-E75A-1ACA-3DC7-ECB6D0A2EAF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7D5FDD2-F664-069A-9A8A-06261A9E6A8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285203C-6CF8-2DF0-F1E9-7B8C1F0698F8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DF54695-B1E6-152E-D421-03F20CE803AF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9FD1669-A134-8E9F-E85D-C631B9289C5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C6A5522-456B-96DC-FBC3-6CD1BF884848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023548-9B9B-13B8-5CFD-52B0074FF3D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A696240-09A4-6E54-98C9-FAA76644E9AC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906CF14-5329-E427-C1CC-C01F576864D9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92B2876-01E4-FE1E-A72A-3B3ACA2584D7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96433AB-C9E6-2D79-0627-3BCADF019DC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53CCC54-28B4-C477-122A-D536831122B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3703E13-94B0-B30B-B38A-9F03D91E68A2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D34CC15-D8EE-4D51-E7FC-876496EE668D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E73BA2A-9930-3574-CAA9-7F65BE20589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AF818F4-8AA0-378D-856A-DF0967952B50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5F9BC2B-7EC6-AEDE-701F-41279B6B9EA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90CE602-1AD7-AD5A-2F21-2F057407903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F98DB63-3428-66AB-E384-A0170B5C47B3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4AA1288-808C-B9B3-4302-B6F8D6C5215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6205531-CD59-CDE4-59A7-ED224284BA71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8EC8668-0490-36D9-497C-FDF7CA9C94A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B38E5D-66A7-97BE-87F1-C71048FFD13A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8DA79FB-BC07-D9B6-9D92-571D9CB63F93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CFAC74B-1451-4C6D-C33C-D4FFF613E47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45F9DA9-A226-F997-F194-8C12D2322D7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A5BD625-FFE4-F5B4-FD96-EDE9400CD472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2F35C19-CD5E-CA2A-35C4-3DF3501687F9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C3C3D8C-8A2B-AF4C-46F5-14EEC2520E4E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9300578-981C-9500-0959-1A641185FE3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156EB54-2841-9CB6-930F-429C828A7FAC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600385B-946D-6D84-32BD-532D75F2D46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3148967-7D94-C684-72A4-F98C23269F39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B30C9C1-DADD-C067-E86E-32AE382184A9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6C5FF1-5162-9E67-5F4E-F6512FD81234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906D840-F2CD-5F8C-022B-FADBA02FC8F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C97F4A1-6713-8A02-2D0D-4DD8C92E27A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65E2366-A7E1-F239-BAF8-B9A09B8299C5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5A36094-6927-C832-C0D1-8F0F28E09E5A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658379E-496A-0BF5-B410-08B188BA8FC0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BFA12BC-B4B0-3F59-78C8-8730ADCDF68A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96EB421-68B6-BB8E-358F-D643A703C0BE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A68AFA3-671F-8CE4-F79A-8AD46A875806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D45DD8-F602-4D00-9ABE-9D30B071A88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8D135FF-33A3-F015-AE74-56EEB4A125E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F5332BC-8D3D-FA05-E29E-9A942E9D0F52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6D034A2-82A6-7821-BB01-0A80E0547B9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CA0F97E-680F-3396-BCEE-F59FED42D8FA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5F5C510-4841-9DF8-9319-3667E52D55CA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0C45AC0-E1A7-E299-D399-CB6D85EE718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7FCD922-2546-F3AB-10E6-F5523AB14FCE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FCC039F-9460-47FD-4255-AF98894501A3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877793A-B5DE-16A9-2701-E353BD04CFBB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0B034F1-743B-87D8-BEDC-D2CE1151459C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D950F72-9D43-3134-FAF2-6EE00740EB79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E4F0092-A2F7-04F0-DC29-B36A2018E2B9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553C76C-A88C-95D0-9B74-48392F4EE25A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A98E6C5-BB33-083D-36D4-6E10E6B3A52A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D77F909-A482-4EC9-10B1-BC1C558A23A9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3BC1D95-DF37-047E-F860-5E8703BFD11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2554238-647F-3DB3-2EC5-7C14A7CF27F3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AA2E8AA-7C9D-9B3C-0BDE-3A3317061C7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74021101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6A5429-C871-7D7D-0D6E-B134B6685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DE3B255-D714-208D-7BF5-86C939DAB0C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Column 6.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072D1B5-0D12-B92F-4CB5-2BEEEA84AD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83B473A-F5B3-308B-1760-DEF855FD57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A751C0D-BF8B-973E-2641-50A6728244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B5F0E9A-E691-BAC2-4F13-3E54AB34C0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40637CE-6D31-8929-C459-3E5988367C91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15F7CC-FCC3-30F1-D709-1DEC1EC70E9F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33715E-0C73-8532-F557-7C079B38741E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8EC6F6-66D6-817C-5F72-78FD809F94C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3D6F2BC-4FF9-E5A4-A03B-815047CC19A7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D99143-4B92-594A-6281-C6CA20705E32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88BA760-54D4-00EA-AA27-B21F9B799CA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EE85D5B-70E5-BF09-9464-85C5CD12555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9401D1B-ED51-CEFD-D755-CBB1F7718FF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EF6950C-E082-E423-DBD3-EC8D809FE5A4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1223F22-5CAD-408B-9F39-AB139E82DCD6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D62BB23-3F0E-9A92-5F57-C149C6D2D87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4C5B0B0-91CD-357F-2515-8ED3CE916017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0B91DE6-7A3D-7780-E1DE-952374C6510A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75DB8FD-FDF2-5BAC-601A-70324290A7C6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94D0E83-E43D-6C7D-46D8-E81A9099927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87AF5A5-FF7F-F273-3736-086AB978D1EF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264546B-A3E9-EB89-4C63-6266846F233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ECD29EF-0284-2F66-58AF-61E6615AB1C8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2CEEA43-76FB-E64D-9513-F0E1D18619B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2A59D49-1E12-CF9D-9208-0928CD3466D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3C34A6D-32BB-DD63-34AB-2A80F25818A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A2F0B36-87A7-D3B0-D379-9C167BDAF105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4B97293-E8B6-F430-C03E-B1C7089B4ED0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675B6B5-E195-C6AA-5531-428DFAB43B96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BDEE21A-67CF-B7B6-0026-70B31A6C029F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CFDCB3C-F808-2DF2-9C04-EFC863A7A2C8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4324F41-CEED-03B5-DA73-6FEF2BDCCEE7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CCBB2D1-2BA2-4DC9-103A-ECF7DE257958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1321A3B-F553-6841-B7D8-10B757BE25EC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7A8569F-A616-8E02-DD67-38CA7DB1FA79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59B33D2-FDC3-C4C8-D221-6D251AF416CE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CA83901-920A-AA6F-0C01-AD9DF886F89F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A03FB48-E78B-4F2F-7608-7098C134AA0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2552F93-90A0-E545-A3B8-6A11DC180C74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8266DA7-38DA-43A2-4B77-7B4B191B77E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9755D8D-0996-45DB-3BFE-B1789F1D468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EB7F6EB-E3EE-E083-582E-B4D51CE9801E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1F2E9C3-FAB5-F11B-6981-F7433373C4B4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E6F867E-52B3-3DC6-2BE9-48FC7E47163A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B50E471-734B-AE18-D580-AD77447EA188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449C7C6-4833-B0C6-08C2-84BD02D33383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DDDDFA7-DE5E-E04D-6604-AC2D4A823CF3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C117057-8793-A4DA-0F47-E58E3670CAB2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3F735DD-FBDB-3364-8FAD-344388DC0189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6157CF6-06DE-6292-415D-2B3E01D2B533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10A7CBD-5185-A7DB-4497-E340CE1237A5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718748E-22DF-06B0-F5E4-E9DDE1B28B5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5A9BE67-A296-1D92-FC66-DA74E62FF5DC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E68C293-91BF-8B8D-4BB0-A48A090ACF75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46B0195-A285-5423-86B8-C096B9643824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9734C14-1D87-CB66-3105-17AB8DEB3D7B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E555C1A-839B-9314-401A-2E56E2858785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8269F44-FF95-32C0-0F9C-E70CD5EEE8CD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B906D31-BD7E-850C-933E-EADC5A93214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155D467-7A32-063B-5909-304345ADE2C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1E2D0E6-4236-0D41-F3AE-5118842DAED3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2756109-EFC9-0075-380F-5DDACE8A2378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5499F2-F4F4-A364-5A76-70B3ABCCEA36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0BA32A9-7EE5-0C90-2EE9-45979781F570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F49576C-373C-C02B-EC6A-6F8C22F3B4E0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0002160-E757-34D0-A145-B36F16E5AA4D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0F28811-BFDA-8A60-2C33-BDB152EEA5CE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5DF4704-38CE-2923-4DD7-10A54AC0B7A8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90B9E71-F5A9-175A-B65A-6752F602F09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AF4BB11-646C-148C-5710-B2CBB1497F89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2192DEA-265B-27A5-5011-F8B56C095109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39EE156-1513-821F-B9FA-2ADACC148882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A61B1BD-F1CF-C5A8-B04F-6DB073C708B0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A64A225-36A1-397E-4A3D-1137A9909214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830A847-DBDF-6B56-28D9-C9DB3975230D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F1235DF-2A05-E749-5620-A6A775DB331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E3069B9-1E7B-F52A-EDC3-2078BB1694C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CB751A2-09D4-955B-8922-D5E3FF431294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4EE5808-B675-C625-F3E4-E69C62E0FB0D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</p:spTree>
    <p:extLst>
      <p:ext uri="{BB962C8B-B14F-4D97-AF65-F5344CB8AC3E}">
        <p14:creationId xmlns:p14="http://schemas.microsoft.com/office/powerpoint/2010/main" val="386046911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89F6D-6AB6-2E4F-69DA-5F67D2A33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63BE96C-2A19-5142-EC8F-2929B8F851F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5B6DB46-5C7A-9B83-A879-2DD43841EE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2FD75FE-287B-12EB-358C-DC07F84DDC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92318D4-697A-AA82-E594-77049E391C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FA1DEE5-C2F7-F7B6-E0C1-E2D784C38F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75BADB7-0B9B-9C79-D555-4D9E7C5A4FFC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F232890-B098-FEC4-AE38-CF64DE0D46BF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8CC6B62-6A67-9AD5-8785-2311F22DB1D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D2F644D-827E-37BB-C640-CAB8F398BB5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443C8D6-B912-6338-2395-E900258F8C8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F41FFD4-F20E-5D2D-29E1-8C912292CE2B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7C6197B-0268-9B10-C7DB-CD6298AFAFC9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00553F7-14B7-C350-C90C-72F664AA565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05468F8-DB69-3C73-E16F-6F9EAC9AB7A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174BBA5-FBE2-5D7C-46CE-6BC32BFF588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F097A2F-E99A-703F-CFD5-92B5DCF2F66F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78A0A2F-1895-2A33-D178-98763FBD483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75E58AA-BC3C-2B0C-4C00-5ACB510717C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3CA3397-4D8E-948E-4027-855B69A37293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020F375-B16A-01D4-985A-66D9AAF7C3DB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D3CDCC7-2CC2-68BA-F28D-0565801D638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D32418F-5B9D-7BD4-AC28-F33C97DB301D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29D1C89-C5A5-1667-C33C-00BF0D64758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3F94809-2125-2572-BA23-EA1334D9A33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3B0129B-72F9-7091-C880-A5BA3ED545F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994054A-8512-E10C-427A-8E47B979F57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A752E3B-EB09-CAE9-B73B-7FBD61A8CCC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86F6B34-7737-A14E-3D28-ACCE061DC1A4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5BB8044-BB74-FCF2-503A-90AC82D7F69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CF169C4-7F47-7763-B8A9-E53C9F0DBD3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7489A38-13FD-25C6-35A2-3F5063A06177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32C06EA-2C55-D807-2763-BE08B765B0C0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0C95106-ADB4-C09D-D9BE-7376202CDB58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40E3CD5-7984-653A-B390-63BCD150590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64D1D81-2220-EBDA-83B3-42E251DB02B1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5B1950A-063E-34B4-00A2-23836D6FD278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99135A9-2386-3A9C-3250-58732520178A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1343FDB-9E41-5974-E993-961FD5AD919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CDE9188-FBE5-6757-677F-41B97F78664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B54B045-776F-B07E-E298-1AAFAC0B298D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3691EC8-4610-9084-3A52-5F9DD2EB521F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BC49D5A-AD47-4219-5C2B-13BAC0902FFE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5FB6CD3-707A-D82D-CB75-469B307A6BE7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8354112-2E21-7D6B-1002-C6EEB159C420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3FA3864-7826-6C34-2534-E198D700BADD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B670F1F-8021-96C3-7D19-ADAD5BF3E15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01C3039-740B-015D-567C-A56F4F459286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23D94E8-5B32-F788-1CD1-21420721A82F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0A31983-1B3A-A1A4-8379-48B25B0FCD57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8508ED1-7C08-6FDC-5200-4ECB0E478D14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28DD05-A6F6-3BEE-A7E5-5B62A12A7BB7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661FE8A-FFC6-3733-D21A-E4E3D3311288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3A39BED-CDA0-3CC1-EA1C-824B5FA8E38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CBD0DBF-4359-29D2-D153-EDB37441C47C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0606728-1961-B8AD-53A8-CE2B21686585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C54136D-A51B-5A40-381F-DE29A6526DF3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E4B33F-3866-17B0-12EB-402536C22E60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B2D123B-CCA0-E3C9-8ECA-B76881B5C688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0AF0BBA-BDCC-6116-4D7A-76B9BAEFF8FA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C85C9F-F02F-78A7-555D-FC6A8E1A5C4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8808A5F-3FC1-F978-4BF4-2249B1A6BB3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F9DF117-EE02-B3CE-A8AF-B674D2530DF4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1EF11E7-5F9D-EBE1-3636-3CD9A8834FAA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069CED-1430-79F5-9001-99DCAE1EA0E7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38A5B21-C10A-23AE-A1FA-26DD9088FD73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489BC6D-C54E-5AC0-514F-13683117C0CD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2C47F3C-EE9A-0372-C6DD-061EFC00F5E9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3CFB2E8-18AF-95DE-908B-6B03065A2D1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0E04315-3FA5-1AEE-6DA4-B83613A1CCF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01BD6D4-D1B4-BDD2-D510-03B225AA1C02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808D103-808D-E065-DC16-C7A55974045C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CDD7F93-AF46-28E8-2548-A3CCC086F32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6AEB706-FEC7-245A-EB30-A8BFFB25510C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6A534AE-99F9-22B8-EFE0-298FBB6F886B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15F9803-AA3C-E5BC-6DE1-BC870F15DD2A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C39B5B3-B890-1C6F-9100-EA7FE29BB6CA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AE9FB8E-AD64-7851-FC6D-46C1CA92412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8BABB52-75CD-70C0-5830-7B876EB3615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734FAAE-C626-9FA3-728C-8C92A52FDB0C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8534A53-4E02-7132-05B1-7A721CED0F96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</p:spTree>
    <p:extLst>
      <p:ext uri="{BB962C8B-B14F-4D97-AF65-F5344CB8AC3E}">
        <p14:creationId xmlns:p14="http://schemas.microsoft.com/office/powerpoint/2010/main" val="274219062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CA60E-273E-41A1-5B1D-A7915EC18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BE32532-331C-54D1-5C83-C92C55D6E4C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B7EE174-407C-A535-5886-FEC8D35A60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480009A-A11E-E738-95F9-EE5D3B82F4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E05B434-7DE7-E1E3-FE0C-A3F904EC7C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E1C3471-AF26-E844-153A-6BFFE8DFA4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5F4F3B-2FAB-B8B1-3A17-ED11D430EAD1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0D11B1-9E23-F2C8-CEDB-AED28DA9BCD6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4C8DBA-8F17-CA02-DBA3-75AA796F0BE1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4859D6-3FBA-F346-7B96-0222970EAF16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68B92AD-8A9C-B6D0-5416-A0FC7146AFC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C4B37C3-A996-C064-4328-7D77707F009D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C94A9A5-8DB0-E8E5-7E9D-13A83FE62B92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4C938D4-C58C-FB29-AEA7-BC58A8981FA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0B343F3-6D04-A047-1FC8-EDA7A8BC8A59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28F57A0-C14F-D11D-EE6B-3F06C7AB9BB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551BA20-9647-523F-758E-67085DC7E0A1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3484E87-B526-AB28-5111-BF272AD8B27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4340440-E809-7AEE-1CA0-A63BCC35229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EABCE8E-EEBE-0EE8-48E7-68F1F9AA7459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23EB790-4017-E059-D2B3-09CCA11CD08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1CD43D7-3AEC-639A-9E7C-CB5FCB73A01E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CF41952-028B-0F5F-3ECA-224D97257FBB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D51354A-F605-E816-8D03-D57DC6D1F67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66164AC-0B0C-E2DD-1908-51945919DA1B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851BEC1-3A2F-28AA-0636-1FDC31307D8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263B2B-30C8-CE9F-1DDB-E795C8447CD3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728BCD9-C49D-6DC6-D3F8-7AD3B27DF45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589F1F1-1108-DE1E-4F07-0838BD1B096F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F8FD8F1-CE4E-2D9E-D630-D9AC24BAE15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0A1741D-61EC-0817-0D70-3BC1C875397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1E1B8F9-C14B-8E7A-6316-4FA4EC98B60C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F332D8F-9423-7922-5375-0AF31C550F5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5260101-ABE0-0724-3CC9-0D964BAB9EA4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9F6E8A6-41C3-FFEF-2412-7D2D4F850F7F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477F164-46DE-6BD1-2660-BC03185A5C88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1926F19-87FC-A2AE-E244-2880B75F750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BA3FF82-EC03-23B3-87CC-783DD563C2E2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62AFC5E-D541-001E-3464-6FBAED78046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486CC7F-FABF-A80F-5C46-6F676BF898B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BCE6226-1160-5FF9-07BF-02362F61E38F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4A1879D-BDCC-225C-B5F4-36209B076FED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7A5A8D4-5869-71DC-5496-65D34CB77DE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BA8AFEA-A115-CB21-6D7D-5792945E80F6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951186F-23B9-2E4B-4505-487B244CAEA0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38D019F-DA2D-AA26-3C55-41D592FB3AB0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3CB81F4-FD67-BFAA-B539-6497710A1ECD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4F30756-5D86-3BB2-0400-BF774B64F462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21AFD70-9473-457E-4430-4D0510A78A3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702EC28-D5DE-D4A9-698A-B4683DA218DA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F0C7FBF-A28F-5160-6CF6-D3FA42AC558E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4545FC-8E96-7F40-E9B2-8447ABB57863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4F78EF7-4EB8-3A8E-4CCF-972056BDC46D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3BAC28F-97F9-F9BD-32ED-6237B08B31C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DD64EA0-B946-F5E4-842C-88FF9DC70C90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272D67E-4A0C-ABBF-9A47-5067C939118B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2934AA6-5D22-D63E-26AB-874A35849BB1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0129FC6-69C8-6912-52CB-66F7DA64D4D5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B85B99D-5E48-F6A8-4E81-A8C870B14B8D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80C02A0-2AAD-F29A-1C6E-E8B4B37DD6C1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70475B-C43F-8B79-5927-490BDEC9EC1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F787E5B-9688-A51D-4DCE-39394CBCF6E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7B38CAB-9FBC-C6C7-14E5-889F5FBAA3B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2F5B83F-5D9E-C2C9-CEB0-C08DC75F129A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6D04F7-87E7-BFF7-EE8E-A228674BDCD1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AA70782-C24E-9299-1EAC-34AE41C56291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834017A-CD1C-4649-D087-A400F3AAA6EE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A7CD080-4171-07A8-DEE9-8C5A461DAB8B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152703D-4CEE-F9F8-546D-BF4ADB47540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B65C3CA-C2C7-A79C-43D7-8B4AE9E7F37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7351AAD-7331-5DEC-E1D6-D6B41083C2A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D490ED1-3A48-47C1-42A1-432B77149A92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F5D1719-3968-5398-3B0E-F1310F06AE91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4FB7A72-0178-E68A-5AD9-0A7AE8898FEB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8E7DF0F-FBAB-5C01-43EA-408E821038E0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9387827-8C5D-8C84-5A0F-30885E03A164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41C98A5-1577-C7EE-5F0E-78241F315E03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7AEF876-CDB2-B827-0633-C204F72DCC5D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4F80463-AE1D-1FD5-2841-4B44EC414AA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0AD10FC-32D7-5A97-1A5A-A271247C7585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F952FDC-4ACC-7005-149D-6BD2B166F4B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19013542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6C52E9-56B6-FA77-F1A1-C8B3D86FC8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F933C71-354E-F5FE-C740-983DBCD8A95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7E00682-BE14-1DFA-9CC0-FA2D781189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5B65B9F-01A9-85D5-C609-EB64BA08B5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2943406-9501-5D36-6204-634DB2142F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35D8A2A-6789-A244-034F-ABAD7CDC4B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C8E28A2-6511-72E8-30A8-6CCBC89EA822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19A05D7-7A9A-60E2-4CA7-00C37AC71F22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0D16E6-3367-7099-03D0-6306AC13CCB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32E3F8-9426-FB9F-434E-755ED1AC650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A406558-1EFC-B0CA-066F-07888D32991D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C02E7C4-EBF1-9254-EAEE-2A65B332A94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4261226-E0AE-D17D-26F5-A8522C828B6E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F2B4D9C-A71E-1B9D-1C13-8024D381AB50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555C87B-C900-7520-18C4-E8745E851FE6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FBACAA2-C9BE-A45B-19E8-E664D258116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ADDE750-FAEB-DB62-DA1E-846BC1592A6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1B74EA2-0D6E-633C-E6F9-09E71DB34FC8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1627607-5C53-7DAC-B000-62A279EFED2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4A5178E-31B6-BDC3-A9DA-EBE38412AFD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9A714F5-1CD1-5AE7-E075-56372B741A2B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8742229-66DA-D156-96F1-1FC0721BEB5B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88D1F01-656E-1D2E-16CA-016F55C5082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2B286D9-EBEE-1A17-C0AB-98550CC2C64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6A638A0-D97E-4501-5A31-8C04138CE1F4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CE8807B-AE62-548B-DD1B-FD73D8B5775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BBE5559-FF1C-DFCD-663D-CC1F84A09486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4B368BB-9640-9870-BE4E-D8B069D49E95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8E0DD73-F8F8-A20D-B139-0E71C24D832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3354173-A863-4634-F36E-206465C9A7E8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7656372-D9F8-B29D-312E-A2AAF652972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86C7FE5-E80D-35F8-427B-484CA99F12C4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4A9F282-1514-CD94-CBCC-6BAC6C7AD60A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2F35172-4D9B-04A1-D6CC-530418B0A474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0D463E6-59DD-2F53-AE92-507E319F59F2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7B3E8B2-A534-D7C3-8E4D-32AE59B17CF7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01A0E92-C8A3-6E42-82BD-3DB170821F2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93A8EFD-3E40-2699-C9D0-AFC843BE771F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834514F-F927-D6B5-E71D-F36716E8636E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99567B4-87A6-C648-91DD-5134B7464857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4147BE1-19E1-7315-D596-2B904E8EEA6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2C31739-851D-E3D7-8395-AD330F48FB6E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3E5CD7E-9770-2040-64C0-89EEC25ACF69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BC9FD3A-F622-DB10-F2B3-46E8641B44D3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60253FC-2C8A-0833-9A3D-D19FB6AEA91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60803E1-84D7-BDD7-FEA1-A33E65ED74A8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1174495-4E4D-C0CB-A3B5-4AB19485296D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96B7295-25F4-D90E-0C80-60F92BA8A51B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3C5B7D1-205C-5B81-E094-B9A1C393183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7E28E7-C9E8-5983-AD17-90E66079CDE8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6DEAFC2-1CAE-BC8A-E687-14FDF96C86C3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653AAC1-8F24-F9D9-F17C-018FE29DA4D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DE3BED2-302C-A5B3-596A-E8ADE79C516F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F14D6FE-282C-B8EB-C073-AED8B619A6C7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D020FB4-4463-54E8-CEE4-1A2E6672925A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B67916C-9646-B46F-F67E-9E97EE9D83F8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A08BE9A-B58C-AA3D-DB80-08F78E1CB212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42120CB-0491-95CC-59D1-D1B765890318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B488A4-92B5-6C1C-C810-F74D302387D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C26B557-B867-802E-9DAF-EA8AD09BE35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7D99874-0803-CF83-41B0-BAB5BCD680C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A1F9F97-4ACF-654F-AB68-6976993F4D83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89517CF-C5DF-EB6B-F915-4629F13CB820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95B1C9B-C949-42C2-8FE8-DD609D275794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8E95FF2-F48C-40FF-AA6F-AF8B88225BC2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3BE537C-FE95-42DD-7BCA-62F42934AE15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99F3C7E-622E-5A91-9E05-397EE99A18F5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C2C2946-5597-A95C-512C-24D3B293318B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358DA14-1943-6422-66A9-3963241FD602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9CD4857-8956-FAC9-FA8C-E2C55906556E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B716785-A571-A5EF-CD71-56F3B083ABE0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9F0B20E-F498-5D13-D001-B09CF1C589D5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5A545D9-8DCE-0C21-38DD-F29A5002EDED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51C6440-0A60-9993-C26E-CB5CF001706C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D971867-D9BF-C13C-9A09-B5ABB2B66F6D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DC46470-7BBD-BA04-F9ED-156986089681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9A348BA-DC74-F58A-8499-F1403CBD3C10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A1BDE1B-DB28-3FF1-C0A4-7715A208A26A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37E697A-C70E-B7CC-9967-80FEE98169F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D478DC2-24DD-3ACC-F9C5-8AB4F1FCCE0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F60A00F-E635-A22D-42E1-5D0C1513E21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423870890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06ADC-3DE6-22C2-AF4B-EB224B893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A16A3AC-045B-466C-C027-A51DBC78486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21CBE60-3D78-7662-826F-4FF31CE9E2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5B693A9-31DF-B6EC-171F-2373B9E278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61015DC-AD40-1D7F-AEA9-50A6C034F4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8E39197-4A1C-5E57-7843-3A5E7698DD7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6DE872A-50CF-299B-435C-CD0BCA5867A6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276E2D-483F-9523-F50B-C6A21C10DAD7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260574C-6A5B-A63A-AF49-598797206C08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90E75BC-22C4-8C63-9B83-425599CDB46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733F3C-A0CB-5BAC-9EDF-0BFBAA535C46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CE15024-4184-745E-D879-F5B862A9DE6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676EBF-5ACE-8FD7-5C74-5C5DA535DD81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C3EF3EB-2327-7CC9-966C-410835565BB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A6E7ED8-0A36-EA69-138C-36B498CBC2E7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0FCDDB2-725C-8153-7FDC-C308060B46B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334372F-04EF-54D2-1E93-9E9053A27F9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7DBE498-0B89-4F7C-F1B5-DE06525BB569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47ACE69-26BC-6053-D5D5-5258D133860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D72D20B-D1E6-3919-FAA2-A8BF5ED0A96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8EBEDA3-0A1C-3E6A-FB86-3AB5E4C747C1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2BF8F0F-BEC8-8E8E-A4FC-D2005B471F2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776C92C-D17E-AB3F-AD03-6B396BFF946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EE65838-16D1-3B55-9D1F-DE87E598EBA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D23E317-826A-6B55-91AF-A23141E1EA8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45389AD-FD42-CDDB-496C-DFD973DE87F2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47289D6-97C2-9C34-766C-13B4F1899EDC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2A36126-A4A2-158D-BD23-CA19800CDF8C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83186DB-D393-2B10-D66B-4D4D3ED86BA1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F0C12E0-2043-9582-FD44-F015194AE50B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D1C720E-A99F-8001-5B02-8AC7F67F513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73F7A81-76F1-F9AC-A48C-4C3EB829455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8F096DF-1540-B97D-7250-9E2C6D14BAFE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3700149-E1A4-E79B-58D7-D47EDCBC49FD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FE26591-B06B-1168-540D-1E893E04AB94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9B3BE9A-2EE3-074D-CB98-E70CDE8840B4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69C6D3E-DFCF-F63D-B80C-42A7776E2D6F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37539D3-B14B-3327-C37E-C54A9EECFE70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44DE66B-6C5D-201D-8C48-5E63DC9A86AE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F9978C2-9623-F609-28E3-798E777DF3D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738B410-7C9D-688E-B23E-8139F349286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2DD308-8FC2-D70B-D1D9-6D0F630F57C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2E3D9D5-8EE2-6F95-8D50-142497D07B49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5B21183-A402-A0B1-D63F-B76150AFA65F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408B5A3-3D11-C0D1-8C76-87F7465085C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441348-6B38-C06E-4E92-87B419462B1C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CF4192E-7A8B-4DCC-D037-99360396ECED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B0C437F-CFD0-E11E-9FED-C2732EA8A3AB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0203884-DA2F-B6B9-F16D-CA4AB360166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FF90E5-76F8-2BE0-7903-D9E99AC23D1D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DC1BAFF-89F9-F7A4-C768-DA9C3A8D2A4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5EA4BFB-6C31-7289-3430-4BF24AB6AA6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769E627-3445-A7B1-DE82-C657E17D3057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8EB979B-068C-0CE3-392D-FF460EDD3E49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99F1DD5-2C94-5C71-05CB-7F3F64AC9365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D380DA2-3F6B-4751-309D-043598EE5CE6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AA3FB1D-182A-D212-3864-59B0BAFF73CA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394CF37-A2FF-AF74-A63B-5B4B20AE6BD7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47892A3-BACD-9212-B6BF-FDDE074DBD79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CA673C1-DBCC-F04B-3DA2-A9C675E17999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5D0D967-9EBE-D39E-2291-1DF30C340692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328FEDD-3F24-6047-EFA9-4F08BECCEF32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E601BD6-E6CB-D74D-7846-8444AE2B3FFE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BF0A8BB-D03B-5F0F-895F-AD5E118778DB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8762B87-8889-40A1-D1DA-37E7BC8EF2D3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73C3F11-2C9D-0404-C172-CCA98037F15D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C4386F5-15B0-50FF-3DBC-60999417D418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D9FBE3A-F271-4EE6-5146-9AFA0F2F8EDD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7692488-8291-0EED-0CF0-DBB7B42A1C65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AD5CE07-013B-CBCF-0CD3-1B58B940C6E1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70689E2-9F9A-0286-DB43-D8651BC83A44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4D93AA2-A0E1-59E7-EA3C-F467CC966C27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32E0E6C-73DB-365F-239C-75A465366C08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1FF3CD1-60A2-4483-57A5-E84E7B800EAB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6EF0690-2000-F0A3-5EBB-924CDCC924CB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5688C43-C446-0576-BE55-DA9691EE7593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D2CF984-D5AD-31DD-A936-EBF0833215E6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7403CAE-D660-5421-78E1-978EB2CCC33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A3D0E60-17DB-FF91-804B-A5A9D6707396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0436D3-CEAB-3989-669F-6A9ED90751B0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FDC4A3-5BA6-A503-713C-BD6062FD8359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15759727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B298F-D10E-8EDE-393E-0018B604B4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A94ADE2-15CE-8C35-E939-D6FE77DAFBD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5CA50D2-27CE-729D-E546-DD79B6853D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1A6BE67-2702-D26B-D9D9-DA161A208B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3585264-0776-A0BE-19C9-39B93C91F7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C8DF4F8-6B48-892D-24D9-47FC2FBDB0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156625B-8944-5359-C8ED-7DA732C60D83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D3F1A8-DD66-10C1-2DDF-58EF13C6BC0C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A6745CF-9F21-04CB-99A4-E06EF1F40013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52C1889-20A2-C044-4DC6-011BCFD446C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3BA97A-4736-431B-20D0-50B71EF6073F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5416B3A-1887-7BC1-D980-03F46751226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61D6E40-ABAD-B847-719D-305D4BC2D606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884B982-5E8B-37EB-86E5-3ABC5675C19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3A08879-C371-F054-A21A-3B9C1C61895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C6BDB4E-A9A5-9DF5-0DAC-D8AE76ED45C0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F66ACCD-734D-60FF-9D76-D193ED560BCE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A775148-30AD-D322-B122-B23AB0BFE86B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47946DC-ADA9-15B6-CAF4-A458E165A103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3A96716-397F-D605-BD8C-5EB70351F07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4FC3330-43EB-BC4E-DF93-A94CC306EE0B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075147A-9943-85E1-58CF-3A06E75391E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CF96D5F-6DCE-504E-8816-4E37A4234C9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78FEA04-82EE-2E17-F1F0-90F05D545E6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ECC6059-E8FE-8363-FDC9-82E30EABCDD3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D2A8138-F0D4-F4DA-C2ED-55AC6B584CEA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4FA03E-CC93-8D2F-9ADE-233EF28A235E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10F927C-8DFD-BC01-4066-BECD7D990116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C22385F-FFDE-3935-E62D-ACD57F389D7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832F546-C1EB-61F2-A4B4-F4CC1CF3E02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92491C2-A603-D362-1102-51D694B01947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69AEB3D-BC51-DE99-5D04-8FF571D2F498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B1F3550-5EEB-509D-0C61-9FCFB2E46390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FFF3423-8D89-FCD6-2637-972F35906A1D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43C5107-2A41-7707-34FD-67AF183BCB3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19D8394-AF1A-8089-0389-EF53A6A3092D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E037219-FA07-0EDF-DFCC-B69970D14A96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7225E74-5EED-706B-DC8D-B78E1EE77BB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1ED26BB-990A-8FCF-2F92-8002BE5A07B8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295C378-18DF-5A8E-AB69-D0C5E73AE76F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BD782F8-19EF-6ACB-4D76-E98793F36544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E2B6675-D162-1B5C-3D79-83666F2384EB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40DF742-1341-0D28-0681-1CD2B2FABA2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7162109-CAAF-6116-D43F-658D2AA2A553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26B19D0-0F7A-95CB-E069-F4DFDF90CD03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03C3D7B-DF1A-12ED-271F-3B61A946FB54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CF70392-979D-516E-5BC4-8874C1DF576A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A83045-3D9B-E730-D762-D4D070A2BA28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679708B-3E81-E626-19E3-5E255D6322F6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DF52FB9-956A-4F42-69AD-05F9C178CF6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748D1DA-23CA-8EA8-8C42-4317E0DDBE52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41E098D-3B32-8F18-12CF-1CDBAAE214EE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769208B-85B2-8A2F-3004-247A9090F887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E5C8BF3-5FED-2F65-EC50-9AD0ADABCC5D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7C4BAFF-8044-6CC5-B145-BF6AD05A9230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0A04851-627F-EE12-1C34-FEACB3F15FDF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DA44337-FBEA-1679-DF74-7717B6762FDF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6149888-031F-1DE6-7CA9-9F2040E8AEC0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022008-2956-787F-E9AD-9B3CFA8EBC3A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5FD3D42-B380-A6D7-BC06-1784B38441E8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F3B8B65-0ADD-BF3F-47DE-851F424C505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4BF2AD9-7200-269C-F38C-080739FA6B74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39B5738-AE1A-609C-4397-A0FDF8566A89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374F881-A185-3955-1713-C96113D8BFEF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2F9B561-4482-7CB2-1FA9-F1C9774BD8FA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2813616-FC4E-E36F-B8F5-B7B49D02A282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3C123E3-9213-49D5-952D-5BF0322D3878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956A654-64E3-D25E-71AC-6128AEE642B0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FDBC16D-CE4C-9A00-C637-95001C71C350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75835EA-A359-F4C3-475B-192A9EB3ABEF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CB5D733-5187-0CB5-3F55-D84E20037D14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63ADC52-044D-8C92-8372-D62C974FD985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6DDCF35-99E1-289B-87FB-2D5EF0D21184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8C82718-F64E-5884-C965-5578D09A9127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BC36E3A-CC11-1194-80AC-5A8F950AE41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1BE78D4-3BDB-8C99-33A6-9A42ED67DAAD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5A29BC7-00CB-139E-CC7F-D202A1326075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F1C19FA-B214-8AB1-8F99-D4D6EBAA60A8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FDC857-371E-73F2-D1E8-61BDE4628B5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B1C41D9-C7BE-E10E-9C3F-F8A70445E19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26D9F3-E737-4510-0274-9D06CFDD3E29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98469367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A8E31-0491-7443-E029-3CE5EFD31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CF71702-44FF-1C3A-2D4C-57CEFE7485C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312B316-4FDC-7DB4-B106-6DEE390CE3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D58D8CE-20E4-3470-A57D-34B4914E43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6AFE6B5-412C-E435-BA73-55BAD8A36A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916D9F0-79EB-EDD8-80F5-C30E3397177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A591F49-C3D2-04DC-97F3-3F543B3B02D0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4BDF68B-7A61-ACB7-5264-86DED13355D9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300E779-9654-091A-FA6A-A204CE7A70A9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37A474C-5F09-91E2-A443-D92CCFE4D80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325CD06-A27E-C7CE-E58A-5808A80B8A5D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D1B1D1F-408D-8ABD-0D3A-0BD0234B3C27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A670DDC-4E79-4542-372E-70C25899FE09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4578EB0-149D-0567-A477-2699475A4DD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01974D5-A5EC-C138-6D5C-9324D13953D2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F79FA4E-6B70-9A8C-3520-46412F50EF6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4B06157-133F-455F-F7A3-628ACBD00B24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1B81249-1266-241B-F608-BC4A65BE3EC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EA520B3-1B32-1E7C-6B7B-8FC4D8E9F67D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6C50F7-519A-5788-AA89-748326A8268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E1629B2-A0FF-E202-5BB6-24191DA8B36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48F60AF-B000-7785-2B5B-502970421E0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5436494-1ED8-3B99-FF8D-71BA2ED6619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2711DFB-7034-218E-33CF-B0E4283F302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F64D1D5-EFAD-887D-75ED-E24F065D031E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A8ADF58-82AE-3475-EE2B-BF982D1CD8CB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17A8BF7-D204-2BD9-DF32-78D51AA88F7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4B8AE48-53BA-8E1F-DB85-49E57A80FECF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E000359-08C7-8781-FD2D-D246E4D170F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149D9C8-6FD5-A909-5CC0-2BD39721AB6F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523335E-0701-CD4C-E39C-68279A9A7C68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EBFBAC5-00C9-B83A-51D8-DC191021B82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3EA6EB1-33BF-45F1-6788-061884565698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3C815C6-1F35-9A8A-6F43-9EB393E515A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D2304CA-684E-AA4E-8918-FCBA03BFF43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3B36E5F-0354-EAA1-FDED-714C865D1D84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873A3A9-C041-FD1B-AE74-5ECFB4B3241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4D4B111-07F0-585D-E132-DB52F638F304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65108F8-3689-4CD7-A34A-03A597C48C33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4B0B91D-AF05-FA21-5FA0-6448A01383FA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B7BF997-E18A-EE3C-D14D-FAACBE6472DF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FBC2E1-E15E-70AC-49FD-8DA4E68C15E7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44C77BF-527C-43EE-F06F-4B4C32D41705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692FFDF-1742-8437-6C13-282EE388344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B187A7C-A489-F752-C7F4-8BFBA23853CA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C1F798E-C318-0FD1-9FF8-39E3FED7F352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1DF34DE-E078-A6D2-350A-2C756A248AA5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A4B2F0C-B9C4-4EB7-0931-FFCB5E7E140D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AA2EB99-2343-3139-F109-82CC19F121FE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C67DCFB-EA2D-C0AC-94E0-5DB5FC287E08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082786D-CC27-B1C5-D3AD-8AA307711CF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8116C47-FF92-8444-9686-817FC5B4CCCB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5737D1-FEE5-7081-2C2C-70442B1FCF25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6C4C9D8-E4C4-490D-8196-8573F4EC57E4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EBE4CAD-1618-BEBE-F9DF-9C05B78B728A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A6F0771-C7E6-9C66-473E-C6999A85D1E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C1C6DF3-7764-B1EB-F52F-DB5F0844CC39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4E6AC93-6192-A148-3A0B-CCCEFD3411C5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419FF0F-527C-CEC9-0A60-DDC83745D3E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E333AF8-F061-24E2-9198-87FA2B88BBFF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ED91CFB-BEF2-1B42-0A7B-D501CE88DF4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0D323F3-C20F-B6DC-3134-F7AF37D9BC53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570F1F0-B67A-077B-9F4E-E48A9CBDA674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EF33A29-A02C-7337-76AD-588DAD13B124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B63CC80-AE64-A92A-3D68-ACCBAC611796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F589F47-FC1B-05B2-5030-424ABE7D8D47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B308D31-732B-EFA1-44D3-CFC0C65A2C8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08EBF4B-719D-1056-1515-BB25AD9A7661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BC9A9E6-0DFA-89D4-FBA0-BDB1AE93BA9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FC3DF56-5926-B55F-9FF3-6B8632A5E240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492105-90A3-C1F3-10D9-636591159CC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C97D745-4D15-A0FF-750E-2048E6154F05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7439324-C47A-4FAD-BDC4-EF3C14716E1B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BF85FCF-F95E-429E-720D-4E766DB94EDA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E938B4-8064-3F35-AE7E-A5869B32BFC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08BFC5A-AF4B-2A07-E459-6CA835265C62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5DBBEF6-07A0-593F-164B-2138DCEA8CD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6E70F97-1210-9B47-6B6D-DF67E417E02E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80A5099-8A18-68C1-8C03-6B8BF2999AFC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C2C2E62B-4168-F146-443F-2DB25C0D9A4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F9FC0A1-1B3C-5645-1D88-67C86D420718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412749599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366E2-463C-2369-CB92-3F18CC167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1947B73-45DD-C10F-CA27-78EEA747706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49C707A-8FB3-97AF-B499-ECE553F359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10CDC5C-B7F3-265E-C40E-BAE603BE99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3395A5E-2F5F-805B-7D92-8FE6DF23E2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9D4C1DA-595C-F63E-29BF-6C7C6FBFE0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95DEAF92-BFDE-0218-82E8-BB58E23C19AB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827A08B-AC74-7090-9009-68D50AA00000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C76A706-BB12-5E78-1AC1-056CC3F7C19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34A064E-6DA4-C2C3-46A2-8212D8D37B8B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C6BCECB-D4A3-6D30-4A42-1C79260F366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D5FF154-77CC-CB06-BFD0-34BD8C27185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CE8A24A-1353-BA3C-6904-42E9D6030B8A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9DD3879-C1FE-B162-02BC-377BD75F9B4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D5274AD-BFE3-7E52-7C86-9378AE1FA31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2D1D89A-293E-CE7D-8FCB-8F120C123A55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B6A3B47-97FF-C11D-17F5-0B4912C8598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313BCB8-F394-615D-F05A-C494947A294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1C2F89D-B23F-8816-508A-FB63748F1D0D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D1C90C0-D681-86DF-D2ED-7A0B1562CD4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AF48930-AA3A-EBAF-0F1B-DE1FD32A6F7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2EA658D-D86F-E828-216B-BC696A4F460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726FAE1-9D55-F1D7-88A8-D4CD605E692F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3F62BF1-6B72-EFBB-863D-C1D998772D5D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1F04AB9-761F-EE57-8F2F-C0D8E5F0D4A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AA4F1B4-36E5-B885-DD79-2E9923C1428B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A9FAF4C-55B0-A8ED-4E00-D47E3DF4DCB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38BC0A3-5585-2A72-0C27-89B244CB019D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1F7330A-8D35-ADA4-7DBC-A6514E44F0E9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CE75956-5829-7076-E76F-D104D5FFAE7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DBE5492-35D9-C9ED-C912-3D0F0A3968A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3ED1C96-09C8-D926-733B-33D74C7EA661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1D85066-0673-4BD5-16DF-12D2FA8FA9D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DC05A87-6EF5-8F9B-46B0-5A9EE8F5D68F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F764149-7DD0-6337-0244-2604D082476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4DE1D28-CFAB-A468-1F81-DDF28E807A0D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3CD8DE8-C7A9-585F-080E-277C8AD33F7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EC540C-A5AE-E44E-6521-953510208860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BC331FD-201D-9022-DD57-2278294516EA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D9AF27-A035-FBEC-DB15-CC1768148EC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F1A2E69-4D2E-2A83-A628-ADAC6C336517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67ED7A4-DD1F-7FB4-9CBD-D8F8441479D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8D36378-DBC2-987B-A890-07FC87E455A4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7B48627-EB66-7DDC-EA50-7D69D8B87D43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DA4269F-C0B6-9E8B-8F27-92E0AED57025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0EB97D7-6F19-75FE-8B16-A1A2547D05D8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C65B3F3-6383-AE5A-97EF-A9A74005EED0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49942FB-1D92-B848-803B-DFD8D8B26373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09C901E-A2DE-7D2C-31B7-624216ABC33B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68B9805-D1BB-90AB-7D68-D59D1340F23E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1CC3B2-1BB6-113D-6483-23F0DDF0AC5D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E5B53A0-CE00-F3EB-2705-30F34DAC7B7A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D0E6A4D-9D94-61CB-FA0C-84938D215191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710FD72-C004-6E33-2BC6-44526BABB02F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8E27AB2-6E92-66C5-CDF9-0425D7466EE5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221F3BA-2B67-D28F-4694-12C16EFBED79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67FFAB0-58B0-C26E-5C4A-28000556C8E8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F540633-249F-FBC2-B6BD-C9C93A6D1FF8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1D455EF-17C3-0B94-FAE0-8EB73F43CBA5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4A1AD46-A6F2-88C4-26AB-5F2A9D94C6D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8C91DC4-E88A-194D-634B-C3D8B3415A4F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9034B76-0F6D-4BE3-B66F-D205F5385F4D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2073372-9A7C-260A-446B-A278A0428A0C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B67ED8D-4870-01B5-09B0-12084BE281E9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16635FE-2CFC-627A-F9BC-AD0B69E2629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2305B20-A387-0B12-380B-58A960FBB4B8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83ABAD8-72A1-1964-028C-CA6FB2301C8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195DD30-8408-44E6-D11C-964D25A83EA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4D7745F-65D8-AF21-086F-2542A8934805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C4FB6B5-C3FF-2A37-FCA2-9A09A4191A0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2764F62-53B8-8DE9-1733-6084BC96375B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A991446-F05F-EE4B-B7AC-A4C3FA258E31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4DD4B8-EBE2-6A68-F645-46E4823C20CC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A23C742-93D3-EB03-5BD2-AA504A3FBDA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5F6E3F3-A9D1-237F-B066-3C53F53366BD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4C09C10-8DD3-672F-53C8-233BC90B30D4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8AB8E4F-7302-B1D0-991B-6DCE01503D2F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B949DCC-B77C-ED21-A8C6-AC40A5A24D7C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1AD5442-F1F9-149C-FE45-029F9C7071F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8615D4-4B55-11F3-0DBE-75A3CA10AE5F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94A670-3FF6-B13D-54AE-D1B602CBACC8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99306927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4365C5-6B02-1CFB-646C-ED4611C1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360DF95-06B7-E2DB-80E7-DDE480B3683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Rows 4–6.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089C4BB-495D-AB48-BF39-D28AFDC8F1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3D9DF41-125E-E671-DE64-323846DFE9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DE8A380-D0ED-EA54-662A-40F37BAA6C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DDDA3BD-B825-E15A-69C4-6D50B8E4B6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CEC1DE57-ED46-E387-1B32-A405A62D5424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C5E08E9-7469-002B-B1C5-B29423A30B7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0A142CA-6579-ECE0-0E11-C77DA024584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A7D621D-FD1E-7214-9478-FE7276DBE23C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CA7E560-38EE-1E88-17EE-6E531BA4BDF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C085B36-EE82-62A2-A26D-3C6E757BFDCB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56365D4-9374-ADF9-6049-662041C10716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A29DCD-4D57-87C6-07C1-76A8F057A66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8CE8439-6E42-1D36-9929-96628171A1B2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01D46A0-8E93-B34F-DF60-E9FB4D80852B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D056A60-FE02-D9C2-B4FD-481E27039D54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35A702F-993F-EE4C-ECFF-3D72903BD34C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5A8FCD1-E8A2-D8DC-B16D-AF419F33ECFD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C1A4760-4A84-0693-2A14-353EE88A8EF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E716D5-C104-402B-C9BA-40A7BA140EA2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A643988-A236-9460-8261-CBCFEA90D2A2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F9C53A0-9B5D-3309-C605-54A93759678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AD50435-FF02-A757-4197-6B41AE017692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6023AEE-5119-8643-BB54-52DA12483074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9B5CF89-0135-7B15-BF6C-9C248E438B7C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4F6F294-5F73-3B7A-DF25-BE6919A0D8A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095FFA4-C15E-7D6B-C189-03975D759A6B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628BED1-D8BE-9B63-93D8-3BF5DD889ED9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BDE9422-E000-5DBC-E3C5-E908AAC4305D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A8F7DB7-F00A-950A-5184-49C4EC66379E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7AEE03C-DA87-3CCF-B876-B894BFC7113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0F6021C-0FCB-E56B-C103-70D0ECE3CD81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AA40C45-6E21-8F59-DDAB-01BA2D98F12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3D9F0C7-C159-8C89-E0DE-D8044606C632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35827BD-1850-6A56-A5EB-59DD04E3AE67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2C9D62E-BB0F-F44F-25E6-FAFB2C4629E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D0598D3-8559-5777-9838-E09301CA1B34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0D9CCFE-A6DC-3697-7F7D-EBA0A901E115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E56C81-7A83-E1AE-7311-2DC0B6D9D944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DFC4652-442B-2B39-543D-DBDF4560CCE0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1BFE8B2-7F99-7C94-3F81-9BD1A4A13753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62DC43E-4F99-392B-B948-D879A305CE3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8BE61E9-6B17-C14A-7DFC-A81DB2C2BEFA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09C05D5-C4D1-2138-A6D4-3B83C9A7FA15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2C636B7-1C0F-828C-C675-94E8E4DCEE95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D3B7873-1F19-E259-C082-61B8CCE05B9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09589DA-CB31-A299-A842-364DA4EA631B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7B5467C-01E2-4382-BBD3-969EEF64FD01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F6CFC02-6D23-E0F4-477A-45AD295510AC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260350E-5A8B-C74B-AB8C-643D77351124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AAAACB8-5231-9541-7885-3D67EBDDBA2F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67579A9-8718-8FF1-13A8-2BA652980F02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AA92BDE-D60A-94E8-8E98-D279FD7EA979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5A6B5C3-0099-4036-7CFB-8C6D42E212A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4792F46-5490-7987-C451-68F294762873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9279368-7963-ABA9-2723-752F99B594A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69B79D7-5AC3-6CC6-D840-03BDC943CCEF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19EDB40E-9D32-FBB1-A347-309190BD19C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2241A51-DBD2-4C1C-F02A-6EC22D2A480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8CB00E7-B330-411A-DAE6-36E4B06D86BC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16933BA-3A2E-6C2C-A05F-FD33DBEB5B48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E026C0B-A6EA-3EF9-7344-3768FED50ED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0D1CF8D-8D92-45B0-AD5A-F040DE111C4F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40FEA19-61B1-88C6-4829-D76F6E899D65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502812F-C3C3-1A48-A6ED-90B58D735C4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5B7E8FB-C40C-D8F5-E47C-1E0E7C0EA2A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969CAAE-1C74-A69C-0C26-CBD164C7ECA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B457690-0494-9376-15FD-B724357517A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3EB60A9-B0AF-F5C0-55C2-3BDDB5D5C866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982AD3-2A45-657D-F638-91AA72E3D52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C777FDA-AA27-0BC1-6AC7-E788A6B267A0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EC13080-CE1A-1F40-E200-917172936D9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655A6BA-9C92-8DA8-1325-2E9C31BE85B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80E3BDF-9626-A85F-DE78-7EA5035CD34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9C16DD4-0303-869D-7790-A9D89C627F17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759D012-ECD3-0ED9-A806-162A88F9C4FB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E2E13B6-3F7C-70F2-99DD-103C980A1DF5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894A88C-F92B-5918-85C9-ABA92C3F6E1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9997D4-0B67-3FCF-0E51-FDFE2D910B61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298829-E0DB-066A-D3FC-D22E80FA829B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8BFDF29-8E99-8529-3504-D838C3B9279F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D2EC854-25BE-C700-3136-40BC612C5414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7E2B48-B712-5A3C-1620-CBB88BD064EA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456EBE4-76D5-40D5-9441-8558240EE014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2EE6641-8453-9154-5544-1BDC1C925D2A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45EFBF7-AF36-51DB-3A82-8F96AF2F5FB6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</p:spTree>
    <p:extLst>
      <p:ext uri="{BB962C8B-B14F-4D97-AF65-F5344CB8AC3E}">
        <p14:creationId xmlns:p14="http://schemas.microsoft.com/office/powerpoint/2010/main" val="411899475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E1FA2A-476E-85B4-2EAB-B5DBA554E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C8CFEC7-E6C6-EFF0-CB43-FE1AC639872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58D490E-AFED-29EC-D69A-20BECE8A91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7B081F0-E022-6EBB-E9B1-5DDF6969B0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1F74A73-348E-CCFD-3331-BB8CB91968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18907C6-04C9-F58C-1BEF-5AB1137010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7CB7FD92-ACFE-555C-7CD4-92AFBD3EEBC4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9873482-26E0-E099-2727-8CD0E7171D9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04A19AE-EE1C-763C-70D8-E3A2A1313E3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6DE8234-F07D-71A1-0E49-E44B0F64B52B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329DD4A-6A2F-6F5A-E791-C1CA3540761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03353F4-FB02-3553-E6F6-108933443E4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D043AD7-F988-19B4-A9CF-C2E281A91EA4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8AB577C-9A0C-B1E2-904A-144F9CC9A05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5B5C0F3-800C-732A-B1B3-9A0EEB2A692C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2AC3E88-3F8D-5C65-3113-B3264E35A13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1735E0E-D1D7-35D7-1FB2-133FCE6CDBAC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3CBBE18-4A31-CA29-AB3A-226F4836C93A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50457C2-66A5-CFEE-B6D0-B0DC08D19FA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52FCC9A-4939-E085-C3EC-9828A1D1F325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8DDAF32-5550-1A7A-5BD8-50700E81B85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6EAA756-73C7-6B02-4DD3-39F5E9B46DB4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AD85A59-004C-253E-2104-7D643F924D9A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D6E3591-B1DD-4396-7072-2ACC09EB252E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68DF0BD-7091-C02D-4D5D-438AD8232916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3121AD2-0267-7425-018E-DAA4AE0ABA04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F07B988-052D-3730-889F-C4C40641A4D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0FEC9A4-F84F-C1CB-A62F-5F6BDF77ACD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DDF5688-591A-4553-9AE9-79EF7F7E850E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521E002-38BD-C785-3DFA-1E620784EC6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91EEB9A-735B-81D1-6B06-69B68A34C9E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9D7A924-B9B7-A779-B507-D389EA89804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A705677-66B2-5B56-B579-2E42CD9D27E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3F4B16E-C131-9976-03A4-22472E0C64A1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02D6F43-0D14-18FE-EBFA-C2EAD22504FA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5BAC123-C868-2116-3CC5-AB2F3CD46785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7F23BA5-9D61-8539-E238-9414D045E99D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7504C5E-D2EE-423A-86DD-5F101AB96FCD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4755F31-F07D-8646-5B39-99316778433E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8CBB18-9AB8-AEE1-B6B4-9C165B1A5579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77CA0D5-B546-C83F-ACD8-18C7A5B416D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2FDE703-9793-7EAD-1191-FB5B54230B7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EFA0ACB-9352-484F-F332-7B745145BF6C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D4DE6D9-59FD-E368-9717-54F746329F0E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BFBCE1F-76FB-8C10-AE7E-8761C061922D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CFF9368-49FF-A996-BAE3-E66BBFEDDA4E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D4A9F7D-24A1-9268-E9C3-50F7727FD98B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28669ED-F02F-ACFA-10BF-C58612FC6F19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3E51091-07EB-A0C7-A065-FDC75F4CE343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F7CE459-72F9-9E80-F442-04013075817A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FCAFA57-06EF-73B0-D0D7-7F59A66EFF27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14F3771-09C7-D80F-FFA8-5F52C1ED7023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7A94B1E-A99D-EF60-28AB-04D76205DF97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D06687C-E832-ECF3-37EA-D8FCAE5557B0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7F7F9B1-7829-24AF-A246-7A1F4050BD65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F347BF6-F3D3-8548-5539-55AB3083B48D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560BE41-CCEA-105A-4232-9AC85BE1CDE1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CC6C5DB-DA30-88BC-8CC4-0FA2308BCABF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5604D1E-DC88-5674-84D3-05FAAD9927D4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BD40E04-2A20-5AD9-1CCD-5FA5D467FAD7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005141D-E14D-1A19-E48C-89AF61428B46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F568846-8E80-8D66-1B45-24858722B4AC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0AE740E-9821-17C7-DE04-E51D0308D738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000EB94-759A-E9D2-F4F2-A1D846339298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A301714-4563-80EF-DB7D-3325A17F173F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60BFB07-1A93-C301-7E73-338071BED02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DE54A7D-D79C-BF4A-FE7B-99BE26FBFD3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86AFD98-BA9A-F6B2-C8FA-174D224EC4E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0838D0-2564-0F6D-CC0B-2371EC13087A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29A143-EF47-BB82-1B43-72040886840E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4274B2-CFB0-D24B-C1B1-9666FFF9E8EF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75075BB-CC4F-654C-6679-B873027647B0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1AD7C8-5578-7506-1543-B74538DCB39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6041B08-DFA3-43DF-6434-097CC9EA7C07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1349715-85BA-B9CB-03B7-999CB2AB50E3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EA5B1F1-285B-9452-69C5-BDD4C4D9DB65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1094836-E552-EDCD-1F69-B954EDADC044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E6511165-8CBD-3114-4819-A1A9FD7F40DC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7D09A4E-0D43-C799-E06E-37EEE3FED74F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E05756-646C-DBDC-0DB4-108DFBB6BFA0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29D25A-2ECC-46D1-90C3-B3EC5B090165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60775D0-28E7-9C35-1BB1-491B464CA6D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0E10B31-89FA-2588-38DF-14456A5B63D0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0ACA286C-21B4-260C-EC96-969DBC7FCCB9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6CB7F5E-44B5-9EE4-440D-2F2784C9E3D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E2E5620-4B22-AF01-94EA-0604A3D82B7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E4AF740-1311-C7CE-32B2-3DD28F7D4ED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05690345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76242-DB73-DBD6-1771-284B7C96B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61F9033-8616-D4B1-E9EC-E031CD6E98E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3E617FB-983C-6CCF-A5C8-C932C5005A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B994ADB-6B11-8A3B-CF96-D18682FB3A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7EDE4F4-0C6F-DC54-9F44-0D042D1A90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1A213F2-32C3-0AB3-4367-BD0855FE81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12FEA35F-996F-0E19-C724-2023518389C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3146222-EAFA-8183-3507-DBC0696D6FCB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AD4FD83-891D-6704-4D25-CCF8717814C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A6A4600-3503-F24B-2996-BC577E09AFA9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BFC4B58-2AC9-3401-96B7-700126C9673B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D363655-B8A8-CECD-836E-BBA1389FE2B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6FFEA66-F151-9A1A-7330-40BE927552F7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C937E94-B7E4-51BA-CBD2-C5CDBE26C30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91F642-FBCA-9E69-8992-435E490673E3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F7B761E-E0C1-6061-10DD-13A97B5BC05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5B79FE5-5E29-8599-848D-A4BFBC46D75E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254E8AD-AD61-292F-638C-A4891FFB9FC5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9B262F7-1AE1-0512-C4AF-5E6813F49E7B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BB0901B-34CC-40B5-7580-40B9F1BA6FF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BD98A34-C269-F88F-0499-1A1DFE475719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98935C7-5761-D29E-BDAB-7BC2F56462F9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6F0D3EF-8092-3824-9B5A-4B12DE4FC110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680FB1B-9B6E-2DF2-0B7E-F31B6151493C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F945BAA-D26E-3331-967D-A9F6F5738259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AE5D91B-D575-F69D-2503-3378BC233684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0ADE4A8-9E67-9F9A-8A92-53F4B567AE4F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D0270E6-ABEC-1B54-2910-5B5E358156FF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EB65920-FA7D-6050-9C53-57B246DCA004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4C9D3B1-6A18-1364-D1B6-D4214B734B5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D978911-0A2F-8D38-68BD-91DC2A1B43C5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3A0A35A-AC66-61D0-8C41-CA62A94095E2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622B0DC-1052-FABA-109B-B15D9972809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7629CD6-8687-F235-D7B8-DA1DA0CC1391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C899076-D8F2-41AC-2B89-1344C49420B4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B7F45A-18DB-5091-50BB-AFA2928B9DFA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1757926-5B4E-21AE-7284-A26EDFCA1AE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E294F0-71F6-04E6-F696-4169EF0F3A7C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DB6F3CB-E56F-EAA7-4961-1DF13672893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EE3E357-C83F-2FB6-A535-1BC13F174B9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0A61BC4-2D2C-7F6C-BF7A-B763DD4BE83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0E3290D-AFCC-849C-F7E6-56435486DBB9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6EF5C45-CB54-B527-FDAB-49B80487A667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5B26B12-57EF-94BD-53D4-813A40BCF2FB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CA47463-3482-AAB1-087F-2ECC6C721AF5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FF14658-87FC-26E2-598B-CCF466FC346D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86D7BA7-BCDE-AD9F-B447-E22F80EF9BB9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2BB58DC-A369-34FC-3479-9B45F68A62E0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C94D02-81FA-80DF-7C69-234CFEC24F06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FFD217F-613B-96AD-D728-AF78E5E66323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A9E5F85-AD97-F619-DBF2-CB3C734C096C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87B6D72-B53D-F307-3E46-B153F91CC29A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0B647CF-AE25-39DD-5CA7-D7ACFAEEFB0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798AA85-5DB4-EC7A-28C3-470DB0FCC06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B50668D-31A3-0CD3-FA92-1446D843B08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5704C5C-7105-2F57-3FF3-248CEEA2319C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A6F46F7-31A1-FC7F-C9BB-6BBED4CD3CAF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25891DB-AF05-F952-359E-4BAF8205A64A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80E2DFE-57EB-5049-DC79-C99E40E5E337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52DF34F-E833-E42D-E692-83D64F1B58C8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266E3B8-701E-A258-0835-26C7BB864137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ED58A8F-B945-0156-04DC-D5809E68D6E8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D69EF9-663E-7848-A8BC-6BC8F0D9118C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62F29C8-9FB3-1351-42C4-4B6782D5DB47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31188C0-B0AE-14A3-64CD-4CAF0E29EE0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6C4AA36-BF79-DBD0-D338-EE3CEA046F84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9AE9A0-D625-8193-702B-B9EE6B283FC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3865701-CEBC-1D1C-A17D-4C287B7A43B9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3E29BE-D58B-9A82-9BB3-21900D4A2C5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B378DD7-36D3-6B7E-4E8C-DC69997EF61D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447B7E-D64A-AA54-11F9-3FA2A1866809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9A0A78E-2709-D119-2100-7CD8F92F63DA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650FAA6-40B2-D70E-DAAE-956BC265AA33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578E5E0-8D99-E8DA-E056-6CAE92AED84E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4F5B2D1-0F8E-CF7D-247F-6382B36B3322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C85DCCF-504F-FB97-79AB-DAB05B41340F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5AB4FB6-30E3-DF7A-8AE7-74C91795D6D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BFCC93E-AEB6-F9FF-22B4-E638B7E2CBCD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633BE4-6B35-0108-0CCA-75A0BCB4A040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22281DF-F778-733A-EED7-CE2842DAB767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7602132-267A-8627-5342-915D16D6AC4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DD0011F-604A-2849-B14C-D845A151852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8CE9C78-83EB-F251-1B99-E1CBC5086EC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1EFD0EC-5B38-0393-F520-53C9C4BFAF55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0CB4F5B-88E8-7F55-D5DA-DAF576C16C1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5B672CE-DE23-2EE5-605B-9B8308507FCB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7A490BA-E0BA-523F-BC56-26D0EC6EC032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9033963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9984</TotalTime>
  <Words>4341</Words>
  <Application>Microsoft Macintosh PowerPoint</Application>
  <PresentationFormat>Widescreen</PresentationFormat>
  <Paragraphs>3672</Paragraphs>
  <Slides>64</Slides>
  <Notes>64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6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Jonathan Hardis</dc:creator>
  <cp:lastModifiedBy>Jonathan Hardis</cp:lastModifiedBy>
  <cp:revision>391</cp:revision>
  <cp:lastPrinted>2025-12-02T00:08:17Z</cp:lastPrinted>
  <dcterms:created xsi:type="dcterms:W3CDTF">2024-03-19T02:13:08Z</dcterms:created>
  <dcterms:modified xsi:type="dcterms:W3CDTF">2026-05-16T03:51:31Z</dcterms:modified>
</cp:coreProperties>
</file>