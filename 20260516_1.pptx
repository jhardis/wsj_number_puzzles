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5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8" r:id="rId9"/>
    <p:sldId id="539" r:id="rId10"/>
    <p:sldId id="540" r:id="rId11"/>
    <p:sldId id="541" r:id="rId12"/>
    <p:sldId id="542" r:id="rId13"/>
    <p:sldId id="543" r:id="rId14"/>
    <p:sldId id="544" r:id="rId15"/>
    <p:sldId id="545" r:id="rId16"/>
    <p:sldId id="546" r:id="rId17"/>
    <p:sldId id="548" r:id="rId18"/>
    <p:sldId id="603" r:id="rId19"/>
    <p:sldId id="550" r:id="rId20"/>
    <p:sldId id="604" r:id="rId21"/>
    <p:sldId id="605" r:id="rId22"/>
    <p:sldId id="606" r:id="rId23"/>
    <p:sldId id="607" r:id="rId24"/>
    <p:sldId id="608" r:id="rId25"/>
    <p:sldId id="609" r:id="rId26"/>
    <p:sldId id="610" r:id="rId27"/>
    <p:sldId id="611" r:id="rId28"/>
    <p:sldId id="612" r:id="rId29"/>
    <p:sldId id="613" r:id="rId30"/>
    <p:sldId id="614" r:id="rId31"/>
    <p:sldId id="615" r:id="rId32"/>
    <p:sldId id="616" r:id="rId33"/>
    <p:sldId id="617" r:id="rId34"/>
    <p:sldId id="618" r:id="rId35"/>
    <p:sldId id="619" r:id="rId36"/>
    <p:sldId id="620" r:id="rId37"/>
    <p:sldId id="621" r:id="rId38"/>
    <p:sldId id="626" r:id="rId39"/>
    <p:sldId id="622" r:id="rId40"/>
    <p:sldId id="623" r:id="rId41"/>
    <p:sldId id="624" r:id="rId42"/>
    <p:sldId id="625" r:id="rId43"/>
    <p:sldId id="627" r:id="rId44"/>
    <p:sldId id="628" r:id="rId45"/>
    <p:sldId id="629" r:id="rId46"/>
    <p:sldId id="630" r:id="rId47"/>
    <p:sldId id="584" r:id="rId48"/>
    <p:sldId id="585" r:id="rId49"/>
    <p:sldId id="586" r:id="rId50"/>
    <p:sldId id="587" r:id="rId51"/>
    <p:sldId id="588" r:id="rId52"/>
    <p:sldId id="589" r:id="rId53"/>
    <p:sldId id="590" r:id="rId54"/>
    <p:sldId id="591" r:id="rId55"/>
    <p:sldId id="592" r:id="rId56"/>
    <p:sldId id="593" r:id="rId57"/>
    <p:sldId id="594" r:id="rId58"/>
    <p:sldId id="595" r:id="rId59"/>
    <p:sldId id="632" r:id="rId60"/>
    <p:sldId id="633" r:id="rId61"/>
    <p:sldId id="599" r:id="rId62"/>
    <p:sldId id="600" r:id="rId63"/>
    <p:sldId id="601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670"/>
  </p:normalViewPr>
  <p:slideViewPr>
    <p:cSldViewPr snapToGrid="0">
      <p:cViewPr varScale="1">
        <p:scale>
          <a:sx n="113" d="100"/>
          <a:sy n="113" d="100"/>
        </p:scale>
        <p:origin x="14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51750-F24D-289D-3FC6-623F4AD23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970D95-9943-47B6-BDFB-8AB443597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9FFFEA-C05D-5CF3-3AA2-0753E904D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193C0-924E-2030-B421-8798A7A2F1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89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14E96-0EA5-DC62-AFD5-D07EF0E4D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9B161F-A93A-B01E-3254-B5C3CCE23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2DCBF-B93C-44C9-557E-72C326F6B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25D1F-DA04-7E62-8DEE-1D36C605A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121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22316-0D5D-3008-931F-7215DDF67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43AC4-8343-40F5-4E8D-B6CF8B4CE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451A40-AC3F-5B1D-BCD8-61501360E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96982-A2CE-A6CE-7D62-B8E6ECDF9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837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C86DD-D0AA-C11F-F0B4-1F124DEAA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E86CE9-2728-EB91-798B-99658BE36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B52D3-366A-ECE8-8069-44DCAB1EA0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BC5078-D2E6-8A7E-5BF7-1D0631212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601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9028F-BB2C-B305-A97C-C726AB981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DE3A19-76CE-EA16-8C7D-56E0E4170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FD684C-3F26-66E9-207F-BF6CC08EC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3625E-81F7-F231-72DC-CD637E373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80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5C918-C376-DE8C-2724-959B58B91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9E5D8-4926-7A5A-3B14-AFE0D8E13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DFAC4-8A67-D632-B127-34DF61853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9392A-C902-8CC3-6602-5CB7E00696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672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6245-4423-AA3C-69C8-546E9D917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E2114-9704-66CB-3B50-FC635F7CB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48A6C-0AAC-DD41-B32D-AD84E9A77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28E0F-5DD4-6723-F2C9-5513ACAD2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39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E0F18-D392-D44E-09D3-6ED62AE5A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9D7DE0-8EE5-C0DA-0DE8-B62129E41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5E087-29D4-2AE2-AF79-02276D1C37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1FE5A-F7D0-CA5C-F6B9-A1BCB729E1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22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36A7D-0D96-D833-0064-AE5906014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BFA43-122B-C9DA-55A6-753B0D52F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64440F-5775-977E-DE92-DE0993861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23D72-40C5-670C-0CE8-A29C9B13D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54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2A973-1036-C419-B768-689C1DB8E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CCAD3-9903-E284-D9EE-B631E876C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1368A5-BC68-72E6-F402-634A8C0CF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7A9F6-4CCE-4CC7-60CC-133581367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64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20A6C-82F4-1D6A-5B0E-C0356323F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15170-A090-7D7E-7672-9287C7983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63ADB2-4B22-4793-7448-15773E504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C25EA-3521-81CF-F9AC-26002958E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64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C4604-EBF0-B3A6-3755-ED93429B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8CE3BC-C0E9-6605-D389-4640E1FCA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A5201-EC30-01D9-997C-9F6B9F50B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37AFB-79B0-CA64-898C-E13D36E9A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562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2231C-6024-18A3-9364-89558B3D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0913A-B939-C297-C63E-C1E2AF755F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B5B36-1787-0A9F-CA57-4CE917D6B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968513-0B2B-7A57-FDEA-2F1EA53AB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791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107EA-17F9-2DA9-5F10-BBAC55C3E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90A9B-3F9B-3758-DBD1-EBBBAB991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F9DDB-0CBF-AAA2-E128-8185C33157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33118-CB81-DC91-10AC-DD8D1EBB7E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842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F65F9-7861-1136-0C2A-C3BD422F7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A3EE4-BCBA-3F5B-A2E1-0426073DE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C5A41C-BA7C-2464-6E32-9CFFB054D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26ED4-9543-FD84-5FCE-F4A6E2612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940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3C040-FB23-609E-2C3A-4AA1580E7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CCC5E3-F853-940D-552E-606EC8650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5D7F9-9034-BBE4-8C4F-6009FB647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74A52-0FFB-7836-D963-1906E0399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824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10CB7-AD78-F12B-7BD9-ED280C65B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1BE1FA-C455-B7C1-CFE4-DC5590F86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88234-23EB-4FD3-0FDF-F03426CF5D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4C6DA-AC6D-50AF-06DB-22CB2D19B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12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9A9D8-2A9F-CE75-C69C-F0D72212C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49279F-A1F3-B340-877E-F929C8540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0AD705-9724-CDA2-83ED-7A9A371C1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7D869-586E-1B7B-EC51-DB448BD1C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2719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DBEEB-9CB7-5577-CC08-E4615F2CB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CE2906-2EC6-2E03-3F40-86504321C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4BBE94-541C-3753-C86C-EB802B049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F8F22-785A-5C9F-0F12-A9007CB202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012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399D7-639C-119F-191A-9C89EE7AA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59666-0FCC-8ACE-0206-849DD00677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B78123-5F58-A2E2-569B-58ABCDE02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7118A-E25C-6D4D-5B48-8C84BBC89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436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C51AA-339D-9BA3-DD8F-3FBA27FA2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6199D0-66E2-A87D-AD10-CA5F2A21B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4CD67F-B4C6-C636-8022-4E0B65A20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A4688-31E7-5B0B-B12C-6D2D11E5C6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797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D59AD-C7C5-6A12-7C21-9CA1DA97B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CE334-8CEE-8A98-C864-A0606F860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09A43-7F86-0B11-C281-F45857792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53424-8FDF-6975-83C8-E5FE3BF19F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65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90D20-01F2-693E-E22D-F0F16FB71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5E5F7F-644D-70FE-500A-60065279DA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1F79DF-9376-1D01-6158-E40B2D714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EDA4A-3986-2238-13D6-8C8EB2C0CD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387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26F16-A990-0540-1572-C88DB69F6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51FC91-7A02-2068-836F-E86370F4E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DA74D-05C0-1FC2-47A2-A48A91DC2C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E0FF7-2698-02BD-59E9-8949E4F421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1403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48C05-7F39-AE02-B3C1-364B9BAC4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A63613-1251-28B9-832E-773DBC890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8A455-8577-40DB-B4E3-DF2ABF1CE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5F720-BC87-A62F-797A-B43C4EDA82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82525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3CE6E-8961-0DEB-055C-67306B99C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D02A1-953D-D15B-9FD5-8316C8C83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F5B5D-B01D-AB38-0BDA-89BDD590B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F2CB2-3330-2EC2-8CDA-5D68F99987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8409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37B6A-B49E-7523-0DD5-437DF4CF9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13D8B3-5351-CD26-3FBD-8C0EEECA1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91C32-2C4F-E89E-DDBE-9113A87865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5292C-C2EB-FD39-76BA-016A0B60B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7678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9461B-EE8B-91E2-4588-CF0A3DC62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A1F901-FF54-A287-ED00-A1D1469D0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8B8B73-D646-A346-D7F1-1D17ACB6E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25C9D-1D5B-3C02-4FDE-7175B652C3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4361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BA28F-DB63-F8EC-E351-5162CF9E5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07ACD-6C51-2906-4153-EDC5056E0F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76223-C632-C074-9C9B-1127769DE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27BBF-AC22-793D-317B-7FB225808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853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38EDF-7206-0A2A-DE4C-B98A79B97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DE285-4A75-68FB-01DC-4234E24C5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A7D76A-4F09-FF66-0F16-AC7CBC520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F9231-2489-1E3B-FCBC-1940DDE436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349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D0636-7512-4C95-9413-936F8CBFB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419FD-470C-BDD8-6E32-7AE40B6DF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44ADF-24D6-66DF-6808-9C150758F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18BDF-9D47-38D7-2128-8CF8371B4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742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E99DB-5C37-B4E6-820A-251DEF9E9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F3CF03-CD18-D835-2A0E-55039854BD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D81D9-DA6E-A12D-D672-6D5B48123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66BC6-9B02-2E13-61AD-F9837730A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986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69330-E9B6-0B67-0581-BCB8350A7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357A1-5EF1-1DB6-3259-603A7252D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56140-48D5-B57C-A18B-ECF860539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2BF22-FD85-3700-F761-711385E56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476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385C9-EF15-D2C0-2EEE-AAA9F65EA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EF2AB9-68F3-9E49-387F-B21188B77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556A02-67A9-7D1F-B48B-F224B0148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6E6A3-8B0B-3BF1-A1DD-1E8FD2ECC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149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7649D-7F40-F24E-8CC3-5B2C30430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7DE8E-9FCE-8D62-24F4-4DAFC66EE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F6E8B-E2E4-C3E4-6E56-87E164D8C5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DEFE8-6A3D-86AA-9629-30F4A74C3E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4314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BE04F-916B-7FA7-78F5-28EB9E544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AF799-4A24-E432-3BD7-B08CAD81A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46A96-C57E-4220-2CDF-4A4BAF250C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5B23A-A1EC-B15B-7569-3B61741BB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7694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4E17D-9E85-E307-2A2D-6CF2DC002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FDB625-62DA-C483-1D46-AC73AEF27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EBA55-2A42-A10C-FE0E-B24440484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0B286-52B5-E630-B784-CD52730C93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472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FF621-59D6-F0FE-AF47-0DC76BBE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0FA2B-0EF9-20B2-F14C-F4E454106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DE3A0-C408-589A-DA00-29369E7E00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FD02B3-FFB1-9FA4-54A8-F05D85C31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3084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A0B04-4897-0105-7B87-63C3BAF3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03A290-48CA-09FC-A3CF-074E46DC3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DE89A-ABDC-ED0B-C5AD-FDC2E9B66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2B424-9E14-D4E8-81A8-501C3C4C9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1708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B3100-FAAB-DB29-19CC-16FB36AE3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472B9-3199-EA9D-3E4A-01B7FE0517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3E918C-EB9E-97DA-3D28-1900F99B8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0977B-4DB6-71D9-A0BF-1F5553E106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101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164D3-A7CE-BD88-4E62-63218664B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0492BC-24A4-8DB0-F626-8FFCCAA9C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5BCEB-1E97-42DC-AC09-4D32A88B9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C1173-C310-B0D5-65E3-46990A163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7603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15F4B-C8C3-C825-DE42-F38E6D2BD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1195B1-9E7C-CADA-A0E3-2067D9A88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911ED8-76D2-3DB5-C4DF-DF1CC2992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E4919-3FA4-81F7-D6A8-AB09667EA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2554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654D9-A292-693E-E2F9-4ABE9E148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0E9C8A-B662-12FF-24A3-5801544CC2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A26FD6-3C9B-84DB-BA3A-AFAE162E0A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B9ABDF-B57E-3F24-C9C5-150726811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127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2FBD2-ED9C-A884-B4AF-17760A3E1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CD7A24-78DF-0151-5948-884E78F7F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1418F7-9191-BF65-9F4A-75CC5B83BB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B0238E-A8F5-110F-FF22-B749F600FD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9915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C24EE-8AFC-5712-762A-F77B09EB3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14C772-6DA3-2094-6998-F5E0FAEEB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73EACA-5BFD-BF98-BFCD-05C60183EF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553C4-638B-D6A2-B8EA-E309DD4B1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2684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F2698-CC45-29AF-F2D3-0ECEC426A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3A731-41DF-0D67-E67F-9FD04D115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F434E-5A7B-229B-D5C9-72A103D48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61FD3-DD94-5886-9877-FF43E43444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4350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C3E4B-56BD-0741-E29B-EC86F1E43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D23B5-673E-ECD1-5831-87C71D70B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34C635-A965-BE2F-944A-E6FF860BC7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51B2E-3CE4-DF7B-47E3-2275ABCAE1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5048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49CED-111A-0140-DD65-27611454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DFF1A-4AF1-AFEC-E585-605070BF8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B4771-3645-FABB-84ED-C9A818D16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77EAD-8B08-4DD8-C422-83AD7898CC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43385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034E9-F860-A451-3D5C-682A8301C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58A4E8-B97F-71F4-D81A-C6E69494F2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3D072-EEB1-45B8-CFC0-A647BFB90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D9604-4E95-EE14-BFC0-1D2BD303E1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0178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93638-A608-3E98-9909-524809B6C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370E52-267B-FD83-1ACE-A80535BFF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5D55F-2F73-2497-4834-E4AC2E103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14BDC-3955-B0A6-85F0-D1B6F78E6B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51798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C4094-7140-6BB8-B7EF-B0D90F2D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BF9FA-3F67-6A5D-0A46-6E6A1378E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AF8447-24CF-A847-D3F5-BF633F0D3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875C4-52F1-74D4-C1A0-194039CD1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7333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65940-F8E2-2F95-822F-E5A506319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36690A-F3F4-33F5-20C6-C4AEA226C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42D8A-D1BE-4663-FBBE-F90E05190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DFC99-D1C4-CD0B-6436-261398B640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8351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C3BD6-F4A4-9301-3611-3520FD3C6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76DE3F-3AF1-287A-7996-25A17EC8F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3CEEA0-7F76-1673-DBA0-4CB1D8AA9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8592F-1D85-8509-B4F9-211DDAED5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35963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52470-22CF-2491-DE7D-5F040ECF8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B088F-425A-F532-5736-D6989FCA6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84ECE-14AC-D32C-7F1C-89B6DA41F4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795F5-8DC1-F97F-3C05-C161D3A12D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5314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86254-4A5C-FB3C-7B37-38290A4D8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E2189-2E9D-B013-33C4-E193767AC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105A8-5EB6-7FF9-9986-919C82149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3919F-4BF4-82BE-CC9A-E946C8092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66476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F8F2C-56AE-225E-7F19-E079F5656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58C62F-3E50-5B37-02A8-EE74EEA96A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986E15-01B6-5592-F3F0-36417E60C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AB3D9-7ACF-A138-DC0C-F01A8626A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07602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59EB2-C234-0E7F-69B4-D8A371B40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819CF-3C77-4947-BD67-1E5F02325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5AD256-432D-6B21-0D25-A79FCAC99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F4DC7-C385-5E59-DF3C-72C4CFA44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6134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63F13-6928-C76B-A79C-0B925C7DF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0503FC-D7BE-351D-E420-5A5093E01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0DBC7-2A07-EE8A-BEB8-88D49FA91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0C266-F1C0-4B7F-CA09-10A338685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8293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AAA8C-B53D-B916-641E-454C6729F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C9DA1-7B2C-4282-AE0F-F24EE2CA7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A15AF-90A3-2FB5-833B-4782DF2FA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565F0-6470-0B26-54BB-0E59ED342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6084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D6A0F-0A46-5726-83E5-ABDDA39FA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768F06-672C-B7A9-0985-556D1423C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AF25E-7553-F229-6FAD-67523369F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58921-EED6-A004-41AB-8442CB24B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57321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5160F-14EF-BA6F-AC75-F82ECBFF1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E2F984-7410-CA0F-88E5-21E206F37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70FB16-197C-3E27-4ED2-D0E6D24973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C0439-3D84-F592-0689-67029C68DE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4000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84808-CB3C-99C9-3361-F2C489AC9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11EF8-4969-B377-5FBB-9A6AE225F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7AF85F-F7C4-9BE7-798A-9505DE00C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989C5-5964-9821-D7FF-DCF7D1BB7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59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8B6BBB-3B75-E695-D22A-AFADC4A005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310124"/>
            <a:ext cx="4543224" cy="498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5/16/26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D96AE-A689-B796-7375-99392CF0E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FE1618-3AA5-0DA1-52E0-C0C18E575A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those few cages that we can (with six digits or fewer).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2E0F02F-96A4-C8DA-585B-9D2C55677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D9871C4-D40D-0565-FD36-88783E8EA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8C258A3-21E6-CECC-D624-71E108ABC7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B201AA4-7487-9CAF-9AC6-5AFDAB17D7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6FF6E3-5689-F1BD-14B1-AD324B88343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96A54E-07F9-5804-549F-2D0E9B8657F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C08285-C9E9-DB90-6BE1-647272AB82C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927387-3B9B-FC42-135A-DAD9DE3143E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1B335C-F793-1648-A0F2-AA12CC89787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05A453-9561-1118-251E-95FDD3A73DC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D07EC5-58EC-5248-276F-FABFC292BCD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547A8C-82BD-539F-D370-11E015A245D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7F8E97-3FAA-04DB-233E-972063C37A4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89E92C-E93A-2129-1A07-373E18E42F1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036B30-23A2-AAB1-5427-A73FEC6BCA0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F1560C-213E-29A0-30B4-9C73B2A718E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FD4ACD-9902-3A80-81FA-D3D7B74DF5F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E92088-99EE-C625-C8E6-AF7A9F05CA38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87A3B0-DF08-059E-4A1E-E397FC892ED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</p:spTree>
    <p:extLst>
      <p:ext uri="{BB962C8B-B14F-4D97-AF65-F5344CB8AC3E}">
        <p14:creationId xmlns:p14="http://schemas.microsoft.com/office/powerpoint/2010/main" val="395165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54B88-5F6F-1D04-59CC-D08A0CE6C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5519E8-A9DB-396C-D876-AB659B30814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right center block, 45–(10+7+17) = 11, in 2.</a:t>
            </a:r>
          </a:p>
          <a:p>
            <a:r>
              <a:rPr lang="en-US" dirty="0"/>
              <a:t>In bottom center block, 45–(8+9+17) = 11, in 2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52D83E2-7F5A-2D35-0B01-C2853B5C13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65539C0-11AF-634B-84CB-2708BBAC4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9609503-8BD5-ED41-9E77-91C367A039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0858DB9-D13D-0DAA-C6EF-231B180A64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578FD2-ABBE-177D-4C11-F953112C714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EB01C6-F3F1-BB1E-6E25-50A351A929F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81E14-88CC-6B5A-CD4F-239744233A8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AF073A-7571-E2C9-B989-46DC09EFFAB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73DA89-A0F6-62A1-6711-B1F0700064B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F208F8-11C4-BCAD-0DBD-2422E9CB9C8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B984FF-4486-0944-DE17-17DFA8FDF2F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A607DD-AC7B-CA2A-9BB7-32C852EC52A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7A6E5E-BECC-CEF4-F66A-C64EA3D1389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8C391C-FD99-C6F2-51B5-86529689E17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4956A7-7F04-6DA1-01DE-714CCA7B2ED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FD4CBF-16D3-B970-3871-A55CD125BA0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3CF7F0-B2BC-597D-FB41-6D7EB58FA3E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ADB3BC-DE00-8CAC-9702-D8AEF946029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648017-B8E9-A3D1-C67A-E20F6B5E88F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40880E-2C39-B34B-3EFB-1C40441644C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625D5E-A668-0DF2-096A-A758DD96EBB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CD9CF05-5D99-EDF6-CD65-416CD224E48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876432</a:t>
            </a:r>
          </a:p>
        </p:txBody>
      </p:sp>
    </p:spTree>
    <p:extLst>
      <p:ext uri="{BB962C8B-B14F-4D97-AF65-F5344CB8AC3E}">
        <p14:creationId xmlns:p14="http://schemas.microsoft.com/office/powerpoint/2010/main" val="38212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1F89F-A74D-3C54-595B-800911AA5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4888CB-AF05-F46E-C7B7-D2834A03D2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bottom right block, [28 in 5] can be broken into two pieces. The vertical three cells sum to 45–(15+10)=20, [20 in 3]. The remaining horizontal two cells are then [8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79CD2BC-7B28-7344-02F0-9C010815C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13E7F82-9C62-AF06-AE76-1CB110C80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3584C5A-4F1F-5BE7-D7FD-B077C398BC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5F61AC4-5A14-8B8F-772A-32BDA3BED5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1CFCFF-A525-13F3-66D3-8ABCB67F695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F7C406-FB96-565C-F871-C9AC41F4E4D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64396-1D00-996C-1166-7A8C9CC591E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5EEECA-1BAE-2A16-3F38-9A2BCB9AAF9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FA5C90-578E-3920-2660-44A9FD12734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93E3C5-B5B5-7629-5409-796FF493C4C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652405-C3E9-947B-FDCD-359C8314469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9E571E-54D7-9C0E-679E-5674505C266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A10534-037E-61C8-85A9-D433FDA4282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17323-8166-C3F6-6577-7558FAB10CF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06CE93-07ED-FB9E-BCFB-F27F53B03A3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A3BA99-FE0B-40E0-419A-B11F3FFA5BE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4571EA-AA26-1552-51AC-0AB96347EA5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286050-1AE7-AE13-DB91-C389E5C3F3F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649374-2A74-022A-EA7D-538DB9A01C5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BC23AC-366E-3FB5-6C3B-6B18C377D07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E1872E-BF5B-43A8-A9B9-E7723B3226A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571E43-D84C-A52E-A5E7-F5EB0F321D3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94C952-6B53-ED22-0B63-41380769345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A93392-83D6-4B19-5338-B90A9654D3B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</p:spTree>
    <p:extLst>
      <p:ext uri="{BB962C8B-B14F-4D97-AF65-F5344CB8AC3E}">
        <p14:creationId xmlns:p14="http://schemas.microsoft.com/office/powerpoint/2010/main" val="2216382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81978-E4C2-05AE-AA9B-F775C61E5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55F522-DFD9-B22A-F3FD-18277C7DDD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Row 1, [28 in 7] is the first seven digits (1234567), not 8 or 9. Neither [8 in 2] nor [9 in 2] can contain 9.  So, there is only one place that 9 can go in Row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3DA758-0EC8-43D2-738C-6246107F5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7C97172-0C01-826E-EBA0-5023F5D65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8274037-B163-9269-0494-58C49E3BE9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B56D47E-EE8E-803A-3DBF-7C699D4CD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B0DB06-60DF-A711-9D1D-6ABDFE61207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94100-7963-0435-517F-1A3A4E33F93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045E63-EB74-C045-603B-C24B694FBD6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1C51E8-465A-BD58-93A4-C9F3A2B8500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9EC6CD-E26E-DE1D-8A46-EA647C9B613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329972-B25D-D7EB-2E98-705ECB62BA5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FF327B-898E-3CA5-BC06-4FCC9EA8577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C8C047-0176-A513-B31F-0346397009E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3DF7E9-22AD-19BA-CDCF-1273A13C603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16CA25-19D0-CC31-C5D6-C6430E650DF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8E5CC5-826C-60F4-17C7-448D444E666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F11271-0817-610B-D9E9-A61810E5FA3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153B50-C3BD-DB65-7DC2-FF224AFA009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57D66A-E675-943E-28DA-B36578B0A00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7FB6F0-CB91-7F6D-1D7B-1CA545D05E8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DE13E6-FAF9-8BB0-4E33-98A373BF34A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B73196-92F8-66C2-9B6E-DA018BAB4B9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31635B-3B28-DC88-147C-B20ACB1F3CF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B49C29-7317-97D2-036C-37D428B4A2C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F66EFB-0E24-9F05-D368-E8A0800E6AE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B2F486-4FD7-2378-EB6F-4764E2CE8B8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70671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E5916-D93C-6DCB-5D8B-7D8DD31D8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855A52-44A9-B95E-14FD-B5E37EC3B0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Now, the only place that an 8 can go in Row 1 is in [9 in 2]. 18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7BB346D-5393-52A3-B018-7983E7B5A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3A63706-90FE-E809-DF73-54C70F368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B1DAC96-9F31-8711-8D79-1DE4B854C5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0800ED9-0117-5F28-9707-A8F15525E3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B208B8-73EB-954B-AC6C-962DB2A9073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5939C8-8D03-70BE-57F3-7B667E872C9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CD0A38-E0B1-E15C-CD3B-4D7C2F9F3D0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199095-6D15-0877-B7C5-645EE18A9E7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52ECDB-EEF1-DDB3-875C-80331BE2697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9801C0-1F85-202E-B3BD-D1BA0AA44C5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1E373A-0671-2FD0-8EF3-554988F70EC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E9FB07-DF18-5DB4-E7A7-BBE7A35A720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A5B937-6700-6C23-6E10-16F9F3EB38A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2B75C5-4A71-BD5E-77FD-FA6CA3281FA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3204F7-9219-0D1A-3A72-366083A068D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F70DDC-BF1A-F8A5-28B6-D5F49830172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6AF5B1-1EA8-290D-145E-34C16BF090A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774438-A79D-9414-B95F-6783BB5C5C3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5A3B58-B12F-64DD-9A7A-5A2482E9799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987543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ED27B-ED8A-2D6D-0A0F-2F0691FC07C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F693A7-9A83-8B84-2FF0-1F51FAA5172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19E9D4-8CF0-931D-7140-60FF1722E56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8A741D-CB22-5D8A-AD08-F46FE1439BB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8159BB-10AB-6F93-BF6F-D6316013D50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D73ADB-DCE2-C1A0-695E-D824AFFE63A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D10213-59A8-43E4-9797-256DE2F8097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702FBD-3774-8999-86E3-C02C60FEA77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46408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D33C3-27E0-59A1-2DAF-E66734F2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8C30F7-4940-0B62-1C24-C719F5DDC86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C532000-1FC0-98FA-A870-62386E806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A5FF860-A49A-47AC-A523-A54727456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5486C20-5706-3C06-DE82-9F962FD772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905A018-17A9-5275-1BAD-386560D7CC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D78C69-5992-E261-44C5-D7D178B8F5B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C05425-432E-172E-47E0-3348F15D145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D532E2-7ED6-22CF-3AD5-84A1FE6DD5E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FCD5AA-001A-6636-7374-EB69F1C8161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DE7574-B8C3-3236-B6A7-1500DACA7BA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FFD5EF-432D-37EE-05D5-EF02078F9EF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13423A-4B51-653C-6B88-C952ED1B2D9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1C1F39-D7F8-72F2-38DD-4195A38622E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48F8B8-D06A-C9BD-3C49-15C5BF1784C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9C9F1D-D3CE-D9B7-2BB7-0DD16A66955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6D8BF2-3732-D74F-5E68-B318C8E6AF0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279616-D14E-75E8-3F4B-A43137C523B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9870EA-3F54-F4C3-1472-CDD63E71D0C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047B71-FBB1-3833-42D0-4752C5C8C9A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68AD1B-F06B-B038-5055-3C17EF031F8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CFB204-59BD-EB11-50BD-816791009BA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B2A429-34A6-22EC-F035-895B091F5AA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D261A9-2981-7372-4C8E-00F563DB76AE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40E5A6-D73D-767E-980E-5F2D8BAC401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880772-B966-BA01-89E8-DBB4F15CB03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810B42-4DF0-05A8-C479-E29E85DBE70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DE0FB4-D92A-AD83-1BB0-B95821A1F5A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034550-24BB-2398-B67D-935F8F91823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08567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CA7B6-19FD-3DE6-8187-79D612AE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FD9701-5FFE-38A3-D39F-A719138D37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upper right block, [15 in 3] -&gt; [6 in 2, no 1] is 24.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EEFFCAF-C152-75E0-3096-A8BBBE380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92044B8-2981-81B3-3066-0256FEFCEA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B8221F6-995C-8F7D-1557-084CC56113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3438FFF-1376-56A1-0425-52532C1658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1E86C8-4C57-C5F8-82AF-9CF8A3D9101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D5BE90-ECB3-4169-F0BC-E8FABA61761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096972-3779-BC02-1A3E-7ED6C45FF3A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3C7A48-FCE0-B9AA-36C5-D1F9BA91323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928904-77AE-20CD-DF7D-D72677E517E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0DBCD9-48B3-3301-A8DB-E49D0A70A56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8D2F4E-038E-47A3-EAEA-87A2750B6E3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DF3498-7FC4-3073-41ED-DB86C6F61A9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E918F6-9AE3-1C21-8630-DA27512FE1B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E6CE56-D34E-C7D1-694D-D7AD14A3E8C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458600-3EF3-65F4-9CB1-CE0727F1D4D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4CB96A-9259-8FA5-B570-ABE753B0401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9A1854-C848-90D5-3EA8-BEDF37A745F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C65AB1-00B0-06C2-861E-DD52FBEBAC7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71E58E-4F91-0397-F0CB-DB39C35CF5E8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FADF2F-D0FC-3610-17C3-F69DD5DB666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98F9BD-365C-2896-B685-A30B62031C0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BCE575-239C-413E-C642-142733292D62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D920D9-3EE5-DB61-AA88-486F730F5CB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C06027-2044-281A-5BA8-F534B34E26A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ABE70D-6F09-567B-640B-775ED9E6FB1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78AAF9-9C58-1649-7E7C-7CC0DC9039D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8EBB5F-0F0B-CB9E-4ADD-233587F1E50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83D23A-B9F5-F4A7-24FA-F2B07F1A1E9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A42492-0F4D-05F3-D7FE-73CC23DDFB2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855320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152D9-CC84-B1D4-71AF-86853F714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8EC6F5-74EC-0BBB-E7F8-D31C6156E9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Column 9, [10 in 3] cannot contain 8. Here, it also cannot contain 7 because 127 is precluded. Since [20 in 3] (broken off from [28 in 5]) must contain both the</a:t>
            </a:r>
            <a:br>
              <a:rPr lang="en-US" dirty="0"/>
            </a:br>
            <a:r>
              <a:rPr lang="en-US" dirty="0"/>
              <a:t>7 and 8, the third digit must be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BB0065F-62F6-F675-1CBA-3BE285277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26DF29E-512D-BB66-C477-974F8BDA4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CE93813-7612-EFB4-8AB5-81555B8EDC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7E1D5B7-56C3-7E41-63C4-459B426C0E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42B78B-156A-BB86-664C-F58515FF2E2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84F7F1-27D4-8F16-7348-6EBEE46B7A4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E8051-CC68-BF37-A1AE-610C05EF44D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830901-4816-0C21-B34D-8B8025DAD6C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1587B1-E746-630E-5471-87293C9EEC7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89CBC9-6ED1-DB1E-105B-2C25FFB246B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F2F705-0819-CDCB-3D0E-362E0AA637B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265284-653E-1F94-EF78-F1841AE9EA8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580B8F-0C51-0E1B-A9E9-76D8E3EFBA3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5D8CD3-DF24-334C-6EBE-8F540B7306E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D262A3-810C-8010-A680-BC8C899E662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BCFE71-1F69-9C7B-B060-53F78BD75A9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E9DE28-5121-100E-97A9-F82AA012DFF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50C194-897A-064B-5715-730637D77D8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669449-EAF9-A4E8-AAC6-DB74180DB96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97543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87E371-6A37-7654-D3DE-2FBAF1EC0B2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DC786C-4D9F-65D5-E57B-0737B320D1E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E64824-5D5F-9380-9BC2-6FE5F6BC37A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86432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149D5A-EE83-5D08-D93B-37935050B53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4136DA-9523-B3A6-A560-9AE84D09679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A7C7D5-B130-5D9F-F6C6-CE36E4B01F4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DF7875-A0BC-0B86-025E-CC67B4B91B5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61D642-8BFF-5DAD-0EA3-5C252F1D130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1DB583-60E9-6248-BB14-9AC4700D396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9DD702-62DC-9266-23CB-DE20B41E42C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0B18FC-BD0B-2304-8EE8-757F39B68F1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D46CB7-6618-6538-3F81-A81F3EEF1B6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80C173-82E6-0729-007E-21679092D40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</p:spTree>
    <p:extLst>
      <p:ext uri="{BB962C8B-B14F-4D97-AF65-F5344CB8AC3E}">
        <p14:creationId xmlns:p14="http://schemas.microsoft.com/office/powerpoint/2010/main" val="607826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FB987-C8BE-C348-C163-821755114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EB075F-DADE-E1D5-7E3F-687BC11879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C214C82-28E6-ACE6-5E73-47AD7B0F9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571A73-C483-6034-7DA3-27287D075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8D3E4AB-BC23-1C75-9418-C83A4490E2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A70905A-2EC2-8332-E5F7-A3A1EE8C67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E70991-87F1-F4CC-32E0-C778E00A511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928084-E2A9-6BFD-609A-49796ECB6A3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15BFE2-B410-6732-5628-933DE5A3F8F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8C9D4-1FE6-7574-B9DE-6B9E635504E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90F690-F173-BE01-3559-A2F781F8577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D0EB9-2C61-32BD-A427-BC3C96A6888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B2CC26-89BD-7BA5-6B61-03CC5A31845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74D96-9323-69DD-0EE9-D2DEFEBC5D2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AA07B5-3F21-A733-EC87-42173ACEB0C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3F0E8D-0C1C-C1DF-F0EF-3178C08BC25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3EF651-FD08-2FBB-698C-31DE0EEA572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51CB6A-65C1-FBEC-C37B-3BD63C31289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899337-542B-20A7-1A7D-909DEEC72BA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1F22B3-36E0-863B-DF38-F77AE73AE06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65DE2C-67A9-F21E-1DD8-6CCBFF1B782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EDC3F1-0A2F-F60C-DABF-A61AE2233AE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E2370E-62EA-ADE1-B20C-C7E152CBAAC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99BD85-AA89-36E1-8F37-83CABAF6F540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8F08D03-0F8A-6EDB-93BF-EE9043DCAC9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8B0795-2F1C-6D54-6D2A-16EF28DA2F4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9374F0-6899-A68A-D877-44A92A44320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02D9D5-98A1-91A5-468E-22D2302889A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D0DF68-11C4-0BE0-97B4-410059B543E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EEF315-EE72-BBDA-4632-B5DC1DA9FCB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B53A79-A660-BE5C-8B40-91281542855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0F0409-3A49-D3FE-B5A1-5C7334AD4A2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14BD82-9033-8598-3A92-4647149F683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0DFE79-1BC0-241D-DB41-22A2ACF8DC7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</p:spTree>
    <p:extLst>
      <p:ext uri="{BB962C8B-B14F-4D97-AF65-F5344CB8AC3E}">
        <p14:creationId xmlns:p14="http://schemas.microsoft.com/office/powerpoint/2010/main" val="1553327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A86BA-E377-D32D-34E2-3E31D3500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19CA09-FC81-1125-5B61-E3376DDBF7F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place for 1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F0376AA-F7E5-7592-F178-A5FF79358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12488BE-64A8-A895-9642-C3E7ED87AA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9498B87-500C-971F-FD9D-B1DDE0F48A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9EBF39B-066F-F341-6331-C101AC8E6D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B21BE7-0389-CDBC-D250-A1DEB6BEE79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8A64E1-EB24-08E1-ED90-18C012F30CF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41E7CB-1544-1586-DFE9-2E75709E16A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D0A143-005A-FD6C-3CCD-620C93123B8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598FBE-AC01-3C1E-4159-AD07CD0230C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E97D8-BF92-2267-B85B-672245E4592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4EF39C-4B0B-A545-A409-5C6A22AD602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441C4F-DD25-9BC4-4504-7AE6DD400B2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110618-2B35-5211-E470-692A4E6C025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D3A3E9-CE6F-1D43-1DB7-19955D506F4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507722-935B-5146-B656-25076EF9D45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C2B480-3B6F-5E76-23B4-EFABB8FD40ED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4CE53E-5366-C605-661D-354D022C6C3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D6690F-285D-C2A0-1586-B3CA5A6BE26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389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EEA865-2571-8B70-F463-FD31E532CAD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3E74BA-5B22-64A3-29AD-C6C22651C67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6C7670-75ED-78BC-3741-60F1B1BA234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589740-5DE9-CF1A-7106-EBAE65765A94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832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E32980-8191-4791-BF24-B9CA32B07E2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164D72-6714-1820-85AD-6A51ED3A4FB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BFFB8F-9EF9-A505-95F9-B1D3552DC46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4D24C4-EA40-5173-D789-D8F02E7EE73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A533D2-DA07-7561-73F7-BB19F885D6D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87813E-A9C4-35DD-EA4A-61AAEFAE4E0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CF11A4-6CB5-1ED3-DDC3-5ED1C614195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22E4A4-4BD7-5232-F0B1-6967FBFA9A6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13A63B-812A-7DB6-B9E5-EA398FCC64B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817295-70BA-8447-6093-03B9A42A1EA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D7BEDA-C7CA-2679-9A0C-51912F347F9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84783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B5E9E-D6F9-0B95-83D8-070D0301C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E9CA7B-3431-9F9E-51D5-B8C360C79B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place for 9 in lower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DFE6087-4D3C-9F14-6CB5-4803BA4FC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A4E65B5-BD5F-EDA0-BCCC-14B71EA9C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622FE82-AA87-D1D8-BF4F-6AD491414E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E9C60B7-A832-A784-98AF-D5365EB2FD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D390EC-EECA-F6E2-4CDF-E9881E0B8F5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44AE3-DF01-CC3A-DBC9-D7B9CC9CC4D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6532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383D5A-3AEC-001F-9BF1-1125C219CC0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099C08-CA6D-73F4-ABE4-90306ECF2C5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FB171F-D977-475F-13D3-943476B6F79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E900D3-FCD7-2836-E4E9-748109E1709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26C867-52E3-011F-23B8-6CCFC270284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C8701C-09FE-6B78-DD24-A257B2FB26F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A4F006-7C47-D480-12BF-4A96339254A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C439DB-0F87-47AC-B0AD-0CC1532B4C9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1CFAFF-8388-2539-C163-0E1C635324C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174245-53C8-C0E8-1EC5-D7DF7A6E58B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C1103D-EC38-9918-4F9C-278BAD00A34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765321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671F69-2224-47F2-A025-37CA442B21D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26A1A0-EFA1-C630-03A0-2E1E78ADA76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AD58A7-4043-1A88-D5EB-8BF06022435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0CABC6-2CC8-5E14-BDAC-BF1F00F3E89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E9BEBF-DE95-1BBA-D8B3-D5063EF6DB1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7A0E2D-984F-7FCC-5297-4541D384228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7D4C02-EA8D-B813-BBA1-6A94B664631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B27A218-AE73-84BC-73F8-C0B676BF5BD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98E096-15AB-562A-6D89-549A1CBEF9C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F91C4D8-7B8C-A747-8A4B-C6DB06A934D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259B9A-AF0A-71FD-4BF5-6C924E2947A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D99B55-2061-5B24-143E-FEA18E0273E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AE57CB-76F4-C84D-0892-18CC0C65ABA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F51F69-E0ED-B278-98A8-CA9B1D612BC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08B26E-E280-69AB-DFFC-4EC3CF81F68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6889DB-58B3-4C42-2FE7-6C9BCA2C16B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20952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A341E-9B61-95E1-DCD7-9C119C0BE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ED29A2-1134-D2D6-74F4-253CE9D2B7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16E29C7-77FA-9B15-D003-85C80ADAA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F419DE6-F959-D4F1-ADE9-5BC8411C1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6477B1-F5AD-88B6-26D1-B3D09DA22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DBD3BAB-6D19-77C1-1D8F-60328DDD05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9A81BE-86E7-85F3-2524-D06AB8DEBE8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B31F44-3A4D-C30E-8B6E-113D38FEE76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CAD997-50BE-2906-AF0D-A2259444C40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C320E1-0B5B-2C64-A089-14BE1ADC25C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9F5106-E96C-3B33-05BA-E1FE6BB5769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4C8847-9063-30ED-B59A-1B47B8F74E0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6C71EB-044E-7459-67C1-EBDADD97744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637B12-25A6-1920-BD5C-29C65C280D8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AC97F4-9171-8135-A889-69E2BA54B22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BCCD3E-802D-9211-02E5-FFB7AB95DAF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E7B6F0-B924-E98B-BBE3-C04390E3ABF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E130B4-A704-F43C-B359-C26EF5260F9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875AC9-B45A-AAEB-250C-B1DD1A308D3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0DF3E6-C60D-85F8-833F-5942F6EC3A5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B037D5-E09F-5472-B0B3-748D5F7A072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814540-5746-B282-790C-E53084A781E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AC7FAF-4EDE-1F6F-B05C-81E04E52993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9AF02A-2A17-E7A0-8358-36923FF259C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AAF314-F870-7A4A-B9B9-2E9D59BF948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3670094-28F8-6399-F352-82C8915186C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32E873-246C-E002-02A2-C481B4B8B96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8BB577-7A51-AB6C-9E46-6795C5BC835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C57965-10E2-D2BF-3FE2-E35B2038E8C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9C8CB7-A4F5-CE90-C6B2-134C2D64133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70E53B-36E3-302A-67C9-C5E721CCAA6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039B78-4FB6-1D0F-BE9C-77D11672996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7014F2-6D0C-C3DA-25E4-502D4F4EAF9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5700F1-45D6-E95D-A0D5-EB1CE615F33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A03A08-5920-B13A-1721-E6B6CAA8077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47308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0652A-FEC3-409D-159B-31E4DC518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C6459CA-AD06-4228-60D9-54287964BA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bottom right block. 34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7F340BA-1193-ED12-FAA8-008F8C5F1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683FD91-9BF5-1197-58AC-2B07A3C5B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9EB254C-3DB8-8737-71BC-D8F243FB5A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D2BED8-3BCA-BB44-2216-8837020B99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8E07EF-1597-9F90-82E3-C8DC7237C6F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F02552-4B0A-5F1B-9E6F-6E559337E72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B07043-278E-B646-5780-DB114CCC7C2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B009F3-2AD5-4918-3D1D-07B0EB6A646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34671C-A666-D396-75A7-0B5AF7C26A5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1759FA-8B62-153A-E5C9-C2A029ED076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6D3D63-2297-E37E-3578-5C7BF99152F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2053A6-3A46-1EC2-BBCE-85CDC22C3D7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0990BB-2DCA-6FD7-F9DB-9EF536CFBB4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458A50-9E09-8053-90D9-77E8B87F41B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1B895C-4334-BBEB-E155-21A096AE214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C70265-16CE-B3D0-4CCA-8E2E6FCE4FB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6E4B0F-E640-D08B-C926-5CEEE26A4AD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6CC52-CB98-2965-7B64-3DF0ADF751B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BFB0EF-A551-1F96-C2D7-364EE8B2986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80C081-89A5-0FF6-DBFC-0BAD9EF03DF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4B0439-1768-B2BE-6C6D-FBC469B69CC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20BE36-1BC0-7905-E062-CF5AECF6CDB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FEB88F-709F-B956-2171-AA033D888A1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D25B45-F4EF-7204-1C75-A6BCADE57B0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93513CD-2F6B-51B3-800B-8D7C582AA2C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86F7E5-2F84-EC25-E7BB-4E15A08CD24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90AEA7B-2A9F-C5C3-5A53-8CA0278625B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C0C15F-4C59-EC7F-2CCB-68952777325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83B579-F94E-FA7C-482B-77A3B8733F6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DA2A4A-76D5-8262-0D08-BC9129E2C7D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1101295-9C3D-D2B1-4CAC-4B9692FFEEF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D82645-7694-E091-378D-69673D22FD2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E817DD-2E9A-1C6F-ECAE-4E345166120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72A6DE-E068-3438-6509-98B84A8E66F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79345B-29CB-7CEC-CA6D-FC3887B1899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4085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6F2A2-82DF-3464-3626-B24F14ACB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9F5FE9-293B-1F09-A352-C28B5D50A6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76279AC-683A-9276-9CD6-3035CE993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16118A-A7CC-70B4-DC98-B750BCCCC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82DF05B-1A26-E987-F4BA-1FE72D7B44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89D4888-3AF8-9FB9-3555-E2EEA28BE8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F896A4-24F9-ADC6-96A2-550491F0ED1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477614-AA32-B968-A2E0-297BE0599F9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06C7D4-3056-9D8C-38A8-4D179E8B1C5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F407C9-102D-754F-E534-D0374254CF3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E59EEB-D3D9-4F5F-80B0-C38D4A23F6A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719FF6-274E-C92A-E37D-DAFE1581561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7F8F01-FF10-B020-4BB2-73D9D5C1F48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CAAD7A-4074-2FD1-7411-CE865085B2E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785E49-B7BC-7BB0-8F6B-BE45FF19E49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F7AB4B-E7BC-F28B-B31D-D59C97F98E7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D06E6E-E7AD-B207-6424-1EF57BED165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679305-2911-10FC-206F-AEE31B4995B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B7C972-F395-C9EA-A833-312AAD32429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832A0A-D779-70C7-50DB-254C271EA10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C39A9E-D9BB-FC10-F7DE-593067F0DDA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E36DDD-B235-2CAA-DB4B-DC122056898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85031B-F5DF-2875-07D0-DBA22D46156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F9B8C5-8C48-BC62-554A-6547F8B427B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DA3EF1-CBAC-E142-CD6A-0616D365962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0920F6-98E0-65BB-A964-18F790DEFE6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128234-817D-84D3-A70D-CCFA5C8C680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7F8F47-58BF-8B70-5AD3-5E2A3CD0C21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644634-2609-8EA7-6FD9-413D26EB3EB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0CE6A9-2CE7-D421-C6E8-B170DEA1344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43AD2D-8ED5-D8F8-8233-B3405572886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4E6AE62-5BCA-D0B0-BE64-E0466AB2D70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974BCC2-D673-0D0A-EE15-CA9031B9657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18621A-2D54-F834-E5FF-A9D092FAD41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E5EFE8-73F5-D51C-D978-207158B4091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6061BA-B6C6-95EB-5686-E70E8859350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EDFCED-3CDF-8AF1-8EBE-F9A4D7DC742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14484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CA3B7-AEBE-D2BD-8DA8-6ECE358EC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AA5DA2-CA8A-5AC1-EF9A-574CEDDD12C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Columns 8 and 9, and then complete the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E8DA1E9-8F0D-8582-06A0-C28EC9F04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A578D12-09F1-05E5-085D-59F57B4D0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985D83F-D9D6-019C-C338-FEA4B5BD51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C31E898-8E54-3602-0389-E9196BCBBF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7E14C2-90A6-FD7A-81D8-48DDFE59F77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CAEB6A-96E2-6384-31FB-FF811616FA0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C490E2-57F4-DC05-47AC-4B25498FBAB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3B22A3-41FC-9DEF-7937-ABC8CB69ADB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664A6A-2F0F-B759-A54B-82412E65421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5B0A14-C8B1-ED61-DF75-A74DF833D37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B1D37E-0B39-9F33-16E6-0F50F75FFCC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630D7F-BB69-C974-1E0B-61FE62B7545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F7F0D8-6EF1-4078-E1AD-DB9D26EBC08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5432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DF0563-84A4-B6D2-67D5-BDE6D6CE9BE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63A552-27BA-1EF0-89DE-8DA4383331A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FACE65-CADE-278E-1C29-2BDA9A5B747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C3BABB-BCAF-0C88-3710-1C889C5FDEC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AD59A1-EE46-07B0-DCDF-DE8B5DD2432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3E1216-2D99-50A0-6E53-99094268ADC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967F73-01C7-860C-3F74-26BF97FBFC3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3EC227-3A10-276D-5804-A5B18E44474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D6D42B-C615-82F8-D5D8-124EE4761C8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6BD545-8D3E-AE1D-520F-8477BD173CB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501E53F-C34F-3DF9-A7E7-4A7C5A81075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CE850D-B46B-51AD-344C-2423475A9E3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BBF58B-7A45-24A1-B305-28892D016AD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09B269-5782-850E-825F-F0F316FC920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E8FAB6D-50A3-9BC1-55B2-0BC13AD9037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13FFCF3-9266-917F-36FF-2A7F7BF3401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F3438D-25BD-FE61-3FE4-BC09D19EF8B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0A412C-62D8-4AFD-621B-FCB70FDD4DD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E126DC-E949-FE1E-CA18-09BD41C8CA7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35FB53-CAF0-0070-9E41-882D95A012F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053F64-D909-06A7-C9D7-EBB7A00FAE8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D29645-1ED1-BDEB-C3B2-628905843EE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2E1FAB-56F3-69A1-1FBD-830C49DDF70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D5D048A-9C7A-1684-1F59-AE762BEF1CF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4BF2CD2-1DC5-0210-CF8D-33C91BF430F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6DB6893-075B-76EE-F952-51CE42407B5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5C5905-748F-238E-22A0-F1FB7E85FB1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C8CF30-7B5F-8F4A-A2F5-EB8CCD87725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B1A417E-D60D-538A-5700-BC35A7C4616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</p:spTree>
    <p:extLst>
      <p:ext uri="{BB962C8B-B14F-4D97-AF65-F5344CB8AC3E}">
        <p14:creationId xmlns:p14="http://schemas.microsoft.com/office/powerpoint/2010/main" val="14516111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B1EB3-7415-B398-8A7F-94F8B6573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22758E-4011-8F27-4A3C-41A7A00F86C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DE68F67-1D13-6091-6D78-1C2790E3C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1340287-6341-C494-62F2-295EF7FCB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410769-633D-E2E1-D091-2E0DFDE26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ACC6BB5-F283-98CA-0B1A-2900C7E2CF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1B70E5-0DC8-899F-6A30-DFAE3253A60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0E1E9C-707A-B701-53E8-F003CB57AA2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5E1546-E6A0-9F61-3B86-66AF04448C4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F78AE7-6C19-C4EB-18FB-DCC49F5DDBE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D39ADB-AD0F-7535-17F9-73BC2553167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2B477C-1956-5B88-D109-E63167C6CB6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E0C957-3A50-E251-46AA-F49E549FB67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A39C93-69B9-D94E-8BF0-D1F2DE50F4E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D8CF7A-C2CC-23DF-7001-B111CD10938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F57874-75EE-5D7A-164C-32F0E403A9D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E49F29-035F-2EA5-0F45-427BDD9E093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FC356D-C219-99F7-A927-0640CCFF06F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3190C6-9BED-BA9E-1605-A1A84C6ADDF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D2AE73-3750-9620-7D6F-88CE724EEA5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A83389-E4CB-58E3-8F1C-67452E97F5F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A13596-A04A-4390-70A9-7DD9D132CCB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D8AA2E-4AA9-9E5D-B7CA-F75343ABB0D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2AF55A-7753-A274-FB56-E03F5BB4153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58B50A-ED84-DEC6-D431-6721F0CA2A0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36C4E8-C805-22B0-4B54-28919BC1312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3BEE7A-47F5-6220-6C59-5CE10F20FA9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736466-7889-46CC-7E33-0B1FCC9A40B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5657B2-0D98-FCD6-D048-4D263D45F88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5D69E6-488D-7EC7-298A-8F9E0A4EEC5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08D1F8-ACF5-7D3D-73DD-CD17C5DFFE5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4FE996-D1F3-A84F-AC5B-61CC9C92313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74CBB8-F7C2-1707-3E55-59B5A8C890E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950B04-DDAF-765D-A575-58430CD6FB8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24F9723-7BE8-2CA8-03BD-E7252CEB9AE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E11DD2-9CFD-FD55-3ABC-8DB861F9762A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0C0A2A-4819-4FC1-A1F3-EDA0723D23A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A24146-9B47-3B34-A645-BDF183E8747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4446FD-E5EA-B7D5-F4C0-4FE0153FB1D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8D6B75-EBC1-02F9-649B-A4E24C1B3C9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F6ECE6-A634-CAEE-621C-89DBEB90667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295E9A-4B0D-E9AB-2175-E6BA84826B7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05635F-7591-C876-DF8D-4F502D20C0D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59E3B5B-8C4E-48E7-1F38-11789921FE9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97887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90BE7-A03B-9EA1-0CA0-067018CBD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B67BC8-49D8-1AC8-DDA9-0711905A25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A70B505-89A7-8677-6310-3C14E7EC5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C34378F-D2FF-0384-53AF-1818D5230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F73DF1A-9BDB-EC8C-D61D-700023B75B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C54BB6A-BA11-F01A-1886-E0C87B7A5C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F8499D-D92D-A316-AF7E-14C873528CC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38C8F0-FB9D-0F50-0A65-D8355C74800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9510F1-41E4-F61D-9446-1F8C2E209E3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B99D14-38F4-EFFC-E179-B47A9466957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A240AE-3479-D632-81D0-247F3285662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F8710B-E1AF-31F7-95FD-E43EC335D24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F993E8-C1E3-3F19-40C4-9AAF55574C9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531122-C1BC-74D0-4E81-F6DAC64EFC4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32DB1F-9727-92FE-7103-AC77C8EAC58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432866-3479-C625-04CF-062FA2E897B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15E586-D107-1AEF-1015-3D88C160ABC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C2A1B2-B3A7-3277-164A-FD2025AF142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46F2F2-D9C3-7C46-ED5C-BB094608E79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D0EB1A-FF7C-7E92-8D88-CAB1D68A738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039B0F-C2A8-B598-B178-3836B262046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DEE715-3C84-4263-A004-57143341A3D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5DD46A-7624-3DFA-7BE5-5ADB31365FC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36EA0D-2201-AB04-82E1-A1C616B8F1C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1331EB-A6CC-DE62-F1A0-3150CFBB63C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B65B2D-F738-39EE-BCFA-5483F447401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284119-EF35-8601-7CDF-32C55340D34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A8BDF9-0B3A-2B41-0A49-35236101B28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874E51-058E-D64A-3C7B-78A32FC4CBD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04DF98-6366-4D0F-AA17-B17BA549D56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D34552-B217-BE18-562F-663AD05F863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398132-2EBB-70BF-A5CF-F3ECFFFF73B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32D1A8-C68C-13C5-91DA-A23EC4561CC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BFD0C3-D81A-0787-CDFC-14D9D160E74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26A6F3-20C6-D41C-CDB9-C9662A15BCB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12C771B-93CF-880A-2A2E-974DE40A0DD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BEC0E3-AF5C-A1CD-B649-441685B5748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B5DF3E-608C-2CBD-DC7D-5EA2F529323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478B3F-D929-839E-94E3-F71474AB88A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076901-1261-03C6-80EA-8A269EA9137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34C0BC9-AFF7-C791-3246-E86AB5555F0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F71D160-FF1B-4E96-72C0-97CF4B28546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0A8489-89AE-21B0-0A0D-66FCBF78974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A1EB49-2237-AC58-4995-5F6E4E5CD24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44037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FB4C-5253-EE2F-304B-599CC3D8F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728F81-D265-5244-C986-CE24216787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can’t fill [20 in 3] with a 3.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AEE26A1-D1AA-665C-2BFE-9B66F9622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6C7F71D-7315-3BED-27F2-EB17FDF1D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BC1A540-686E-FA46-B031-685A7DB133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480547-C28E-C5E6-AF18-51C4808C5E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89D407-95F9-F6CE-E334-1AF147264FD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6D9C6D-84F8-07E7-9E62-7EC2785F564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9125A3-2C59-D9D9-587E-FB08B40731D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FD049E-5E52-0992-EBD1-2E403EEAF5D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946FB2-73FD-ABD4-0166-7C6A3BAFD94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FCF3D9-5805-C6DF-6C9C-10497ED09BC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13BE90-BCFB-B2A8-0EA2-55C28485857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CBA1F9-EB52-5036-7519-708A10EBC5C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93B5E2-B9EA-5CED-22B7-BC5E1E6C549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8A908D-9C3D-C7DD-722F-0622F0A2104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0B8860-DB47-6AFB-6320-C15E7F80E31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B9605A-6B09-6EFE-A863-11121232C7F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1ED089-7ABE-21F3-A182-A85F6C697F9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890FC4-CEC6-059C-5937-56518167747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40BE46-69F9-9C80-88C7-8241E95FADA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F8322EF-6F92-76D3-2096-32F72FD8826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6BB6B5-A7C1-40FC-1191-2C46E63E224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D35461-6CD8-04FA-7AA9-25C541D8DE1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2A1586-6F1C-E3A7-59FF-EF96DCF819F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C65FA7-024D-900B-26E3-62C3EBBA6CC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18D808-0689-EE78-9F24-3B860109894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973C2E-A6BB-4296-FC05-DAB3123B082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6F96996-96DF-E137-24C6-690D34D50A5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401C00-138D-69C6-E93C-48EF352FD7F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072D8D-9D44-3BF2-6D77-64FF68AB4F0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8B36E1-F8F6-20FB-80BF-D62C543CC8E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2D927A-4C77-95A7-7436-5CE44FBF162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F975DC-2127-949F-30E3-5F4753B1014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F4EEF42-C4DB-B743-095B-D37B3B5BEE7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9B92D5-8CC1-B477-17B8-6F9BBC01FD5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1681B9-55A7-B2CD-4E6E-383B5B0C64E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BB8BA73-9E85-BC54-A8CF-BBD661A4FB6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A603652-7A62-5D8B-8568-B59C52453E6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D6B3690-D1CB-2DA7-6DD4-CDA9F632D65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EBF11A-606C-6E75-55AA-D904C548B95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255F4E-797A-9E1D-919D-51105CADD9F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A121BB-9443-64EF-616F-A93FEA34974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093657-C8E6-3845-0BB0-F71FFDABD70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11E50D-01B5-FFAB-BD00-ADCD52817E9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05610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BF269-788D-B294-F789-C2AB613F9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8B032D-305E-E716-DF88-D3071E918E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reduced [9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BAE3369-EFF3-756E-94B9-CAA0B38D7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589092-7C00-CDF1-8A2E-65C44E700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82A4C9-EA77-DDA5-0358-AC5CEB61A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CE84A0D-9EC4-DEC9-9775-23C71507B9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55A399-3F60-1404-D8DA-B638CB90521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C72DD2-C7BF-2B11-52B7-BB91531C6D4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2EDEC0-5AAA-9E0C-717B-759B3527B28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B1AACF-FB6C-5C46-9F90-122806A5EE8E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4FA585-865D-21AF-9017-B5FF076CA3C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74666E-3FD0-E32C-F6E6-59DBAB64E91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A16F69-504D-734A-DE3D-241A2630B98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E83E1D-F3FF-FCEB-97C7-E6A87D3FBB4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B5B31-65D6-BBA8-C8DE-CD4440FAD3F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2E2005-EE80-0E5F-ABF3-1C5362C9B2E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0560FD-3C9D-763D-407C-9D434F83A28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6A5C80-5685-0655-7A94-AF8810F200E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504C4C-E311-1BDA-9487-D73693D7854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3A4E40-4D86-13A6-8F18-BE6653F21C7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96E202-1359-3A14-FD7D-E3F4653F195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0D4ABF-E416-597C-BB08-429E47BC490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E18DB8-573D-7C42-9C17-51E5E7ED38E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5786A9-4E44-842A-E89B-DD176113B63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CF303F-861E-6420-2151-24FE26312AE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67F2C1-CB83-EA4C-2248-159E8BB4C32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58C7C6-95CB-9755-614A-EBFF36DAF27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A1C029-3A91-8021-19E2-8ACCA11C9F9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20216C-47ED-6F8C-1F00-6C7502CFD89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5B4063-6BD1-01FB-6938-FB2C9DB6C6D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C0323B-9B9C-5F0B-13AC-C5EA2B77527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BE45E6-A60A-F14E-0A10-A4808FE560A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667CF7-80E9-37D5-06F9-C0F7CA5C463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779554-B5B8-C76A-ED88-C8A0D2CF06A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2763B6-3DAE-D52B-9660-2DD53148D6E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ABE7CD-A528-7C03-2B90-3EA83437B42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FB171A5-AB46-E3B6-99CF-5DFB09D3658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C494D5-B09B-5301-19CA-EAA770D73EB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9DC11B-CFA9-D9B6-D134-7AE104D0F72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C3ED9CE-5BAF-2DBA-25A7-15CCBC147F4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D26391-D99E-50AB-586C-0DC32507ACA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304F60-586C-0D28-DC0F-07187A941B3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4775E9-BA0D-695E-FAA0-84DD024E525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0CB660-40C8-AEAD-BA6B-633B029DDDC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7843F1-7F2B-00A4-E3C4-D192E6CE32A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71AC23-A2C8-0470-87DE-55DFAD8B33C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53E9E-7714-2950-5242-09B48F72DE8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7542</a:t>
            </a:r>
          </a:p>
        </p:txBody>
      </p:sp>
    </p:spTree>
    <p:extLst>
      <p:ext uri="{BB962C8B-B14F-4D97-AF65-F5344CB8AC3E}">
        <p14:creationId xmlns:p14="http://schemas.microsoft.com/office/powerpoint/2010/main" val="4200259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6BCA3-F2AB-B760-2E36-F7080FD7B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8BF033-5F4E-415E-C964-3D9928C8CA0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Row 8, [9 in 2] cannot be 27, because that would preclude both possibilities for [8 in 2] in Row 7 (17 and 26).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8DC5E53-A5AC-FEEC-565C-3FBE5A183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A86EAD7-7399-605C-D1D7-5987BC3BB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DA72773-13AA-7133-5C25-BDC76DACA8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3F5CB9-F5A3-DD9D-8768-E28F26253B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AAA39E-2663-8560-05C9-A7173F58303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A4D57D-D7E3-796B-5124-43BC138450E1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7B67A5-ED5C-FC06-E3E9-946E6762110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074DF2-21A7-7569-9EE1-8362AC986C8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9ABE96-A6D0-0A5D-97A2-58F24A4ED19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F736AA-1E63-8B97-6138-F4806EC63BF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C8B975-9818-6FB4-854F-4C60400DEA9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D30043-412E-EED6-CFA2-406164B0804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817887-5EEF-1841-7576-24E8A0541B4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533BF4-13C5-A7DE-C1A3-74FF12960CD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00EA9-63AD-4363-981B-63B58BAD000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BE6184-FE9D-E077-5766-6CB214C499C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CC90CF-DEF6-C575-8F74-5061C3079A7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AA20F2-6166-6F97-F5F0-DB72FBD50D7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E1DD5E-7112-C3BC-35F3-1BCD5D4C013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01B5A8-53EF-3DEB-3D9C-DEBCA023568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17EF45B-4292-A20E-DA55-6631E6E0E99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0324B0-5AB7-23D9-9AD7-90E3ABB24B4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77516C-4CFF-7E2D-2912-FB3D62896D9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29783CB-A124-DC38-4458-7CD324795E0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CA58FE-73EE-E6BC-75F9-DC17E78D761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6797D0-FE78-B441-A874-1F2F76A811D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7A8E14-81F4-C9E8-CBFE-BAAF533EA8F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4E97728-2964-B8B3-36B6-52F581AA89E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904D46-F8D3-53A2-2FC2-79572DF26A9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06DB3A-4476-DD01-0702-121DD2231D1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822495-99DA-57AF-65B8-8EC411F2576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BE3C8B-D48B-B576-E2F9-EFDB56D72BD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B020EBC-8ED6-B9E3-7978-837DFA56650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2900E21-C5F0-B5F0-3F77-81D6F022D11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AB4A0D-8DCA-9B78-0394-A97833D0F1F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758804-8C50-D687-9F2E-C11A2F13594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710A442-BA48-A25D-7CD4-6BBFE0B477D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A033662-A82B-07B6-EC7C-2ACC948FCCD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3E39E2-8F4F-F059-1BF5-9825FC1B1CA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F13506-B68A-E118-E8B7-241121D86FF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A124A7-07C2-2612-5E6B-42917B9F0A0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736E23-F33A-DC20-B130-0C739DD259B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D5749A-4AED-893E-8240-437DBC13356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085995-9AF1-1CF2-4F4E-553F64C050E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7FC371-85D1-516A-56B1-29A6283BCA5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5709035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8762D-DD3D-3B5E-5E4B-4EA628F54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BFA44F-CE26-E400-525E-E97220E77B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1BF4883-8C05-F509-A95B-72CA65817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9F4A835-44EC-2DB9-0F21-7CE6D801E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7CB685C-C7F5-C7DF-6A14-4B0AFBE44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B25A6EC-60AE-F759-44C0-09A2777754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FC7938-3A2D-A001-C87F-089684F6D41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2B2F64-6A07-F468-93E6-9AC23D25AC3C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D14506-0C58-8142-61E0-AFC60382E77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FADC31-D091-830E-B609-C9F55161A38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300D90-428D-2B46-B541-145414D81DB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FA78F4-74C5-8443-C9EB-9CE9508E536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6EEEB5-AAEF-3529-786E-564E44D20B7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9DD8C7-9E52-1B2E-3174-315C7F8FB90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F77686-B9D1-6007-F6BD-5381923566F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EF35E1-903D-183D-7D8E-2CE3491C2D2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6BBEBE-CB67-4D7D-2292-CD4E20DD065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B6E21C-59E9-ACC6-3E39-9DA55DA7558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6BA084-25F5-578C-62A7-C5B3E1D2C85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22569D-4912-0831-EF36-EF24F492E76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948AD-DF95-8F61-2589-A42E86D06F2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3ACC3B-47CC-468A-D54D-8F8B10705FB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4F58FA-6116-7141-D8E3-D8FF5EC8C88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ACF20E-F866-4F72-9CF1-C0F4C1B026E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CBA1A3C-0BC8-60E5-EC0D-278F37261FA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09A5B0-B855-19AD-8FE6-5DAC7E5F9CA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66CCCC-C2F0-AA97-43C2-6C3C2B56637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A950B7-53C1-520D-8E75-EF2547B41AA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8EA828-54BA-9D8E-FAF3-4E177AAE7CA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6390E7-2F14-C069-D117-0A3BB4E454C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38514D-BD35-AD5E-D095-1673B312296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F59990-556B-A1B0-1141-05F4A6A2D7C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4BA4EE-BE02-3B6E-9BBF-6942E7D7D3E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B6B27D-5E79-9E43-9534-79D76FC1426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012B5F-81B9-7622-910F-62FC9F3DF25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BC1D769-7D3E-A01E-2AA5-515928D6B68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44AB22-0B7B-C456-4121-6F1900E8BD1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CFC2CC-082E-EB7E-17D2-ACD1AE8693A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6D93807-7F39-58EE-0663-C155D7A4574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D31AD87-4A45-4584-C4F7-32B477DE5BD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766E63-DC78-F404-3676-DF10668B2B4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456A33-36A3-593F-60DE-8306E1AEF84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8C58418-3150-F65B-A0CA-39EE511622F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A0CEEBC-E947-788E-E084-D9DD03DAB1B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CDF5C8-DF1C-65BB-E7E2-0D5602A832E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2AE548-3C4D-C2BA-A9ED-72FB186DAEC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1F23D8-D472-2608-EA60-4FF6318C0C9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07713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17D96-CEA8-171A-FF4F-EC19675F0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775AFC-9ECD-74C3-DB53-257F10BCE0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3418D4D-BAB6-3760-26E4-E5AC973C4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A276B0-8AAA-FC40-8955-AFBD1EA6B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AE32CBE-26E4-DCC8-E72C-5412AFB297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E0CA073-CA31-4E0E-6DAA-FD92443EF8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30C540-2314-5BEE-4D32-216A11E2817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C0D21C-D905-A073-370E-0F103795061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F2CD2F-4C47-5ECE-1252-0A98A4E8F1B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CE29C5-E200-EC05-F4E9-653F4CBCE76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3EC357-AEC8-4218-EC9E-2A2773A4758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8C3265-5371-FC13-AD1B-B50C0DA4CBD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01B3B4-3EE9-0A6D-A2A6-FEB81DF44F7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BF27A7-EE64-6114-23A7-7C2738C0A26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3D899D-13EA-72BE-E33E-24F13B5A8A93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E6C688-BE73-ACC2-DEF0-4A979BFD711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ABB5F5-B206-876B-EF41-1967D000ED3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3201FF-859D-C058-EB37-349BA0B0ED5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8501C5-42D2-EF81-EACB-3D4335A2173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5FFFB8-342A-730E-449F-B88641DB45A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D56584-C413-7712-638C-A38F9EFFC84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F68F6E-446D-3078-30E5-0F4508C3E24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6DEB9B-D65E-8223-2C48-85095E676D7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EF64B9F-5E84-4A8F-DAFB-D92EE8A0C03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B56CCD-927F-83E9-7B5C-5D3DE258293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05B1DF-9D57-D6C4-15E7-5E9ECBD528B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5BBDE4-AF01-B551-2C66-5E27DD4F271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CD43E4-2074-8228-75FF-D978DCA508F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551C48-3BCF-A35F-40A3-D6F597BA894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A94B08-9888-6B3A-1DA0-71585A005FE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2253DD-2C04-BB70-BFE5-0CE44B97FC3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CFC6A0-50D7-6169-59CE-C0A74C1C4EE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2957FC-38CE-0DEF-89FA-CFB93E90FE7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520A41-DC1B-FFC6-07AF-DFD96D42080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628E60-903B-9059-0106-C68E550FC19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043861-6F10-2A7F-CC46-4ABE1DF3BC5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734D57-1FA3-6578-5191-5E339E46F32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A2ABC9-8490-3080-5660-43495F9FE5C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72AC6BE-D1A3-AD68-2C3D-5D3B796057D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CFC78A-8F5D-426F-6D3E-638429D09AF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6B68B6-96FD-0633-3451-D0ABE5AC2D6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DB49EE-ED19-AD3B-D7B2-E1C1A3F62FE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3E1748-5264-4E21-4F97-5F7C10D8F0A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BEEAAA-D84A-7C21-E7B5-784E2DDDCA1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25027D-7C22-4F8A-38F2-4E778FC3603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D7A4F6-6CA3-A085-DC2C-7AEC566D068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FBEF7B-C2FF-8C38-5619-A52C49607EC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90894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50B51-38C0-D13C-CF4A-97F317729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531184-955E-DA13-8638-6282CD765A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Finish Rows 7 and 8.</a:t>
            </a:r>
          </a:p>
          <a:p>
            <a:r>
              <a:rPr lang="en-US" dirty="0"/>
              <a:t>Then, finish [10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43B0E6B-215C-3D61-07DF-87232F093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C5F898B-1A9B-3F6D-9868-6842032A3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8B4FE9-F0A8-7663-437C-D65EC6C2F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333D715-1DE9-C282-5A47-7B8ABB5E82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A3C58C-932C-8BFC-1B0D-041DA9CDC35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201A59-C60F-A911-7B82-2EB93C95158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775856-35E0-EC9B-04D1-6DE03DB9B84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376567-C315-57DD-F20C-C19D17D64D2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7BAB0A-0354-547E-6711-46F33593BA9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823AAA-946D-660B-1C29-0AF883B8F7D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DE70F5-EBF2-8C19-32DF-EA01CFD18A6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9FD7CA-097B-B717-4305-E09D322811C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EFC9F2-04F5-C69B-FE79-1BFD9CCB841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8A4E8A-D13B-0F93-F290-C4A1D029A6B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F08D97-E311-A5A2-9E6C-6263ED80D69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37FD85-68BD-969C-040B-A2BCB484D2C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562FBC-750E-11EC-923F-47000AD06C2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7621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10EC9B-B85D-EB1A-8932-555ADCD79B4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5CE22C1-7900-0090-A575-2FF85BB8208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797527-F334-BBF0-3192-26F6CAB8C08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603125-9962-ED49-6CBB-AE88D35A682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EDDEAA-F4EB-3AB1-E023-3FA572D148B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1FC6FC-2DCA-13B2-3A7F-C4564FA5D02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A7B603-4459-2987-A692-BC532B03EF2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9E35D1-8B40-E756-87B1-B85C5620FA6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25C28E-A7D1-68C8-FDC8-859A64E0480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FC1F1D-4A78-DE1A-EEFE-4C396AF7F57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A73C43-3108-4A78-A56E-99B757CD0EE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88C7DA-494A-9232-9608-DCEB5726A0B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4DDCB4-243E-A3E3-630D-FEB0F8A392A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1C92D8C-38CB-9FC0-6671-5DCE7AEAD34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E70EAF-ED7A-0C25-C2C2-0D8DE68519E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5FFD90-6A15-CAEB-0B02-106DBE5DE75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C75F34-CC1D-1306-AB8C-28D49FB47F6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7143647-77DA-B905-AC82-1156AB3167A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9EBA0E3-24D6-2B9F-C6CB-BFE30E47507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F4B4D9-6AAC-89B6-289A-1EB29BE2B73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078577-9B9E-6185-E7F8-5E3B6B2BF72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0AC03D-7268-E3A0-0243-EE4760591C3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6A87D5-A01C-6086-0E1E-46D26AAE24F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B8A96B-76D3-6C9D-DC4F-EEDA37D97B4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C333D3-FAAF-62F9-11D3-8A7D9F8C0FF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E1AEED-CAB9-D020-8123-A44AC145DAF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D07D69-E5A0-0315-CAB0-86E56BEB722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D8EEA8-724B-A9BF-0277-7EC4091A7B3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4E3E28-9D4F-AC93-78A3-F882A1D9168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013484-B7FD-B479-3FE8-EC9BAED251B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5FF46C-2A49-139E-F28E-FA613D1D315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E466FF-C472-3723-043B-1D4E68D61A6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A8ECA90-32BE-E90E-86D0-B019AB70D33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E4F58AB-9DB0-D739-E93D-A760E80738D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C7276A-52E1-719A-8567-B907D1B4D41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932</a:t>
            </a:r>
          </a:p>
        </p:txBody>
      </p:sp>
    </p:spTree>
    <p:extLst>
      <p:ext uri="{BB962C8B-B14F-4D97-AF65-F5344CB8AC3E}">
        <p14:creationId xmlns:p14="http://schemas.microsoft.com/office/powerpoint/2010/main" val="1984463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DCD11-0916-9D35-6E8E-3DDE67662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4E9E2C-D3ED-D274-5780-684DE6F996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(Note 1578/1578/178/58 quartet in Row 7.)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414E1C2-EFDC-01B8-8B4C-385771226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9B1C47B-131E-8809-905A-C1AD62021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7EC0D63-234C-EBA8-222F-98DC3A680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C5B56AD-4452-B189-9E0C-7D15626C08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DC2FF47-9FCC-B5C2-8AC5-FC83FB1EEBB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7910FA-3420-E283-5D44-5E83F2DAD19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E3FB29-8A47-2C27-19BA-4F5F867C13A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72873B-860D-0455-448E-B96AF1D08B9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C57ECF-63F3-B299-2BE3-071567A9C52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57B75F-C756-2FF8-EF8A-97E697D8449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B86FA8-31C3-0F69-8460-63AB05B9DB3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F8B270-3805-2598-C50C-8E9A18A4A40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29C2BD-5315-F7A2-2D8B-62C8E259AB1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D9825C-645E-9CCC-F854-7E55562181D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E5EBD0-1ABD-323C-A24C-837722294FF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2C40E6-65D6-3AF8-366A-6595F326E3E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201EF3-516E-C7CC-5F32-2B788C4FDCE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8530D5-7170-BF85-02AA-C105270F713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1D5FB11-77D7-0AB6-9A13-87F217F998A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B2FCCA-F5C8-257E-638B-E6175D33419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5DF51C-6D8B-3571-1211-BA5E0BF6FAB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8C6AD6-ECA2-0910-F769-635E0133E1F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09336F-5492-9D7B-2A0C-288A0CE58D9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1A67E2-5937-F38C-06FA-D6D974D5939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CD809E-F4E8-CEF0-8660-24B442FA41B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E28974-E23C-7B5A-F66F-9FBAFC5A4E3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1A5090-635B-3ABE-4C69-C1957D29036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7D7CDC1-DA85-D6D4-418B-B6187CE8A3C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A5C602-EDA9-1A22-39D9-E7F8BE98C16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3666D5-3B35-E820-EAAC-78F38C9F830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62D5A0-23E7-138D-4CF1-1845DEA6D2D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DCDBE3-8936-9844-545E-33F089DB174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ADCB92-8C93-8B93-8847-9398C61C356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4471C5E-E34C-6191-F386-2795F6D90E6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FB319C-DD0D-19FD-1A05-F4CB254B5F1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9FD58CF-FAA4-906D-17A8-EB90CE7E5F1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F1F581-904E-7E69-17E4-45D0C943534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66AF24-9F75-F267-A85E-0D33D0E6E6A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55D551-E878-13D7-632A-0B4BE5E9CCB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3A1950-F99F-86DD-A94B-248EC50DF21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5E017F-B745-82BA-5797-5A700E9A09D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090D53-05ED-7288-6CCA-766A7DE8367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FE6252-592B-77BD-FE32-AFB9BCD63BD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1CA1B8-7C51-1B9C-F2D2-5CC036567E2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29A2C2-0DC5-A222-FD2B-59210A312F4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DFF822-24A7-5FC9-82D2-C1E88D73437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B47BA89-4C84-1E0E-3DA5-CCDA1CB0F81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2E0CC5-06B2-9A23-40BD-EE36032346C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730253-7241-C8BF-FBF9-7AC960837A0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DAE5A6-7A0A-DCB8-E582-987E169D38D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329407-2698-CE06-ACB0-2239BA8E7D7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D23841-BE3A-FD87-6E90-F36E2591B31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932</a:t>
            </a:r>
          </a:p>
        </p:txBody>
      </p:sp>
    </p:spTree>
    <p:extLst>
      <p:ext uri="{BB962C8B-B14F-4D97-AF65-F5344CB8AC3E}">
        <p14:creationId xmlns:p14="http://schemas.microsoft.com/office/powerpoint/2010/main" val="1897195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F17EC-BD28-72D6-A864-3553B7D77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F43F68-51A4-CC52-D4BD-60CAE84F44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lower center block.</a:t>
            </a:r>
          </a:p>
          <a:p>
            <a:r>
              <a:rPr lang="en-US" dirty="0"/>
              <a:t>Then, complete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1BE47DE-6044-10B7-E78D-58A32B4D7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17EE2B3-CBF3-C86D-1487-CF135CA30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4EEE394-A1DF-1052-34D3-CB1D8F3160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B86793A-63E1-068F-9484-55B1862B44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F56BFC-ADBE-2127-E4A2-E821F9292B0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E8F6E2-84C5-6012-7619-485FE79D2AA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E135CB-7F24-6C97-CC69-3520AA95DF5F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1EC109-10F3-E4E4-FB72-70D538FE208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E30D60-664E-CDCC-E2D2-368548934C8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661B8A-CB39-D4C8-E3EC-A42F094AF4E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414F0D-EF88-49E3-4A7E-3D81F9B698A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445CF8-074F-EE09-F016-6CC582E5E01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53A95F-C53F-6F7A-F396-D2AC6B99890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442800-AD45-15DC-63D8-2CD6FE7AB7E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409B6B-1DF3-680F-F9D1-E0E406735E3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4CDC99-D7AF-66C6-577C-D03EEC0AA13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707FC7-E208-FFC7-6465-6669343FAA4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439EAC-85D5-3812-D2D8-FBAE157D206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C8A119-F892-42AE-6422-B509F6D1EFA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7AA1D1-0848-0298-994D-2C54DE9BFE5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C4C1B5-B9B9-F14F-F322-BB0665E865A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25BC48-C9C9-C3DA-796B-2F07E21672F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C63E86-F51C-5996-9C53-EF1EB814DFE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6B2758-7718-A1BE-0551-39ED1953226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86918E-4DE5-D183-DC07-FD4CD17FA1D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F79D67-96FB-0080-B07C-92676D14BE8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5F9893-3DCB-5312-DBAF-DC2660D4A22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BE64C5-5CE8-973E-7E53-519AC4CFA21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738F45-C1F3-3A86-5143-07002EE69DE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E91EDB-1EE2-5506-9854-CEEF3C9D50B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ADA91E-EDFC-835F-6ECF-8935E3882DF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9638B6-C5C3-FFDC-0010-146557E04B3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241B37-3B8E-D58B-1816-281F09B6F8B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6201EA-E831-3EDB-7EF7-1668C333255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9318F42-209D-024B-D12D-9E9D0F29FFA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106B4E-C5E9-00AF-818E-87AA70B2564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EB5B037-5BD9-9304-2548-86B0BCA483B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56E252-A340-98B5-9424-077D358C2E3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FB66A2-17CD-DEC7-135E-C1842307DC0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F80935-85D8-229A-2B2C-976C82BABC0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FF71C5-6C71-EE51-3564-D374189627B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FC9E065-D84C-58F4-8D20-5CA1D1B7A05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4924A9-B8B3-408B-FE35-75F5552F8C8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8088C5-FF7C-AF51-692D-124B1752118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79DA60-52C8-F2D6-E244-9C3CA0E7FB5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649C8A-84B7-B017-0460-6D7F949D7CD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340E1A-1CA2-A59D-946D-2B573177FFF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B65E21-11A3-BF7E-7B46-18E805A15B8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D41100-F19B-F66A-F376-FB3D230B76D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8BD9B4-D950-A5EA-006B-E19CB926529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3010EC-0323-D662-ABF2-3D9892BFF29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2ECC0D-FA05-5187-CA59-367529DFEBC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C57FB6-0FB4-FE2D-C875-4A827846777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235E6A6-39F5-FB65-70A9-B7C187158C2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131D39C-19F1-BC36-54F3-E386248CEDF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385D4A9-6319-2F38-AF14-D9CC9D58355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12D6E8-5133-C058-9495-D85226D92D6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981D60A-7BD7-CC8B-1B6B-69E352E3280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</p:spTree>
    <p:extLst>
      <p:ext uri="{BB962C8B-B14F-4D97-AF65-F5344CB8AC3E}">
        <p14:creationId xmlns:p14="http://schemas.microsoft.com/office/powerpoint/2010/main" val="791571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E6FE8-70E7-185D-A8EF-0C1D09D76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A496D6-0B4E-8DC1-AE41-C295A02B6C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lower left block, [29 in 5] must contain 3 and 4 (in Row 9). [29 in 5]-&gt; [22 in 3, no 3, 4] could be 589 or 679. It must contain 9 and must not contain 1 or 2. There is only one possibility for the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C381B16-D3DD-666E-2DB6-33828873B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A015A73-E286-4B0D-D763-6B09D7DE13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E67E8AB-FAAA-0A83-4B01-BFAEA8A717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C30BA7-3FA8-DEE2-510D-2B2F08065A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43FB20-796B-7992-48A1-AB7C7DCC7CA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A2ADE-4E98-F506-7F5A-3D6233FC490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597BDD-8556-FEFD-FDDB-75D49374C70D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75E361-F9ED-DE1D-8BBC-BF7D9075C286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852E3E-39CE-CD39-7458-21B37F06A4F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FFE04B-6BF4-4773-08BA-E45B8218181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691BBB-50D1-5218-5D91-DEA63891EB6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CCCC71-8F53-06D6-0106-A6A3F041CFE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0CB4CF-AFBE-C35C-384F-4D85AD20B23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C45B19-B487-F79C-CA92-DDFD4D994B1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85BA1F-ECAB-F143-0654-D8D974AC264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13831B-C4C1-BB7C-BF81-C2910A948D1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B1C205-A211-F76C-FBE0-096ACF13A0C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4F8426-65D3-DEF2-DFC0-06F8790FDDB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79EE25-884D-A533-7FE6-294469A4AFF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F3ABCB-629E-AFD4-FBC9-1A1ADBD8B4C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0E951F-8D71-F1C4-C835-15EF9A8547B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D6B673-932C-DC84-090B-53EBAFF6A52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26ACD65-CB30-5C33-40C7-BC2D4ECA7ED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CB9A4F-BED7-9DCE-320C-352AF71CEEA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98F2A0B-2B0F-6FC7-DDDE-F8660EA1B05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F1FC23-DA5B-D33A-413F-A7173A0600E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A339F8-B056-B7D4-AD3A-ECD20E6291E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0A192C-D759-CF92-EBB2-595F56D9AC6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63136F-FA42-2070-0653-DE8B9E5B474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1D505C-4203-F19C-6E9D-FBE0F4FE9CE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5C599BC-BE93-087C-64D4-F6F95ADBD89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6D7272F-DF21-A3D5-CD54-E14C04285BF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2D0D64-9AB9-3F3D-83C6-7E6D8FB3EA0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FD4D8F-3E82-64D4-5BB1-26ACD16E36C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017834-BC29-6DAC-F3C7-AA530A1FEE8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EA623B-0E8C-732A-F078-4A254FEBC0C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A8FC4FD-9D57-0A86-65AF-3AF411CBAA8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416375-851A-657C-2B95-18C413FE2B1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3328AD-BB13-0358-63D7-F120293CD55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E50C82-6FC6-1B79-9C79-00C464C94BE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EE198A-585F-EA42-ABE7-BA4EC77FFFE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7C28B80-38BE-3BFB-F08F-40435556CA6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CD5E20-863F-2412-3F9D-473F409FB51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7C4929-38CF-40AB-E750-72814240FE5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44410C1-4C8E-A7E5-B3A4-F3B43408358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226F2D-1F39-C38C-7C62-0425840AEE7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12D319-3111-1AB2-82CE-C7FD368DB21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F28DD49-46FF-62BF-A2C7-CE1696565FA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659B33-272C-B21D-2E1F-795C64E48D9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AEBD6C-C4EA-84CA-C4E9-B8159EADB24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59F9650-42FE-4451-DB62-3517D6C62D5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0D5105-4A17-DE8D-29B6-31E8CAC7649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1D1016-64F6-7C51-90AE-D387E28E5E3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C30A2F-DE43-F861-6408-DEF7785C3AE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A813C7D-4299-61D7-53DA-C3F0CD72FA9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3D8757-972E-315C-D628-3C72D7BA0B8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0487EC8-7DF5-0FA5-2088-7591B46F0A3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2EBDEA-3AD1-6CA1-65F3-2003AA821BB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780888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C62C9-BB67-4BA8-96BA-2F86F7EE1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7D97A9-FE5C-202D-CED0-FF400376D3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0ACEC13-47E3-33D8-AD01-C9B34DCF9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88903B6-8AC6-158D-85A3-9B3798CD7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C4DA8DB-A13C-AF5A-F89E-0B924432BA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CE8EEF-E564-1537-2858-BCE9153CD0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EBFEAD-1464-41CB-D69E-9C8647FC6EE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E8DCB1-E7BE-4947-E0C7-64D4FDB8A78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310C2F-4D40-00C4-20EE-5CA476F846E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389233-9610-B544-61A1-7B6729F0D3B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2420BF-3B0D-427E-3EED-EFAAB0B23D5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6B6FA9-553A-2111-D6ED-B60E30CAA41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39ADF6-B97B-198C-4B0E-FECD2C28445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5614D2-5CAC-D50F-CE85-36961AC8DDE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9C993A-71CC-7B7D-A7E1-FE2B5FDB184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E07284-2D44-C798-4658-BB61D92FF93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F0BBA2-B885-B486-C8E2-82E8ED74F05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036CBE-61DA-3C40-3153-F65C747DD2C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DBAC59-7850-4126-E2E4-3CFD9574F88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78870F-578F-3EFE-3646-DE947205574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BF602E-E487-C9A7-1F2D-7C03DE9A67B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2E0F61-AABF-9E14-1604-6EA040C1B7B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744F5C6-87DC-722A-BFC4-B46FFD4F6D4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7D8BEA-12F5-BBC8-2FF2-02AD7AF0B38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065E478-7BF1-ED03-3893-8411403679D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BE1E2E6-6694-E293-F6E3-32DC8E8325A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094B4C-E838-F631-8247-4C1226F7CEB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6AB1D11-5227-E52F-72FB-73D6AEEF1B1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6D3E8A-E481-813F-419D-6D72F7DDB89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3FE05C-0396-9E8F-1884-E7A015FC7BD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5F09C9-6014-2911-282B-9E079D9F98E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E87282-1EF9-EE5E-68DF-21C3CDA11F9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CAFF2D-AA03-BB46-1B03-F9B69532D90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25200A-974A-85FA-2870-0573B4F8803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D63FC9A-DE1A-6938-8344-3E318F5AD51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35962E-DAC0-07E0-A7B9-A50030373E0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EC1B0B-8398-ECFA-0B07-5B8398F97BB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6F74778-ED0D-06F9-A2AE-98B55273496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D81B4F-BB08-FC58-0731-5E5C044ECEB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B26B92-9D8F-AF49-9897-4A198253B83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431AA9-30D1-3A63-EA65-2A78B851C56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CC11E1-4A5A-1D69-3933-3547439CD81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0BBB98-0CF6-83F8-CA04-F5808CB6787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F7C4B8-D402-AE68-7283-C0BE62A1D18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9B2E91-04C8-4140-AA06-D97FAE69F0D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476C13-4858-0E37-8F5B-1F695C584B2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97AB94-06C6-FBB8-FA7D-E182E351EE4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DB8C71B-F00F-E52B-988B-D7F08931CF2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E0B5A9-25D6-C7FE-7885-D2DDEFBC395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C907DB-366C-C6CD-F75A-086417385B6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D089AB-B425-9435-70C0-8366C3BE639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6A1E973-D564-DC70-D113-757AD403AB8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4D42C4-725F-2282-C5D9-CF12101B8E0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881D68-5FD7-916A-4023-CF371BADE50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B0AE4E-E1DE-15EF-C2AB-B28D22F2D61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34FB19-6D77-3606-13FE-872341DB7C4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28FE09-C564-BFDF-5358-E63EBB5DB2F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A4503F-108B-40BA-AFDB-C4436BFD1CB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D8971A-424E-BD6D-AE9C-F0E82B47E63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1E0A5A4-DFA3-023D-C7A9-010C0B62596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157200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847B0-3D7E-A23D-7388-0A846083D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B07E45-7420-03DD-A0DA-16F1F23B5F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25652B8-B31C-4F61-B690-56D5829D4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F92CEFB-9E60-9C20-E2B3-EB7B399A0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86CEEAE-FB9A-8785-A364-9B781AA0E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A07F4F0-29C9-318F-62DD-8A44DCD31D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D0121B4-55C2-697C-DD18-6060B95FF67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F046B7-D8DC-D69A-160A-58241A5FF16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A7F80B-0EA5-0E42-DBA2-270A7CE0043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D67C8-79FD-7684-0652-A76728CBAAE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AE2293-076C-9607-E607-0CFBC0D56C2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ED9B46-75AA-1B1F-C86C-32540099A14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B02038-8F23-53BF-5E27-F33119FB32C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A08444-AFCA-4557-0107-E8914E5C753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51BF4F-711C-CB16-5F7D-6C0706B463D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7B3318-C4CD-4452-3324-91D10FEE891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6E09AA-902E-FE9D-C335-B08199C3497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D99005-7532-704D-C6A0-60B9C3B0E08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2C7B6A-4176-BB5C-57F1-EE0209306B82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715932-8E69-EC28-998E-637D5EB05E7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DE46E5-31C3-455B-CED5-9F885A2D6C6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E5F469-EDC5-F7F6-825E-EE21B33D5F4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145328-0D36-BF69-F194-E4FEFA59A07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334958-0F26-72A7-099B-9064C784D39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868357-8EFE-4668-C3CA-0FB221B0C5B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41F9B6-825F-1A2A-8027-1534CA2BB49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EB40170-67BC-8447-290F-CB1B4C887B6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2549A9-FD81-3772-12A6-88924FDE9D6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65D1C5-368F-7CCF-B4CD-18AAB5DED4F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730351-68A9-B36A-82B1-C83D69BED4F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EFE565-B5D3-850C-DA96-3B4DDDB31DA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7B5E48-AD4F-F0E4-A4E3-45716E78308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C1027F-1A1E-C8E9-34EB-66D9B3F26C1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CCC17F-92C2-DD34-B94F-53B2FDB5F41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34787C-CC01-EA64-2B5B-5711D06B3AF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F804FD0-63B2-E5C6-B4D3-6FE08F35D1F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269C36-0F3A-2267-D28E-EE4F4AC5117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BD0EFE5-D592-45B5-A63E-78F2CDD32B7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795FF6-F0BD-829E-C6E4-034281C2367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E85E188-FBCD-AF67-8682-42C650F0CFE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1AF2FB-B38B-5F3C-FF51-34D84C429E2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59DB98-71B7-949A-6F72-C1CD7659042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04C6EB-6B21-44F1-22CA-39D618B8BE1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41A7B44-76B7-7D53-FBF9-EDE5170CBFE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54C327-42C0-8774-E5BB-2CF9DCB121F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0D2088-F983-6F6C-77F9-4F2E5105A2C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2034B1-74AE-A99F-88A0-938276DAC34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48D042-5F67-9492-9EDF-19B6F776AAC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BCDB7D-F43D-2570-F845-C35AFF4AC20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DFFBB6-671D-3B03-DCA8-8ECA434D75B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8554F9-F971-8BD8-52C0-85C32C87258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1750ED-46A1-A28E-7508-9563B38332F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8F084FD-CBFC-0660-C4B1-2727517CADC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1481BF4-DAE1-B938-AE1B-F8484F1C72D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D8D4AF-2D60-62D4-B0AC-A281DE797BA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C7726A6-1E90-7AB9-5E00-16A3EDEAF6D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0D835C-FB76-9671-9C5D-E77B042F694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73FCB4A-29B8-BFDF-5723-647B944A39D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DC64F68-B416-A082-616E-4A260283E10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F02A19-3530-A844-0DA9-49CA169BFD2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010248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1AB7F-C18B-26EE-6EDA-EE984D242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003F2C-0A40-214E-6EE0-F145701310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E054B7E-8228-0469-7460-12D15F07B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D710725-FD03-3A79-2105-36538E97D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5E006C3-F285-9E85-03D3-79BA227E92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8DCA1BE-EC14-5917-135E-F052BA3169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B1A1BF-003F-A30D-76E6-EC3A03965C1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48A05-8B72-9204-9DCA-B80223A7182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7DB913-C348-5848-E94E-C5735406703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587E81-291E-AF7B-4589-B1E04FD1C81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FCC227-B693-609D-DAF2-4370456149F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2E8FFB-769E-5656-1651-A17692FAF4D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2D1E77-F96D-00EA-CCD1-D66FAECA620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A33B10-A20E-E9D4-A5BE-3ADE3C331A3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38B667-7F6B-05E5-BE5B-2DEE4E8C5FA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18FD58-877C-5C96-B92E-2A4A72F4F9B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DB9620-3005-E152-7282-4AB6BD654B9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0DFFC2-B80A-9F64-01D1-7E04C015E5B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D04EE4-C257-992F-4809-37DB8AFBE6C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FDCC5D-75FB-2278-FD5B-EA16DBA234A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7D46D0-E049-88AB-0786-11E5C5C09C5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369AB5-572A-9793-BB99-C00765F32AE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7C9CF7-B2BD-DF05-9756-8E3EE109583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A2F70E1-3051-5620-E346-F3B0FEA465F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41B4BB-A4E2-3890-0CEF-5F028998508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D66675-E12F-322E-621F-3E9974D7D12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273F60-EB91-2338-3015-2F7B8886027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A2995AF-FF21-B6DA-8D16-985405DBFA2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04B1AE-7FCC-D5EF-5C27-3E938696ECC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4A52EA-8E4E-7DEC-B2CA-56F39AB3254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DD977F-D7E6-2A3B-C6F1-8074284ED79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288DF6-B361-D5B5-1676-54AB486CB41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0C70045-7478-8DCB-C1BC-5ED186EA803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ADFAC6-6F78-ADD2-D98F-912CF560CB5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DB0C05-CF25-677E-E8FB-4C95D095BF3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AC6657-BACA-3E2E-2084-56AF8844CEA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B1F6CA-586C-B932-AAF2-5A0EA6FA09B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8002BBE-511A-3C8D-07BB-537FAE325BF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D5CFD1-5541-FFEC-8D2D-54C9F48DCFD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7FDAF9-0FBB-70A2-7F01-655F9C7CCD4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A62CD5-B250-3284-58A8-42B64526136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0F6912F-0582-2061-AFAE-CB8E70D9055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AB3997-F300-9C73-ED3D-2318A2771FB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0945F0-E6BD-0593-582A-32C7584EADF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2099D0-ACE2-38CE-DDE6-2D35B670087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88CFAC-18CD-F02F-3EDE-C9A4AF236A6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73E66E-843A-B1EE-28FF-E1B4DE4B6E7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63ED00-C536-B086-DF79-28E7BEF527A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29A19C-526B-8C40-7CBD-1770E4B3329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DA65E61-4B00-182A-5BD9-909E3AD2F67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F1785A-F62F-413E-7605-585182B99B7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C3CDAD-D8D8-B5AB-8EF0-28060D7218C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2CE2C62-6488-D995-F4DA-9DF95BDE7A4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49665C-3372-7325-9731-8908493B265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CDD4572-9427-67FA-B472-A9DF24D72A7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8DED018-F1C9-1877-752B-27155DD46AE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EBA469C-2E8E-6A4C-75DB-C97F1ED726C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E07240-1D42-5008-D60A-FDAD5FB1594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9799BE9-23FA-AC51-6123-B9E8205C19A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14EAFC5-076C-3761-127D-900B8D8692C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528068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A648-5AF4-337B-28D4-65759097F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91DC7D-004E-2160-8396-E72F71CA7F7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126F7A9-EB80-0256-6B73-7CA784EA2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8AED024-060D-251F-F225-3FC2CE787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454FF13-473D-65DA-3B96-79D7EA70A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7F322E8-B59B-30AA-FC30-60F07BF634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1E54AF-8E09-FAEF-D115-6D065ECFBED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6C1B2F-D958-21FB-F1B5-DCE201F0CB1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E8E092-134D-2A67-384E-A03043A24B04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B98855-275F-B8D1-8996-E3E74B2844F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E79B79-865D-D7E6-8C02-67D7D1E0D26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5591BE-AF59-812F-10A8-804AA5503B4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B370D1-DD29-28D5-B461-5265C8AB066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A83E85-C7D3-BC1B-3C46-DA5261FDCB4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3CC16A-3D59-3D61-86E1-AE632DD5E6F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9268F-2DB7-4D00-A6F5-FD3592E04F9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87139C-5435-D344-5FC3-6D16C1805AE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98D3BE-BF04-1CF0-1065-AE0126523DE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651208-6C88-4F9C-D4EA-C0F3B11AC41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19E9D7-2743-FCCF-E2F0-D9DC753546B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D1C594-35EE-536F-35CE-2281F38B6DF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5BAEE7-37D6-F545-21DA-8BD9255F7F3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CA207F-FD32-4C30-C06A-314FEA12EB1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5EE428A-77F9-1B57-383B-18E4722A1A1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D2A74A-9BCD-FBE0-A20B-EBFD23B4766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2BEF9B-4721-14AA-AE90-4C0D5EA73D3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7E1E62-A816-FF68-84B2-DDDAC04D651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DC32A9-2E44-24FF-6509-F1111404CF6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D30548-CB47-31B9-2AE2-24A99EBE2D1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9B6390-7BA6-C618-BC23-A3AF1177CBA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5D851B-A1F5-198F-7429-6787B46FA2E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FF109E-D1F8-B148-D8FC-0C8A8524F9C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D329C28-5957-A3C7-E58E-750A15BF76F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983184-A5CB-967A-D785-0A9C7F3C2FD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04CD2B-665C-FD0F-8821-05D9ADFE35B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D3F1A64-254F-E139-0895-C606CF6406B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2E39914-842B-D642-29EC-F410C081CAB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08551C-D0BC-80FB-B76B-CCCEC781557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650D9F-93EF-AA10-76C6-7B16143F4D1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F0B122-A98E-DACD-E95F-00CCD86B97A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C1F040-12E3-9AB0-7647-7FD0B5ABA0A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ED3A2C-C773-8D52-EDCF-00A25296AD6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D43757-C7AF-8F3A-0AED-C9AA6C5DC55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843807-48EA-180E-EAC3-FCA67AC8D26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0FB2FE-022B-4C17-B033-234AE3346C8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FBF31D8-80E5-8664-FF66-C8CB73F601A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044B09-12E6-4412-5E45-E4AFB0C4866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DAE0035-C388-AB9F-FA5D-F999B46D5E9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4095F8-FDFA-CE03-E0CB-185D14F0AB9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CF8B54A-30F8-C81B-9B3D-3B8770C6FA1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1EC4D9-3226-C394-BE58-C0C5087E7A3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A0EEB8-C50F-A01E-F0EF-21C70CE0E08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26E5BE6-D082-CB32-3439-5D9BF8D5D4C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7AD0330-9639-D7A0-5E45-01DC7AE62CC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3DA37B5-9242-9A5D-C2BA-93637D4F7B3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4989059-8E7F-B39B-6628-C4833E829F9F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E72C16-28D6-E8E4-988D-B46BA017E97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33E490E-6262-178A-0AB9-F0B08EC1FD0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F8667A-20A7-2200-CC23-8E57F819205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7FAB5B8-1E33-98B0-7814-FEC267DCAB1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551165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43DC6-B612-0033-7780-955A76D83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EEB608-48CD-D5AE-87B6-88A54B6DAD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reduced [9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8AC26B5-0D1E-DE00-23BB-6C0A08268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1B35A60-0236-796D-EDE1-8908411EFE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C79F0A5-7709-8F64-8224-C21AD6C01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02AD55F-9FBD-9A05-0A06-1803FE9468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52AB71-655C-EEC5-999E-D88D88B4F47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001C6D-FBC4-4B41-611A-49FEDE31A5F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C9A2BB-1D2E-2A0A-C2D2-050808140E8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33AA46-14F6-7BC2-F525-7B736E3827D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559676-E952-8CAF-AB35-12925D14477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322725-D077-A38C-F644-549F2D94E6D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8B5514-6BEB-412D-E6E1-3467EC6D7BD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BC6545-B086-B110-CB4D-B13A8988D0A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0AE02-772F-3F2D-6F94-26EEA5F545E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8E634A-7780-B0AE-F91D-411955C8A4E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42FAFD-B2C3-B674-5411-23C8AC9BD00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99A7544-D7BC-ADCC-9867-D9AF245EC88F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80F5C4-5666-BF96-7515-DC101B59FB8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D75609-CA74-3858-F2DF-E4E946DEF84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039F2E-E24E-3A56-9A15-DE490E84114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DB50A8-B49A-C5A7-9EB4-0A7A854FD19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8ACFBF-0F05-DF90-2B68-558939EB562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601F9C-5F5A-DAB7-43E7-D2476233826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11B8D1-6389-47C7-F45E-358B6118D76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01DFE9-C702-5775-D845-7B17D7B5C16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E3E6934-C2F4-F59B-10DE-C868BF1E6F0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E0F714-7398-D8EB-E5DE-7E8B37EE5D8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0B2762-A173-39CE-6951-0AF7C88986C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29EB50-FD49-1471-5542-147F8994A28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7FF76A-D703-9FAD-B513-8E209C45AAF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C9DD361-F501-B819-4202-0BC296FDF13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DDE3233-1F2C-E97E-04C4-DD152B3612D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EFE9999-A86E-47E3-D73E-3FD8C61862F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D44351-CCB2-D530-9B4F-10F23C566EB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B7DAFE5-FB60-2971-87C3-22E6CF82BE0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4DD5CD-B57A-6821-9D66-16115A83B85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73C82E-AC53-1575-C5A8-711EE5AB705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B722F9-ABA6-FF27-BD5D-9516441818C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6640D2-7112-0ACF-7310-E9A30E9522A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F46BAD-D829-E7B6-9311-82E3C7E2C96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FA80E1-8582-2D5B-3E8D-DDAC1A5B94C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98B0E3-2CDF-DA05-0C33-C4776C85F8D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E67502-056F-5C57-1E43-E441DC6C8FE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41F6AC-96FB-171D-7F11-1772B5169BB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175309-71EF-2BF1-1330-6ECD894AC71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8C5B16-A71B-092C-E31D-BCCE80064B1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50F6A0B-BF70-F3A1-2655-98465347A5D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6CB11F-853D-562B-BC27-4E418A5AD90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5599C6A-69FC-5EF1-81AD-BB6C7A390A3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069F93-966B-0146-C7F2-634E51BB1E7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B5C7DA-9B5C-A096-5923-5383A9F518D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DE45E1-50EE-0D2E-B5A6-300380EF45A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37E332-9765-6339-D7AF-526A47DDCDE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57BAD1-E811-A37B-CDD0-779924712E8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875802F-2953-DA05-C109-D32829FD5E7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08004DB-4601-5A2A-105D-94B19DF2A32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EDCC49-718E-BC74-3779-CE610A2C559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0BA7C2-4442-37C5-BDCC-D68AB8DCE48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6148F5-39C5-45EE-0B61-7231101A6F7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0E238D-7CD9-314D-D0B8-19D573D2892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6F98F9-E89E-82B1-ADC5-255DA93281E2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75421</a:t>
            </a:r>
          </a:p>
        </p:txBody>
      </p:sp>
    </p:spTree>
    <p:extLst>
      <p:ext uri="{BB962C8B-B14F-4D97-AF65-F5344CB8AC3E}">
        <p14:creationId xmlns:p14="http://schemas.microsoft.com/office/powerpoint/2010/main" val="22932096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365DE-514D-C621-C1AE-C36032466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E4E6E5-AB82-EEE4-1F6B-10B5334D2B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 the upper left block, [28 in 7] must be 1234567. It can be broken into two pieces. The four cells in Row 1 sum to 45–(8+9+9) = 19. [19 in 4, no 1, 8, 9] could be 2467 or 3457. The remaining three cells are [9 in 3], which could be 126 or 135. The 5 in Column 1 precludes the 135. So, it’s 126 in the lower arm and 3457 in the upper arm.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B6B77A-5819-7575-117F-1E25F8CB1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8CF91D5-5EE0-71BD-2780-8E07E31CA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89AE4CA-403B-EB57-A984-7BE8EA559E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EDB53D1-F023-D433-2024-136D896F7B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09FFC2-46F9-FCB4-8811-BCDB65F35ED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B02DB0-DCF6-C9E9-FA56-93DAF2FE203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8804A-6280-F3DC-AE57-3C88235EC03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45616E-FF80-2811-487D-EDF314023F3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CDB8FB-BF54-E892-D95F-5EBFEF5E32E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B64535-581E-140C-CF76-7C5915B776E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332083-28EA-EBE7-7672-553F2BFFA41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BB5B4C-F615-5625-3463-CE35F1E8BEF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E8425B-ECE2-E390-AC1A-8B079A0E52E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2E44C2-57F7-A5BB-DCBA-73B6061D418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4EDDE1-0A59-F843-01FB-DBB75A71D6D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76930D-07E7-D1F8-0A15-9B652328D77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747E95-78BD-E0D0-D6A1-A0E0A8720FE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E78341-2B97-AB2B-071A-D89567737E9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D85E38-C835-273F-D763-61BA6E8A16C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C5921B-44AB-B024-329B-715FD4B84DD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741E1EC-7C6D-10ED-2E73-09778B14407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F4BF988-8B70-E097-11A7-BFB7561DEAF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D87AB1-37E1-F29C-F116-5F813D53AC5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9B6BBE-C2EC-91D4-BC38-CE5444F1EB7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A918ED-6D2A-9225-AA7A-2A6CECD6A84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E447AF-91D8-569B-0804-7D3709A8764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4F5688-5170-77D6-B2BA-94111572CB4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21D363-C0D3-7F69-0E81-D8F039D083E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C2375C-864B-35EF-18F5-C62A32B5AD7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F755DB-70B8-148B-EBE0-389C7170677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1F123AD-3CA0-1230-0A63-E2B4D602DDE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E31E1FA-B155-10E1-A7ED-278C6AFD11C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7ED680-933D-7C2F-7F1F-3FE80083ED9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5D0794F-1DEB-8ACA-C1A8-F35C4C7A39D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ACE083-842E-327A-519F-FF3607AB036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E31EF9-90BD-F8DC-DA8E-5C55A818705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EBD23E-0A30-4EAE-75CE-782E28FA153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681249-2CC3-FB6B-C644-E9B7694FDB9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CEF6F0-7930-71EF-41A0-F0D7FADA0CA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B2A48A8-20E8-A0CB-47E5-4C98DEC33D1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0DD351-BE32-A97A-10C5-4FF212D1F1B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DBB3AF-4F8D-7085-03D2-71F7F08A9CF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0F5882-C794-F9E0-99BA-D876C137021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D71083-02A3-A2C7-F5B8-79DBAE56AED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9FB714-8F2B-4842-C14A-67AEBE66C69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1FFD47D-FE20-C1C3-337A-AC8C52EF20F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A13A77-73AD-B9B1-6DA1-DC5E5EE9267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C5EC02-4BD4-2C80-92DB-8FBCBEFC4B8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ECECE4-F87D-B401-5E2A-729376D1226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BE57D51-26F3-03B9-89CD-84E573083F8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0A900CF-4DF4-8974-14E6-E802C8B09DA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47B7896-2401-1AE0-FF6E-DB10A326EA0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B16CF6-78A9-0870-F339-3647E9D95F4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6AC423-526F-FF56-9BB0-FA7FB326FE5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9350EB-7FF7-1E26-C516-5A8972A1DFA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82C8F5-CCDE-989C-983B-BA9F9296A0B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1E239A2-FD88-06D7-A50F-4A89A0EB8FA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A66CBC-1E43-49B0-4293-7BD8C06E1D5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FF225E-9C5E-553A-66A4-1ED40452313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8F2C03-2114-CF7B-E652-9598C1B6A038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CC3F47E-5DEF-28D1-2487-4EFA4211AB3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B7A6BBF-BFF3-DFB3-2963-4A122C924CD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7CF3930-CF67-966A-9D85-0402522B0C2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3CAF3A0-CC92-63B9-9361-7D6062EC7F0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B2EAD89-0725-C3C9-CCAA-B793D0CD929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C658E95-DB9C-EA23-7AF9-66B88441B90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9A74549-FD45-4962-F1F7-8E561A8521C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</p:spTree>
    <p:extLst>
      <p:ext uri="{BB962C8B-B14F-4D97-AF65-F5344CB8AC3E}">
        <p14:creationId xmlns:p14="http://schemas.microsoft.com/office/powerpoint/2010/main" val="33812791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69CF9-F823-5A90-0148-CB6E04F1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ECADD6-A66F-C629-B360-D48544A416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(Note that [8 in 3] must contain 1. It also must contain a 2 or a 4, as 125 or 134. Together with the 42 cell, Row 3 cannot contain any other 2 or 4.)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DE3D7B1-1A4E-7B62-89EE-2D6FD1648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C1E4C5D-38D1-2E4B-AE6F-C0C82ED86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6E1B5EC-C7A4-2F60-556D-A72C582F09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5E3FCA6-5DB8-E15C-B2B6-F6D95A105C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0E3763-F5CF-6CAC-0DF4-8776D3C800B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657A2-692B-239E-BF52-F336494B421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B14C8E-F6B2-8F5B-5921-CC0249C1CF0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23B2C9-B4D6-EC49-360E-E3F5B27E779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5357AA-5697-CF97-280E-48B4948B4F3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79075F-8E39-41B5-90F5-81C64024BD2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D0224E-D620-DEA2-74A9-CD1640A5A69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62A1F6-21F5-FB63-ADEA-AC6D189FFB8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42589E-1D14-83C8-F6F6-10848725554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0CB4F3-F4AE-4ACF-CF9C-3B755CC6E85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D856A3-7C6D-1E85-B1CD-8C650344522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8AC31B-0C1C-294A-2ED9-039CB51D14C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455D3F-01B9-6711-9CEE-8EC9506F21F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606E7A-9A82-610A-D51A-4363C899B37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4D9659D-82FC-C050-B7D6-7C8F0A382C3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28BB452-5B3F-A672-5EF9-26E3E9D0721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57069F-EEC5-03F2-C17D-18457A324E9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B537A1-5221-468B-A08C-F499C17576E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0F8AE5-6621-470C-7856-0FB82F3A149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5C890B-8B7A-4E8C-F036-6F8AC4CFAD7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CE6D496-86C7-AEB7-592C-7873B013459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F55746-1523-E5FB-B27C-29F9BCB5311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03E3EB-9F48-2EE4-D26B-4C350A1C002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C568DD-82C3-3E1B-94AD-9EFE9A4E777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490301-2F4B-19C0-3C6B-6B9B6F11363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B560F17-9DB7-9112-4527-D02F0076842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E362EB-0048-85B9-E0C3-53479CEB4A8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BD94B8-0B05-E103-F0D8-5C1FDB0D6FA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19514C-8CE4-AEEF-BEB2-55FA83279F3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DEDF45-03E8-0610-94B2-EE231FAD6D9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2E77E7-5B85-5A8A-3D78-4D6F8F33E4B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1D4205-CE24-7A3C-99B6-8B7B251C538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6444C9-C3B9-67ED-EEF7-FA5150F72A8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273878-CD6C-0A82-7CD4-DEABB9C9726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F49212-4403-8055-197B-45BB26440D2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62B119A-F1B7-B92C-529A-FA54EC10247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4FD6D5-F7E2-E936-CB0F-C47E5775980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4AA930-79CD-030E-2D7B-8C308F6AD25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71B6FE-86C4-8361-2A94-252DE29CDA8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D084F1-B9D0-860D-81EB-875FD0BCBBB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357FBC-3A0B-A15B-DD4A-0D32DA518FA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6901F2-4C49-2D98-4CEB-B9496601012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6F576C-1F3B-C174-BA16-85BFCCB71A7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2CD780-584C-D221-B966-B9A10181C82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0DA2C66-9883-6521-C874-1E51E8267B6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55AD7A4-1560-081C-893D-C5A962DAC61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7FA968-CB09-BC17-ECD8-ED59D437AE0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0D60179-3604-EAF8-C135-C6B8074C509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1B7BF4-AE22-0EE3-D494-D3CEFACED7B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E84614A-52D9-5CED-3C97-4A052CA5455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042133-5D5F-6BE3-E035-16A60D93D5A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77F084-4C6E-A0D1-BF6B-5860DCF7D00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A867EB-00A1-72F2-8CB3-FBB9A29AF59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1499AD9-BDFC-B02E-957B-0A70837925F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0A5E296-A997-B2B5-175F-905B1A939B8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99CCC1-259B-F8C9-481D-DE43545CB14D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75421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8C19CE-F9F5-2B80-E93B-EA3D8724240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16B799A-D617-E25F-04B8-49C4DFC5BCA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B721301-1E21-BF77-6DBC-1E469645F83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CC6473-A538-1851-6BAD-4AA50761B3B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7F12AE-22BE-95FF-E995-71F63E9CB5A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B75C5BE-AEC0-479A-B81F-7025D4B985F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B2AF3C-FEFA-C68D-D82A-2304E74E78F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946588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F20DA-A3AA-6D1D-80E0-76D9835BE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64CC93-5E30-D423-96B5-35C6056626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90F6D7E-D44F-B92A-677E-0B949374D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7B6206F-759E-B803-16E7-102E4E0A3C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995A481-9567-4D27-7C1D-43FBE05E31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08B3386-E848-D635-3D6E-7C5B9FC4F3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B1BAA5D-85E2-B6DF-DDF3-1C6DB5CEF6C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FC6779-A065-A77C-BAEC-D2A5D827A05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E39339-1E96-D202-7934-DEEE767F0445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AC0EF9-3BC4-A581-44C2-BF9ACF0AB1A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69F0C7-F701-1F87-880D-6547E3C1A47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519BE8-463D-EA87-3F1B-0A3D07C7A6B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7DEEEC-40B3-12FB-488E-4075576AF55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F0267E-1759-C2C6-0B1B-8572C40E900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0C9475-4B48-8CD1-1A43-60F0CFD1AEC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3DC687-2E18-ACF0-1B2B-D2C60EBF439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36422-459E-7EA4-7265-447EF294427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E2646A-1CEB-9146-199A-FAB8A5AC280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0C0AC7-B71D-77FE-6B4E-F9B7CBCBB87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B87757-2D92-0360-6283-F135AD9217F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1FA2F8-4806-A1E6-2405-B2642EBBC5D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DBC516-32C8-28FB-E096-8E5CDF9B0D9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578EDA-F158-D042-E65B-85F2824A045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245D9C-6F64-BD63-E86B-EFE1DB1CCE2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2FDB12-28F3-E583-DE50-EEA83242E73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8335D9-2BBC-96D7-047C-52871E32C9F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A2B704A-3F7F-D079-EB0B-524176D6AAB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6019C7-1C85-4A8E-8550-F9807003284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75BFA9-B5E1-0F32-1741-26BA7D040C2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0F3910-7064-F58A-8B1F-935F1B741FB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FC3A874-9992-C3E3-6F6B-63BCE7B5CB9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B0040E1-551B-7B6C-D4A5-D55E3164257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DD9300D-A821-EFD5-4DDC-52FAD747C96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AECA47-9708-C0B2-DA58-9D1A6E9AB7D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07333C-FDF5-6AD1-7B69-4FBDD6F62A8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0BD798-5345-B6C2-9BF1-F083C10FA8E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A8A01F-309D-9044-56D3-740F8AF323E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BF823-5707-88EA-BEBF-5FB381C0EB7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DE0333-9D46-6811-96C6-CBA5A68FB0B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ACB082-BB48-E714-0296-963A0C3212C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0C8421-E865-88A6-7B41-97488F93619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95FB57-687C-DFC4-DB22-FCAB625078B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ABE5E4-9C3C-E218-2F97-D4063CE8DDE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1822D4-E928-E08F-9972-4C693D3435E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ED37EC-19A3-BFC5-3AAB-F2E0AB9B58B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C1DD9A-2976-5F5C-6188-D310AF41201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809D75-5026-2203-45C6-43C2AFB0D7E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AB539A6-0C7A-FD52-DB31-0CBFB58B85E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D4FD55-28CF-6E99-DC1F-2D9AC45DDDF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949E5E-F373-3C61-1C32-BB356E8C26A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31189AA-5AE6-413C-A9BE-F89208D6270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207C4F-2543-A6DA-5721-29E3EB90695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FCA376-5EBE-E3EA-868C-724EDAA100C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8E8729-CE3D-051B-EC27-8B69437D98E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A2173D-4EB3-40FD-2593-D0CA2ECADBF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006325-ABC8-9AAF-71C3-AA1D49ECA80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A45680-AF4F-38F8-F7F3-D06FEDBE6C9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46B112F-D758-A111-18BD-4007C1029E1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F592AA6-9898-C027-648B-0217561D661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ED273B6-B4FA-EACE-8AAC-CE7154E608B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721E28-15F0-6003-1DA4-A965FC156CA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6DC2BD-5EA6-B9B3-125B-32B865EE9AC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409BCB2-EE87-C88C-0585-3A546016365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8993522-2366-AC15-FC24-7F713F556C2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0700408-0CE4-F398-3AAE-36C67B2C11E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818199E-EF2C-DFD6-16A3-4CCCEDE1AFA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2C6E339-1B53-E30C-E47E-4B22B306AB4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E06B79D-C8E3-E2B3-80BB-0032FA644C3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BC1BA96-9DBE-6BBA-9081-882AA705F39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09451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E1C8E-AAB7-4630-4E1F-597381B65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5258BC-CA4B-A3FA-D8F5-E58FE4B5E9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C8C07B-29CD-5499-F249-9CD5713C3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BA32A48-667D-9732-1C0A-333B35B0D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822E48A-DCE8-F20A-7598-E9F810974E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7FDDBA0-D577-2A84-C030-7578C1AE32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21C6B7-86B8-53C1-530D-9209C410686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9AF768-C79C-BE3C-CA56-F902A8621D0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9F8EFB-85AB-36EB-928B-AFDDDE3B060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A61A22-3699-F955-1C45-B8CFA3C3AE6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24EF32-822D-0F95-6FDF-94F658E7BE8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0F534A-E047-00EF-04B8-F8053CBF62B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AAE9E9-ED94-222B-722F-11EE0C42AA3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1D945C-198F-268B-74CA-44EEDA77D23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AEA6A6-3DEC-7FD6-B825-C41C82AD038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E66480-03EF-4C04-F2AD-E70BF6C1DD9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F3460B-CD9E-F965-423D-FEE9907B19B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8A4FC7-7EA4-1031-EBFF-0B2B59C1671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269381-EDF6-7C0E-1D92-37E065611CB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F7B7AB-B750-2972-87BE-9397323B76B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E8E1C9-7348-CBA3-5ACE-4DE98AE0058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D0ECD0-79BA-E412-74B7-46E6B13E26A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085C3A-B407-13EE-C868-0DE45242AB5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795FCF-7112-FED6-E4D1-DD34CE1A31D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BA9EE5-8BDE-C138-1A71-C57218A28AC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24069E0-DC9E-4277-5A2D-9195ACE1E2C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C654F2-7A89-B37C-900C-8394DF594D6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AA0017-E951-FA74-C37E-0E9BE946640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42150C-C5C3-1A17-18BF-170DE67FFBE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A82EF4-9E59-0F46-0078-F76ED896860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5CE325-F6F5-D088-3588-C459AB347E9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A958A5-4513-CD57-12F9-67278EBD24E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B7FD6FC-7700-7FE4-C61B-C6A308E5F37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93A09B-59BE-E534-A769-480846023C9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98EE348-AE8E-C49A-70A4-CB69B197874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A33C40-E307-D87C-5618-75739ADBEF9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2E670D-E1EE-D6C6-20C8-C7ECFA3B892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0F4786-870C-BF5F-87F4-27B8E32F33B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C8EBAF-D4BD-ACF2-CECD-11ED8B1B668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F823E2-1A27-26DA-2EF0-A3653ED7997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EAACA5-ED18-F8E7-4932-B5D743589B5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DBCF33-3811-2149-E14A-7E49922FBD7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097D97-B33B-E75A-8EC9-31E5BA99B8B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10D7F0-2E3D-8295-A649-6E3C1848117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D632E9-01F1-F096-AA8E-ACD65FA22A7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1B5147-E75C-E262-4907-D68A25D6A9E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DA2791-F402-F944-B210-51A0C525C1D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4F2E56-8BAF-BD5C-C489-4AFB0EEA9C7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FDC700-97F1-866B-120E-ADEB1011890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C38DB94-49DB-4C83-5C19-2358AE389EA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9E99ECC-2493-308E-2964-BEB4C3C9E1A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ACB1009-5D2A-3D8D-61E2-2D25B49CC8F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720533-FEFC-CDE0-FD32-3B89213451E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F7AAA2E-34F9-5057-55F6-ABBF96E1AEA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90138D-8C8D-1FA8-6B06-F1F7004CCB4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44B78C-4E9D-8590-4118-4D51D6A6A84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A139DCD-FC01-CB85-43F5-D82ADF3588B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10BB1D-E53B-0DE7-5F45-DCB4F7BEF73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E86B0CF-93DF-F71F-7A72-BCD516E5A22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271DDB-7C02-4181-F39D-A7BEF77BD52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7C166F-B272-E2A8-76FC-A411F897621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7D5E15-D303-39BB-6DD2-838861D0AEF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59367BA-0223-D977-1637-2EE6AD14092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0FE5607-24D4-3A79-E453-95871C2F320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9D380B-0E59-6C57-F6AD-4A870BF511F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5E91F34-CCDB-C664-8DF2-F2AB2608C84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64E955-39A7-A9BF-DBFB-A77400EC9C4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9FA1C63-5341-C132-EFA1-F11D4FE1E6A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C58DE4E-3AA5-B91B-5A54-9D6F7FF97DA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202933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58480-170A-3417-3EA2-DC75B93E6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1C0379-2F26-9E1A-09FC-43717F8AC5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B4FD11B-761B-06A6-8853-816BED4E3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F9BB53B-6C72-3553-80D0-3CC40B3B3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0C9D919-182B-531A-01E9-5E22560F32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D2B17AE-487E-448F-B44F-2443CDADC4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55E9EA-2AFB-98A5-2E40-6AD7085EE50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87B079-1843-FFA7-ABB0-4AE425268F5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15D80E-451E-6F39-1396-A33311DFA90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E35177-2C2A-94C2-E0FD-C14477AB6A9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E8C437-22F4-8F19-33B0-D70F0E25363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CBDF88-DE4E-3C67-B489-2FF6C4DB82A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36D71A-6C24-A2FF-240E-F3DD618A21D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E08C38-2EDA-19E3-4F4C-57BCB10D8F0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AF8581-43A0-BD06-2A60-FB716FA5510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1D3DB4-1DE4-3602-41C9-D91D4293A0B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A68FD2-088F-D12D-4296-229EEA7E63E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89E760-71F8-B34B-FF3E-C3EB53C2215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36310B-AC55-DE38-D6CF-56809ACFD6C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266FE1-4081-0983-423E-9EBA1558570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3481F1-97DE-6405-315A-EC486051EA7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21446F3-9045-8DA1-8862-FD6BC36EBCB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F52740-0B7C-B07A-2C8C-9487C24FFEB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7229339-59B9-C5BA-29F9-80D4F525DA6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52BB29-A59D-9A63-6D34-76347F6F861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5407CA-076B-CF5F-363B-3F573053F7E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6A8CFF-03D1-421A-B71B-E08E1CE6601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E46E57-C5E8-FA0D-D3A0-C75356D5266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65FA112-6774-5A69-8192-6AA404B651E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63B4204-B05D-015C-0840-7456110B99E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9BA837-2A42-50FB-D11A-27B03A306FC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72A227-09FB-2C38-4AAE-F1FEBF55AB07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FF6EC2-8F25-F0AA-2863-898BFDE23FB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0D023F-218D-CDD6-A508-008F620BE0D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3978E8-3E15-9112-BCC3-46188AB40BA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5B837F1-7646-AFED-8465-04547AA2AEB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38E466-94E0-CB94-B2EA-1658F03474E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B56C029-4D96-B295-9BCC-35699F1317F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9EB78C-C93E-3E05-38DA-032FCD05C06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36E57F-556F-1BF3-3610-A2E5E428259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EDD84E-DE5D-CEA8-0E3B-F0DC4BFB39C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E42327-9E3A-2360-32F9-463A2934549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AA1AF9-B3EB-BE14-AE51-88B6FEA0498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A30A65-6E8E-CD54-BB84-D2893613252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E1239C-01B6-6436-C5A7-21962E04300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DB6523-4207-CC31-142A-17859E98176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80D3CB-6C6B-C68C-9D25-853A037C3A2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053DD0-D0E2-A414-E2F4-A6973F3D1F2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4EDC087-F2C4-52DA-C284-E0393B4F29B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C6218DB-D3A3-1D2D-3FBD-CCB8023FA4F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4827B2-C06B-2D56-B915-6D9BA4CAE2A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2749B8-E681-764C-BABC-17A93135CFF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7ED514-C56A-CC6A-39EF-0D4EA2400C3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D10629-6F63-5D2C-2ECB-12C48460C5D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BD05D3-F4A4-DBF6-FA42-DBA8A24D3F1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665619F-DC5E-55DE-6944-3621D525A0C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DF8B37-5D82-8D7C-2097-DE306F94176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C43338-87CA-6A45-1910-2106EB115A1B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AC5E8AD-CAEB-2C2E-5EE8-AA0D88DC4AC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F57265-4E9C-CC11-FC9B-37CF577B1BA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F8130E-4D42-0A61-7A3F-77BEB950848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D00160C-EDF7-DC99-F186-06DCFEAB542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C7F3D0-BC60-AC94-2BCC-022898AE838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DFC3B38-188B-D7BF-8A78-F8CCB9AB5D7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9896B4C-EBA3-B78D-9899-92B4E857AC4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68D25B-59B1-077C-20B4-A898D909840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FA037F1-24C3-F3A2-3979-5ECF930C533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85F3928-2403-5921-C459-9EBE82DF64E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BAB00D6-8865-00E7-CEF7-531E1489C32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440706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817B0-193B-131E-1C26-D79519FAF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D9C4E3-4203-0E14-136C-435531983E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Finish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5E65BDA-C190-1AEF-6B36-AD1EC7ED5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5A62C4F-4590-656C-16BD-DA8FA9DBD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12F0A59-DCE4-374E-A888-1E9A0EB376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A11E6D-4258-F881-5A19-6467E074D6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EC6883-761D-1625-6A4A-9B2632269D50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BDD8CD-60A7-7ABE-EF5B-6B342315326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2DF874-28AE-FC8B-A031-7D9799DF34F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FCF307-EC08-35B0-DACA-DAE80597B6D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EE31F8-8B2C-6EB2-2AEB-32B5734B232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7A743C-2960-7A36-B611-F8B1EC45E24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5D4C42-D2E8-E111-38AB-451292689D4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04E09A-23EF-E6EC-9F44-F095DEA42B1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BEED46-0D79-CB1E-0DA2-77D361925C1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0B17652-AEEB-CEF2-6502-A3A5D159690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B94CC3-29E9-EABC-09DA-A7DFCC128C4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A51821-9AE1-22BF-4DB6-482A6435D50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28AF5D-F3BC-F9D0-5EED-4B4A5C6ACDF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E20311-A13C-5C1E-3A3B-572A091BA8E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F38479C-0D7D-0637-BD5A-B89020E93CE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D0E55F1-4406-ADBB-A307-D257A938C8A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F9CCC0-1D49-4E9F-C8A4-26BF32E1EBE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A2D767-8F4A-CACC-A3C8-2170E45406F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15E0BA-3094-5E63-768C-4D638C5D364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B7F5B4E-4E99-31E0-E546-DC6DE2A4DFC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060303-7245-1A0A-3672-1D26F1B0C01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FFF137-1700-C11F-661A-F4FA0C6E9A1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9230904-31C1-8B94-BF53-0C2F070F704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B02C01-907C-974C-C086-EB0A108AA65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765E75A-3D63-67B4-860F-9099A573478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5BE39C-6E00-F8C9-67EC-2A381FBAF5D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297157-39B3-0ADC-1EBE-0601C2EB888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33BE19-696E-3FCC-9461-7E1467720C3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DC09E8-CE3F-8C6C-6205-F7F98F9F308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251DB7-9589-3EB6-998B-6A708867FBB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08D2E8-CECF-9BEF-D978-9D3D498D05E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D55828-C211-B972-2ACC-7AC62EB6144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29702F-0ACA-7781-3CC3-499A09D6949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D80C23-28C1-6AFB-7771-FABAD5EC5C25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DC9D4F-5F1D-0ECC-A695-FA72427A108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2B5A97-837B-7BE9-2933-E534238911C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6DD1C0-6335-B8C2-9B78-949FF67C3A0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3BA4DB-A106-45AA-D0D9-ABE408C510E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E90354E-FB18-157D-B33B-DF9484B574CD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85F16E-1459-ADFC-9FF6-79D13A8B1FE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3B8C91-C584-5E92-FEC1-C9B7428C3B3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1E13687-5F43-9A8D-7923-23BC9AB96CD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566823-75BB-9BAF-B9BA-132DB206625B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6B51477-F872-04FB-9F38-E6B6E0924FB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4A415E1-C447-8C5C-9C09-0D2E569C97E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3460356-3B5D-1C79-37A6-3CA7719F43A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35B8ECA-A34D-B6D3-A6A3-4971BAEC3A0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F09A655-1ABF-28BD-853E-77FA6C142F6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BD269E-079F-9552-F8AE-2420C4B6D59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3B9E87E-B621-44C6-C9AA-8929DFA3DB0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DA4956-101F-D07B-7C27-42BBFBBD6D5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F26EDA-4C37-68F9-48B0-5901A3E90119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4038275-E0E7-07FD-23C2-5C641819AE9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8E83D0D-781D-C05A-206F-25DDD978D9C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FBB97CB-85F3-D405-81EB-573E26DB800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71EB4EB-DDC3-DA5C-3FEA-C3D12DDA53D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F6961FA-8122-908C-87F4-2A85064E3BA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ABE5DF9-A67D-1D43-D782-20F736B4E7D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324A3C-C15B-F560-A499-F91CCC3C0EB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FE825A5-5892-EDE3-9200-635E6B5E4F4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43CB6A-FE4E-481A-594C-127AC7A9633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ABE2CE-8BB7-F5CD-D256-93EEC0ABC01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64CCF4-EF5B-7AD8-31FE-44C39532ABF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20C7E8-094C-5A4F-D3E8-79C521EC576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998476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8151B-5233-1736-CF2D-4BD8EE986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CE8247-A1B4-AE5A-E4BE-16A12DE103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7DBACFA-2D02-74D5-099B-7EF5546FF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1502618-F5A6-25A2-D768-135A37135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948D887-C8F5-2627-F91E-A2CCCC5139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CA5CB3-9CEF-5128-C662-6DDE2E3B27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4A58BE-4C5D-5409-F469-5991DFAA54C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49ECA1-CF0C-10E0-4C59-FE2B88F07D7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A7FDE5-B7B8-0301-1957-5E3915BDB36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DB1200-F269-22F7-9762-98726EF2F00C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CAA55C-ECDA-1823-C39B-9988F1F23A1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6AACDB-84F8-519F-9C93-9D95C70BBF6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CEAAEC-A5A7-6915-A11A-11C3F55B8F7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CFD1CD-01AB-2E96-E640-8F363BBA554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C51BC7-D8E8-F36D-1473-6EDC81BF480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DA4628-C532-76F2-6C27-82A843B233E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6C4048-003B-7D6C-B79E-5145B963208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5002D2-6E7D-30E5-3A52-96FADC2E38F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549782-3430-060A-50A9-B1CAEF13477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C66932-413C-7007-E347-A59B9DBD7FC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E6739C-FE7D-0994-15E7-6DDE535A2AD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64D8AC-DDED-3EE9-0C4F-45D603B591A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ECBF0-5E3C-C4FB-7AEA-CC20D1431AB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A3BE2E-C67C-C216-F918-C8D4E8A71AD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71683B1-7B6E-8C57-31D1-834E3D0C3AE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D5A6E4-E31E-BD51-00DC-1885EC75E8E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C4CE47-490A-85B8-50DB-EF040509F6F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D467E9-3FCB-01D5-983F-2CEF7CEE42B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B60C5A-E3E3-35A7-0CDB-DD05A65E1C4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6A60AF-6D1F-9333-0A39-16F70152E1B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FE8B54-F810-EBB6-BA2F-E795FBEE4C4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F92B176-E347-3AAE-5166-93DDBBD05D8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17A33C-8BEA-5348-DA8E-E5EE7040910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B39C02-93CD-7A01-424B-74F0798E520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BED70B-F0CE-5893-1533-DC3F4F9C9F50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59E2DA-DCEE-B04A-37D5-117D3BF3013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191C40-35D0-4D6D-C62B-570EA3B03AC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C464BB-BE57-F4BD-BA97-44E68CD9E4A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CFFC82-5793-1969-FE22-05CD6484A14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99065F-1700-7CC5-07C8-6C4F0EECF72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29F488-2877-4190-B78C-82C34219D3F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05E983-9E83-CF34-1408-D84EE2766FF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F7058C-FAB2-633B-376F-FCC545D005C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5B049E-8D22-ED59-D58D-622AE7A0E85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F9CAAD-F87B-669F-EDC7-A163208A386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AAC82C-8546-104B-E59C-A09BA468C48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956077-8910-CDA4-3D16-EB1ACA7BB03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E66536-96E5-19E4-87D4-8C8619D5701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E9631E-D4E9-38C8-5BEE-F0D898F47854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4ACC74C-9879-7EAC-1304-DC00B0CD500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65282BB-F69F-815D-EC58-ADA521B1321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727245-E789-E034-EE22-5D36414F38EB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6F4B2CF-19BB-E5E1-569C-D142683BD86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6A9E22-0351-1E18-EC46-1BC2D0FCC84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03726B-C8CC-86CC-DB1B-4D350570595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DC78C73-DE00-051E-55EA-DC951CFB6BC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42A8636-A62D-6571-F8F1-8ADDC9F01E2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4CDE85-62A8-7BCB-68E3-3AEC2EA4169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A407AF5-A7E2-C5FB-DEAE-A407C333E45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EB5BC3-C20E-4939-D2B9-ED2132364B2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F02722-B839-7BCC-E00C-7FB49C710DE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9C6708F-1894-9847-F8B9-007FEA2DE60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E20F4A1-B6EB-2D83-DE8C-AB0DA09212E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38458E8-934B-2E9A-D4D7-A2985ED9991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7DFAA78-B3C1-43B9-C59F-B629E7F0076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722394-6FA9-EA41-8AA1-E41C6FD16BD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D6B7DB-C38E-62DD-DFEB-744077768F8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A2CA50-CDB9-ABC9-47C9-0EEAB0524DF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9499C77-0812-DAF0-3D0A-1F28944AEB0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0C8D6C7-445F-3DFE-6A70-586D92908C2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400455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70951-6528-072F-8D70-27913D7B3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E12EA1-B3DB-DCD9-625B-5E467743A4E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750E0AD-700E-67C2-17DB-1312A57A9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2E7FD49-76D2-A6A8-A4EB-84C6C96B0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11E89B8-7B32-679F-3D34-6909910091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44EC62B-F165-E3A7-5018-8D12D03DB4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1703DD-9CAD-D1DC-4C6C-E52E0983CB0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AFF0E7-757D-5700-2438-A575D140D20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91CF3C-7D1D-9B5E-FE5D-EA92DA1CA00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65AFAA-1B52-968D-76B4-A7ABF3996AD0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B154FF-D2F4-4583-1C74-3EE27875D19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8E17DC-1515-080D-C7E1-7A198F5D409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8F1D9E-5CB6-227D-238D-9E6DB32A4A3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932F97-224A-C49D-01CD-765F8F08A14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5563EE-C2B2-6DF3-9BA8-9D5C60837B6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A6F70F-F5B5-937B-8C3F-992FD0F22F3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9C9C00-6078-815C-7223-78E79ABA392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228CE4-62B2-6750-4F70-66CB4D6E9C4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847E70-8623-24D4-CE11-3C5081FB979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2FEC58-C240-9CED-0E15-B5118120339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CDD36B-56C5-453C-0C08-3DE5382DC32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09ACB2-B6BF-3BE1-1D9C-A02AB47D531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3A977D-B10E-D5F7-2BC7-344AA824DC1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8F83A1-C2B4-0606-197B-D66CD11F63D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FEB2AB8-E435-0512-B5EE-B42112A1286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9D070C-ECA8-F2A0-3D0C-02961B9FFC4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6AB901-0D40-E7F9-6DC2-A5AF7E01866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74116A-2586-209F-5B7B-5FDD09C0F9B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196742-3BAF-6CD5-8C54-B5EFB5FBA21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D3ABE6-58A4-D258-0856-49D90067CB2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46A060-F8F5-AA1E-F380-3E30B2D7D7F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A3FA4C7-47AF-8C20-5FD1-17B8A803296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55F0B37-E988-5B9B-8DD6-3511A3C1E40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0C4AA1-DEF1-4D6B-A143-4CF62D53050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CB1C7B-D0F3-6B04-C4AD-8C20567DFE6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3E7007-F9D1-538B-0C75-CBAD9BF3AC0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83CC5D-C715-2187-5AB7-C8CAD7C8C63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E4CD0E6-676F-AB6D-1767-0726A6B325B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0C7F97-DE95-8EFB-000F-77FDAACDAAC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8433C3-DD7D-FDA1-7898-3354B837A3E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3F7664F-49BA-E859-1DFC-A39B7C0399A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D16D095-025B-5909-CD20-349BB9CE719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F566872-5443-8E48-A8D4-52DEC9B1657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704E8C-0FC5-7F17-3B4E-FAA87127B84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B78AB9-4E23-7760-4AFB-F9D9E226303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CDB368-47D8-0C5E-CF61-8ABDC8EEE3B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6E836E-F7A1-A580-8102-6E049EB4CA1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70F09A-19F4-97C2-60F2-B884EEE1769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89375EF-E8D7-1705-076F-64584FACD68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BF8E025-4149-AB46-B96A-7069DB248F8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A58E24-2D19-6DD4-6BEE-5C89BDF00D5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C6C5ED-EBDA-FDC6-81CB-497E59818F3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7C876F-4B17-8DB6-6185-D85D0123FAE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C1A851-B496-6C33-A166-F65EC1B6266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EF05578-2BD5-87C3-A4C0-D00F55CFDDE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0E836AF-BB8A-BEC1-CA96-F212CB59BDF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D11F4CF-4F72-5BAA-1F71-DB321B18410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DB7074-A821-91CA-D161-3091A53E4D4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029BF51-832F-023E-D008-60505E84B67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86F619-FE73-4786-5368-8A4B840F881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EA6F3EC-029D-A7FA-3052-75A8C98B508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648328D-1310-F207-CCD1-6295D1A8D7F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6E70D7B-C499-3D7F-0446-1515B3D360F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F9C5658-0DF8-02FD-D51E-E6C8B72E837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67D3BD-4EB8-3612-744A-D73A69DBF62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93A88A-140D-A438-603F-DFD2450BA25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DF9178-9E45-2BCD-E067-AED967018DA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18476F-E5AA-D3FF-EE5D-96607E25BF8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B94E74D-07C8-408A-473A-12848AEE3F7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1E97F5D-C49E-233E-72E6-814D8F1C7D7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8965962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6170A-C65F-96A3-6CBF-00EF6405D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80A544-C6AF-66AE-6018-A00577B211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A5747D5-6AA5-2FAF-C1D3-D5C7D72A9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56D2198-BDC4-8654-A3FD-7F0BE96894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C9DBDC5-1DE0-3AB5-AD7F-C781D7A85E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B471035-A586-044B-30D5-EDA7FDFA50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35FC1F-0C82-F65A-3621-C8346995528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4A8B4F-C87C-067B-6898-130A8EDB617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5DC5BE-5019-4902-7C48-82AE1D37ED9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DD734F-4468-38D7-DEE7-8829080CA17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4CAF7C-81C5-5E97-B776-3B444A35AF1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3AB863-722C-853E-1121-DCE01DA17D8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A9E629-DB36-77C1-AC8F-F5982BC9FEA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669FB7-2496-6159-B105-501202EBDF5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DD9B65-37CF-3AE6-D642-B72D4A4BE67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DF435E-1930-6A72-0B6D-0647C33A937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374D57-ADF6-DA94-9BBF-3099FB08429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772190-5734-54A9-123A-74738E5C177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595E8C-FF3F-AD82-17AD-31E45D56ADA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B54B9C-B0FE-00CD-57DE-539CB9D3509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A56784-C271-B18C-9DBF-A628E960BA4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FCC879-3053-D513-6EFC-0BD8BE07266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038E8D6-2ACB-9DD1-6E2A-BBB2F5E9C02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0562CE7-E2A5-B170-23DF-AF70B139B8D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1B7727-2FDE-12AA-1054-C20D4E828EB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49168F-EB78-12DF-8965-AF76DA0F9A5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E3183A-0819-B04A-265D-3094F521BB8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AFA4B20-454F-C443-F3C3-A9AD5049EF7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DF1BABB-FF2E-E5BF-A76F-2B15C4BE9F9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2217BD-71A0-341F-9056-47AD893CACE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8BA8F6-765A-949E-D52C-7DD3D06CB5F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2BE09D-6520-2682-C224-4DFCE588994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E2037A-D2E1-12B5-4AAE-17F56F78100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D1526A-67CC-F652-C032-00FBAB04908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1DCB27-B14D-A08F-DFB5-BD1F628A7E3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F8C243A-3BCD-83B3-7C2B-8F9CB478917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E4BA2C1-199F-E2F5-7C36-ACE9C179508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EB578D-82C1-453C-96DE-1C61F0A1FB7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BF86B89-9B41-7D91-BE5A-9C249454863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6E36BC-6505-6DFD-86E5-87B94217059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A33632-5521-9455-BFDB-818C487936A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85265D-0942-AB38-3E03-7E3BF4C865C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CAF569D-B5A5-5A63-3BCE-7DD1C48D25A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8D98680-9D27-D1E6-83E5-D5BBBA7A1FE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CDB06D-1C50-C315-BB88-049CE1C8B74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2E731B-6EF6-2CDB-BCF3-8CA8F39B053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179DEA2-9EBB-A895-1329-8CBEC506A64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B68AC93-BB2A-E3AA-B918-AAB8A89027D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2099C0-AC3C-A156-23C0-1F8556028EED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C191CA8-BAB9-770A-FAB5-8C1E6DAD5C4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587D82-B57E-0A44-3FD6-D02DA7808B2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96F329-8D13-A102-719B-90DDD7CC622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099979-5435-7B3A-F652-FC5C5EF72C7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522990-E82D-3ADD-5E7D-476F49B0397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C137EA-357D-F373-DB1A-E637326E9BE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6F7E423-3D72-813D-D9C5-352EC5E8753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E9B94DF-CF7A-A3CE-E773-1FD9C89AA27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C0875D-DD51-99FD-AA1E-CA28B35E10E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2F703A4-304F-84A2-3EB3-FB22A1F2B14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DC8CFC0-8772-5374-51FF-1C253B2531C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3633B34-7B2D-1F42-1064-2728986CDB2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1BBDAC2-E8DE-210F-5EF1-4151E015178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081F680-F6C2-7054-A29D-2618246BD4B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1671BB4-8BF0-BEED-7A86-3D8C754EEC9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AA1A3A-8284-CB30-CE23-342CFDC8468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163EA24-EBF1-C9DF-4395-2427734FD7D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12C6FF-EF14-9B49-073F-E0F6D7ACB99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FA47A0-4943-E65C-5657-892E9D86479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AB5C3C-1A0A-B074-BD8A-A37F5256013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D0486E2-D2CA-1C7A-D2C1-40EC8B95072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015610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FE0E7-7412-8240-FBEE-D49A99A17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56F440-70B2-0388-1C5F-2B41F7B992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047E50E-1771-1392-B015-98F6FBB18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EC67D33-2E81-FB95-7013-6134C01D7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26DD12-FEC8-9F73-0BB4-BA252B495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AED43C-FA4D-94E1-7D45-FED4A3D82B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10CA3E-4DC5-BA1E-5074-DD86526D8B4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AB154-E9BF-AACB-52A9-4893BCB9543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689075E-C231-A472-CD65-46CFFDB1A3E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062FA1-B882-AF13-733A-6512DE53927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B4902F-D17B-CD56-05CA-2416FF9F6BE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0682E4-995A-524B-92C3-9BFF5AA9182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1A8B20-FA89-43DD-529A-279C3C49EBE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B7B91A-C315-4B03-C517-198C497DAA6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8CF27F-329F-2D67-9705-E1CB18F8B5B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F8C2DD-B6A1-86B1-6580-255FF5C0B6E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208289-CC2E-5A2C-3AE1-F20FDF26E34C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546272-0AB9-7BAC-84BF-AFD5E0E6A6A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2EF4EE-C765-54F9-6BA0-30AD51F3379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4F1D9B-7BBA-C285-538E-6308977004E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8E8902-351E-F264-9CC3-663AB00F720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20C825-E7A7-48BC-2AD4-EF774A64096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BE1B19-A9A0-3116-A639-000526AED15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13F8FE-5982-1BBE-4D39-FFDA79A0973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9AE5B5-081C-C2B9-E701-CA81B0DCAFC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EC69B3-8840-4ECB-E1FC-C7FD0B8E350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77E38B-DF38-1852-DF92-C216CEB9FD9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CDDD03-5186-3C5B-82F1-ED5027836F6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18CB6DD-6F7C-357D-CFAE-E7DE2E04342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B6E56B-4156-5D0F-8F19-859631DAE83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942A1B3-3DBE-3D50-D3DD-3C5DE06AC02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48E547-B028-03DF-6179-ED6523322F8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609F0F-9F61-3AF4-2700-97C548CBE8F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5DE7E9-5DD8-25C2-338A-F53DB273786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A2B04CD-8991-2127-19D4-DA2645C7C6D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0863CD-92E3-9D09-2FE8-FE72CC8A616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4D96EA7-872C-682D-1A69-F8A513B278D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BAEE82-B508-5F05-FD50-F5C96FE060B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560031-9C67-392A-76E3-783B74AA9A2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2FD8D1-6B5A-7A2D-93E3-CEDB36A88A8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89BBF9-66ED-524D-14ED-7BFF44628DA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97BC79-33F1-1684-6D48-2BDBC1BEE9C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123E97-F3EE-3B4A-371B-B77A3243D68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4FCA89A-A9B1-91D5-02CA-545C089707C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1FE2002-FBCA-717E-EFC5-9914D1FAA01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8276E14-3B69-A7EF-7104-D2A7D08008B4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60F5BD5-0DDF-3BA1-57BB-8B779F17F5A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405BE0-C57A-F4AD-DDF6-B7ECD5878F6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65420D-4B28-8251-F7E6-37F988AC4B6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99B09D6-4916-CB1D-D236-AC45F0726D8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CB21E5F-CB4C-A243-6B26-F115DE7B512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AA75543-CC3B-13B5-3794-C445CA85DE8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C631048-AB25-3BF9-C4E7-5AD1AF175E0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7FC382-7F5C-D82A-15EA-E2066B4846A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E3158E4-9211-129C-7675-C83412DD3F6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7288D2F-17F3-5F24-5D8D-C8B30A701F9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923837A-4229-BBB8-CCFB-DD74463E8B9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4BCD39-08C2-CF14-76FE-6C262C3AE12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2410691-5B47-FE3D-4468-7EAC30977DE4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2F5953-427F-D7E4-C801-F834119D21B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AD3BF2-CB7F-0C7E-CFC2-9355C30CAED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DF70BA-9C0A-3B97-F7C9-1AA6D3E1774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BAF3A0-F17E-55B6-8F96-0DD3F3B89F6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FFD642-B390-980C-3EDE-55AEEAECB29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22C0C3-ED7D-55C5-10E3-D9B273CEF05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E14233-0D50-B8FE-BAA1-46CFAACF06A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EBD7285-3E91-270F-C9B4-C1785E5F1CE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C132BC0-709E-B33D-35F3-F4FE93401E9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392BA14-6A30-4849-06D5-49148824BC5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24A5924-4081-9390-F1E2-AB6A535A1C4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701973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3090D-B82F-ADEC-4C26-4FDC657F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A9F73F-9E14-E6C9-3BD1-638C621D9B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57924E-18AA-224F-FEB6-899055571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221467D-3322-8827-9743-91A9ED4BF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18C0EFC-777F-25C4-C8A1-0FAD08299D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2B01993-183E-0F20-AD09-5D2EDB03FB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B6DA47-9BF1-CD82-E5CD-1A81D393575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692B74-10DD-ABE1-DECB-94F7F08EC75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BF91F5-83BE-CFF0-C718-13FE046D5C8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EC68AA-BD79-D47E-4797-8EDA09DE48B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CE1974-FA67-9E6B-20A0-BDB976AC3C9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1C246D-A672-6155-753D-CF4066E9425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B1A707-7953-9690-F6A0-4588445DA49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96703E-5442-D017-1D57-F2BC2608396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E76636-85C5-27D1-74DF-B1BF5BF14DC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E6831A-CA93-4C82-6214-805B89F72B6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FCF6B9-6580-F6AB-2CAD-26657D75A19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D1FDD4-537D-4EE7-70C9-43BD8631173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DA863B-D450-48A3-D37F-EAF7D086F6D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99A90F-5E22-5E85-6D62-F61B334E98B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F261BF9-08B7-B9D5-C235-7C394DFEF68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4963AE-B904-0B22-AFD0-EC6BDF73D3D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9516247-BC2F-E089-4189-13220287F3C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D1A8BB5-D481-B0CE-E5CC-CA9879947FC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A4534C-A0ED-C574-D74D-63DBB564056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3E6E16-EE2B-DFAB-18EF-F636F369F43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8F726F-E779-CFFB-0C93-EABFFF1037B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5A8238-2204-9607-C030-FB90D20C04B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43F4DC8-E444-84A2-790B-22482EF6A75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AD73B2-D9FD-6FE1-C085-F711D178CC2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0DC9EE8-5468-687B-6EDB-7A76230B49D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9E8DD8B-E893-71C9-A917-EDE1C306AF1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EF213B-58BD-8D72-0047-D5D00497AAF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0B5BCD-FE88-0B63-9704-3577C91C3B9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2E1FAE-ABEB-F20E-FF9D-77F6AA27647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B36589-C279-1A99-83F1-EB33EF02861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772F4F-31CC-13E1-80C2-432E02FA177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0DB25F-1AB7-0F65-8900-C77F5AABB32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87DF49-E5BB-5F61-BA0E-7C3C8FA3A5E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E0164B-EA1A-6D18-9711-084972722F6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9C2BB15-D426-BC4D-6EF2-732D430A7CD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CDC0DD-5EB7-35BC-E61B-2384C39B7B8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62E1EC-998E-5342-6FB2-B19D5B466C1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72E89D-F182-5200-379A-64998DE2030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05A3F7-30A0-0804-88CC-3364224E071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A08F1DD-5A3F-4CF0-7880-B87E58DC879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DCC9160-518B-B689-3C1D-E1C932F2FF3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B2D74D-A66C-56BD-D792-F5A1BE6DCB5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B5A5A4-8043-9A7B-5A6B-E1931F48C0F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1D2242F-5D87-4CCB-B19F-28DA4B4F7FF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77FB905-C4E0-D44C-CF55-FA907D55C93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EDB67B6-B7B6-B64B-2F53-DAEC95E6F2C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538B46D-E26B-30DB-AAB0-B1EB91F7E0F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3EBDCCC-B3A8-9D9F-89BA-EF25B56FC44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F6706D5-76ED-EDCE-C1D0-EF41935ACED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E76276A-C071-8BB2-6929-A19402A5D78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0776F6E-FA94-4F3B-9BC9-0712179567A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78CA16-01EF-4E38-DC73-0DCF1E8C478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04A257B-E24D-282B-0CBA-D70D0CA6B8D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A0971A-BB0F-32A9-D590-D683DB2ED18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A86A5D0-2923-0124-A83F-4D8C2EEE2C0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205D5E-8714-6616-F378-AC5D89A0244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B2ADF7-0FD3-7D48-9E30-875128F97B1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ADB5BF-8650-EAB0-800F-91A66A295D7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F4A8BB-88E3-2BC1-9974-80474A8C776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4F0DB70-8AF5-3E2C-5BC3-2A99913AFF7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4D14FC-6A5F-7197-DAC0-BF31A3CD7EC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A2664B3-7254-E6FD-DF38-B5F9D70F2A7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1B04BB5-490A-A175-981B-70478ABCDB4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343C4D-C822-2CAC-D0DF-FEB7184E8B1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822793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E786D-CDAF-39CD-5491-FD90C7EC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28360E-CFC9-5FD4-AD92-B854F48E27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9104D14-0076-999E-2791-95B3383AB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CC8AB22-DCA0-D1ED-5CA5-A45C14519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D82B79-7AE9-CFDE-F459-E09C269154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C531F3-B160-BFEE-6FE3-54BC9D0D73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F872E3-1B7C-D649-2008-074C8502D05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1D2E5-DE5C-CEF3-A1E8-F798A98F93AA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21B294-6AB3-A399-7EDC-6166B0394EE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13FC22-4C92-875C-EA3F-297180CF26C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A14F8A-0332-B5F1-46BF-DCAAF018E4D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B7F44D-7F6A-5D49-BF1E-20C26CD32F3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23FC89-AFA6-7807-4B67-033B02AE38B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DEE551-40D9-5688-F528-7BB4DA31490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DDF6B0-F863-2024-B3DC-41ED102D728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85139D-0A21-85F1-EC62-1A07A31078A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FAC7CD-A40F-5C04-E2FA-53A3BF53F7E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3380D0-B7BE-4950-CC9C-0CD57E43975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B89DE5D-0A09-5F40-242A-F973572AB0C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BBA1AB-5AEF-9665-6CBB-D83245BC8C6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308564E-00E1-F767-58FB-76BD6248964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1CBEF8-BE02-F4F0-C9A0-33A1D457D2A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8036D6-6DF3-D237-5677-B81C52217CB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E00FAD2-E125-59BB-E919-8BC23C5340A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B1481F-F97D-6710-D072-5E8524F6869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418F82-CA8C-4FBF-5D52-BD3F7B4BB67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D7F525-0C97-AD45-6818-69A7A8ED199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4AD04E-DC5B-5AFC-155E-F18F7E553F5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0A78462-15DE-D5AA-A0B8-20CE2CCE93B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B358B0-794C-D1EE-9ED5-D61D5C11EE4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C07C55-54D0-D083-BE37-70F01FE27AB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3DC3C2-F5BF-6518-F1CA-AE5D89DD3AC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361B6C-7B1D-B996-8816-40244323E20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6AC082-9191-7238-DB7D-6674A81C97E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F3C639-5F71-8D21-6401-C91594ECDF3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9ADA44-C962-D451-E4CD-C42350E8073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E985B5-8EDD-9E53-F94D-46582B7715B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CF7961-2D83-71EC-43C5-40012F225D5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B3300D-113C-70B1-3057-8F6A89E04F4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EFB11D-3686-249D-3456-A2C96C6B333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429C5C-EE48-1A7D-A9C6-EC3629530C6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B86755-31CA-E6FA-ED92-69A2EFF2190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834C1C-A7BA-07E1-9A4A-898988A09E6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0E85B9-1F96-3A55-077E-AB56CCC101F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3DE9D73-31F6-6DC0-AA25-078807EEEB5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A0D0A2A-4267-BE3C-0123-2D49E483AF8A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AFA1A8-994D-FF97-49BD-1ADAE73EC21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B50CB4-F70A-B01A-4CEA-3BF7575CF71B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F577862-3A75-61CD-F284-9E1E8B209685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68254E-FFE6-3456-EBE0-3E92D4ACB82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6B9C2CD-5EA3-B478-500A-F62E4856AD5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345A34-DFCB-8F56-8BD8-7593F43F18E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AB3D06D-4E5C-4844-13BD-1EA7B621C949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5820142-F6E1-2EAB-3005-C850B0DEF0D9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E5B45D3-322B-0372-72EA-36312A1099A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6E5C7A9-70D2-CF82-F4AD-51753428536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CD00A87-AF63-B398-7043-E48CA0AB5E9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7D1522-9E86-5946-449C-8E6DE5F05AE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3064F4-055A-629A-EF43-D5296A11DEE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168F7DD-CDF8-D130-CE40-FB2107D114B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6E20F78-B04B-A771-85DC-1BA38F12704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A32D47-AB46-FBE3-E019-8CBE3B89FBD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1FDFBD-5D3E-2EFF-E3BE-B90A1805691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2D94C-5922-06A8-F6AE-5E44D2A66D2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D4315BA-6818-E677-B8AD-5F82BE9294A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2EFD843-C139-22D5-D767-ED99BCE2D83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1B2D780-DBA0-9008-2CA3-6305B1DCA28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A801FF1-0C2D-B029-59F9-2605B48F5A5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8708C8F-7E6F-3E37-FE87-7E4D8B6755B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82D6DDA-FB24-6E6D-CAC5-9DCAFE00EA4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F953C4-D097-3747-7445-6FAAB477992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FB5846-ADB3-4F9E-0FA1-EEC41C0A223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BE2E6F7-BDBA-5B63-2DCA-382B1518543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16470785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F6E5-6462-EA72-B1B8-21BC12DBE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C25E2D-BB93-B0C9-BBB9-868B785F06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AD481C5-DE6E-0191-BE65-4930D2C7E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555C66F-A729-9EF4-FDD6-E41B739A3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DCFAEFB-9172-8885-4028-953C6ECDE9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CC2E2E4-881F-6F4F-9CB5-F6E27D33CD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27A111-338F-F183-DBF3-00637445CDB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5A8FB5-D8F6-A332-3D87-53ECF3B9B2F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A39A9C-5A30-E843-039C-8D25B3986B3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EFB16D-AE7B-A1E7-1EE2-3D8E6DB8312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095726-E9C4-67E4-F919-DD9EF9C72FE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A7215C-85CD-6A02-275A-BB60AFA5E6A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FB9576-C073-F7E8-9720-51EC0FE399D9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BDD72-2771-E577-2EDD-0C5AC92B9F4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D0683A-8281-B440-B2EB-49AAB00C0FA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C04FB2-6791-7F15-F973-6C685486F9C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D1494B-38F9-D68E-0BE5-5487C0B52BB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ED9A8B-A870-482C-A913-7BF080030C65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A323A5-E936-9C8A-DCBD-6FE62C852E2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EE8E7D-D5E7-3A5E-8E19-A37E8A23C2B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C1F92D-E855-421B-D79D-A180063B566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BEFD6C6-40AA-4ADC-B03C-34E9DD7CF78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90019E-DF63-A5CF-C66A-F0B61796A5A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24C616E-0B3C-7B94-F527-8A2C90D6CF5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C2089C-1B2E-0F41-6F65-0FC0EC9FD2A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4C607E-710B-DEB2-254B-91A53A8909F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183B42-7516-3464-055D-29933E22D93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3CE994-3E6D-FD41-F795-964610FD9AA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3AA8544-A4DD-E020-1F7F-E369AB758DD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113F00-88F8-478B-B29A-42ADF6B23BD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2B08C87-7368-33EE-BB63-8F84CA82A6B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F19AE3-C671-269A-F94F-E1B115D131A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EBB543-8617-F3A5-AE86-BC569664D11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13A12F-E07A-B4B5-916E-E6C55839F02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34817D-92B4-850A-F19D-7BAAA4B5D39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5BF0EF-078D-5745-A161-3DAB4FFD15E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EE341EC-9C2E-B784-A849-085E95D0A12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BEA07F2-41A5-109F-7EA1-7C6E3558596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E99488-3A43-E155-24C0-C2A33EE8A19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13F27F8-C7BD-09BA-F935-284286C1D65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CE19AE-8E35-5DE9-90AB-2A969533FA3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B43D6FE-EF7E-2428-2E97-41F22719AA5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4EB8CC8-5A3E-0615-0CB2-956D80E0355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B4B9957-4D1E-BAC8-A17D-D19EF5BC612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E32E39-1DC0-C5BB-6378-86CECA91F6C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AA6A51E-F85C-A678-C658-499AF26F048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9DA685-88AF-B088-6D3B-6E8CDDFE909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986FE9-DB75-D1D6-D790-6DA54FAF5B7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32E403-E531-E494-64B2-038918D7DFE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D31C69-4876-93CB-8EFF-51188C41B52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2067F1E-20CE-1571-2069-AB9E85D5BC1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AA49B83-ACF6-055E-F90D-45138CCC5F0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BAD624-7461-B20E-7807-8F257E4F1E1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7D726C5-E5BC-AE0A-3445-4A3DACF6081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E263BD-95FB-AFFD-7156-4BAB766464A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09B3C3-F075-9FEA-7602-2A1529551F5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E4AE21-9F70-8C3D-4047-0B749E84741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00B7D3-1089-1534-960D-711471EBCA3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9288EE-3621-DFB6-C31C-4B2FBCDCAF4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A31689-0EF3-4BB7-AF8F-4CD4D5463DD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F31A25C-E759-381C-B1B6-FBF986BB777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71BEAB-966C-AD43-FA1B-8714F5F6518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499E5B-FA5A-AD51-3493-201E721B1CC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C50E67E-03FD-9F75-B827-20D7C492DE9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ECBEE9-A304-3CD1-CC0A-256F91F93D2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B2841BE-2E34-9AF1-4434-CEDDD1E28DD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D58B0CE-661B-313A-6D4B-1029F384774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9491FF6-9BF9-93D3-0485-94641771005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56AB19-F9D8-3BB0-A4D4-38E1D7CE0DE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258B1D-B273-8AB1-FA06-CF37367E849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C58237-18DD-BAC0-8380-C596A3ED898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453260-BDE0-DFF6-D55B-D4EB214BED5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F7581FC-7E21-DFBC-8107-668F545A437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828990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B9476-CBE1-BB02-BBAD-EA85610AB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6E517D-7811-BE48-65D5-CCB60D42A1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26BFB25-7AFB-0277-07BB-64D3E64EF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6F9D16C-FA5B-20C8-AF5D-73BB6F97BD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A373AF7-A8AE-B7B9-E1C6-179354FFA0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68BB608-B027-8CF3-51DF-5880EC916A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D663CF-4835-4CEC-D084-6B8E96CA30D7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7258F2-3FC4-D5C6-C6A7-353427EDD09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1B4A68-AD7B-7BCF-4C97-B7126EF0B1D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D1BEB8-9D63-6389-5839-0A58879CFB0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DD2A53-AC6F-70B2-3DAF-E6DB7631416A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2330FA-42DB-20E0-3489-56C943B1C93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7E1467-A3F2-EAE3-656F-66B63BAB6D6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FCF22D-99A2-1441-9FC2-7BA357B102F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A2DFCE-D88E-DC40-35F1-A4F37C294A1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5744B1-F156-F8FC-B099-5E744DA0B3DD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CDFF5A-F1AC-B7EA-A4E4-26E72526B4AD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FD6E294-7DA1-E05C-8DDB-FEFE9AACB5A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31A256-2476-F082-C3C7-04CE21A8A48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40F0E5-F322-A217-4E39-60F901F2A6F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AF4201-7E21-2DEC-50E8-F807045FDF1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002988-16C8-96BD-2AE6-0EAE3DE57DA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46A397-D11A-2D9A-0173-442A27B69DB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873D10-49DD-F241-A58B-C08CF86C1B2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78E38B-EF93-19B9-F4A6-5B477EDC7A1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64C5E45-06EC-2E22-B5F6-FCBF2101D57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D05AAC-8F12-EF88-6FD6-478F26E2D4A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E95EDE-E752-4BF6-413E-3DDCA2B0E0F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939D7B-0D9D-285C-D76A-DB747A07A95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FA50991-30DC-39BD-96BB-8280A972C37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291B56-006F-56B3-9948-C67F704E1BE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B3D113-B338-F49A-287B-3F6E40E2BD0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AE54D5-943A-D366-87D7-BAB6ED67960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EDB408-7FF8-220E-CBFE-C94EB4A3685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CAB2E4-AC19-0E50-E83D-9BE8C3CF3CA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BBDF75-1FF0-AD4E-FD55-017C57C0441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62A96B-A055-D5E4-4E8F-CBA415CE761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534ED9-0799-BACF-A11A-100FEEF8941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6A476D-C649-C16D-C0FE-6E7C0924033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4EB9A07-5FDC-1639-C01D-5C3B5A5695F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1E6C1E-86E0-FB5F-31D6-A59C8CBFFE3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E4A0AE-087B-02EE-A0DD-08B3E8CA72F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0319F39-94FC-1578-7BB0-251427616EA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A40924-7219-35A2-0105-A081783CD40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59DBF3C-BA82-6539-98CB-8E817B01885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492BF07-6E12-3017-3004-1EA230A3EAE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8AF05F0-826B-6796-3B74-D1D61215490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BEE0B4-CA9C-0DAE-386E-A01043AA084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27FCA4-C7AB-FB29-88A6-B216BCCACD4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0A75B42-64D7-4DF1-1CEE-42290FBD13D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7ACE39-B0D9-EEBC-B2BF-B44A09F5336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D57112-67CD-D2B9-535E-34F5CB7908D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0D827CD-1C87-00F0-4995-56CB158C3DB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DC2C75-0E3A-3F1E-DAF2-F6E07D3D348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8678B43-CE6C-9BA6-743A-A523F1946D3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035A3C2-2911-AC98-11D3-44CC8AC38DD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933E6D1-6765-B134-ECF2-9747ECA6DB8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1D68A0A-FC0E-2F4D-BAD4-6DC123ECA3E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460228-FE22-0BBB-A72B-BF725E06264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3C2E7C-643F-4983-600F-56A528A7A4C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C4DF0B3-D96C-917C-BE5B-12C18DF3F4F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3ECEEFB-6DC0-A68D-B615-EECF6CD8DFF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B24D2EF-5E81-6BBD-597B-A076F64465E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8756679-FFF2-8ED2-8281-C81F1224186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632B299-9582-D09E-1C7C-2B39F61CF36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951FA76-3A6D-2202-7BC2-49A1B93318D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DEF0F1-0EBE-1655-84B8-99D6C0E9797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589B7B-961B-D375-9261-EF72EC2E38C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9BCE5C-AED7-1EEF-771D-4AD3D82A824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59743B-3513-888E-8AFC-2CA633EF4CF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B11333-9D11-1A62-8090-D66E6F837DC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658586-0E57-95E7-30D4-5870DCD69B2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349066-A6FA-A908-689C-16B3A901BA2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051760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2A351-AE23-9637-C308-5D3B0CE14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83BFC7-296E-66E5-AC16-8A6C77E1F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Initialize reduced [9 in 2] (45 fits in only one way) and [11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2B1AE4F-CB80-6B72-22E6-215923527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CE06E69-C78B-8EA5-156A-E1B5566E6D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B37DDB8-BD55-8A14-B467-4879853CA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2B7C8B3-C457-C439-B701-1CF93E931E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80BEB7-5C91-A406-900C-0D0CA3B2E79D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4F1AB7-4E0D-1FA4-835B-68BA8489AAA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A1CEC-3134-21D7-7085-27D6929BAD4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470468-F524-177C-DEF6-88EE2B878AF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A019D2-9D9A-EA82-81C6-BCD5E08A354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92F253-99E2-7DDF-D7BD-1777E9C997D9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D296B8-4600-8A2B-427C-6CBFE99506E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D04348-34F4-7AF9-88B3-3ABF10AD439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C3C42A-8036-8AB1-313B-4B932C242AF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8315E0-FEFC-6EEE-785F-57D23829100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24DE41-A17B-73D1-BAA0-A09F6F9F6F0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91D221-2C6D-6C91-4F4C-83BF5292592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2CC033-EB3D-ED1B-4FA9-7FFC1B114DF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003069-EF2A-202E-46FD-ACAECB3D4C9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DEF556-1FEB-BC17-F0FF-5064122973D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3E9DD4-3906-7A22-A7D5-1D61E4B135D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2C3FF1-3E77-0C6A-9DB5-6451711BAA9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47740F-1305-B2DA-AD0A-15AB759C4A6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2D58A4-BC2B-D150-94FB-DB170665F5B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81D721-E348-AC8B-19F1-5C536215A15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0B53CB-CDF5-40DE-B464-C3E940DEC9D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412FB6-BC97-ED3A-3FD5-A2BFB32A132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177CB0-F0B5-5562-6A2F-3DC8FFF14C0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D8D160-8EC3-D983-19B5-92D183CE1FD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2846540-BCAD-20EF-A37D-AAE6DE3F62E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68947A-6A8B-9F27-E79C-039B2C90C67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DD52DC-6652-35E5-D8B4-294CED9FD02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7C58F5-7F13-5B51-8577-171F439275A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3D11BF-9AD6-0C8C-511A-87B17FC6232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1028E3-6E71-334D-D175-FBA5510B3FE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DF47DA-68A2-323B-706B-BA8C5825BCA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C06B70-969D-BC70-3D77-83FEF012D6F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204855-C523-39A7-A781-8BED75F7F1A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C6074A-66B9-0BBC-0177-C69173DEC31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8B5D0BB-A0DE-C235-6BEF-271A073B2CB7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B8B406-28A5-D5EF-08EB-6E605055C25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B77CC4D-DE3E-65E3-8FD9-3724F5D491C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9879998-822A-51B3-8AC4-A7B44382666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01D5A4-6447-9FFF-1C4F-C351219738B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355307E-394F-7CAE-C0B1-82AF517D983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E6408C2-91F3-E07A-D57F-DC3F9B10468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98646C9-771A-4C15-24F4-22F3C2C20CD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44445F7-2213-FCC4-3D3C-E59677B53DA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A89FD61-531C-F5E2-EF2E-6BB8EEE4E5A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F79849-9DFA-7156-1717-D11AF73FBF2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103FC0-2076-5690-FEE4-2375DC4B233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B288F7-7169-26B2-5FDA-AC9A6DB67BD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2CBBF0-4817-BB08-ABA5-6DDDA03DA58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2049F7-37BE-C354-61BD-93101190742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EDF932B-93A0-647D-E535-944FDB2235A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D322FC-921E-9D19-24DF-4CFA135EB5D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6AF27D-4052-EB77-BC6E-BA4C7B2CF5E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4C8D87D-156F-2563-6739-58AA5436742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FE5C10-510D-226D-4C2C-DB1156DC648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2B0785-35E2-FE24-0D2B-01D51B250E7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801843-6FCC-596C-0A55-99759357B31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4718490-27B7-909A-3C3E-791B19279FF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6954A66-F071-8892-B10A-0A384AE8622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9B9253-CEBE-BEB1-231B-4A4C317078A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B3959D-6689-803E-4CD8-82AEF219F7A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F26A62-5EDA-B4E7-AFBB-DB6468ACF72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3C20389-3E3C-CAD8-3EB5-93A8467EF3F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31D7FE-36C9-07F8-4D67-37763B21829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C9E1D7-F208-BF55-1CE8-0D60F73A465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3310AA-AE96-A67B-0D5C-403A0A68F34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D0042A-4EF8-EB55-9102-8C82CE0A096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FDDB23-8D4B-5278-0527-D78390282DAC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0152AAD-634A-FE67-5A0F-2FC34DC0521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9652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352D677-A8A8-8E53-A77D-01B0A359D3D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1A37FA0-1B34-77D4-5743-0E9099EA370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6A14848-D7A2-3B1F-4B57-54B3A3719A9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735692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CEE59-A2A1-C734-B44A-71D4478AC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8B51F9-F166-F6E8-60CD-38079C97BF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1CF6C1F-6047-E8A9-0459-F33B6C1BB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103347E-A15E-2492-0540-5F5937DDB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FB1D16C-5E1C-525A-94C4-6EE29ADFE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E8A138C-6CA2-2F63-2DF7-5ED04E8969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17517A-143C-A5B5-3BFD-E50332F4FAC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12CC13-055C-1017-DB69-3E5453D029C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C6CE8C-7A33-796A-0D09-8783BB85A74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B3FF82-98CB-062E-1181-FC575DDE0C9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6017B8-A771-89CC-79D1-69E383E6277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9E9D9F-6788-F75F-DE6D-08160E79142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C53829-86FD-0569-80E8-7DEA759D8F7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C5D23A-7108-B68B-9CC3-0D7267462D6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0FDDB9-8A99-EC40-17CA-26317DEE621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973E22-980F-31AA-3BB7-AAC442BEF86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601B35-B6EA-2938-BF9E-34258861A0E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11AD85-7592-DADC-9D7B-A966E227783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4A6AD4-C91B-DC4D-277F-500E9B649F6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3A987C-50EB-3653-16CC-78D403C1707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94D116-BDD4-5201-0E2C-66A60EC8506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CD5750-EEA4-FF43-893C-D1BC59EF1A2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5A37C4-F8BA-98FE-4DA5-81BAD1976A7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8AC4BCB-CEA9-1315-2E33-0DF231A13A6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6901C0-6B5C-70EF-B354-04C186789D0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7BF31D-D7AE-9ACB-632A-552AB9AC7CB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91329E-6AD4-7708-ADA6-5ADAD7FEC3B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F3BDDF-7D96-59B9-B2C3-7BAF0CA5A2A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833E04-088D-E735-6BF1-2AA81255974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5621E1A-9B2F-36CE-4A92-FEB7025A145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995738-B929-0C88-F469-DCCC076302A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D8D39C-1E83-BA42-ABDF-ADF52227ACF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7D4F41C-66EB-4568-964B-7E2F184234F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D13A36-725A-EC0A-035A-55ABFF41139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57A8AC-F385-32AB-4993-758B38A9B2B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13F432-25DC-A3BE-E738-CD8D53FD4A8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3FEF2F-AF70-427A-D2BE-B073DF7380C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2715EF-AB15-DF58-69AF-C348B14B3B3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4355663-55E4-296B-C124-91AA2B92F3D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DC65834-8CD3-08C7-354F-0BDAC8F5034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C2920C-FEFE-AE3B-B538-2B1E7C3BD3E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F07F8B8-68BF-23D5-99B1-64B2CCC7B28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286A56F-5063-FAA1-747C-706DDC92002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9240F2-6866-303B-63A4-C41E3EB6026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96A6FCF-A43A-B956-0267-631739842A3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5775ECE-AFAD-B242-C83F-B00F2D5CD17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B13988-EE97-F79B-5289-58D5DE6744D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F093D9E-B928-0A2B-D063-103342D0BC5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F5E12D-F16B-E666-606B-3B17974052C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73F028-5DDA-2502-59B8-B445A84864F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5F3D7F-BFC3-02EA-98C7-D84810BBA95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8E1803-34FC-B890-D9BD-2938D565FD2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736C76A-6AA8-C7F7-F16E-BDCB87FEBAD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F7F5C11-BD5F-17CC-7291-546225F75BC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E3F704-AD26-16BB-D198-245372E7133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115E251-978A-F3F1-3D3B-5AD37F19106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DCEEE5-9C1C-1DAA-FEC9-DDA73B9F63F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469DE54-74D8-5320-CE61-33903FCCA6A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9F124A-8CB8-B5AF-976A-5AD7C516173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188B576-E796-45F7-08E3-98703ABBF01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5107D2-947E-88A7-F6D0-AF3B0DB27BB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EC0120-B971-3911-3AE5-7654EBF67ED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456DF3-C6DC-AED2-B453-0793DA0AC96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CBE4EA-23FD-A5DF-CB4F-518CED27174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68C963-421C-BAE8-2A45-6B57423CC06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9C7A729-0CF0-F938-09DF-330C5638F35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7AD8D2-FA11-483E-30E0-54E5A85D1F4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C56C64-8A16-4FB6-D1BB-D25EA34FE14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184B7EE-85EF-90AB-93CD-328B6A63EE9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2A854A-9A1A-08D5-1CA5-044CDD23C2F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024B0E-0059-F222-95F1-B41115A7ABA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C92B5A5-2D79-2896-53BC-07A1A68223A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2AB5538-1192-38D0-369D-6E707C68565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1D198FF-9F95-D039-0D80-892A710279A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BA2A4A-0249-05A0-2381-F5EF1169A4B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122BD4A-CB2B-EA01-A29D-05D58B12126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588BD7D-DB82-731E-75DA-331EF22E9F6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144616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1B007-EB8C-8434-1D5D-0BA931485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908157-8376-6AFF-0631-A4C5DF9897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4BC981C-76BB-5905-0E38-7CC2EE66E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547588F-298C-E56F-B28D-A06276F6B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E6F7180-85AC-BFAB-BAF8-F3CB3A3711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F8C3FA-F461-0F05-7FC0-4E22A99F8F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A85C80A-616F-700C-3F3B-3630C853929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DF0544-A9EC-EF5C-2F12-FC17A16CD324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53DEF7-3ABE-BC35-ED71-3A63506A02F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A56907-0DCF-B5F8-A02B-796BBF7E485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842DF8-1323-3836-49EF-1BC8D73C89E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5D146F-EFE8-E577-AFD5-AB7723EC656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3D2251-5BE7-0BD1-07A5-2801F406D2E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8FB23A-95E8-0030-DBF8-B143DE8D0EF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4EA392-1F83-53CD-1E3D-D373A2A37B5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8BC07A-CE2E-593E-0527-3A6513A6F2E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51DB09-1527-1E67-FF01-7D2108D8017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4CC8CFC-2797-2F48-4EEF-9DA9376E62B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B039B5-97B5-0C99-4DD1-4C7C8D7D165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3A486E-D864-E006-51D1-6F1A1C324CD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C153992-DEFC-70D7-1599-0C8600B4335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4A9018-85ED-F577-1983-27BBCC7CD6D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10038B-70CB-1BF5-562B-5DE0065923F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6138B2-DDF7-626C-9FFE-7C27904BE83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B4D08A-76F6-FD00-3287-2724D4E67DC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B2528B-E644-CF45-7AD1-A1106CA8560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A12F75-D5CB-ACE5-E903-76625C14CFA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9804C1-C6CC-666A-63E7-448266E4A4E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6C1EC8B-7E0A-A5B4-10D6-4D51BFF77C5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D3EA16F-A973-C8F3-D169-9D0E127C8D3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834268-01CD-716C-2EEB-DC48365256E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5F1670-C8C3-E787-01F2-3F7877BBADC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3B1928-1224-70A6-D97F-62AE1760B7B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4D20A8-792A-2521-753F-D8BF8252927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8E45E3-73F6-A17F-50FF-8534020D046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959289E-FD8B-48B1-EC4F-6674B8358F2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7980A8-A9F6-EE3A-294E-4B81F7641C0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7418AD0-E39C-C327-638A-CC96CDE48AB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4F4DE21-CBD7-CD03-EF44-721BFF03B09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0883968-6FD5-B99F-03B9-DD8F74BE5B0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35E02A9-C8C3-39D3-6478-CF5C160FEA3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F1B317B-C1BC-666F-778E-51864E3105C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AF4D3D-003C-A365-EAF2-CF48780F0E7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3E9BDD-36DE-D487-5559-B7B34F832CF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503DC51-D0EC-BEA0-6A7B-E7F94B758A1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F06538-5D9A-8A7B-F001-678F60F2781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C2A3BB-39E6-5431-6CAB-A661363C5F5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E86436A-4448-4D84-7915-A56B9A87020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28B532-1966-0ED2-8434-A574DCA8FF3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7349AB-FAE7-F31E-2569-2C489888A82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EA3CD5-CC04-AB9D-FE27-BE9F6261587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7761397-B006-AA90-55A8-993A9771037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A4FAB3-605A-2FD5-E924-4095E85E7E5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8E14BF-AFB9-3B28-0804-75AD75A85D7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E48EBA4-46A8-7EA3-D18E-BC41FD4623B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AEFB033-BB03-FAC0-9972-C6624F23EFC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C0372A-1E13-3FB5-FB8E-48920171FC3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7D7514-50C3-46FC-8AFD-A5D389488B1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0A6691-A5D5-7BCE-D72C-CF8695E9C99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FCA6E62-9EB7-9FE7-6092-C8CD506F9B2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FABAC2-0D28-F740-F536-F939BA9FA9F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5CD540-4D94-39C0-D6FC-4D3378C5A0D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8FEF2F2-D30C-60D7-2448-239571BF445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9069B0-F81F-2A5E-8503-9F518FC1CC7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CFF4E3C-428D-E366-8456-5F54A56CF03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72ADA8-1F16-5871-EE70-5C14D6164BB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8C01D02-B59B-65C4-8E57-39234E655FA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17B8C9-CA72-A5B6-55BB-1F26E48CDEA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962FEEA-E143-B77E-71C5-031E29921D2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9C16F09-BA39-05BE-1E32-FD947FA6363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8899EAB-6FC8-7E80-77F3-89021870BB9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576069B-1CE3-068C-3F3B-4F691CCFCB1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A8A41D6-04EE-29CF-5CCE-B08E9A2DF6C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60975D7-8B64-5707-8D61-8E955ACE8F2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7D821E9-2F23-DB2B-AAE4-7AAA2768A40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8DA8750-B1F4-78CB-3428-60D4760C086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32FCCDA-6B45-2155-C828-D1D6211FC48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850765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916DF-B4F1-4024-DAB4-609A1C97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F200DD-CA91-EA77-0515-E12ADE40F79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A7D770D-6D51-B39C-35E0-59360083A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16CA7E2-A5A9-E952-31DE-0D26B9D01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8AA673C-788F-C179-873E-ED4D58350D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B58A61D-0895-0E62-65F2-FC1D965ABE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7E9534-77BE-0C0E-0F84-6F8AA992664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BF5EC6-2376-E5C9-7590-3C1D66C74273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83513F-9A59-5FB5-CB7E-EC9C76E7313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B5EF73-CACB-7C25-5580-3FD55DD6905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4579FE-6B47-FA16-1090-8232A42AC66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7B00C1-76BC-DDF3-BB91-98C10B48B24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6EF8F2-937D-746A-D621-893C3E40CB8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279966-C297-8FD6-68BD-9C2BD303E30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BFE02F-1B5B-D4ED-F393-0EB6DDCBF44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F38306-BD5B-3586-1255-8CAE9B4647D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6B5E27-1A39-E15F-4947-03FBF246347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EA52115-A987-2DDB-369C-1E955124AE1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54879E-95A7-AD85-4239-DB010FFE299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2D3AB55-17DF-FF44-DED8-44A07DC8388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D5783F-373D-98D2-BBFA-E2114189750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3B1AA2-A434-D980-EA46-7488DD7E07F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E81660-5E54-6913-F05D-A27D890279B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1DFD67-4AA8-50EA-9BEB-3C70B3A23A5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530193-8AE4-B37F-38D6-37D5386CFAD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42C43AF-775C-1B74-6F1B-355D5D34832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B4BA055-8810-ED8F-2334-F1D99D69DB1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86A640-4AB3-B83D-7EB8-AC829EC4DAC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4DEC2F-1A7D-41F5-7F9E-101E581F2DC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518E261-2F7A-76A0-5744-E8E01CFAF04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AB8F11C-F951-BD2C-533D-FAD5A3AA88C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247769-CA60-8A57-C176-4215FC68668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0F9A59-B72A-BB08-4776-24676631F7A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74D774-BE33-441E-61BA-5BDC07C2290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009F03-7B76-577A-716B-B6EA2CB3B66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DDC8064-2A2C-7BCA-EA44-D5AA0C8AC79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742C31F-3643-25D3-5DDD-8327C407F86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38E6A36-B992-1F76-A4B7-0A72449AC9D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E453796-19E3-EF99-3A55-E954EE17254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E4C0EE3-A208-CA1B-F347-426A524FBAB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6980817-E7A3-0D27-7CFA-F064BCE2AB4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83E96D1-4294-7124-A0D1-3024B4CFF3C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D88309-B380-C942-89A4-D5AF925DB88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7C3C4E-D025-C1DD-330D-4F351A3FE68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5700B2-BA78-1B83-F685-174521A1224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B7C7E3-6EC2-8347-18FF-8C3444B06C5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BA17F5-1F91-716C-1D2F-C1E6E3DB505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6C1A50A-774D-60C5-F387-28925502C83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E7BB5D-E4BF-30AD-E150-0884DC089CE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2C7005-E6A7-D2EB-AC79-817B1C1DA45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B43984-F1B6-B84F-B9FD-D50BB9B367A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64CEE08-D5DA-F8ED-594D-641CB215BC2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B8D565-258F-201B-6DB2-B98C9B7F5AE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D7C383-A18B-341D-0DB5-A39B1F856BA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9F4F1D9-2DB3-D86A-23EF-EC01951D471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896A4BA-93DC-1AD5-F199-C3E0F44C423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53A02C2-CE02-979C-5A36-9B35D7DCFDC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4590B44-C59F-F43F-DFFD-2C05CF74A642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362E07-8123-6F9A-CC76-66F7C36CF7D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D3F053-05C1-F7A4-D4CE-F8BAB1CCCA7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E866941-9044-5B44-7AB8-442EC021207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9CA29C-E7B8-8BCA-9186-9C2D6C8714A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EC1505E-7F27-D467-3887-69271D446EF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8BB8B6C-2AC3-0E3D-D5C7-B79C899A0CB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419B52-9DAB-E1C2-3581-E1FA1D472A1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F0C956-B54A-51F8-C5B9-8C65C2FEF9B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E7056BB-534C-1DFC-88BC-DEB07F21180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74F5609-A84E-88BE-052F-46356CE3FFB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CF880A8-EA8F-A179-288F-E9A3A0E079E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DB7C12D-918E-CB09-A24C-A0AD0F4E9B1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C9F67C8-A7E2-8BB2-C150-8BD3EEDA0DE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07A3CFA-FBC7-DDF0-78C0-D3BF313E63E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A8BCB05-087D-3665-8642-475A86A29C2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6C0CA60-E687-8264-40B7-3A35DC4BB98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DB0931B-C48A-58B4-22E5-C8B8DA1271F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4291DFE-ADD1-2D86-CF52-C70A2718025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90C8137-CD62-DE89-B618-88A071F4F3D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D1E34A-DEB9-2451-6075-D17AE2C3D09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973833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397C3-07D2-9111-2C7A-76EA9375D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558C23-3BE8-1547-8070-13BA7C9E7E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A5FC5F-9C9C-EF20-E95F-5F20730ED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752123C-A101-FCD0-BCFB-64E9C915E6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76F959A-D876-9D7D-73CF-B108DB1A38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36CD272-787A-AEEE-DF0E-DFD66E13E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0C31F7-AF82-5090-8044-1256AB652C1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7B73ED-F91A-A1BC-6F70-C9D7C201030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E4E971-B7D1-FE80-C491-A07BB72CEAD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5C040-AFC2-99BA-45A6-94259E03032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2E9026-FE41-F5A5-53B5-1B5FE5FFB0C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F899A8-7DA8-FAA4-700F-5B6C82B2E21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DDBFD7-886B-F297-478A-3FC96E0B964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E31BA2-1DF5-D235-2564-B6779EC4366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1A9F9F-DC9F-B706-DD99-840D8DBE55B3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120AD5-E8B3-CF64-6DE6-424D0C6D6F4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6DB0F1-231F-645C-82C2-E8FED3928D5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AB8AB5A-1F20-3926-339B-77D497FFDB5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ADA3B8-4A2A-01C7-5877-29117DCC286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1A4B14-13F0-4626-99A4-D21EFA5EE5C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2BAE0F-5A2F-3E27-48C8-C5CB5525228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826E08-1005-57AF-B7FE-7075A670372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4C5F81-55A4-2748-8B76-200FB5B854C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04EDD8-EFA3-A406-119F-29616947532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A62315-92BB-ACE2-255E-F2BD4B03685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AAFB569-4FA8-6D80-3CDB-99372A74D7E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864229-2995-E638-D1EE-403D482BD13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24CF99-F759-4732-64AB-1FFB7FD3E61F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B9ACF2-6D86-6A6F-3209-0BAD48BD107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842C1E-646E-06DF-F1E4-8293C6468A0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626257-530A-41DA-A878-067313DC988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E995AC-5FB4-D229-0B85-A7F2998D081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B16593-7E2D-D46E-4B81-D3BE9B1C1B7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E11DFA-D25E-7544-B35B-223ADEB0CFB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E282F9-6320-5D32-72BE-F5200C9A910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544D4C-33FE-6569-85B4-C1F451B99CC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AC6ABF4-A9A6-F743-CB91-E7A9BBC8616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07FBA13-7D8E-6D5E-A68A-85F7EA13ECB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48CB70-7E7D-4C4B-E68D-DF913649300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E1007C8-6B49-7B54-74AA-02A50DC51DB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A1A7621-AFBB-A95B-A96A-FB23C15221B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8E305A4-F9EA-7546-7398-1BA98772B21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3E9E6F-5439-B017-9EF5-F6E68A414EB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0C44A88-F904-D035-5F6E-1AB349CE8E3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C51B5F-1688-66C3-E911-8F1AF146324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F1EE3D9-A226-654F-4F1A-8C514BEF096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74301C-3655-3CC3-FF74-1C69301E932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9B91F-5975-D494-CE21-C1DDDB17687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FACEE88-F1BB-9E06-7D06-4310895B04A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0AF7BF-BACC-4FDA-BAEC-93B7063FACC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E53665A-1E1F-DEF4-2221-94C18B4ADED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7B8AEE-362C-094C-7DE5-7E8E5D14A88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B962689-2316-41B2-624C-A4395277167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D3610F5-DABB-7667-148C-97778F163E4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979138E-A268-0C78-0D90-50909AC994E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C26414E-2981-823C-0B9B-B03BDE71915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1370186-2E1E-F245-2067-C9175787C69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DD91FA8-9BDB-7476-143D-F56CC8796DF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073DAC-4394-2003-69B2-FBC17276C63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89DC5BE-73CF-352A-A19B-7D10ABEC8C34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6F4F9A-3DFE-053E-C047-36B350184F85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D48D112-1ACB-4D41-58D7-BDEB76FF7E3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AFCA3A1-245E-EC94-F7E1-8BFE2065D61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3F7D676-2964-4952-C7FB-43C6A9ED554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5B4C81-D81E-37DB-E956-3B005FDD129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5F616B5-7E6E-C53C-872E-55C4063DB0E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2274192-A8C4-EC8B-ECD8-FA8A2F46292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8AB83A0-AEC8-D9FD-7B12-22464919AEF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FCAD41F-E775-B626-FF6C-146C574946A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84FF40C-FC4F-0D14-16BA-A25CFEC603D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D852F6D-90E9-04A6-531C-0A7E39D3132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910EEDF-FAF5-59EA-D22B-75A2A6425A7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35E61DD-B6BB-E506-DF90-5DA9105C387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432C04D-1A4A-F9F2-E010-6F47495F1EA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D0B292B-60CB-33AA-D08F-7CFED4ADD5A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C57D88B-5BC7-D842-3C74-144511E11A0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74D211-F6C2-A662-DB5F-1083C944BDC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2D6E47-9C09-15BA-37D1-E12F12F3795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153462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56512-DE79-8D29-06AE-94BAC3004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7D261D-5CC1-7C1A-48E8-CB9AC2EE72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954F0D9-32E9-7ABF-F7BA-F53D2373E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01CFA5A-C1D3-23F6-CA2A-9D5810D77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C303541-C36F-CC5E-BCC2-1A08A02C9C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BC7B043-ECA6-D546-BBD0-088173C94F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1A15F9-9AE0-D85E-C1A2-CAD2708D66C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DF6B18-9FE8-3A91-6B24-AE01DEB50F1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841927-DF1E-D0A2-75C7-F281F31E104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2D1D24-55CB-CCE7-C6DE-18F77E375CB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5AB4A4-7C15-917C-CA3A-CA080FC955A8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B38863-40BE-D8E4-1B96-E278F476318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E76F05-4F96-E10B-488B-1EEB732E56D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C4627-B8A4-2B7D-4CDE-6A3D5B02349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E5B4DB-6705-2691-CB1C-673505136AA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98BF3C-7DEE-EEF9-E65E-D2B67E155A3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2384EA-A2DD-1EB0-152E-372F08A3B5F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2F3F87-431E-418F-AF60-AC33FC35646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5FE9E0-8137-901B-F29D-C68669D59AE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870DFDF-ABF3-5720-5860-375F1EB81C7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1F09A7-0C2A-9D4A-32D1-8FA5C62F5B5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1B13E3-0851-6C2A-82E9-4E7ADDDC759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9FEA5B6-F61D-C987-EA39-35010795CF8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1A755B-9B5D-580A-F071-41306D77103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121C24-B2A7-563E-470C-7F44438D636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41E64A-564B-3874-5507-B7D0D39F8CA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7F02D0E-4CAE-EE46-EC39-C2C21CEA04A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F65EF7-163E-D986-8E62-2854290024E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6300BD-FEAA-EA49-E00D-AFA4774DFB0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8CE2EB-7865-99E3-15A5-9EBBF512562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31EF18-9553-F67E-C240-44B96528A02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EBE6E5-A164-8E09-0399-A01B0F7FB3A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60B87A-3573-415C-D982-8A4A38C464B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2EE7388-9158-9741-9022-E34A024C6BC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5539A3-9149-AFF5-4BA6-970B8D7672F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2FBFD87-F7D9-624C-3B6C-6F03A8D30F9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D86886-670E-FD7B-8A48-0DC03B9E828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330C06A-3E1E-3F23-FE50-486FE5C0667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CE89D2F-21F8-1326-C926-01C66873F6B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EA385F-E95F-3C8E-4C4C-EDB407633B8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ADF11D7-3BD0-0E07-947C-B49979A7487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8101E9-515D-9574-860D-636B38267F0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6BD28A-0CF1-3B19-1B77-B9928D532BC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BCEBDB-10F4-E7A1-9CDF-02E733D4D99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E906E38-CF3D-CB7F-AA5C-B9F10B690FC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2A79E39-BADC-5406-FD7E-B59F5A5B6A9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6788708-AD70-8071-834B-62D7BB954D6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31768C-8B2C-6BFD-2AC7-6A82B3B6506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536966-3EF0-284C-170F-8CF951545CF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B0F3BF-EC99-BD87-ADE5-50699C3BAFE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85BC75-6542-026C-5E2F-D984067FC97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C5BDBA-8557-C96C-FBB4-26A3C7E485C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ED0BBF-0231-EF02-B5ED-FC73A554144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F676834-8A35-F882-7910-7018F1D89DD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3594CEA-C125-9D6A-E049-4243743C088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29603D1-C73A-311B-DA55-0642646F038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083CD91-DED0-025B-3FF7-9819C977CA0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FAD2FE-CF31-9432-9899-FF52D0EEA0E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E4CAAE9-C7F6-1E4C-B51E-18B235B6FB4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15B423B-B5F7-E7CD-BF82-E3B20F606B0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3A62A3-F17C-4AD1-B548-4BC24CEA70C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003500A-B4BC-E77A-AF41-E7FD96A75FF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9A982E-87E2-28FC-E800-8C3B5F25F02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628A695-2220-9BC7-DCEA-17EDA3398E0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E5621E-BFCE-6E3D-CCA2-DE612D7A002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8C97EC3-1B92-E89F-15F8-2BC778DCABE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90D4B3A-6E5C-E7F0-CC18-384AE9C93D0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0907032-4349-0051-CEAC-969A8D29434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14F4F65-88AA-7CD1-8773-F57A2503F0B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E5028EF-A4F2-E40B-A126-25B1BD59219A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3C87446-C527-A6C3-E159-E3D4825A4BF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87D3C50-2B06-529D-E7BE-406F900D94E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403DF96-2B12-CC25-3E16-B45C4F5B059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B90F150-3B9B-2374-AA2D-B5CC32EBC9F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1DC3A80-E60C-754D-3927-9A654EDE1BD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85077EA-C1DC-0E53-FBCE-9208E95A4BB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C38E8F-F295-3ABA-D7B8-C8CBD473760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5EBFF6-BE38-BF5B-3043-C0AE935D813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052685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AB2AF-2EA3-6CF5-3225-9C0DC47B6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F83926-6C9C-7077-A156-79A2C32868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4 in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089A46A-59AC-7655-0D18-6994654FD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EF47327-ED4F-FFFF-38DD-06AD54246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665CB84-CADC-6CC8-631D-67AE78926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B5D013A-A658-7092-AE7C-A850782870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A941FF-D71D-2236-C3CD-B83CFC8A8E7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B86C85-130A-928D-8BEE-3A98EB3F476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E7542C-146F-4F64-DC1C-E82A1EF1016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BE2EE8-E90E-36F1-A9DD-FFFCA31D3AC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8B28A4-717B-05FC-83A6-7171032E974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C07499-E398-9C82-4286-66EFD0C58D7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91CE4F-02AC-14C2-9770-C2052EA6D24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4EC4A4-8CF1-3C05-9035-012DA975A20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D8DEC6-2EDC-D106-2C00-9B955D52760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DF86DC-CC3B-2487-381E-36E9802DC7D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5196B9-0484-5930-7C4F-9ECCE5CB1E3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98E6F8-E75A-1ACA-3DC7-ECB6D0A2EAF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D5FDD2-F664-069A-9A8A-06261A9E6A8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85203C-6CF8-2DF0-F1E9-7B8C1F0698F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DF54695-B1E6-152E-D421-03F20CE803A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FD1669-A134-8E9F-E85D-C631B9289C5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6A5522-456B-96DC-FBC3-6CD1BF88484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23548-9B9B-13B8-5CFD-52B0074FF3D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696240-09A4-6E54-98C9-FAA76644E9A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06CF14-5329-E427-C1CC-C01F576864D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2B2876-01E4-FE1E-A72A-3B3ACA2584D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6433AB-C9E6-2D79-0627-3BCADF019DC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3CCC54-28B4-C477-122A-D536831122B1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3703E13-94B0-B30B-B38A-9F03D91E68A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34CC15-D8EE-4D51-E7FC-876496EE668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73BA2A-9930-3574-CAA9-7F65BE20589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F818F4-8AA0-378D-856A-DF0967952B5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F9BC2B-7EC6-AEDE-701F-41279B6B9EA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0CE602-1AD7-AD5A-2F21-2F057407903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F98DB63-3428-66AB-E384-A0170B5C47B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4AA1288-808C-B9B3-4302-B6F8D6C5215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6205531-CD59-CDE4-59A7-ED224284BA7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8EC8668-0490-36D9-497C-FDF7CA9C94A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B38E5D-66A7-97BE-87F1-C71048FFD13A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8DA79FB-BC07-D9B6-9D92-571D9CB63F9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FAC74B-1451-4C6D-C33C-D4FFF613E47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5F9DA9-A226-F997-F194-8C12D2322D7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5BD625-FFE4-F5B4-FD96-EDE9400CD47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2F35C19-CD5E-CA2A-35C4-3DF3501687F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3C3D8C-8A2B-AF4C-46F5-14EEC2520E4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9300578-981C-9500-0959-1A641185FE3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56EB54-2841-9CB6-930F-429C828A7FA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00385B-946D-6D84-32BD-532D75F2D46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148967-7D94-C684-72A4-F98C23269F3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B30C9C1-DADD-C067-E86E-32AE382184A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6C5FF1-5162-9E67-5F4E-F6512FD8123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06D840-F2CD-5F8C-022B-FADBA02FC8F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C97F4A1-6713-8A02-2D0D-4DD8C92E27A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65E2366-A7E1-F239-BAF8-B9A09B8299C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5A36094-6927-C832-C0D1-8F0F28E09E5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658379E-496A-0BF5-B410-08B188BA8FC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BFA12BC-B4B0-3F59-78C8-8730ADCDF68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96EB421-68B6-BB8E-358F-D643A703C0B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68AFA3-671F-8CE4-F79A-8AD46A87580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D45DD8-F602-4D00-9ABE-9D30B071A88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8D135FF-33A3-F015-AE74-56EEB4A125E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F5332BC-8D3D-FA05-E29E-9A942E9D0F5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6D034A2-82A6-7821-BB01-0A80E0547B9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A0F97E-680F-3396-BCEE-F59FED42D8F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5F5C510-4841-9DF8-9319-3667E52D55C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0C45AC0-E1A7-E299-D399-CB6D85EE718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FCD922-2546-F3AB-10E6-F5523AB14FC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CC039F-9460-47FD-4255-AF98894501A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877793A-B5DE-16A9-2701-E353BD04CFB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0B034F1-743B-87D8-BEDC-D2CE1151459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D950F72-9D43-3134-FAF2-6EE00740EB7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E4F0092-A2F7-04F0-DC29-B36A2018E2B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553C76C-A88C-95D0-9B74-48392F4EE25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A98E6C5-BB33-083D-36D4-6E10E6B3A52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D77F909-A482-4EC9-10B1-BC1C558A23A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BC1D95-DF37-047E-F860-5E8703BFD11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54238-647F-3DB3-2EC5-7C14A7CF27F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A2E8AA-7C9D-9B3C-0BDE-3A3317061C7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402110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A5429-C871-7D7D-0D6E-B134B6685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E3B255-D714-208D-7BF5-86C939DAB0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072D1B5-0D12-B92F-4CB5-2BEEEA84A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83B473A-F5B3-308B-1760-DEF855FD57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A751C0D-BF8B-973E-2641-50A672824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B5F0E9A-E691-BAC2-4F13-3E54AB34C0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0637CE-6D31-8929-C459-3E5988367C9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15F7CC-FCC3-30F1-D709-1DEC1EC70E9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33715E-0C73-8532-F557-7C079B38741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8EC6F6-66D6-817C-5F72-78FD809F94C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D6F2BC-4FF9-E5A4-A03B-815047CC19A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D99143-4B92-594A-6281-C6CA20705E3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8BA760-54D4-00EA-AA27-B21F9B799CA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E85D5B-70E5-BF09-9464-85C5CD12555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401D1B-ED51-CEFD-D755-CBB1F7718FF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F6950C-E082-E423-DBD3-EC8D809FE5A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223F22-5CAD-408B-9F39-AB139E82DCD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62BB23-3F0E-9A92-5F57-C149C6D2D87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C5B0B0-91CD-357F-2515-8ED3CE91601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B91DE6-7A3D-7780-E1DE-952374C6510A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5DB8FD-FDF2-5BAC-601A-70324290A7C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4D0E83-E43D-6C7D-46D8-E81A9099927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7AF5A5-FF7F-F273-3736-086AB978D1E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64546B-A3E9-EB89-4C63-6266846F233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CD29EF-0284-2F66-58AF-61E6615AB1C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CEEA43-76FB-E64D-9513-F0E1D18619B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A59D49-1E12-CF9D-9208-0928CD3466D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C34A6D-32BB-DD63-34AB-2A80F25818A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2F0B36-87A7-D3B0-D379-9C167BDAF10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B97293-E8B6-F430-C03E-B1C7089B4ED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75B6B5-E195-C6AA-5531-428DFAB43B9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DEE21A-67CF-B7B6-0026-70B31A6C029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FDCB3C-F808-2DF2-9C04-EFC863A7A2C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4324F41-CEED-03B5-DA73-6FEF2BDCCEE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CBB2D1-2BA2-4DC9-103A-ECF7DE25795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1321A3B-F553-6841-B7D8-10B757BE25E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A8569F-A616-8E02-DD67-38CA7DB1FA79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59B33D2-FDC3-C4C8-D221-6D251AF416C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CA83901-920A-AA6F-0C01-AD9DF886F89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A03FB48-E78B-4F2F-7608-7098C134AA0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2552F93-90A0-E545-A3B8-6A11DC180C7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266DA7-38DA-43A2-4B77-7B4B191B77E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755D8D-0996-45DB-3BFE-B1789F1D468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B7F6EB-E3EE-E083-582E-B4D51CE9801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F2E9C3-FAB5-F11B-6981-F7433373C4B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E6F867E-52B3-3DC6-2BE9-48FC7E47163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B50E471-734B-AE18-D580-AD77447EA18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49C7C6-4833-B0C6-08C2-84BD02D3338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DDDDFA7-DE5E-E04D-6604-AC2D4A823CF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C117057-8793-A4DA-0F47-E58E3670CAB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F735DD-FBDB-3364-8FAD-344388DC018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157CF6-06DE-6292-415D-2B3E01D2B53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10A7CBD-5185-A7DB-4497-E340CE1237A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718748E-22DF-06B0-F5E4-E9DDE1B28B5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5A9BE67-A296-1D92-FC66-DA74E62FF5D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E68C293-91BF-8B8D-4BB0-A48A090ACF7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46B0195-A285-5423-86B8-C096B964382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734C14-1D87-CB66-3105-17AB8DEB3D7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555C1A-839B-9314-401A-2E56E285878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269F44-FF95-32C0-0F9C-E70CD5EEE8C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906D31-BD7E-850C-933E-EADC5A93214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155D467-7A32-063B-5909-304345ADE2C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1E2D0E6-4236-0D41-F3AE-5118842DAED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2756109-EFC9-0075-380F-5DDACE8A237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5499F2-F4F4-A364-5A76-70B3ABCCEA3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BA32A9-7EE5-0C90-2EE9-45979781F57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F49576C-373C-C02B-EC6A-6F8C22F3B4E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0002160-E757-34D0-A145-B36F16E5AA4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0F28811-BFDA-8A60-2C33-BDB152EEA5C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5DF4704-38CE-2923-4DD7-10A54AC0B7A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90B9E71-F5A9-175A-B65A-6752F602F09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AF4BB11-646C-148C-5710-B2CBB1497F8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2192DEA-265B-27A5-5011-F8B56C09510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39EE156-1513-821F-B9FA-2ADACC14888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A61B1BD-F1CF-C5A8-B04F-6DB073C708B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A64A225-36A1-397E-4A3D-1137A990921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30A847-DBDF-6B56-28D9-C9DB3975230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1235DF-2A05-E749-5620-A6A775DB3310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3069B9-1E7B-F52A-EDC3-2078BB1694C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B751A2-09D4-955B-8922-D5E3FF43129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EE5808-B675-C625-F3E4-E69C62E0FB0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</p:spTree>
    <p:extLst>
      <p:ext uri="{BB962C8B-B14F-4D97-AF65-F5344CB8AC3E}">
        <p14:creationId xmlns:p14="http://schemas.microsoft.com/office/powerpoint/2010/main" val="38604691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89F6D-6AB6-2E4F-69DA-5F67D2A33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3BE96C-2A19-5142-EC8F-2929B8F851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5B6DB46-5C7A-9B83-A879-2DD43841E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2FD75FE-287B-12EB-358C-DC07F84DD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92318D4-697A-AA82-E594-77049E391C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FA1DEE5-C2F7-F7B6-E0C1-E2D784C38F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5BADB7-0B9B-9C79-D555-4D9E7C5A4FF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232890-B098-FEC4-AE38-CF64DE0D46BF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CC6B62-6A67-9AD5-8785-2311F22DB1D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2F644D-827E-37BB-C640-CAB8F398BB5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43C8D6-B912-6338-2395-E900258F8C8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41FFD4-F20E-5D2D-29E1-8C912292CE2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C6197B-0268-9B10-C7DB-CD6298AFAFC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0553F7-14B7-C350-C90C-72F664AA565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5468F8-DB69-3C73-E16F-6F9EAC9AB7A8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174BBA5-FBE2-5D7C-46CE-6BC32BFF588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097A2F-E99A-703F-CFD5-92B5DCF2F66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78A0A2F-1895-2A33-D178-98763FBD483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75E58AA-BC3C-2B0C-4C00-5ACB510717C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CA3397-4D8E-948E-4027-855B69A3729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20F375-B16A-01D4-985A-66D9AAF7C3D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3CDCC7-2CC2-68BA-F28D-0565801D638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D32418F-5B9D-7BD4-AC28-F33C97DB301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9D1C89-C5A5-1667-C33C-00BF0D64758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F94809-2125-2572-BA23-EA1334D9A33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B0129B-72F9-7091-C880-A5BA3ED545F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94054A-8512-E10C-427A-8E47B979F57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A752E3B-EB09-CAE9-B73B-7FBD61A8CCCC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6F6B34-7737-A14E-3D28-ACCE061DC1A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BB8044-BB74-FCF2-503A-90AC82D7F69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F169C4-7F47-7763-B8A9-E53C9F0DBD3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489A38-13FD-25C6-35A2-3F5063A0617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2C06EA-2C55-D807-2763-BE08B765B0C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0C95106-ADB4-C09D-D9BE-7376202CDB5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40E3CD5-7984-653A-B390-63BCD150590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4D1D81-2220-EBDA-83B3-42E251DB02B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5B1950A-063E-34B4-00A2-23836D6FD27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99135A9-2386-3A9C-3250-58732520178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343FDB-9E41-5974-E993-961FD5AD919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CDE9188-FBE5-6757-677F-41B97F78664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B54B045-776F-B07E-E298-1AAFAC0B298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691EC8-4610-9084-3A52-5F9DD2EB521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C49D5A-AD47-4219-5C2B-13BAC0902FF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FB6CD3-707A-D82D-CB75-469B307A6BE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354112-2E21-7D6B-1002-C6EEB159C42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3FA3864-7826-6C34-2534-E198D700BAD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B670F1F-8021-96C3-7D19-ADAD5BF3E15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1C3039-740B-015D-567C-A56F4F45928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23D94E8-5B32-F788-1CD1-21420721A82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A31983-1B3A-A1A4-8379-48B25B0FCD5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508ED1-7C08-6FDC-5200-4ECB0E478D1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28DD05-A6F6-3BEE-A7E5-5B62A12A7BB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661FE8A-FFC6-3733-D21A-E4E3D331128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A39BED-CDA0-3CC1-EA1C-824B5FA8E38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CBD0DBF-4359-29D2-D153-EDB37441C47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606728-1961-B8AD-53A8-CE2B2168658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C54136D-A51B-5A40-381F-DE29A6526DF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FE4B33F-3866-17B0-12EB-402536C22E60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D123B-CCA0-E3C9-8ECA-B76881B5C68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AF0BBA-BDCC-6116-4D7A-76B9BAEFF8F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C85C9F-F02F-78A7-555D-FC6A8E1A5C4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8808A5F-3FC1-F978-4BF4-2249B1A6BB3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F9DF117-EE02-B3CE-A8AF-B674D2530DF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1EF11E7-5F9D-EBE1-3636-3CD9A8834FA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069CED-1430-79F5-9001-99DCAE1EA0E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38A5B21-C10A-23AE-A1FA-26DD9088FD7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489BC6D-C54E-5AC0-514F-13683117C0C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2C47F3C-EE9A-0372-C6DD-061EFC00F5E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3CFB2E8-18AF-95DE-908B-6B03065A2D1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0E04315-3FA5-1AEE-6DA4-B83613A1CCF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01BD6D4-D1B4-BDD2-D510-03B225AA1C0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808D103-808D-E065-DC16-C7A55974045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CDD7F93-AF46-28E8-2548-A3CCC086F32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6AEB706-FEC7-245A-EB30-A8BFFB25510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6A534AE-99F9-22B8-EFE0-298FBB6F886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15F9803-AA3C-E5BC-6DE1-BC870F15DD2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39B5B3-B890-1C6F-9100-EA7FE29BB6C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E9FB8E-AD64-7851-FC6D-46C1CA92412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BABB52-75CD-70C0-5830-7B876EB3615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734FAAE-C626-9FA3-728C-8C92A52FDB0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534A53-4E02-7132-05B1-7A721CED0F9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</p:spTree>
    <p:extLst>
      <p:ext uri="{BB962C8B-B14F-4D97-AF65-F5344CB8AC3E}">
        <p14:creationId xmlns:p14="http://schemas.microsoft.com/office/powerpoint/2010/main" val="27421906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CA60E-273E-41A1-5B1D-A7915EC18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E32532-331C-54D1-5C83-C92C55D6E4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B7EE174-407C-A535-5886-FEC8D35A6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80009A-A11E-E738-95F9-EE5D3B82F4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E05B434-7DE7-E1E3-FE0C-A3F904EC7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E1C3471-AF26-E844-153A-6BFFE8DFA4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5F4F3B-2FAB-B8B1-3A17-ED11D430EAD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0D11B1-9E23-F2C8-CEDB-AED28DA9BCD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4C8DBA-8F17-CA02-DBA3-75AA796F0BE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4859D6-3FBA-F346-7B96-0222970EAF1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8B92AD-8A9C-B6D0-5416-A0FC7146AFC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4B37C3-A996-C064-4328-7D77707F009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94A9A5-8DB0-E8E5-7E9D-13A83FE62B9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C938D4-C58C-FB29-AEA7-BC58A8981FA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B343F3-6D04-A047-1FC8-EDA7A8BC8A59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8F57A0-C14F-D11D-EE6B-3F06C7AB9BB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551BA20-9647-523F-758E-67085DC7E0A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484E87-B526-AB28-5111-BF272AD8B27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4340440-E809-7AEE-1CA0-A63BCC35229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ABCE8E-EEBE-0EE8-48E7-68F1F9AA745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23EB790-4017-E059-D2B3-09CCA11CD08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CD43D7-3AEC-639A-9E7C-CB5FCB73A01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CF41952-028B-0F5F-3ECA-224D97257FB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51354A-F605-E816-8D03-D57DC6D1F67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6164AC-0B0C-E2DD-1908-51945919DA1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51BEC1-3A2F-28AA-0636-1FDC31307D8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263B2B-30C8-CE9F-1DDB-E795C8447CD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728BCD9-C49D-6DC6-D3F8-7AD3B27DF45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589F1F1-1108-DE1E-4F07-0838BD1B096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8FD8F1-CE4E-2D9E-D630-D9AC24BAE15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A1741D-61EC-0817-0D70-3BC1C875397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E1B8F9-C14B-8E7A-6316-4FA4EC98B60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332D8F-9423-7922-5375-0AF31C550F5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260101-ABE0-0724-3CC9-0D964BAB9EA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F6E8A6-41C3-FFEF-2412-7D2D4F850F7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477F164-46DE-6BD1-2660-BC03185A5C8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1926F19-87FC-A2AE-E244-2880B75F750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BA3FF82-EC03-23B3-87CC-783DD563C2E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62AFC5E-D541-001E-3464-6FBAED78046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486CC7F-FABF-A80F-5C46-6F676BF898B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BCE6226-1160-5FF9-07BF-02362F61E38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A1879D-BDCC-225C-B5F4-36209B076FE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7A5A8D4-5869-71DC-5496-65D34CB77DE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A8AFEA-A115-CB21-6D7D-5792945E80F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51186F-23B9-2E4B-4505-487B244CAEA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8D019F-DA2D-AA26-3C55-41D592FB3AB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3CB81F4-FD67-BFAA-B539-6497710A1EC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F30756-5D86-3BB2-0400-BF774B64F46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1AFD70-9473-457E-4430-4D0510A78A3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02EC28-D5DE-D4A9-698A-B4683DA218D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0C7FBF-A28F-5160-6CF6-D3FA42AC558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4545FC-8E96-7F40-E9B2-8447ABB5786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F78EF7-4EB8-3A8E-4CCF-972056BDC46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3BAC28F-97F9-F9BD-32ED-6237B08B31C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DD64EA0-B946-F5E4-842C-88FF9DC70C9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272D67E-4A0C-ABBF-9A47-5067C939118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2934AA6-5D22-D63E-26AB-874A35849BB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0129FC6-69C8-6912-52CB-66F7DA64D4D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85B99D-5E48-F6A8-4E81-A8C870B14B8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80C02A0-2AAD-F29A-1C6E-E8B4B37DD6C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70475B-C43F-8B79-5927-490BDEC9EC1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F787E5B-9688-A51D-4DCE-39394CBCF6E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7B38CAB-9FBC-C6C7-14E5-889F5FBAA3B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2F5B83F-5D9E-C2C9-CEB0-C08DC75F129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D04F7-87E7-BFF7-EE8E-A228674BDCD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AA70782-C24E-9299-1EAC-34AE41C5629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834017A-CD1C-4649-D087-A400F3AAA6E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A7CD080-4171-07A8-DEE9-8C5A461DAB8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152703D-4CEE-F9F8-546D-BF4ADB47540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B65C3CA-C2C7-A79C-43D7-8B4AE9E7F37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7351AAD-7331-5DEC-E1D6-D6B41083C2A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D490ED1-3A48-47C1-42A1-432B77149A9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F5D1719-3968-5398-3B0E-F1310F06AE9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4FB7A72-0178-E68A-5AD9-0A7AE8898FE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8E7DF0F-FBAB-5C01-43EA-408E821038E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9387827-8C5D-8C84-5A0F-30885E03A16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1C98A5-1577-C7EE-5F0E-78241F315E0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AEF876-CDB2-B827-0633-C204F72DCC5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4F80463-AE1D-1FD5-2841-4B44EC414AA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AD10FC-32D7-5A97-1A5A-A271247C758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952FDC-4ACC-7005-149D-6BD2B166F4B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901354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C52E9-56B6-FA77-F1A1-C8B3D86FC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933C71-354E-F5FE-C740-983DBCD8A9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E00682-BE14-1DFA-9CC0-FA2D78118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5B65B9F-01A9-85D5-C609-EB64BA08B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2943406-9501-5D36-6204-634DB2142F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35D8A2A-6789-A244-034F-ABAD7CDC4B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8E28A2-6511-72E8-30A8-6CCBC89EA82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9A05D7-7A9A-60E2-4CA7-00C37AC71F22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0D16E6-3367-7099-03D0-6306AC13CCB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32E3F8-9426-FB9F-434E-755ED1AC650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406558-1EFC-B0CA-066F-07888D32991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02E7C4-EBF1-9254-EAEE-2A65B332A94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261226-E0AE-D17D-26F5-A8522C828B6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2B4D9C-A71E-1B9D-1C13-8024D381AB50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55C87B-C900-7520-18C4-E8745E851FE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BACAA2-C9BE-A45B-19E8-E664D258116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DDE750-FAEB-DB62-DA1E-846BC1592A6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B74EA2-0D6E-633C-E6F9-09E71DB34FC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627607-5C53-7DAC-B000-62A279EFED2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A5178E-31B6-BDC3-A9DA-EBE38412AFD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9A714F5-1CD1-5AE7-E075-56372B741A2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742229-66DA-D156-96F1-1FC0721BEB5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8D1F01-656E-1D2E-16CA-016F55C5082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2B286D9-EBEE-1A17-C0AB-98550CC2C64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A638A0-D97E-4501-5A31-8C04138CE1F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E8807B-AE62-548B-DD1B-FD73D8B5775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BE5559-FF1C-DFCD-663D-CC1F84A0948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B368BB-9640-9870-BE4E-D8B069D49E9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E0DD73-F8F8-A20D-B139-0E71C24D832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354173-A863-4634-F36E-206465C9A7E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656372-D9F8-B29D-312E-A2AAF652972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86C7FE5-E80D-35F8-427B-484CA99F12C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4A9F282-1514-CD94-CBCC-6BAC6C7AD60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F35172-4D9B-04A1-D6CC-530418B0A47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D463E6-59DD-2F53-AE92-507E319F59F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7B3E8B2-A534-D7C3-8E4D-32AE59B17CF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1A0E92-C8A3-6E42-82BD-3DB170821F2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3A8EFD-3E40-2699-C9D0-AFC843BE771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34514F-F927-D6B5-E71D-F36716E8636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9567B4-87A6-C648-91DD-5134B746485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4147BE1-19E1-7315-D596-2B904E8EEA6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C31739-851D-E3D7-8395-AD330F48FB6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E5CD7E-9770-2040-64C0-89EEC25ACF6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BC9FD3A-F622-DB10-F2B3-46E8641B44D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60253FC-2C8A-0833-9A3D-D19FB6AEA91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0803E1-84D7-BDD7-FEA1-A33E65ED74A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174495-4E4D-C0CB-A3B5-4AB19485296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96B7295-25F4-D90E-0C80-60F92BA8A51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C5B7D1-205C-5B81-E094-B9A1C393183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7E28E7-C9E8-5983-AD17-90E66079CDE8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6DEAFC2-1CAE-BC8A-E687-14FDF96C86C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653AAC1-8F24-F9D9-F17C-018FE29DA4D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DE3BED2-302C-A5B3-596A-E8ADE79C516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14D6FE-282C-B8EB-C073-AED8B619A6C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D020FB4-4463-54E8-CEE4-1A2E6672925A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B67916C-9646-B46F-F67E-9E97EE9D83F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08BE9A-B58C-AA3D-DB80-08F78E1CB21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2120CB-0491-95CC-59D1-D1B76589031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B488A4-92B5-6C1C-C810-F74D302387D9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C26B557-B867-802E-9DAF-EA8AD09BE35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7D99874-0803-CF83-41B0-BAB5BCD680C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A1F9F97-4ACF-654F-AB68-6976993F4D8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9517CF-C5DF-EB6B-F915-4629F13CB82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95B1C9B-C949-42C2-8FE8-DD609D27579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8E95FF2-F48C-40FF-AA6F-AF8B88225BC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3BE537C-FE95-42DD-7BCA-62F42934AE1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99F3C7E-622E-5A91-9E05-397EE99A18F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C2C2946-5597-A95C-512C-24D3B293318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58DA14-1943-6422-66A9-3963241FD60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9CD4857-8956-FAC9-FA8C-E2C55906556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B716785-A571-A5EF-CD71-56F3B083ABE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9F0B20E-F498-5D13-D001-B09CF1C589D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5A545D9-8DCE-0C21-38DD-F29A5002EDE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51C6440-0A60-9993-C26E-CB5CF001706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971867-D9BF-C13C-9A09-B5ABB2B66F6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C46470-7BBD-BA04-F9ED-156986089681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A348BA-DC74-F58A-8499-F1403CBD3C1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1BDE1B-DB28-3FF1-C0A4-7715A208A26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E697A-C70E-B7CC-9967-80FEE98169F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478DC2-24DD-3ACC-F9C5-8AB4F1FCCE0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60A00F-E635-A22D-42E1-5D0C1513E21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387089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06ADC-3DE6-22C2-AF4B-EB224B89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16A3AC-045B-466C-C027-A51DBC7848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21CBE60-3D78-7662-826F-4FF31CE9E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5B693A9-31DF-B6EC-171F-2373B9E27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61015DC-AD40-1D7F-AEA9-50A6C034F4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8E39197-4A1C-5E57-7843-3A5E7698DD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DE872A-50CF-299B-435C-CD0BCA5867A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276E2D-483F-9523-F50B-C6A21C10DAD7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60574C-6A5B-A63A-AF49-598797206C0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0E75BC-22C4-8C63-9B83-425599CDB46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733F3C-A0CB-5BAC-9EDF-0BFBAA535C4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E15024-4184-745E-D879-F5B862A9DE6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676EBF-5ACE-8FD7-5C74-5C5DA535DD81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3EF3EB-2327-7CC9-966C-410835565BB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6E7ED8-0A36-EA69-138C-36B498CBC2E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FCDDB2-725C-8153-7FDC-C308060B46B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34372F-04EF-54D2-1E93-9E9053A27F9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DBE498-0B89-4F7C-F1B5-DE06525BB56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7ACE69-26BC-6053-D5D5-5258D133860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72D20B-D1E6-3919-FAA2-A8BF5ED0A96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EBEDA3-0A1C-3E6A-FB86-3AB5E4C747C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BF8F0F-BEC8-8E8E-A4FC-D2005B471F2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76C92C-D17E-AB3F-AD03-6B396BFF946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EE65838-16D1-3B55-9D1F-DE87E598EBA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23E317-826A-6B55-91AF-A23141E1EA8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5389AD-FD42-CDDB-496C-DFD973DE87F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7289D6-97C2-9C34-766C-13B4F1899ED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A36126-A4A2-158D-BD23-CA19800CDF8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3186DB-D393-2B10-D66B-4D4D3ED86BA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F0C12E0-2043-9582-FD44-F015194AE50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1C720E-A99F-8001-5B02-8AC7F67F513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3F7A81-76F1-F9AC-A48C-4C3EB829455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F096DF-1540-B97D-7250-9E2C6D14BAF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700149-E1A4-E79B-58D7-D47EDCBC49F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FE26591-B06B-1168-540D-1E893E04AB9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9B3BE9A-2EE3-074D-CB98-E70CDE8840B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69C6D3E-DFCF-F63D-B80C-42A7776E2D6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37539D3-B14B-3327-C37E-C54A9EECFE7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4DE66B-6C5D-201D-8C48-5E63DC9A86A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9978C2-9623-F609-28E3-798E777DF3D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38B410-7C9D-688E-B23E-8139F349286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2DD308-8FC2-D70B-D1D9-6D0F630F57C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E3D9D5-8EE2-6F95-8D50-142497D07B4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B21183-A402-A0B1-D63F-B76150AFA65F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408B5A3-3D11-C0D1-8C76-87F7465085CB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441348-6B38-C06E-4E92-87B419462B1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F4192E-7A8B-4DCC-D037-99360396ECE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0C437F-CFD0-E11E-9FED-C2732EA8A3A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203884-DA2F-B6B9-F16D-CA4AB360166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FF90E5-76F8-2BE0-7903-D9E99AC23D1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C1BAFF-89F9-F7A4-C768-DA9C3A8D2A4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5EA4BFB-6C31-7289-3430-4BF24AB6AA6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769E627-3445-A7B1-DE82-C657E17D305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EB979B-068C-0CE3-392D-FF460EDD3E4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99F1DD5-2C94-5C71-05CB-7F3F64AC936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380DA2-3F6B-4751-309D-043598EE5CE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A3FB1D-182A-D212-3864-59B0BAFF73C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94CF37-A2FF-AF74-A63B-5B4B20AE6BD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47892A3-BACD-9212-B6BF-FDDE074DBD7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CA673C1-DBCC-F04B-3DA2-A9C675E1799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D0D967-9EBE-D39E-2291-1DF30C34069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28FEDD-3F24-6047-EFA9-4F08BECCEF3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E601BD6-E6CB-D74D-7846-8444AE2B3FF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BF0A8BB-D03B-5F0F-895F-AD5E118778D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8762B87-8889-40A1-D1DA-37E7BC8EF2D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73C3F11-2C9D-0404-C172-CCA98037F15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C4386F5-15B0-50FF-3DBC-60999417D41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D9FBE3A-F271-4EE6-5146-9AFA0F2F8ED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7692488-8291-0EED-0CF0-DBB7B42A1C6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AD5CE07-013B-CBCF-0CD3-1B58B940C6E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70689E2-9F9A-0286-DB43-D8651BC83A4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4D93AA2-A0E1-59E7-EA3C-F467CC966C2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2E0E6C-73DB-365F-239C-75A465366C0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FF3CD1-60A2-4483-57A5-E84E7B800EA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EF0690-2000-F0A3-5EBB-924CDCC924C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688C43-C446-0576-BE55-DA9691EE759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2CF984-D5AD-31DD-A936-EBF0833215E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7403CAE-D660-5421-78E1-978EB2CCC33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A3D0E60-17DB-FF91-804B-A5A9D670739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0436D3-CEAB-3989-669F-6A9ED90751B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FDC4A3-5BA6-A503-713C-BD6062FD835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575972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23508-EDA1-442C-68F8-5D087AB38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9CB266-CFFF-2E55-5FF0-6CC8AEE6CA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8F73AD2-6CC3-D2FE-4CCA-4D4D1468C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39F52AA-D705-373D-F577-8A4A4FD77A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10C2898-51B4-7953-3E05-25CC515178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E2ABA61-45DF-4FEB-1653-210D9397ED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24C220-52D0-BD81-3D53-BE397A4DC2B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5A24E2-5ABC-08C0-121B-BBCE6836A04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5ED354-ED28-3372-1F7E-570EB0A64A6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C7A1B3-9962-3C76-D35C-A090E776BE6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1250018-E352-3899-2C04-06A33909F9B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77026C-A906-D7F1-C350-B03025685190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619824-6B13-4558-1AE9-5D041F63BF7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BE22FFE-B962-D521-26B5-59A940BF84B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4733A5-995F-3BD6-B921-2D920D5B0B7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42657F-1324-C06D-6370-3EBF6ADC77E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7EB08B-24EA-DF53-18FC-4E8D98AE148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37C60D-2405-EA11-B71A-65460F58C99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C6B5E9E-9F6F-2205-A083-E4D29D7446D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B15C6CD-3056-4A71-00FF-847FDC4DC86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036DF9-C954-277F-0BAD-0D5C4C1586F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B05A2E-87CE-6CA6-972A-A794E9974DD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9915BC-0B03-F399-2C3C-813F2EC2467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984216-F219-347E-E22C-53D617224C7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9E7255-BAA3-A7E1-841B-9ADD34CDA61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CAA98F2-11FD-41F2-4CEE-93217B2CC3E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D3A07C6-A442-3970-42DC-54B457B3C89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0F46FDB-6F50-39A8-590D-483F3C78AE7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F229EA-BE70-ADF9-4E9C-A744D2911D7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01DA9E2-F681-4D8B-3B67-F47959A3A91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3DDE9B0-0A8E-9927-6070-5BF262C1B27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173501-5E5B-A1D8-C1FC-5544BFEEC11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9D449D-C2C8-1727-E914-0EBA2A04593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EF4AEA-2EED-BFED-C54A-5FA53467B4B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D9B236-BF05-D235-9374-DF224255A64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E9FD590-52A1-F15D-35E6-A75DC6C8796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AC9BD0-CDFE-1EF3-1824-CDAE1FB7D03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4A2C76-ED89-1F48-00E4-0AA6C2F8216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CBC2192-60C1-4DE9-42B7-20D66B4C111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537EBC-C0D2-57EB-5762-DC53B5D4253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FEFEA2-6FBC-6F1D-2105-59082AA7FF4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016971-9B0F-B092-FF90-C17776EDE99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779D3C1-E081-8307-4380-446FDABCCBD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BECDDD-E8BC-D262-23E2-075BE6DA41C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907B93-90F9-E2AD-94FD-4365983AC62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1556729-769E-38DF-FF99-17F1D2BFD85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5D72217-AC37-8B04-ABD9-B796B7F977A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15CD8B0-372A-CB84-DF95-32FA6366FA2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E9AD390-A7E7-89AB-454C-570819AEA96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E3E953-8BB4-CD97-11D4-91BB4C41F9C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C2629D-E4A0-C059-6317-B6E9AB35E6F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D092BB-472D-7CF4-5940-84D3D9683D9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5D590CF-1C19-79AF-CBCF-B22D04477FE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351C372-4183-A7F8-201A-3CE64740DA9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4067F5-9630-3A3E-6506-63AD19D7892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EB325D-30AC-FB8A-6F40-E035846DEF2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662056E-BB39-565A-2F3F-DE60ED2FCC9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B82B068-6088-E2E3-C1C5-C4EFE23737C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F4FE2B9-8C29-891E-BE0F-F630A4A1F2B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8245BA3-E512-92F3-45DA-807E748A6B8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05A0C83-A842-D160-B72B-50D85DE6786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D381BC5-7706-4A97-171B-97923B22818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78BC575-B665-96BE-E02E-93910E7B23E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863DFA2-6E33-4D54-C57C-F5A91C80DCB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51B00FF-4274-FF91-7C3B-7E9BAF6FB32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4F15179-662D-595E-74E3-7F28AA14309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F2154D-3594-CADF-589A-3F67A974D11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C46551-B0AE-58A0-86A4-46F586B4388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D0D823-1F62-46F4-B176-995ABD46395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795CBDD-1F10-CFBF-B6B6-05B6D44754F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5C5D5A-9831-6F10-0516-E5CAB25EAD7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0CE9B4-9DBF-5FE7-AC39-21C5144520B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6A6015-F5C5-4015-9D1A-D6744846B40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2768A1-E8DF-6B2F-A443-7B39DD50D7A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AB1C8C-3520-B6C3-A71A-7A8CAD7B3E3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4952492-434B-7810-EE8D-811E171F09A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70D984-B55F-7B3D-9AAC-7404644646A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9961D9E-F835-44B7-FA13-7041F5124DB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41F910D-FE5D-C024-2FDC-4CD073D5BF5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63741B0-FD20-403A-1891-F697170D4A6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F707AA4-8CA6-B0A3-7180-8570D55F4CE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14393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9021E-4E4A-F531-61F7-9BA6C6D5C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4B697E-85E6-2A16-54B4-390DCDE9EC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C48C570-F379-6476-DD09-25C35DBDD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F5A5914-AE7B-3A3D-804C-9C7929058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B5B8804-7829-A306-DEB6-FCE70F4C3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660B09A-B9A1-F03D-D442-BC21E6C88E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D13B37D-A678-96BD-8C3E-89664B9FD585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AA36B9-D35E-AD44-F781-CF34D987D93E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483CA6-DE4D-C8D9-CD42-A026167E845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0E8F7E9-29ED-C28B-8740-70B32B5E876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7D7AB3-67F6-95A3-B21A-5ED78B51797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13D8DF-6725-D59E-202A-9E73E75EF96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3930A2-9C99-9674-4F58-5A6458F70A0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AE4354-D1D9-7DB5-2D60-EDD2834C0AF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5A276A-AF47-268F-A187-EDA4972A65E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DB27AB-9D4E-C6F2-460E-B13DCDA26A2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5B45209-51D9-BD35-784F-D348527FD5F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26F872-1E98-FB3E-8CD9-39076FFABD8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54F6BF-54F3-C8BE-40D8-53DDA1C9280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B618F2-0E6E-39D6-0485-8948674DF45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D357AF-EA49-4B53-4F9E-A076B2AEBBD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E9C4D5-A27B-338F-230E-4AE391B64CB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394C81-9265-7321-1EF0-6F117B7F8CA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0F94428-744B-ACC4-1001-3D0E8BD6892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6B2674D-B84E-E0D9-3C64-A96D0183EB8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AA81272-439B-FBA2-9D80-AE57478AEA1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A2DC841-336C-46D9-11DC-89C6BEF737D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DEEFCCB-68E7-6187-78C7-E089EEC68F7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9286A20-54D4-FB73-B612-D4BC80982C3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8B4096-A3FE-336E-667A-041F01EA3F1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29ED26-036C-39FF-AFB6-C067C69F814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BDB4ED-A32F-A75B-66BA-751EFC4E719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62E6D6B-F2D2-B269-A946-18CA62D0DEC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517BE2-7EAA-E4F2-F217-0DDB2950AE00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80DE2D8-01A5-9E93-80D9-E93A81A26CE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D95B28-CEFD-122D-D865-298A3355224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4D217F-7B31-D3DD-01B4-3EE75AE511B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11F49CC-609E-0944-9F0B-C058BD5E434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6D0C448-C9AC-4C1B-EE4C-9020134C597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E64C14-3CAB-39AD-67F5-2D234B31BF7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68BC5C6-5341-402E-9B1C-64F255BAC0D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3C9A498-1ED0-BDF7-0091-364D27B6B13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FFB68E3-C0A6-0E77-63D4-052E2ADA555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687277D-17CA-0D51-CFA0-DABD4349840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A35A534-3A6B-A2D5-B4A3-2047721C58D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A4C33C-E081-548E-E663-9BB51B5F992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37B9DC-4488-A7BE-4321-594167ECF5D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865D7CC-A5BB-B17A-711C-446823635D7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86FCC7F-BCEC-7F03-05BE-2C8ADF2E7B2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B59F18C-6736-58C2-4491-453A05F1FDF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9625EE-044E-2CDD-D1FE-10D49F8F05C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3F2BBB3-752D-1FD8-B643-885181D3D6F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3B25C24-7259-5EB1-737F-70FD3AC8D92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4B37B53-F752-FC94-985D-6D3DB3E1798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FC352F9-3A5A-2656-6916-DA2A767191B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C1AA726-203D-6060-90C9-672401C2754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3835A7B-9095-A5EC-7DF5-DED50ED2AD4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9F08F22-2DE9-E36F-1E58-B15421F5E30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521947F-228E-432F-96CC-37FC8B0DAE1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49050AF-D2C8-C714-713A-27CB1487EA6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F58B004-4977-68A7-F5E8-4B654EB4105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7C72224-7FF9-378B-B09D-63B2D2F88FC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82214A-DE96-18F4-8430-B4BA6372A28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8232BF5-DD75-93CC-C5BE-0024DC33B6C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A9E8D8-9EAB-94FD-836D-5F691124A71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C0C228-91F1-B776-B215-CA974D64E26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D718CC0-B2A3-6003-6681-B506B239F12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838644C-142D-6319-EF31-45231247243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DF932C-D2E3-9AD9-C033-7352714EB8C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7AA4C9-E863-1155-EAE1-32963993FCE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7FD84F-4EFB-8249-1510-ADD0DB55373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625B83-B2A1-D48B-0EE7-99007EDED05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8E7C31-8C9A-4315-439B-44A4B911B4F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BAEFC1-1CA1-9B86-8E88-510E39BE43F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502F1F-1457-3C69-193E-293B00022F0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B00B87E-6223-5991-242B-4BE42E3358E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D390A80-DFCC-B7C7-BE6F-BBDB2B4B201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3EA053-EAE4-73CF-B1D0-ABA80E8F132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CBD8F4-E33F-593B-233A-3EADF679D56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B6855E-42EC-56FD-EE72-C7B18A84233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310D9E-4E95-DE05-E70E-BF3F1D2C7E5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0894319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365C5-6B02-1CFB-646C-ED4611C1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60DF95-06B7-E2DB-80E7-DDE480B368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Rows 4–6.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089C4BB-495D-AB48-BF39-D28AFDC8F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3D9DF41-125E-E671-DE64-323846DFE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DE8A380-D0ED-EA54-662A-40F37BAA6C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DDDA3BD-B825-E15A-69C4-6D50B8E4B6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EC1DE57-ED46-E387-1B32-A405A62D542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C5E08E9-7469-002B-B1C5-B29423A30B7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A142CA-6579-ECE0-0E11-C77DA024584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A7D621D-FD1E-7214-9478-FE7276DBE23C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A7E560-38EE-1E88-17EE-6E531BA4BDF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085B36-EE82-62A2-A26D-3C6E757BFDC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6365D4-9374-ADF9-6049-662041C1071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A29DCD-4D57-87C6-07C1-76A8F057A66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CE8439-6E42-1D36-9929-96628171A1B2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1D46A0-8E93-B34F-DF60-E9FB4D80852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056A60-FE02-D9C2-B4FD-481E27039D5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5A702F-993F-EE4C-ECFF-3D72903BD34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A8FCD1-E8A2-D8DC-B16D-AF419F33ECF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1A4760-4A84-0693-2A14-353EE88A8EF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E716D5-C104-402B-C9BA-40A7BA140EA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643988-A236-9460-8261-CBCFEA90D2A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F9C53A0-9B5D-3309-C605-54A93759678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AD50435-FF02-A757-4197-6B41AE01769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6023AEE-5119-8643-BB54-52DA1248307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9B5CF89-0135-7B15-BF6C-9C248E438B7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4F6F294-5F73-3B7A-DF25-BE6919A0D8A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95FFA4-C15E-7D6B-C189-03975D759A6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628BED1-D8BE-9B63-93D8-3BF5DD889ED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DE9422-E000-5DBC-E3C5-E908AAC4305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8F7DB7-F00A-950A-5184-49C4EC66379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AEE03C-DA87-3CCF-B876-B894BFC7113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0F6021C-0FCB-E56B-C103-70D0ECE3CD8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A40C45-6E21-8F59-DDAB-01BA2D98F12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3D9F0C7-C159-8C89-E0DE-D8044606C632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5827BD-1850-6A56-A5EB-59DD04E3AE6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2C9D62E-BB0F-F44F-25E6-FAFB2C4629E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D0598D3-8559-5777-9838-E09301CA1B3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D9CCFE-A6DC-3697-7F7D-EBA0A901E11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56C81-7A83-E1AE-7311-2DC0B6D9D94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FC4652-442B-2B39-543D-DBDF4560CCE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1BFE8B2-7F99-7C94-3F81-9BD1A4A1375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62DC43E-4F99-392B-B948-D879A305CE3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BE61E9-6B17-C14A-7DFC-A81DB2C2BEF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09C05D5-C4D1-2138-A6D4-3B83C9A7FA1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2C636B7-1C0F-828C-C675-94E8E4DCEE9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D3B7873-1F19-E259-C082-61B8CCE05B9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09589DA-CB31-A299-A842-364DA4EA631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7B5467C-01E2-4382-BBD3-969EEF64FD01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F6CFC02-6D23-E0F4-477A-45AD295510A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60350E-5A8B-C74B-AB8C-643D7735112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AAAACB8-5231-9541-7885-3D67EBDDBA2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67579A9-8718-8FF1-13A8-2BA652980F0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AA92BDE-D60A-94E8-8E98-D279FD7EA97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5A6B5C3-0099-4036-7CFB-8C6D42E212A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4792F46-5490-7987-C451-68F29476287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9279368-7963-ABA9-2723-752F99B594A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69B79D7-5AC3-6CC6-D840-03BDC943CCE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9EDB40E-9D32-FBB1-A347-309190BD19C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2241A51-DBD2-4C1C-F02A-6EC22D2A480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8CB00E7-B330-411A-DAE6-36E4B06D86B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16933BA-3A2E-6C2C-A05F-FD33DBEB5B4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E026C0B-A6EA-3EF9-7344-3768FED50ED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D1CF8D-8D92-45B0-AD5A-F040DE111C4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0FEA19-61B1-88C6-4829-D76F6E899D6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502812F-C3C3-1A48-A6ED-90B58D735C4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B7E8FB-C40C-D8F5-E47C-1E0E7C0EA2A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69CAAE-1C74-A69C-0C26-CBD164C7ECA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457690-0494-9376-15FD-B724357517A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EB60A9-B0AF-F5C0-55C2-3BDDB5D5C866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982AD3-2A45-657D-F638-91AA72E3D52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777FDA-AA27-0BC1-6AC7-E788A6B267A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C13080-CE1A-1F40-E200-917172936D9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55A6BA-9C92-8DA8-1325-2E9C31BE85B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0E3BDF-9626-A85F-DE78-7EA5035CD34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9C16DD4-0303-869D-7790-A9D89C627F1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759D012-ECD3-0ED9-A806-162A88F9C4F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E2E13B6-3F7C-70F2-99DD-103C980A1DF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894A88C-F92B-5918-85C9-ABA92C3F6E1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997D4-0B67-3FCF-0E51-FDFE2D910B6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98829-E0DB-066A-D3FC-D22E80FA829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BFDF29-8E99-8529-3504-D838C3B9279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2EC854-25BE-C700-3136-40BC612C541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7E2B48-B712-5A3C-1620-CBB88BD064E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56EBE4-76D5-40D5-9441-8558240EE014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EE6641-8453-9154-5544-1BDC1C925D2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5EFBF7-AF36-51DB-3A82-8F96AF2F5FB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41189947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1FA2A-476E-85B4-2EAB-B5DBA554E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8CFEC7-E6C6-EFF0-CB43-FE1AC63987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58D490E-AFED-29EC-D69A-20BECE8A9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7B081F0-E022-6EBB-E9B1-5DDF6969B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F74A73-348E-CCFD-3331-BB8CB91968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18907C6-04C9-F58C-1BEF-5AB1137010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CB7FD92-ACFE-555C-7CD4-92AFBD3EEBC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873482-26E0-E099-2727-8CD0E7171D9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4A19AE-EE1C-763C-70D8-E3A2A1313E3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DE8234-F07D-71A1-0E49-E44B0F64B52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29DD4A-6A2F-6F5A-E791-C1CA3540761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3353F4-FB02-3553-E6F6-108933443E4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043AD7-F988-19B4-A9CF-C2E281A91EA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AB577C-9A0C-B1E2-904A-144F9CC9A05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B5C0F3-800C-732A-B1B3-9A0EEB2A692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2AC3E88-3F8D-5C65-3113-B3264E35A13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735E0E-D1D7-35D7-1FB2-133FCE6CDBAC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CBBE18-4A31-CA29-AB3A-226F4836C93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0457C2-66A5-CFEE-B6D0-B0DC08D19FA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2FCC9A-4939-E085-C3EC-9828A1D1F32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DDAF32-5550-1A7A-5BD8-50700E81B85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6EAA756-73C7-6B02-4DD3-39F5E9B46DB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AD85A59-004C-253E-2104-7D643F924D9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D6E3591-B1DD-4396-7072-2ACC09EB252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68DF0BD-7091-C02D-4D5D-438AD823291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121AD2-0267-7425-018E-DAA4AE0ABA0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F07B988-052D-3730-889F-C4C40641A4D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0FEC9A4-F84F-C1CB-A62F-5F6BDF77ACD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DDF5688-591A-4553-9AE9-79EF7F7E850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21E002-38BD-C785-3DFA-1E620784EC6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91EEB9A-735B-81D1-6B06-69B68A34C9E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D7A924-B9B7-A779-B507-D389EA89804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A705677-66B2-5B56-B579-2E42CD9D27E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F4B16E-C131-9976-03A4-22472E0C64A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02D6F43-0D14-18FE-EBFA-C2EAD22504F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BAC123-C868-2116-3CC5-AB2F3CD4678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F23BA5-9D61-8539-E238-9414D045E99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504C5E-D2EE-423A-86DD-5F101AB96FC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755F31-F07D-8646-5B39-99316778433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CBB18-9AB8-AEE1-B6B4-9C165B1A557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7CA0D5-B546-C83F-ACD8-18C7A5B416D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FDE703-9793-7EAD-1191-FB5B54230B7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EFA0ACB-9352-484F-F332-7B745145BF6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D4DE6D9-59FD-E368-9717-54F746329F0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FBCE1F-76FB-8C10-AE7E-8761C061922D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CFF9368-49FF-A996-BAE3-E66BBFEDDA4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D4A9F7D-24A1-9268-E9C3-50F7727FD98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28669ED-F02F-ACFA-10BF-C58612FC6F1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3E51091-07EB-A0C7-A065-FDC75F4CE34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F7CE459-72F9-9E80-F442-04013075817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CAFA57-06EF-73B0-D0D7-7F59A66EFF2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14F3771-09C7-D80F-FFA8-5F52C1ED702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7A94B1E-A99D-EF60-28AB-04D76205DF9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06687C-E832-ECF3-37EA-D8FCAE5557B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7F7F9B1-7829-24AF-A246-7A1F4050BD6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F347BF6-F3D3-8548-5539-55AB3083B48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560BE41-CCEA-105A-4232-9AC85BE1CDE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CC6C5DB-DA30-88BC-8CC4-0FA2308BCAB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5604D1E-DC88-5674-84D3-05FAAD9927D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BD40E04-2A20-5AD9-1CCD-5FA5D467FAD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005141D-E14D-1A19-E48C-89AF61428B4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F568846-8E80-8D66-1B45-24858722B4A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AE740E-9821-17C7-DE04-E51D0308D73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00EB94-759A-E9D2-F4F2-A1D84633929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A301714-4563-80EF-DB7D-3325A17F173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0BFB07-1A93-C301-7E73-338071BED02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E54A7D-D79C-BF4A-FE7B-99BE26FBFD3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6AFD98-BA9A-F6B2-C8FA-174D224EC4E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0838D0-2564-0F6D-CC0B-2371EC13087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29A143-EF47-BB82-1B43-72040886840E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4274B2-CFB0-D24B-C1B1-9666FFF9E8E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5075BB-CC4F-654C-6679-B873027647B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1AD7C8-5578-7506-1543-B74538DCB39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041B08-DFA3-43DF-6434-097CC9EA7C0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1349715-85BA-B9CB-03B7-999CB2AB50E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EA5B1F1-285B-9452-69C5-BDD4C4D9DB6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1094836-E552-EDCD-1F69-B954EDADC04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6511165-8CBD-3114-4819-A1A9FD7F40D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7D09A4E-0D43-C799-E06E-37EEE3FED74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E05756-646C-DBDC-0DB4-108DFBB6BFA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29D25A-2ECC-46D1-90C3-B3EC5B09016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0775D0-28E7-9C35-1BB1-491B464CA6D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0E10B31-89FA-2588-38DF-14456A5B63D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ACA286C-21B4-260C-EC96-969DBC7FCCB9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6CB7F5E-44B5-9EE4-440D-2F2784C9E3D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E2E5620-4B22-AF01-94EA-0604A3D82B7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E4AF740-1311-C7CE-32B2-3DD28F7D4ED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569034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6242-DB73-DBD6-1771-284B7C96B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1F9033-8616-D4B1-E9EC-E031CD6E98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E617FB-983C-6CCF-A5C8-C932C5005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B994ADB-6B11-8A3B-CF96-D18682FB3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7EDE4F4-0C6F-DC54-9F44-0D042D1A90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1A213F2-32C3-0AB3-4367-BD0855FE81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2FEA35F-996F-0E19-C724-2023518389C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146222-EAFA-8183-3507-DBC0696D6FC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D4FD83-891D-6704-4D25-CCF8717814C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6A4600-3503-F24B-2996-BC577E09AFA9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FC4B58-2AC9-3401-96B7-700126C9673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363655-B8A8-CECD-836E-BBA1389FE2B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6FFEA66-F151-9A1A-7330-40BE927552F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937E94-B7E4-51BA-CBD2-C5CDBE26C30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91F642-FBCA-9E69-8992-435E490673E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7B761E-E0C1-6061-10DD-13A97B5BC05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5B79FE5-5E29-8599-848D-A4BFBC46D75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54E8AD-AD61-292F-638C-A4891FFB9FC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B262F7-1AE1-0512-C4AF-5E6813F49E7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B0901B-34CC-40B5-7580-40B9F1BA6FF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D98A34-C269-F88F-0499-1A1DFE47571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8935C7-5761-D29E-BDAB-7BC2F56462F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F0D3EF-8092-3824-9B5A-4B12DE4FC11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680FB1B-9B6E-2DF2-0B7E-F31B6151493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F945BAA-D26E-3331-967D-A9F6F5738259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E5D91B-D575-F69D-2503-3378BC23368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0ADE4A8-9E67-9F9A-8A92-53F4B567AE4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0270E6-ABEC-1B54-2910-5B5E358156F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B65920-FA7D-6050-9C53-57B246DCA00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C9D3B1-6A18-1364-D1B6-D4214B734B5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978911-0A2F-8D38-68BD-91DC2A1B43C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A0A35A-AC66-61D0-8C41-CA62A94095E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622B0DC-1052-FABA-109B-B15D9972809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629CD6-8687-F235-D7B8-DA1DA0CC139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899076-D8F2-41AC-2B89-1344C49420B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B7F45A-18DB-5091-50BB-AFA2928B9DF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1757926-5B4E-21AE-7284-A26EDFCA1AE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E294F0-71F6-04E6-F696-4169EF0F3A7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B6F3CB-E56F-EAA7-4961-1DF13672893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EE3E357-C83F-2FB6-A535-1BC13F174B9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0A61BC4-2D2C-7F6C-BF7A-B763DD4BE83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0E3290D-AFCC-849C-F7E6-56435486DBB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6EF5C45-CB54-B527-FDAB-49B80487A667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5B26B12-57EF-94BD-53D4-813A40BCF2F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A47463-3482-AAB1-087F-2ECC6C721AF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F14658-87FC-26E2-598B-CCF466FC346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86D7BA7-BCDE-AD9F-B447-E22F80EF9BB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2BB58DC-A369-34FC-3479-9B45F68A62E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C94D02-81FA-80DF-7C69-234CFEC24F0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FFD217F-613B-96AD-D728-AF78E5E6632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A9E5F85-AD97-F619-DBF2-CB3C734C096C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7B6D72-B53D-F307-3E46-B153F91CC29A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0B647CF-AE25-39DD-5CA7-D7ACFAEEFB0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798AA85-5DB4-EC7A-28C3-470DB0FCC06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B50668D-31A3-0CD3-FA92-1446D843B08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5704C5C-7105-2F57-3FF3-248CEEA2319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A6F46F7-31A1-FC7F-C9BB-6BBED4CD3CA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25891DB-AF05-F952-359E-4BAF8205A64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80E2DFE-57EB-5049-DC79-C99E40E5E33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52DF34F-E833-E42D-E692-83D64F1B58C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266E3B8-701E-A258-0835-26C7BB86413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D58A8F-B945-0156-04DC-D5809E68D6E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69EF9-663E-7848-A8BC-6BC8F0D9118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2F29C8-9FB3-1351-42C4-4B6782D5DB4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1188C0-B0AE-14A3-64CD-4CAF0E29EE0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6C4AA36-BF79-DBD0-D338-EE3CEA046F8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9AE9A0-D625-8193-702B-B9EE6B283FC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865701-CEBC-1D1C-A17D-4C287B7A43B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3E29BE-D58B-9A82-9BB3-21900D4A2C5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378DD7-36D3-6B7E-4E8C-DC69997EF61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447B7E-D64A-AA54-11F9-3FA2A186680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A0A78E-2709-D119-2100-7CD8F92F63D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50FAA6-40B2-D70E-DAAE-956BC265AA3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578E5E0-8D99-E8DA-E056-6CAE92AED84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4F5B2D1-0F8E-CF7D-247F-6382B36B332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C85DCCF-504F-FB97-79AB-DAB05B41340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5AB4FB6-30E3-DF7A-8AE7-74C91795D6D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FCC93E-AEB6-F9FF-22B4-E638B7E2CBC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33BE4-6B35-0108-0CCA-75A0BCB4A04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2281DF-F778-733A-EED7-CE2842DAB76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602132-267A-8627-5342-915D16D6AC4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DD0011F-604A-2849-B14C-D845A151852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8CE9C78-83EB-F251-1B99-E1CBC5086EC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1EFD0EC-5B38-0393-F520-53C9C4BFAF5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0CB4F5B-88E8-7F55-D5DA-DAF576C16C1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B672CE-DE23-2EE5-605B-9B8308507FC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A490BA-E0BA-523F-BC56-26D0EC6EC03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03396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10073</TotalTime>
  <Words>4090</Words>
  <Application>Microsoft Macintosh PowerPoint</Application>
  <PresentationFormat>Widescreen</PresentationFormat>
  <Paragraphs>3443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399</cp:revision>
  <cp:lastPrinted>2025-12-02T00:08:17Z</cp:lastPrinted>
  <dcterms:created xsi:type="dcterms:W3CDTF">2024-03-19T02:13:08Z</dcterms:created>
  <dcterms:modified xsi:type="dcterms:W3CDTF">2026-05-16T21:37:26Z</dcterms:modified>
</cp:coreProperties>
</file>