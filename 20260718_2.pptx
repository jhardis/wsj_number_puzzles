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sldIdLst>
    <p:sldId id="457" r:id="rId2"/>
    <p:sldId id="541" r:id="rId3"/>
    <p:sldId id="542" r:id="rId4"/>
    <p:sldId id="543" r:id="rId5"/>
    <p:sldId id="544" r:id="rId6"/>
    <p:sldId id="545" r:id="rId7"/>
    <p:sldId id="546" r:id="rId8"/>
    <p:sldId id="547" r:id="rId9"/>
    <p:sldId id="551" r:id="rId10"/>
    <p:sldId id="552" r:id="rId11"/>
    <p:sldId id="673" r:id="rId12"/>
    <p:sldId id="674" r:id="rId13"/>
    <p:sldId id="610" r:id="rId14"/>
    <p:sldId id="611" r:id="rId15"/>
    <p:sldId id="612" r:id="rId16"/>
    <p:sldId id="615" r:id="rId17"/>
    <p:sldId id="675" r:id="rId18"/>
    <p:sldId id="676" r:id="rId19"/>
    <p:sldId id="677" r:id="rId20"/>
    <p:sldId id="620" r:id="rId21"/>
    <p:sldId id="678" r:id="rId22"/>
    <p:sldId id="679" r:id="rId23"/>
    <p:sldId id="680" r:id="rId24"/>
    <p:sldId id="681" r:id="rId25"/>
    <p:sldId id="685" r:id="rId26"/>
    <p:sldId id="687" r:id="rId27"/>
    <p:sldId id="686" r:id="rId28"/>
    <p:sldId id="621" r:id="rId29"/>
    <p:sldId id="622" r:id="rId30"/>
    <p:sldId id="682" r:id="rId31"/>
    <p:sldId id="639" r:id="rId32"/>
    <p:sldId id="688" r:id="rId33"/>
    <p:sldId id="641" r:id="rId34"/>
    <p:sldId id="642" r:id="rId35"/>
    <p:sldId id="643" r:id="rId36"/>
    <p:sldId id="644" r:id="rId37"/>
    <p:sldId id="645" r:id="rId38"/>
    <p:sldId id="646" r:id="rId39"/>
    <p:sldId id="647" r:id="rId40"/>
    <p:sldId id="648" r:id="rId41"/>
    <p:sldId id="649" r:id="rId42"/>
    <p:sldId id="650" r:id="rId43"/>
    <p:sldId id="651" r:id="rId44"/>
    <p:sldId id="652" r:id="rId45"/>
    <p:sldId id="653" r:id="rId46"/>
    <p:sldId id="654" r:id="rId47"/>
    <p:sldId id="655" r:id="rId48"/>
    <p:sldId id="656" r:id="rId49"/>
    <p:sldId id="659" r:id="rId50"/>
    <p:sldId id="660" r:id="rId51"/>
    <p:sldId id="661" r:id="rId52"/>
    <p:sldId id="662" r:id="rId53"/>
    <p:sldId id="663" r:id="rId54"/>
    <p:sldId id="664" r:id="rId55"/>
    <p:sldId id="665" r:id="rId56"/>
    <p:sldId id="666" r:id="rId57"/>
    <p:sldId id="667" r:id="rId58"/>
    <p:sldId id="668" r:id="rId59"/>
    <p:sldId id="669" r:id="rId60"/>
    <p:sldId id="670" r:id="rId61"/>
    <p:sldId id="671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8"/>
    <p:restoredTop sz="94670"/>
  </p:normalViewPr>
  <p:slideViewPr>
    <p:cSldViewPr snapToGrid="0">
      <p:cViewPr varScale="1">
        <p:scale>
          <a:sx n="113" d="100"/>
          <a:sy n="113" d="100"/>
        </p:scale>
        <p:origin x="1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7/19/26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01D6B-CC0E-E66A-D796-AA7F92686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6A6B94-B372-ACDE-3B0F-1EC0DA30F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1083F-7411-2CE2-D772-F19CB2207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681A2-F53B-ADE3-39B3-E94C537DF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652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7E492-2170-D4A1-4BA0-A1E710152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5FBE21-6BBB-874A-614F-C684DF444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6C7B61-2CAB-7F63-D068-820F1ACA0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8076B-EC3A-D1E9-0132-C1EEA7206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20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78C8D-C243-008E-05A0-282B9F737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818B3-A626-C7FD-EA79-EBB62D1DD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FFC90E-87BF-B6A1-A62D-E13EEBBE9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910CC-0EF0-FEFE-5F9F-9C19B96B9F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35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F4481-2E8A-6BE3-7966-429D211FF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36DA29-E347-72EB-A55A-E46335EF3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AA1BF3-3DAA-BFF0-D80A-65A8C530F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A6C8B-F342-23A7-F51D-417D029EA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503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B583F-5DE5-D643-6FA4-80888A2B0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7F70D-E64B-4EB7-AEF3-ACA30441F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72448-55A3-2824-E7A4-4C939923E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D726A-2EE0-DD17-BA9B-2AD6BE8AF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22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FE3CF-6C20-4D66-BE74-B44D5907C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119F5-2D31-F29D-2507-22191EFDC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F7FF3-25C8-71E6-0D5F-AF442E808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BC07E-B964-0840-D6EE-0BA0727E8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30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91D13-B510-4CC4-C286-141208C98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155C1-C0EC-F79D-BBDC-9785D3E8D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2FAD01-EF9F-FBA8-BEB5-6B054C236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99A33-4614-656D-FCB9-A3A7B30B0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42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07D74-F389-81D2-2065-C381F85EE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E907DF-E940-64CE-9743-6DECB3224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230282-A04A-A8C2-6542-FEAB88AAA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FB6BB-6DBA-26B2-2CFA-C3E26DF49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850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0BA6A-2681-3A13-15FC-58FD8D95F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28ACB0-AD7A-EFEF-F858-0940AAF50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5068C-6534-3CB1-2944-27F21F969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461D9-E97F-28C8-87FF-595324FF6F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997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2F2B-013A-367D-3914-B43E8AA48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DD698-36D0-68E7-FAA6-AE55ED564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17984-DFCD-D6C7-A45B-45A0F29C0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2F63B-7FE2-1B22-549C-9DC665186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309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C61BB-5266-B574-3BA4-9823CF85A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04159-57BF-CDC1-C236-5AD1930FD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A309E9-1C39-8FC8-CC04-56534340B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1EE7B-7483-486A-9577-13042DAB8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367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9B8D5-ABC9-3970-7E9A-CC8813BCD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F9D60A-5BD1-0108-0970-AE5938A22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232F32-7C76-A89B-20D9-2D151E11B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2C48B-5561-817D-D4C8-C5B05F4F77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380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8F025-C92F-1964-0163-A03A667F3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DE2080-C228-21FA-A6CB-06C23D6F1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4E19FC-4F18-411F-2275-54F52B668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45F04-F239-EB2C-6A65-A439C9452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407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DB673-17FF-9D09-78D1-53CBDE722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D58BE-4F92-E7EE-D5A9-DCF837C16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97510E-FC2B-3D2E-3177-80E1A57BD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3CF54-494F-CD80-1B1B-04AA112D2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534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C2AAE-7D5B-DD82-8C67-184EC8118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644255-07BF-015D-6691-800FE184F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E02B4C-EFF6-9668-82D5-BFEA76E4E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21166-BC95-8959-060F-FE8DB55C1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494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81DC5-0010-612C-EA88-116CF3CBA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27FE2-32FD-5A5B-BD5D-8915D5D77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996939-69C5-628D-077B-4E217D062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2EF9A-5530-1CB5-75DC-07F9ED211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0095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3B05-0D96-3101-48A8-9C8611FAE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66489-06A4-33C2-D2D6-5C9410B9A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D07369-661D-67F7-6DD3-F5B20DD99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61B0A-1EA0-A3F7-FD31-F0743964E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1430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1E4EE-D1BA-768B-A86C-DE976F6B6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D4623-3DEE-D27C-642F-1C5FBD45A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036FB-4266-11B5-24D0-FFD2CF1CE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54076-A944-E597-198C-66B0074B5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465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9435B-FBB4-B5FC-3C1F-846ED7E45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A4BF22-BC25-9DEA-F2F4-86501D2DA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68DDBD-71FA-8D20-49B3-6F7327946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E9822-F73A-A72E-BF64-ABC10EB5E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869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E8860-0EB1-8A07-91A0-441BF2C6F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7D031-CAF5-B8FD-F28D-1A005435A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654B78-2B1E-B37F-4D20-66DDD5237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D0081-B288-2E5F-727D-54AEC3851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829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191E5-F864-C718-EB1A-A88485F18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371008-6D7E-1B87-8D7C-7CCE5CE14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59AA4-1DDE-6416-A72C-12AF2B3AF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B07DD-2D76-5D52-B5B3-7BC6038D5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0647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581DC-0A6F-04B2-7EBE-F2588CFF4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CE9975-9D74-5C0D-DDF0-F1A8508AB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FFE9F-CC89-9660-EF8D-34ADEE795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02378-1DF5-4941-924E-ACE38D700F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92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3A17C-908E-86CF-973D-00E49D858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56AEBF-4B59-E40B-E952-1E629D3E72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B6ABB-542A-2041-6B1A-E8BA136D0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A4DC6-EF7C-99D7-B810-0B9AF12745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879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07E5E-341D-0C97-8D9F-BF6FBD149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3B3F1-5918-2D22-3081-E4AD097AC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52B596-F23A-1690-8EB5-87409E836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DD483-A776-402A-0CE3-7AEA791BE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8893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2CEEA-7B01-D369-20A7-A419884A6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D1817-5784-9B59-3A56-88AC84439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9DE630-C523-DDA0-F9E8-AF895909A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77BF2-C2C3-4325-C49E-BE67E84D5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820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4EA9B-7037-A69F-A3B0-9BCD9F7DF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DF98DB-DF36-9AC9-C6D4-4B93EA5A9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EC721-D0B7-EE6A-6E8D-4B6A049B9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0B142-E040-EAEF-4579-E845F098C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9956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4649C-0A3E-18C3-E978-7079AECAC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1BB6A-32CF-E281-F2D2-2F37B00D2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BFB2A-0278-A4F2-9591-57D584556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1A032-008D-EFDD-5299-138E262A0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9789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B2938-F284-7477-42C7-B8ED94C4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24C104-A026-298D-368C-1409D6D38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F2BA6-FB72-331D-356D-83D28FBC3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01F9C-D174-72C5-4D36-EB9415DBC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389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AA5D1-8BB0-63EC-5C08-D5D833E0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F18167-A0DB-4E90-17A0-138D26461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C3019-41E5-0EB1-B222-5DDA58875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EE630-7C94-6DCE-E4DF-EA9F6DC41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341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768E4-4EE9-1FE1-4F0A-35CAEF059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85628-49CB-93D1-1F41-62D45D0D2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EF7839-68BD-D2F2-8CA9-5E78E4D8D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A1F34-C24D-70EA-46A2-0DE674F21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555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2D50B-E270-5EE3-B16D-202BE5359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720D22-7643-2E8A-4DE6-5802CDEC7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1A782-1374-EF1D-65BF-5E7002ECB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3129F-277D-22C1-C9D4-097C426C3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006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A6991-4E89-7F79-138E-D1A3A570E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74269-0E19-6115-3E24-37BA7F5BE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7F7AE-FC6F-9C29-AB94-016B54B29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0FB11-12B0-9DD9-B9D3-C9163F2409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103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778BD-3ED6-144A-66CB-22799B2F2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1A49F-C7D3-EB86-3FB7-E9B919FDA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AEF46-7802-F23A-994C-956574EE5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C3F8F-DBA7-0409-DE21-A5421B34F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1566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7C53A-BB0A-4554-75B2-DAF407C2E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CB0E4-A055-E8F2-32FA-717E4AAA1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8A9A63-8748-44B8-7C94-71CF3FE4F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398FE-D880-AB7E-F477-1E2B9F95C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291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A85AE-C350-716E-15F2-F1247C1ED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1B0E3-267D-B684-E333-81B8E7FE5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772AA-6F80-3215-FAB3-0CF83101C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56412-0DD5-3BB5-057C-CAE2B9A8D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0406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DB78E-8148-E6FE-0F5B-D2F3B0299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8E5861-1E71-A210-34D6-3C754F2CD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EBAB4-884F-4F4B-3438-EB884D299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7D34A-FFAF-B9F0-0C8B-5322C5596C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367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2D05A-EF04-068A-714D-5F4F2ECE9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AF24D-E91E-FC75-0A86-CA0034E6B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36547C-C903-3D18-FF84-182DAABD9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382BC-A6AF-0EE0-1916-0B2321D31F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27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FAD82-A842-6050-4650-8191C3A47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4BB98-2B5E-7B4E-27EF-90D414017A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29F96-B52D-DF68-121C-3B35799B7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0730B-E5D9-7EF1-1392-811DA5FD00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05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167A8-7250-319E-4605-2103CDC65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7D382C-011C-7FA2-3504-9516C296E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8850F6-7464-BA90-B7E9-F5FDFEB74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886E4-6925-8DAB-C894-E5EC8FDD6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8543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4BD3F-67F5-4D48-BD07-6317874E2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437E88-3A3A-5D0A-01A5-65B12CBAE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C6627-1541-D996-F91A-AA1BFBAF0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1F330-CF0E-FCB6-41D5-F19F81D92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582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7BB0E-355D-4732-F197-89A2614A5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6C795-879C-2FA1-B49E-C7A24C17C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AD07A7-A58D-9C95-835A-D2BBD03ED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2DD26-BE52-5B6D-ED69-C43535F09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911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D4178-187D-F1CC-539F-F5AA5D9C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918DF-4EE2-28FD-D5B3-BDCEDF47E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CF779-0D76-4017-2E49-219DE03CB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AA1EC-9722-89F8-B822-9F9A670C8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26294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3A09C-8040-EA6B-837A-053EF72F0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071500-58BA-2177-7BE5-1431E1796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259711-E4CB-6329-447E-987CD66F4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F7EA5-96E0-ABD7-AFB1-CF3A101D11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529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49FA5-1CFB-A50A-B5CB-5F8488862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ECEC4-6765-791D-59EC-16AE130D4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D3A42-17FB-7718-F340-345AFF30C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41AB7-C199-43F1-6EA0-210F44235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28609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A067D-146A-5FE1-0CBA-7A93A79FE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2074D-FC9F-14DF-D44F-12DFEF3A3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A8EC2-9E22-521C-1776-EBCB3AC9D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6441F-6CAA-1EBF-F0F6-D10CDC595E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31843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F2D3B-4187-D126-F621-F3C691B2B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F0417-FFCA-3CEE-C9C7-269CD337A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ADA03-B123-342B-492F-076611264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400CE-E548-C19D-E1DD-71A175594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9083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3A6CF-7C91-7A6A-8165-99D91A764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7DC31-D57B-3268-0703-37CD6122B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EECDE-9420-0398-6787-C5C57E12F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A37BA-6DDC-E574-589E-D75881E7E3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6297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3DD79-EC77-91CD-540D-8098A6F53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4F9CE-F0CB-4B06-F50E-67128C9D4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FC82C-B77A-A0AE-9FDF-C8AC28763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F1838-74B5-300B-DB5A-40F7052E0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51174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62A4C-604C-2BA1-1459-47E8AC74C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778C17-4AB5-6CEB-5D84-C8BD999E1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F61FA7-C18A-A3FD-157F-1EC5184E9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E9E39-9070-66E4-6DD8-C3EFCB0D7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66698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C94F8-663A-429B-9A73-F1665959D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738897-03B8-456A-0137-91C813A05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68B16A-18A9-E998-9735-6A72A872C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89131-CB00-1F7B-2D2E-3622801FF4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44770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E32AF-5C3C-7F09-67C5-4F0A4BDB2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5B481B-06C5-F83B-07AB-8618C4FFE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FB14DC-9D90-57A9-09C2-EB3460B3F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0A338-F044-114A-9B08-87CF0C007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91025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EA3BE-8C90-DE01-6FC8-A2FB50D96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43F34-F920-6ACF-657E-EC5A98A20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1DE07-D4BF-2668-2A45-6F5B9C19D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49C44-C55C-1924-B5E2-81BB86860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2112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5B1DC-EEBA-2A7B-70EE-1B4518C4E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D1299-D05C-12C9-596E-85B5B9991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C0717D-18BB-C7DF-8E11-AA7B7DCA3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06517-6AA1-7BA2-A5A5-41C9B865B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5992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B036D-72D3-E931-0B7A-08D4E5232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41B50-1903-523B-BF60-06DCFA70A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15FAD-347A-2AB2-D2DB-C89B21970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E0F53-D7AC-7936-3180-01CD2D4E6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4012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6AB9D-3294-1C8A-C6BB-31572DDCD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6F0D4-8E6E-C17C-1AC8-F4A4E5991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E6842-B420-E2A4-28DA-352E2CEE0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21ECB-2D58-9700-AEC5-0CD381721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157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F9CBF-B58C-79C1-8C49-2E8D6BF47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81518A-9B93-CD28-81FF-FF1A2220D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12852-D263-989F-3D1D-EA330C976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5B61E-3A30-8880-EDDD-14672A532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4770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41834-DDD0-348A-BAD3-22ED2E41E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C82B0-F407-CE00-20BC-21BF348F0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41A8CC-ABD8-0C3D-F9ED-202EF46C7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3F671-4BDA-8996-A047-2033D1A50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867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923DA-8D49-1EEF-02F6-974293232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22EE2A-6645-5810-A9CF-CCA423003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807B7-4FD0-8A05-0739-E4515E357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DDFAF-39FA-E07A-A257-75DC4B5BE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06260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E9CFB-4A1F-4E2D-EA11-4239AC3FC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AC7319-EB27-83F8-0CE5-BDC32DACD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7800B2-3BB6-7A4B-55A0-40BD0457A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1D45E-0FD9-366C-6DEA-53C600FA8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3841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AF203-4FE7-2E14-7781-212EF743C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C4299-AE41-83EE-A7B0-D41C6BE07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700E4-DB63-6002-402F-F29D443C2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D13CD-62B0-2DF5-66D7-07C7930BC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763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D42E11-9AF1-9A75-D38E-256325D8AF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77551"/>
            <a:ext cx="4543224" cy="502045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1DABB-CA1F-772E-4A90-07F8836CE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07E681-C1F7-EEFC-A702-FD0F670BF5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9, the five digits on the line have a minimum of 15. The two circles could be 6+9=15 or 7+9=16. The cell in Row 1 would be 7 or 5, respectively.</a:t>
            </a:r>
            <a:br>
              <a:rPr lang="en-US" dirty="0"/>
            </a:br>
            <a:r>
              <a:rPr lang="en-US" dirty="0"/>
              <a:t>The first possibility is precluded by the given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CD35444-719E-A9C5-6830-9BDE810FB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7A3E824-8234-D8EA-8315-6237D207E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091CC8D-096B-FA47-A48A-7473CABB59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CFD1B2B-2252-D99E-E7C2-6C25D9D0B1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3A1A19-B62D-40BB-2094-5F18A1EB5DD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041577-088E-3785-172E-0AF534EE81C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0A3FC9-455E-00E7-E591-F74FE396D2E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156F00-D9F1-ACC9-D964-6FB28849189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1BA150-0A07-F87A-D255-8A772640D52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EC28FD-6D87-FB4A-B32F-3405A1AB3BF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12019B-375E-5912-506E-438222D25C6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E3EA7D-568A-5000-A5A9-B490CB4AB5A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25954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1852F-5858-CAA0-1602-330F74B27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3B2A1D-FF12-706D-FE69-21372CFBED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1, the five digits on the line have a minimum of 16, since they cannot include 5. The only way to fill this is to make the other circle a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31DA872-D1C7-39ED-73A9-96EDE6175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3BCB376-B740-0FFB-9F1D-119AF71AE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7803A8A-A08E-48BC-ACE5-31DB65A4B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8CC48F5-3AFB-FED5-52C0-68BC651DBB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61EAA8-C8A1-A2FC-E095-D5831C3701D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65B837-EB35-42F3-EB8A-B54B844D4B3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33B281-5C13-CCFD-FE54-C835C9B6F96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349319-3D5F-8D44-3462-2E1EB591821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1BACD2-B46E-C7DC-8403-3D98B1688E4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EDC473-8CE8-8CCB-369E-C8209DF5A50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46324-5322-A208-9152-E158AB430E5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79435F-D75F-0A71-8129-230F1198255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1BA49D-EC71-5173-5F26-A099855EAC5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864E12-0BA9-75BA-ED81-E615F40CF6FD}"/>
              </a:ext>
            </a:extLst>
          </p:cNvPr>
          <p:cNvSpPr txBox="1"/>
          <p:nvPr/>
        </p:nvSpPr>
        <p:spPr>
          <a:xfrm>
            <a:off x="4143022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B2C07F-748E-DCCD-BB7F-9DE5CAB7DF36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A819E6-320F-357C-EDB4-608C1C88832A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17BC23-6E6B-8EEF-7564-078D74E9D2DB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FB447B-FB52-724F-9B23-98B1AE841DE5}"/>
              </a:ext>
            </a:extLst>
          </p:cNvPr>
          <p:cNvSpPr txBox="1"/>
          <p:nvPr/>
        </p:nvSpPr>
        <p:spPr>
          <a:xfrm>
            <a:off x="6152446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F6DF81-80DC-AD53-6EEA-95581C1612F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89971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5330D-F1D0-0C5A-4AC3-D87D1C60F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771363-3F71-FF0E-93E6-FD723B5265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454819-3FB2-7F56-FADE-CD1CAACA2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CA6E43B-4439-AB5D-F9B3-5D9468E4E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1714FD4-13C8-4112-9FF1-67785618E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9FB5A45-9782-E2EB-3A4C-511E865D3C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76D205-B055-CB6B-797E-E68895D8114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45BE78-A4AE-5DDE-444D-9437C916032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3A80E0-1AAA-014F-DD33-963DB79F75D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6BE604-06B4-6A51-9A5E-16706A80BA8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0D8EB5-F1A8-622E-0CA9-833313D12D3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692690-9307-A595-2153-DB6095DA8D9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2B7E7C-8187-C9F6-2770-F3B89327491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8DBA36-46D1-5F65-621E-22E2B5F55176}"/>
              </a:ext>
            </a:extLst>
          </p:cNvPr>
          <p:cNvSpPr txBox="1"/>
          <p:nvPr/>
        </p:nvSpPr>
        <p:spPr>
          <a:xfrm>
            <a:off x="4143022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C6F256-72F4-8267-9DE1-8730C757480F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E59A3F-4DD6-22CD-9690-90B4408BCC36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FD576-E485-7644-8596-43DA6D4B255B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E34133-061F-6688-736D-49E7610597E7}"/>
              </a:ext>
            </a:extLst>
          </p:cNvPr>
          <p:cNvSpPr txBox="1"/>
          <p:nvPr/>
        </p:nvSpPr>
        <p:spPr>
          <a:xfrm>
            <a:off x="6152446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CF6EB2-44B9-2BA1-D1A5-865203FDA7A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C7A947-0CE5-F9AF-AAD5-FE417B957A7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B1985A-3721-FE26-BEC6-39D3869E728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50892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27F89-002A-40E6-F230-7143C9581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784F4F-AEB1-B468-7BF5-EAA1FB7AB6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Likewise, in Row 9, the digits on the 5-line have a minimum sum of 15, but since the circles can’t include 8, they could only be 69 or 79. And the location of the 9 is determined.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0AE1298-4436-8B93-5F1E-6C978DCB9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C3384F0-3212-71DD-8AF4-19C8BFE7F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7A73759-5F19-0224-2AD0-975BC5A347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8A7D118-EA39-31AC-2755-A638ABF9B8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444EC3-6C05-53E5-BC26-24ACD8F400B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CFF46B-F13E-D844-FD0E-4E9432F29CE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0FA7F2-185F-D021-EC11-70C5162E5B7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8AF3EA-F805-E518-471F-04F5F91C607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4256E9-6E74-075D-2045-90A27B0CC43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970FD1-EED5-9332-737F-1B5CA3ED66E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0DA07-1643-84C3-044C-B4509627C11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692C7C-C91D-D086-0484-47FDA7D67150}"/>
              </a:ext>
            </a:extLst>
          </p:cNvPr>
          <p:cNvSpPr txBox="1"/>
          <p:nvPr/>
        </p:nvSpPr>
        <p:spPr>
          <a:xfrm>
            <a:off x="4143022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6B813A-0133-6253-F5F2-EBFF4FE7E07E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9C13F0-A7EA-FB88-AD81-3545C5EDB8FB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9158CC-7570-7C64-8657-150DF1CDB9FA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4F7AF0-612F-9654-0F9C-027CF7C0BFAF}"/>
              </a:ext>
            </a:extLst>
          </p:cNvPr>
          <p:cNvSpPr txBox="1"/>
          <p:nvPr/>
        </p:nvSpPr>
        <p:spPr>
          <a:xfrm>
            <a:off x="6152446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AEB59B-E45C-81B5-766F-B1F1AAF16D8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E5678D-40BA-70B7-30ED-EA3B810BA21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95EFF0-B1DF-DE12-C91B-67C49B32B1D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5EA828-5DAD-08B2-0617-8C53753FE44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B97682-C833-9732-7DDF-9809FD0A9D83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15C531-15D5-81AD-6195-D9831A6384F5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305F1C-440D-0140-09B4-903DD9148B9E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976724-54DA-ACF7-11B6-5AB6C94F6182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0DA5D0-006C-4165-6CDC-17AF1C81FB67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ADF3D7-76BD-A7D7-FD13-00FC53D0141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AEEFAC-1251-1361-A4EF-B84E72F2309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1740614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CCFF6-686F-8DA2-0A3A-F3F231DA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37E1EE-897D-D45C-1192-9229091685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Same for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47A5063-3ECA-BDF6-F2AE-D54B566A3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6B9EB85-65D3-B6A2-1541-491103C08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36D5A97-E058-B69D-EA5A-D9CE7CEFBF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BFB8B3F-E694-1DE4-9DA4-0EA0CF7099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7D85DE-E0F4-6D29-B190-68C42B29C7B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AB6B52-4D0B-1FAC-1589-D123E27616B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C8FFC-1BFA-8637-200E-F33EC48F2AD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624390-0D80-CB1C-7022-57F71ECFF27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BAB775-5F3F-2D23-4FF5-F1473C47A02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137B50-301B-2999-6C1A-F982B2069F0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0E403C-D032-205E-304F-99064561A0A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A5A5FC-04B8-1FBC-D1CE-BC86604FB927}"/>
              </a:ext>
            </a:extLst>
          </p:cNvPr>
          <p:cNvSpPr txBox="1"/>
          <p:nvPr/>
        </p:nvSpPr>
        <p:spPr>
          <a:xfrm>
            <a:off x="4143022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7846CB-2C90-C676-019A-A56B2C22B330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437693-5277-1F9F-EA6D-D79CAC54C8EC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DE9B63-A624-84FB-5D40-EF4009F950BA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409E75-B506-781A-A2B9-F6DF065F7F30}"/>
              </a:ext>
            </a:extLst>
          </p:cNvPr>
          <p:cNvSpPr txBox="1"/>
          <p:nvPr/>
        </p:nvSpPr>
        <p:spPr>
          <a:xfrm>
            <a:off x="6152446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D4EE36-BAEC-2565-936D-4D28AA07DC7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2AC7D4-00C3-E516-299E-584849F4AC9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C4BC08-5E7E-A2EB-9221-A009BEC3FC9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D4BE90-B448-68B2-5C13-194CB3AC0C4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523572-299E-0C63-BA27-A7C3DC701657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17F527-77C9-C9B7-4823-DC864EC69A13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F233AB-5AC3-A7CF-99EA-4E15FA14D8B2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1DD428-F4FD-B092-6987-06803397492F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C655A1-FDCD-2A4A-46C8-677BE3CC0326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A08686-F9AA-C3E7-F535-6188CFE109F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EACA70-862B-6DF3-284F-EEDDB258E03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5D5859-E0AD-3710-29E2-D1DB878DCED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AE3AC2-EED9-2D19-22A0-592946D2285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4B81FD-A2BD-3E5F-AD02-99893171E6B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C4F5B6-B61E-9F5D-A5C7-A380806AA04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CF0957-57C1-EA12-7863-C32D07FAC1B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A88D73-B067-D88A-6ED0-4A2AA12B441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6A9DB9-ACBE-845A-9335-9F21AEE07A8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1819487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F44C4-8D12-7CB3-D65D-9EC0CC2FA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2440EA-913C-A448-BB3D-EDA40E0170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circles adjacent to 1-lines can’t be 9, since the 1-lines themselves are 9 at a maximum. Therefore, there are last-possible 9’s in the upper center and center left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08F58FB-A0EE-EC37-C731-AAE12B06D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286E80E-F31A-708A-5BC9-030549779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4E6E1E5-19FB-8F69-560E-518E1598B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A0556D4-9EE4-C847-E4F4-0858BD2D0C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21BA8A-6FA8-91CC-E4CD-DCCAA9677AF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A4BC3B-21EE-AE28-446B-29BD5E09DD5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665ED1-6719-29F8-B95A-3DAF55944B9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20F2EA-9288-7E28-5F4E-C32233CE1D1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528C8A-8DF8-EBE4-2A7C-6895FCCE4A0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F8F9D0-C1E7-9007-B98B-EB0DCEACC41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2D20DB-9255-39D8-55FE-B6030E63804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108B55-918E-5BCE-4AAE-7BC821931C6C}"/>
              </a:ext>
            </a:extLst>
          </p:cNvPr>
          <p:cNvSpPr txBox="1"/>
          <p:nvPr/>
        </p:nvSpPr>
        <p:spPr>
          <a:xfrm>
            <a:off x="4143022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C0ED62-7ED6-A88D-47DD-9B9C065C41B0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4C118F-8D5C-7FFC-424E-ED58F019B030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738CE0-77EF-6B90-4112-5D0572E1A319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BCACCA-EF85-4A68-8180-A31370B3B6F0}"/>
              </a:ext>
            </a:extLst>
          </p:cNvPr>
          <p:cNvSpPr txBox="1"/>
          <p:nvPr/>
        </p:nvSpPr>
        <p:spPr>
          <a:xfrm>
            <a:off x="6152446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6A4851-1577-163B-86FC-692C39C678F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2B1AF4-CDE4-61AE-DBB4-E4C5D4091E7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E3C317-A8F3-3AB7-2046-6C4AD0E4FF9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D76F73-0A7F-0B60-4BD3-8FD1BF7FDF8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74B63A-61F2-A33B-1F3E-521673FCF255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A73359-4A20-7611-E36A-3B072B784C96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94A4A6-9941-B455-E991-1B371FA3B138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6B133D-B5C1-2992-0812-4B957F508893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1CEFB8-68A0-5EB5-A034-BB0D945C3AEF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75FB98-7359-5EA7-12F6-71B089FE230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93940B-DC5E-4F78-0A4F-2C60CFAAC39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7076E3-FFDD-0EB6-CC9C-EC4B2692165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B930BB-FC53-51AE-20E8-52E5D1781CA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EFD909-0288-A1A9-39BA-1D0124107F8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7FFA04-7D70-E6A9-B7BA-0E4681E7117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841664-7729-621F-8BEA-A3B16A06FF1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1617FD-D0DB-DAF1-C905-4C92921AC26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3D1BDD-DEFC-9318-9756-3663F4F4CC2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BE2F20-B39A-C6AA-8F57-68023F91D18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47EF5C-264B-E203-1EA6-8ED30EECD2F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41276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25B34-DE32-2B63-FB7F-8E7C182A6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0ECF54-40F7-C041-A035-FF51D04A2B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7EA48C6-A815-6FA6-C3AD-D62B953AE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4753E3B-23F5-70A6-3382-7698B8393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0DE2AFA-BD76-384D-647E-8DFF3D7851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5657644-D017-D681-E425-AA360A81AF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7AFCB9-CADC-8529-FDC8-AEA227331EC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E0C5B8-BB5F-F710-FE10-7C238AF0A81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BA596D-AC1A-172F-049F-BF080E5C18C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FB48D7-7233-FB66-A32C-02941CF2A03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479EFF-4784-74CC-12D5-BDB0A5A37DD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A44768-1B7E-3E74-EF01-477DEEEACFC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0BD6C8-7A2A-0555-EE77-4A882353F30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235560-BDB1-09B2-DFE4-874ABC9B0E01}"/>
              </a:ext>
            </a:extLst>
          </p:cNvPr>
          <p:cNvSpPr txBox="1"/>
          <p:nvPr/>
        </p:nvSpPr>
        <p:spPr>
          <a:xfrm>
            <a:off x="4143022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4B556C-32BF-C98D-3F38-0251EDA56CF0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8CE1B2-4D35-AD2D-193E-A0420D7B6FCC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488D18-09D0-7A7F-39D5-F52EE1FE4010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194C36-0A92-0854-119C-7E88E4E65001}"/>
              </a:ext>
            </a:extLst>
          </p:cNvPr>
          <p:cNvSpPr txBox="1"/>
          <p:nvPr/>
        </p:nvSpPr>
        <p:spPr>
          <a:xfrm>
            <a:off x="6152446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9A242D-0E17-AC04-AFB0-8F3CE6017C3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B2FD18-E7F6-E0D3-4DEC-4A0BB9D9658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6FABA9-B2AA-528B-6815-132EB37B28A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453706-5088-F8EE-3943-1F4AFDB3A89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EE11BF-EB15-6ECD-C208-CEC168737C24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8E3D3A-7843-0367-F496-0A9602A978C6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21FE51-277D-7530-6E3F-E44380D384B5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04322B-BE42-4EBD-C8DC-05961D573EAE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A60583-08F8-C2DD-057D-433D6DF8C08E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3F9488-8470-340B-560C-1890B4A0C6D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B3F537-F569-4CC2-9C8E-EA6D319E840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F009A1-1E74-A8A7-A5D9-74813EBABBF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15676E-7098-8685-A356-114CBECE573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CCA6D5-DC86-E73F-1CD5-077B32614E3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C309EE-9B8A-D916-31E9-29D30DE03BA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06024B-3524-43D3-3CF4-D810AD72EA8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101151-884F-E7D5-FEEA-F4189BE352C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6AEDE4-A9D9-6C5D-AC4F-B330816DD94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7B61F9-9555-A103-1101-149B5B445D3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AB6F6B-935C-FC83-E616-ADAD945413A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7D1EB7-2662-FD10-1D77-1A45AF9698D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57479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80E43-800E-8C2E-831D-52AE17B0E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C79ED7-1371-0A62-BCC0-167C52DD88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center block, 7 is in Row 3.</a:t>
            </a:r>
          </a:p>
          <a:p>
            <a:r>
              <a:rPr lang="en-US" dirty="0"/>
              <a:t>In the left center block, 7 is in Column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A24D4F9-33BD-A78C-E014-C2571D880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2122DDB-D1B6-02F8-DB83-BB792C784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9434EE0-0161-1D8A-7391-11CE607FC7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D662EED-D8A5-7FA2-8928-2B2DF69A8A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C535ED-F524-456B-AD1F-48A7BEDC49E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BBAE60-EE0F-5EFF-C04B-9DDBB5213FA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D232CF-6B11-72D2-F4EC-2D5A748F223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21D7CC-3B28-029A-BF47-F2D2C774E61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FD8B46-E048-64C3-DB9C-B3A8FC636B5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81CEB5-0BCB-D775-01A1-EE1B5FD6272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87EEB0-1D22-09A9-F0ED-3222F2CEDC4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FB727C-231D-9C36-AA60-9287D447A001}"/>
              </a:ext>
            </a:extLst>
          </p:cNvPr>
          <p:cNvSpPr txBox="1"/>
          <p:nvPr/>
        </p:nvSpPr>
        <p:spPr>
          <a:xfrm>
            <a:off x="4143022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7161D4-A03C-9DD2-8676-E8BDC3C8F6C3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FD4BC9-3191-89C1-0941-204C9F64FC34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DF0F59-B53D-FADA-1D6F-A17C57A429E4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9EA744-0E1F-0AE6-CBD3-0913A7B98338}"/>
              </a:ext>
            </a:extLst>
          </p:cNvPr>
          <p:cNvSpPr txBox="1"/>
          <p:nvPr/>
        </p:nvSpPr>
        <p:spPr>
          <a:xfrm>
            <a:off x="6152446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61CB4B-CB1D-E5E3-80CA-CACC4AEF1C3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17765E-D1A0-F468-3ED9-0A43AB45BC4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E5CEEB-D403-6824-4CFB-1C0D873B021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3BBDDC-B69C-D410-73C6-74567FB84B4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E66E97-08B0-D7AD-7CD6-C3C94F0FB06C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C6AEE9-5A59-5CED-A735-3914CF171A2A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14AC22-A806-AC03-CAD3-93690D2E7C14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82B51D-AD5B-31B4-BC68-5D1CB2BB1244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A67D61-DBF4-4997-51CD-D019DB645902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8F90F0-5C2B-6111-98AD-76C83769A7F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1E76F0-283B-DC59-5DBC-A07E9DB9792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B087DC-FC56-383D-8D56-A60FF880E24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57F661-D2A8-84D4-02AC-7FF90F20900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6EB1E8-DE6E-8F49-0027-7364F4962D5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070501-4F77-8D2F-A638-F4CF1ED1B0A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071A1C-D16E-BC48-B400-961ED7C91A2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DBAE1E-31CA-4212-D85B-E5D680F7E15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141835-668C-75A8-B1C9-AD5D8000913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38F2B1-283F-58C8-7B3B-B5F2D91D0F0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C26C8C-E0EA-FCF7-8DFF-87738312DDC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86B6D1-F99E-77EE-7E8D-A8A0D8284CD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FCDCCF-F71D-0613-609D-0A778A21512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70546D-8BD0-0593-58AC-D6CF34D5193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059A9A-F7AF-96A0-D80E-0DBB850A13F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318A62-ED43-3A45-6A18-F51EADEDFA2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4041358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11C91-E8C9-F679-10E3-2901E7EBB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2296CE-692B-A1C4-6A6A-152F2DC199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B1CFDD9-B8D3-E585-C3DA-AF02DE5D8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81F2C1D-691A-2ECD-E390-D6606803D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8F0650C-514A-8E15-2E1D-4C54A6D858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09783BF-89E2-6654-86FD-8E876AC46A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ADDDF4-C279-B913-8683-9C0223AFA9F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309878-5D66-C5F5-695D-3DABC0CC5AC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D6D9A9-4997-FE9C-EAC3-706E30777F9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3511F-46D3-E001-467B-0303C73F53A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4469FC-4B5E-EC5A-C1D0-A7E166325A8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5E0879-A221-F284-46B7-C6276E79B1A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962167-7804-B006-50D8-1C0556706FF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F3DA09-EC4F-3214-C5D4-A474EEEDC317}"/>
              </a:ext>
            </a:extLst>
          </p:cNvPr>
          <p:cNvSpPr txBox="1"/>
          <p:nvPr/>
        </p:nvSpPr>
        <p:spPr>
          <a:xfrm>
            <a:off x="4143022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0D3BBB-5ED5-3400-708F-6CDA5C8BE995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1FE1BE-F344-0548-7962-7D87D09F5F64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BFBDF4-0987-E5DA-CD79-7F4D933B2E5C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3F34FC-49CC-5D9A-3B3E-C307432E868D}"/>
              </a:ext>
            </a:extLst>
          </p:cNvPr>
          <p:cNvSpPr txBox="1"/>
          <p:nvPr/>
        </p:nvSpPr>
        <p:spPr>
          <a:xfrm>
            <a:off x="6152446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600432-4A89-DF11-6771-50793CE1120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7F4E53-7F1A-FB9F-C72C-1819EA8B4E8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5E7A48-B8FD-05A6-C51B-0E4198A01C8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0B119F-762D-469C-121D-6F7F2F3471C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B61D7D-8754-51A6-4EDF-ED202DD544EF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843D5F-D3DF-320C-2A09-AC1E13363DD1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51AE5B-3018-EA9A-8AAF-709098F6B505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B60DB3-BF90-DF6C-CDA0-215B8C578874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C2E468-9F74-C127-2F34-78E325B3E894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464BCA-F680-E86D-B3F2-9531A39276B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5D31CA-A007-F550-F5A4-0533936693E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B8954C-1506-A4CD-3287-1CAA2BDFD0B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406716-B965-95FC-A721-180F3BA33FA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68039D-54AE-F27B-842A-21813CFD186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40BAA6-9174-3509-A94C-AAB9B3D582E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8A504D-9074-30E0-E59D-4D8EB201EA3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27867E-6DE5-E38B-E97F-B0FBAE83581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E3E339-CD38-E5B3-492D-8DE39E8BDFA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AE20FE-FA10-1811-1596-DF4D5D95AB1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A7F3AE-6755-F54C-F937-F9AAAEBF4E5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A813A5-3B6A-EF01-496D-722DD5C4F98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779773-1D4F-9A58-0953-32DE1D0F2E0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5315E1-418E-3B85-B98B-765697A4206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2CD0C2-AA07-6E5D-5017-16A3371F223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C4E04F-0E0E-6E9F-B08D-F7750C630EF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1172305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4F69C-6121-16C6-D010-ECFA1943D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3775FC-87B0-BB6F-F413-A1DCD08165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2 in upper left block.</a:t>
            </a:r>
          </a:p>
          <a:p>
            <a:r>
              <a:rPr lang="en-US" dirty="0"/>
              <a:t>Last possible 2 in Row 1.</a:t>
            </a:r>
          </a:p>
          <a:p>
            <a:r>
              <a:rPr lang="en-US" dirty="0"/>
              <a:t>Last possible 2 in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2DEA9DD-6AC5-D5A2-5700-91E97E985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40610B1-6F5F-C678-02A3-1D5474CFF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1F207D4-73F9-6D15-5738-4A5D8D2D2C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87E3A26-A93D-36E0-F4EE-77BC67A91F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6CBAAE-BDE5-52B1-C90B-8AF4E883383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736234-7673-F6CD-2C99-0E4F4AA37EF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11C177-FA8D-72CD-FDE8-AC4FB8BA1CF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2DDF1A-A177-DB29-A681-CB48EFFE421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BD2224-A1FA-FA5E-94E6-D8079BE85B8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8EF6DC-4A0F-5F06-EF42-BDA350B9938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61CDD4-046E-036C-FBD5-598AD9B5F63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FCA67A-600B-635B-F62A-69C6CB2826F3}"/>
              </a:ext>
            </a:extLst>
          </p:cNvPr>
          <p:cNvSpPr txBox="1"/>
          <p:nvPr/>
        </p:nvSpPr>
        <p:spPr>
          <a:xfrm>
            <a:off x="4143022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FB00F9-9AA5-D98F-5339-4CDA6AB5BCB9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E2C984-6C23-9DB5-F21C-3AF3489FCFA6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08093F-0CDA-7F18-E8EB-570EEA1310EB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C4F312-2336-5631-7543-AD10EA604F0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5A791B-E5FB-F315-489E-F39F7987130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4E9144-2427-193F-88F7-D1304A350A9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AE2A16-5A13-118D-1346-7920B215122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23EEF1-26BD-307A-170F-0131D02BF7FB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50721C-5C25-A3BE-039A-6CC201F6B802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35BDC5-339D-D6D2-E56A-471E6090BE6D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BEC44E-443C-04C9-6A0F-617A013B20BB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A8097E-F2B9-9C2E-2E81-B73178891ACB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F3B412-7B5E-BAB5-5AF8-9944E56DC16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52BB08-C05F-954B-3B6D-63CA1C9A38A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641B00-6D8D-1389-D168-F5E6B686D48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F602AF-837D-3284-2934-BA97B20742D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7742C2-6FF7-E294-3EB8-CCE41CFC4AA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6C5B84-173C-D398-5980-CBEC5E8EE9F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FD40D5-4C4D-1A31-1001-6298428FA90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AD2024-79A8-EE3A-D218-366C6B93D31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6F865E-33CC-0268-42C9-A38C9AFED57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BD779D-5A4D-C78A-2715-2E4833157B2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F02FE7-DCD6-7C41-D789-9431BF66154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F20600-16EE-DF4D-2DDE-6C86A04DA3A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F929BF-BDA2-5F11-DFB1-2963320846B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6424A0-4FC7-6851-1411-593241819E1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7E4429-DFDA-4232-E6DA-01A413BCF7C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699DB18-DF24-69D1-C18C-DFAC9B64341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C8E528-2C7D-E291-1BCE-E88620FAEA8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F4A2C3-1143-8AF1-19CC-C8A75E7D43F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5591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88A64-FAA4-591D-36B0-42BCFCC84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E71EEA-85DD-FC92-45ED-91F78CEB06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  <a:p>
            <a:r>
              <a:rPr lang="en-US" dirty="0"/>
              <a:t>Last possible 2 in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8C5880B-8FEA-9D8B-38BF-430A6A63E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E8E45CF-79EA-206A-601D-3F6A20204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AEFFE31-2C1B-41D1-D82E-5E726D96E4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7CB4DDB-C1B9-50B6-88B4-B6D8D6BCDE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DAA416-E351-578E-4482-75FB3C46230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7DCC17-90D8-B262-E8B4-EB5CC774B70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B459CD-F9EF-589B-0692-C39C1127BB8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361F92-2364-EA51-241F-CE97F0ECB21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35B7A-4156-5E76-3929-1EBDD8E2F10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775495-03ED-F9B8-88F2-591F90E78F4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9F3E64-B0C9-1F0D-3D63-165F00FF71F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8260FD-B300-FB5D-B231-15EC95EFC721}"/>
              </a:ext>
            </a:extLst>
          </p:cNvPr>
          <p:cNvSpPr txBox="1"/>
          <p:nvPr/>
        </p:nvSpPr>
        <p:spPr>
          <a:xfrm>
            <a:off x="4143022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1A1E7D-F631-7EBF-594B-D18F0C6377EE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B31397-DB62-04D5-266C-B2C914FB88BD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DE8627-1D76-625D-EDB5-23F0B9E81B9F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C13921-0B52-E644-ED29-ECF92427BD4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B76006-AC9A-71CE-4C93-86480EBA69A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70E4B9-2A4C-F315-40F0-F7EF958FFEE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8B2AA1-22B1-144A-CD77-C03E73F2347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4D6085-9558-DD2E-B0E6-679C56D9A5D9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A501C7-9BEE-4BB0-7661-921FB5E06B95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F03991-40A1-1B91-09C9-68C746023A4A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2FE352-B4B1-4FCA-1DCF-58DA321C167F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E27AB8-0C7C-B340-E557-67F0109BB853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6BC265-6392-0F2F-142E-35C9A050BC5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4B69B1-3339-F50A-DF2D-9258A2805BC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70CB23-1B1A-E4C1-89A7-78E86B52045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4D0984-A10B-B92B-8CCA-1C3A253192C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A17AED-E3E4-674A-5D2A-6B2E89C488F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0DAA39-9824-44C2-41D2-A755B929C28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473F71-AB7A-2CC2-5C5C-BF693DB1F2E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248FAF-79DB-F685-EB3C-E314DE6AC07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8C5935-0445-DA49-766A-477198F9134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44066B-56D8-F7DC-5847-672ABE2FE53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35589B-0B3D-2025-0411-8EDA0282EEE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D7E8B4-57A3-76F6-95CC-0AAF8B91057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C6E40A-EEF4-F0E0-7E9C-5010C9221C6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9D037A-45ED-1CFD-C6EA-AD0D2D37930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360AD0-872D-B028-E095-846EB9F587F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CE530E-F795-3C4C-BDEE-CA0155F46C5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AEACC5-4B98-CDAF-44A4-EA6411E5359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A8C498-47B3-106E-976F-3B863C00F1A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34A3BC-792F-DB8B-DEA6-B566FD97781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43487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D42BC-DDFF-9D09-BA1E-D277B4127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C3A17F-2E46-9191-04BB-71E50380F0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center block, 5 and 8 must be in Row 2.</a:t>
            </a:r>
            <a:br>
              <a:rPr lang="en-US" dirty="0"/>
            </a:br>
            <a:r>
              <a:rPr lang="en-US" dirty="0"/>
              <a:t>There is only one way to construct the line.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1DB665D-E3A2-17EC-A23B-FC7945ACB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43019E5-6BDA-3CD3-D491-36505DAD1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B27C5C9-0ACF-3D56-DD8F-AC26166500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16BCB74-D9F8-2787-8818-2FED83C0FB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A2A429-F00B-16B4-C98A-06CE63AB1EA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750603-0C4D-F4CA-0803-0EC45B1D79F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15B1EE-2E60-6C2C-99DB-62D40AA898B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25C431-2B2D-18EA-D82B-DD33310E8CD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0F305F-406C-C571-D725-E31823D1C9E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09AB82-C81E-5B30-FB2F-79B4B2517E5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C55AFB-B089-847F-5405-06558B47069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6BC6E8-B688-EC63-FB87-D8730E7C1C45}"/>
              </a:ext>
            </a:extLst>
          </p:cNvPr>
          <p:cNvSpPr txBox="1"/>
          <p:nvPr/>
        </p:nvSpPr>
        <p:spPr>
          <a:xfrm>
            <a:off x="4143022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8FCBAA-4709-82A3-6E57-675AC0ADE607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839B90-DBCF-C6AF-60FE-4D7959B2E2CC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66D95D-5810-AA6E-D203-71C96BD0F4EB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CA9B31-7890-0262-67A1-0CD44BA9A7A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9C22DC-58D8-AC31-A4ED-23E9AE08273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131D88-C5CB-073E-FB67-8B4D95A2BC3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889816-34DE-DB58-F50D-63CBF7996A7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EF88DE-C310-AD22-3539-4050DEABD5C9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C8F0EB-A1EA-4E01-2D5B-15EBB9A601F6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C0DC5E-5F0A-80CC-8BD9-DB89C5FBF1A4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C4440B-57D6-38C2-3DCA-4B178AE468FE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13DE11-0095-C635-40E8-6037730CE2A0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4416D5-5FEA-107A-E8DF-41B19C81E0E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5F9EBE-B84F-8590-6823-E2E651C0ADE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2E1B5E-BCC1-6009-0D75-7AE9D44B03C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E27BBC-21AF-5FA9-88C4-662B6AC8593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618672-473B-32B2-5F59-72D3A221C8B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52F2EC-E33E-3932-3EC8-09163F518C7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9CBE72-626C-5BEC-F783-2C58445872F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B6F2BF-4762-3B16-277B-D4C3363C6BE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3360CF-F5E1-A5B0-1015-4A07D4EBC3F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769926-2640-1F9F-985F-8C01A882253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FFE1C1-0A08-07B4-D424-FDB8E64BF81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708009-814C-6A77-4FF3-AE295B2EAAC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C1866B-4D9E-809B-3A24-A3ED2ACC1F0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161335-3FFD-DE17-BF56-DF3D94881E2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26E29A-0F8D-930F-0ED1-A0A9A5B6D66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AB93FC-C154-C1D0-05EE-B9B76893219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EE86E0-5576-6BD2-0CA8-F78B26EE464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7C9563-C247-74D6-E574-4DFD0247058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DE5056-09A4-F6A2-5265-434B4BFC8FD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282787D-4004-B697-8C58-02C8ABAAB63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206B0D-4FAC-BFDB-CE9F-5F8390EB1B1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40977C-41AD-987B-7081-42245215A63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79700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E0D8-09A5-E2B2-A138-0348EBC99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40B9FC-067F-2065-A6B5-366F3147B5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5ABB2C8-79DB-2807-D3D6-0371979A3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C1E1C70-DEDA-F861-2F10-4526F83F3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3D5977E-DE8E-9184-AE39-DB30327985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4DF72C8-33B3-8424-74B8-1117210906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AED383-5130-7DE9-AEFA-7F62D5EB466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A6882A-1B85-FA5D-F927-89E332D956C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29637-8837-4A6B-00D6-79651A7EF84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6D6279-E4EE-9F36-8F00-043F448A4EB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C0E902-2FC5-14FD-57E2-5E7064F8C14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FF7003-5926-C43B-06CA-36A4C30DCDF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A1E607-F483-D173-BE24-0F0F4157C69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70E459-7282-0B70-D6B5-8DFD1391F16F}"/>
              </a:ext>
            </a:extLst>
          </p:cNvPr>
          <p:cNvSpPr txBox="1"/>
          <p:nvPr/>
        </p:nvSpPr>
        <p:spPr>
          <a:xfrm>
            <a:off x="4143022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D4B70B-2AB1-2C31-AD3D-03B39A5B5B65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29F0F8-D08A-1AB4-D177-EB8DCC5E5FAC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785545-ABBC-68F6-A9C1-9408D72E90B8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BFDBAE-9E2C-F12A-44F6-103D8B70AA7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FA5D42-52C3-8FFF-4B28-C2650590B66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037DF0-B6E6-6B8E-63AF-C402E91E813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A28E55-47FD-75BD-D192-4CB7C7123CC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1B95AB-BA3B-3E79-C94A-2A292DE3B097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58C16C-E769-E1FE-A3E2-39B109BBA2E9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E3F7FC-36E2-71B4-BF2C-730EFEEA7D72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DEE97E-3FD1-454F-4C19-BADCCE4D609B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3FCA2D-B637-96FF-D972-3768F8A97ED9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2F1A6B-4849-A5B0-D6B8-A544B368825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F1EE70-24B6-DB94-346F-1081351D6CC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A9862F-5FE0-025C-B247-09C54B918F8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0AED55-2401-CA76-F0D6-B1E5F9EE2C1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7149B1-1320-70D5-EFF2-9BEB550C069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A60A7D-04DE-3698-E849-46F46E33853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B423AB-DD01-932D-4A49-3897D006CEE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048A09-0937-EB51-4887-F5A81DB277E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0C0531-056E-3896-1F9D-15084015AFB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C15C72-8B75-FEB9-7E14-FBF0F6DF2F3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32F8B8-951D-2F1A-2BD3-C0316E13992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48DBA9-0759-4C1E-3B7D-158B09DC5AC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0A61C8-FF49-0ECF-888A-C492DC463DF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F94887-C779-DEE7-1536-C2D36AA1045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BD7241-384D-CA2D-2242-581A7740085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3470C0-960D-77BB-0294-C05E506E0E9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74B444-4589-32A7-DE02-E765AFDCAE3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074A9EF-5305-7105-34B0-1B3BC37711D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3E5364-6996-F86E-1CD9-D9F75E2A431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1FCAB4E-3FBA-1211-6D83-D4EAD8F87DC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C41631-8457-32D4-7FB2-5FC8FFF13BF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B03628-306A-02A5-3936-2ECA0CE6D9F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35261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8DF7D-F419-B37B-9CD8-AD8FAC2C6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1E48F1-868E-5E17-D55C-2653B6307B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E5AA924-2EE7-8812-319E-092473D6C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B7F7375-A990-0D76-AF2C-5B8FC2D71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A593BBD-F8D0-25A6-0C68-148DE83E41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91BB25E-BF46-A6AC-A8B4-260335A264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8EEDD0-60E8-1E83-61F5-AE523167478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9C39C8-197E-A880-9780-FD25361D967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45AB5C-81EB-5916-43D6-3B25D554390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7093A1-E212-8F8E-9AD0-AADE88B41E1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6A2A95-1A79-9997-25C0-8F79E5B5A7E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132006-37F9-EFDB-EDB2-70488D0EAE0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65D681-DEFC-52F0-496A-A7EC385CEF1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3E0CE6-4E2D-B032-10A1-B731A141E84D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3D062B-6A72-2B72-1F50-24161E5DB680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CFEB9B-0315-FB32-2AF8-F513196F9900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2AD7F0-819B-9548-9526-60C348C8CA5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ABFF61-6D04-6535-1202-6BDE4E3BA87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6C2F8F-719F-231F-E00B-001049B12F6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A54B0-2F94-8F9E-7460-57A6665A9C5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52E1CA-381F-2831-F8BB-C9BFDD434E32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818508-0286-65C7-F813-41A9B213E0E1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847952-0F05-22ED-8A90-6028935558A0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F2CD60-78CC-32DC-B17D-2A3345DC39C9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6F8C1C-26EB-182F-0D17-9A05FB58A216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BCACF2-5633-16DB-20F1-AB2547B12B1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A827FB-903F-B545-4103-846D9D43D79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FB1720-1877-7AEC-4182-C4729148E2C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2F4002-35EE-F188-68AF-E5CAA8A94EE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977F20-F282-6E02-6219-162763E5247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5BEA1B-A70F-7F5C-B634-1D78BAA04D6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F10EA1-5169-44EB-3DBB-456814CB076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6FA7C0-CA0F-AECF-17EF-4161E3C4E74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B43A78-8B4B-93D9-4B97-8B28F5C7DFE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C99A85-73D9-D64E-A5E6-7C3A0FE2A9E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EA62C4-1C9A-DF6A-EF9E-E3D5C2A2628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19884C-0914-1771-C449-9F152DE2645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2D63BA-6784-4693-182F-70C3F131F8C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1AA36A-AB62-7C13-3E7D-05F9D3D2CE1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29DB45-DBB7-9A95-B5A7-A18EDAEBCD4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42C55A-FE45-DE85-F77B-CA83C43E560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F824E8-366F-8D94-104A-7A7E8E4CD36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8B75D8A-0C90-9DB2-A6A2-5A00841CD43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15D35FB-5550-25CC-E4FF-5960AC14E3A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518C3C-189A-EF24-4888-7B39581E944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6D8A54-D67A-6CAC-DD8A-8DC29FAFC2A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8A20A4E-2DE6-4967-2230-E45E4432690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D68556-C272-D365-42AD-E2E5592C66F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95610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E5A5D-AA4E-2F15-799B-15E272C87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115979-9FD3-10FB-394C-6E8C4A965E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B5EFEF-5445-A454-3C93-73EF40C57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A8DA4E4-ACAC-4E72-EC93-36465819B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24EB6CA-0524-59FC-57C9-52133769A1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3CFB5CF-C1B8-8267-8A1A-9E232DFD30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329A86-3EFE-1809-D35A-9CFF3D884A9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4846A4-F17E-6620-CF12-F0767D33BCC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2ABFDA-9AD0-F250-AE79-B569507AB96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6258E7-2D1D-DF1A-D681-9F08ED58016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5E3684-760C-3EF2-447D-C48DA1A4919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450AEF-7988-A888-4B47-E6B40D04F20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5FBB78-3B5F-7305-C110-8C98B0D51DE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F14CC2-C62C-5000-4029-40B0963A3661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B40CD3-4E9B-5960-DA86-21CA60FCECEB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41BAB7-D2B6-3CF0-00D1-9282C375C4D7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BB13E4-A76D-241C-F71B-BF71215F8E9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302F74-269C-20ED-B70E-AA67181CD8A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BF4895-47A1-57F9-DC81-81EB63DDFE2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44B4AA-F5C9-05D5-3FA9-6291C99B3B8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1583F0-E05B-35BD-9731-8852398BA72D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046D58-C722-2D0A-A34B-A2D7CA49A45D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C4C09B-7318-9C1B-CAE0-A7E47B1DAFE7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3DBF59-7F31-2110-4935-4659F5E69F4C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E0A68C-F80C-5F62-1372-5C6818EB64D6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CDC514-8E78-39FB-7785-2FD57493042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2B1B1B-D65F-C7C7-D23F-BFA4EC99CAA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4359EA-39F2-D479-FCCD-0EE72141999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3E1E4C-ADD3-8916-D67C-A6DA620A4B1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911FB0-E0A1-A6A7-88F4-54BAEDFF59F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074633-66A4-6BC2-3F49-69D498EC786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15E97C-716E-DE6E-1FF5-47E315A269D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9FC1A6-441F-4B3F-EF30-892E1557955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560953-478B-295D-EBEB-A45CE025FC5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F9C14A-99C0-71A3-62F0-E6085B907E9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519710-11E5-FBE7-921E-865D2B49883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3C25C9-4E4F-C4CF-5563-4A34A1E3D34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815141-F866-9DF0-3A22-511D7E0944D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979965-5816-1AEF-1ADA-2BBAF477E35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6BB6B5-4EC0-4CF2-74AC-28C6C3C7CB8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A5F718-D2E3-1C15-EDAC-9FB275A12F4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A26277-473E-03E5-2464-B4072DF3A6F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90ED80-02CD-45F7-E234-E95DF2C1A1B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A3186C-ED4E-C596-8A8E-93680A73A8D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E87344-95BB-BBF7-2AED-85E77C546B0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55FA5A-9915-21E0-0EE9-EFA6D0E984C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22AB48C-744D-5C35-FC51-979004F81AB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B05230-BBF7-49C7-ADBA-5DA1B535986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20853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D16F1-C22A-8BE6-C556-A6D6449B6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EFB053-9F2B-9530-3E09-EE940730D3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left center block, 8 is in Column 2. However, it can’t be in either of the circles because 9’s are precluded from being on the lines.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F6AB454-3C27-90EF-6617-DCEB52301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48CFA04-BDBB-0541-7BC2-AE9F7CF6B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6FC8101-073D-7CA6-D101-3C60E1160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C6E78AF-B28F-D9FC-B566-E6F18C620C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E260EE-135D-6DF2-85D0-6B5FCA1B8EE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9A4D2A-C085-E90F-E300-1296D56D564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1DC5D7-A100-98CE-E414-74D9BA5F3FE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4F227E-695C-EB74-00F0-FD5A7DB3E32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5B6732-C9C3-F1BB-B68E-EFF250AF962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F38849-0339-811B-5BCF-E4B99AA7C62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E13996-3595-3F97-DB5F-D2E5638E6B8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B7D35A-7739-1B28-1938-172A1DAE3537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164FD4-2596-59B2-37C8-4EE48D196804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F77B08-6327-DB4E-7F89-5C39D5694312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5E9D51-2A98-AE7F-FEF0-9B2E958A4D2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093375-72AA-87E8-FAC0-CB47741BB8A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A97330-A00B-D148-2134-E8A76388B38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742F41-6C6C-423A-D3BF-DCFD4F5E6D7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1A9085-DC66-0B6C-A7ED-DF2B65709750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681635-D594-FD28-58B7-8AF5DE645FDE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F0BE8A-5263-262C-5467-51F008A9815D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EEAF3C-732C-2765-E038-F762F1D97F39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94DFD8-892F-31E5-9642-6965C887D303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E6511F-9EF1-80EF-59B6-329B5C3605D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627CEE-C76B-D28F-6194-F85A6FB51A7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DE49BA-349E-9A99-B81B-BAD938E83CB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F204CE-F91A-17AD-C6D9-985AC6C3D3C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A5554A-5310-34EA-E407-DB51108BF2E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264380-24DC-512E-205A-36BBF4DD622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853790-92E4-1A8D-05FF-FEACCA9885F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5C1CB4-5412-4148-5583-0918EE33403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0C2901-C2AA-9C66-FFCA-447A13C70AF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4454E8-05F0-5A87-86DC-2D3BDCF0F10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7EB946-540B-3E5A-4041-8D5AFA587B6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EAB190-12C6-8B6D-4EFC-F562147180D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906DDA-277F-93BA-6C8D-D4318CD6649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C9F0A47-FB1C-C627-7078-67BCB6E6DE2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EE6264-4A0B-33C8-B1A9-8792B3BD190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ED2B5E-36BE-A724-C0AF-73623EC4C6D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E6DB2E-F4EB-BB48-1D16-1214BFBAC68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523E00-F2F0-BA88-2B30-3529BA0D92F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AC6A41-45CA-8E30-15E3-E0D7DA286EA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724F6F-BD99-1105-CADF-80CDFB1C6B9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551FA7-77A1-97FE-4C1A-2BE06D3C68C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B9250A-DAD1-3968-0334-689006555FF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A46BAF-7E8C-BDCE-DE68-E7FCAE1B69C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6DE3C1-31C3-5144-E732-4E04E3161BD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97847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F6ACF-361E-9771-E004-82BF8BB89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36526D-3C6D-2FC6-9DA2-0B42EDD849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circles, 17 and 26 are precluded. So, they must be 35, which fits in only one way. (In the left center block, 3 is in Column 1.)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318AA7D-1FC1-F8F3-48F1-E22A23694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9D60985-EC9F-4D81-A1F9-889629CF5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31FB507-616D-CAA2-C6EE-F6B4DA938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A98BB8F-2D76-DCEC-ED0A-2B0D92674B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2494C4-CBF1-1C1C-1DE5-3DBAFA3266B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AFAE41-151F-7A24-03AA-C9B117B43E4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0D7DF6-E7A3-E6AC-32A4-D0D9B0E6993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6D5F9-9874-D250-C7D3-601E8007767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FDE294-E303-D50D-4B7C-4DF79D4975F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D99DD8-E171-28D3-A7E1-E86DEC3FE3A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8DED72-CFD5-C463-844A-B6F844E5041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B918A9-87AA-4807-9B4A-84CD5C2BE667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63BA5F-A575-AB51-B616-7FE7694F42AB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6663C1-CBF3-2453-5F76-1576365581D3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8EF861-9F0F-9EEE-5EEF-A53286416E1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7565A7-92A5-7A9B-0576-212359D1EBC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BEC5A0-7140-365D-19D2-1352EC23C31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D9F161-3375-C99A-A8F1-BFB0D66617F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AED04C-9F7C-9E06-0A4C-66FDADD97D15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069A1C-EE48-F0B2-BF2A-22E223F46001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E6AED2-CDBE-D2DF-54CE-0B9B2A9F5C24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991EDF-7F4E-31D8-CC6B-3B1D052AEF8A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95D122-AA1C-0450-CD7D-B22AE290F586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4DF2D2-DDB6-F945-9772-FFA7EF2E28B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4B2C06-4142-F973-5551-E9C17670D86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D354FC-7466-BCC1-6842-8BA761D8FF9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331D4A-E0F9-BC76-6E98-8A01382F6E6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CA5818-B568-9177-616F-32CC120DAA5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B860F0-2EAC-9E75-DF3F-D1D60233F0E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BD4A14-1FE4-5DD4-895B-044D1C5397B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BAB90F-A4B1-0F63-AFA4-60CB22AE8F6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458103-C920-633D-0F9F-B0742EB0709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02415C-EC76-3C02-4A32-882798C3CCF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2A8F29-E54F-D2E4-6D56-5F439FC6013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C4D0F9-8F3C-E673-DF66-37C61793B37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062181-D1A4-D3C5-1143-BBFD68F1477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889D6B-CBBA-5577-B389-07A30CD6D77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85EEF6-C6DA-ECF2-E0EE-FC6D3C04B3C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078B9D-2ADC-F517-A277-6C3059FF34D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60370E3-4645-2522-0943-7D0860A2CCC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9CBB79-B0DB-CF30-6508-5C9A9AC2C47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36985A-D122-A50E-2082-863C3E7A707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1034BB-E3F1-508D-B2CC-047A7A90BB3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14D74C-29C4-FFA4-003A-EA121726430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236A21-4EF0-A9F2-CA2C-95944965D54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43E7C0-6DEC-E054-665A-6E063129EC0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4675EB-314C-7593-E109-D2E637B1B7F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376436-CDAF-2C50-C472-4999E8847D7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E5C4E8-0D7A-A1BE-C3CB-EDA5C70892F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62245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391DC-D889-1017-6D86-237DF9E5A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D2CAA8-D5DE-8143-EE57-D336D0653F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8A70146-BEAB-5054-F1A3-049383B9F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6EC5C88-4B6A-C30D-2736-7E44C25AD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FE8EC76-9A54-D872-EE25-FE8A1BEC9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326BB7-59C5-AFB8-5FB1-25000C527C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589AAF-BA9A-FD82-4F06-79026BB3A5E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904D0F-DB5C-68EF-8230-F20FCA3A0CB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175DEE-4CAD-0241-D969-5B5E186057D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F9FBBA-B7F6-F8AF-9EDF-EC823E16F54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255E9B-16AD-9B63-3CE2-D82DAFF9518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14FD66-753D-D4D5-D0D3-6E7EFC693A9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CD8B75-9FA3-2772-CC35-5646E1E0731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B77329-87BB-ECA7-BBBE-4C97DFEE5F64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E9413E-F754-8EE7-6543-8872676F4C08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7DD3AD-D01D-6786-01E6-362DF7C406D4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16A60C-5A54-3D8C-D4C3-B3CCCF6F354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B7D746-81FF-476B-E65C-58C519DA12D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FF2C4F-BD06-7344-DCAA-E5A47C44BE9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3EC03-F412-EFEC-59A1-5869420949C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396596-C2ED-B66E-15D9-8503E54803A3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6CA159-E30E-2AF4-3A53-7AB113DB54AF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EF08D2-BC4E-AD8F-CAA3-5F4196354142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3485CB-5584-C33B-5CF9-4BB9E41B293F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50C99B-4D13-C129-5BB3-F35ACA310ADA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E92A15-CB1F-F714-930B-8680BFCCCF3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894342-B77D-1D74-E6AE-FE3C5C688EA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3CB665-73F3-8BF6-EB37-6D1187364B0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08A92C-CADC-99AA-9C7D-3B2CF776017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8C5C0F-C3FA-CA28-A6F9-43FEFCE37F6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51AFE6-2D36-8567-E2D4-6E7F7B420AD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04337F-5923-C7A7-7073-4E6D71B68B1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481E6B-3C5E-0929-18D6-F4C36A5C2FC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13E0FD-A3D9-FABD-EF85-44D64BD9864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8ED454-D7FB-93DD-972A-E6731A02EFD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CCDF97-B4DA-BAD7-EA68-D3492C15F78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11C76E-8800-1D9D-8493-60D2A4F08E8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88BCEC-A0D4-2247-CD2F-3572470F7F0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A2D9DD-A6D0-27A5-9C5A-F7BE92916E4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9BE1CA-2D77-AB69-11A0-A2D86643307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108BBF-A108-D741-1D85-98D0BADC40D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A1ADB0-348D-9C2C-28C6-033AEAFBE44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23D105B-553A-2D8E-60A9-B90F6BDBCB0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4E7A54-F598-FA85-372B-F603E2143A0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874318-6B9E-FDF3-F900-26F10D06364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9151CD-5459-6467-73A5-E1CB387363D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049267-AFE7-60F3-F557-AB21062473E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B9F245-AB99-B06D-30E0-7C7CDFF3F2E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2FEE11-F1E9-3036-48D9-90ADC2DA174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F23D43-D5E9-D2B4-6DFD-364EADC258F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09106B-B745-CBDB-F873-4B31410D459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2306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7BBF9-ADAF-E467-A0A6-391A9B8A1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BA58E0-8710-9E4C-09DF-E07ECBA6DB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2 and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148B03A-8EDF-C07B-010A-85C636613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AA3A99C-8124-D69E-C23D-10C1E11D6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F5805CF-AFE1-85B9-3422-9F4A08AD6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6FAEB8D-B9E5-4E6A-749E-470C4E4280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ADD22D-CF65-D904-79F8-B44DA7772B1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60D8FC-51B9-2E62-9E64-B13FC60AE38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A85F5A-C5E8-E54D-F674-9830B077FEF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B73826-67DC-F764-DC46-651ADBD443A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399968-777B-5055-914C-7B5F5BB8FC2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2CD240-ED2E-3C11-7062-5887A1EA774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34401B-B7DD-0514-7BDF-F7572C366A8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2275C7-5BB7-7CE9-4E51-05CF730F156A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41F48C-1BCC-6C06-0245-518A17C98F00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9C17C0-4EC6-1074-1D0A-F44C84FD1549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9545B0-20D7-3AEC-CA70-3B92B5C252D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C8D498-8B50-B59E-597A-45C4BCB6087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746630-E4EE-1651-9B74-78DEBA60D9B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FE4F08-022B-24F8-6AD9-FCAF11BD944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8E85CA-E299-5CAF-6DC2-4ED59839506C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DB9430-64FB-633F-8150-6D4F29617718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B1CD61-9A24-E5EA-89E4-A775851D7B48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6623B6-81E3-C95D-E5D0-993945792D48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CCB5B4-27DF-19B9-1285-35085220C272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F5CDAF-6126-DC72-B21A-27DBE427C83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75B833-1FA5-663D-6755-3D6B444D0F2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31ABBA-F6EC-E93C-4768-0F2D0FACD3C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D4C704-099C-9A02-4CA5-97245BDEB1C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B956F2-7812-82E8-7A78-0EF1DDC16A2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01446B-1D2B-A2F4-C398-F3FD3A4FD9C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63DEA3-DAD0-433D-6192-C4190C07535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B096E1-1656-89FD-E06C-9F755A7A337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B1EFDD-79F7-909D-80D8-2D8D6890AA8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322F4F-1673-3768-9D32-70052ED70CB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E3888C-7E75-FF83-AF85-3FC18C12709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802E11-6C66-5B98-1AC3-B7EDC47C5AE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F559C6-D12E-1388-B259-2DDEAB8923F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DE1416-378E-8266-9BDB-996044D74B5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A85AB5-E72A-31B7-4DBA-32502D09481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F3AEB0-FC3A-0E56-F259-DE2F5972605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A97DBD-FFF1-66BE-25E9-DD09971574D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1891B89-15A1-75A4-F9B9-479D825359F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DBE784-3C50-875E-574A-29A991022C1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2F4A25-8DC8-F0AC-4116-E6CEAFF4724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E62538-5EB8-EA8E-679B-A23B963CB7D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299999-B9C6-A43E-085B-79730BE414B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6E2DD1-2501-63DB-A7A3-B660D2A2631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75A1EC4-933B-5C46-1FDA-602D0E3CFDB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8314803-6B9A-CE63-45A3-45586DE6559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06C930-AE19-4843-29C7-2C164E883FD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198DABA-27B6-8D84-0A67-9C3532217CF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820D93-4367-9969-8D6D-AD6BBA6F503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70AAC58-7B92-C278-1A28-308A028890B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6D2116F-92C5-5A31-46FF-48466C3943D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C89A11-28CF-2C6D-B401-FA874215B31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DE7295-F29C-F98B-D3FD-F714E1CD9F7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DAA036-535B-D0CE-E070-8BF94930ED8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00810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4A0EC-64EE-F034-EEBF-F97C2D8B7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68D286-6E04-AAE1-7075-942646D92D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left block, the line must be 6. No two digits sum to 1, and neither 13 nor 22 are available to sum to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E900368-9862-6E02-6355-2DAB7C61B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78C8A5B-CE08-AE74-AC5D-CF68592E0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64298AB-515E-5FED-7378-F9AFE5716C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0072111-A8A3-1A5F-E366-5F55EC41FC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B72B14-2104-2258-2BE7-DC8887A13B5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7306B5-D402-B9BB-067A-36E15C72B7F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426428-0A7B-87E5-3F99-6B89292096A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1EE069-3CBC-31B8-0FCB-6F64D8BAF4C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B08F41-652B-7A5F-7C66-9F3FBE123D8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FB185B-C40A-399A-0DF4-D6BF7783724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B03164-9382-9EFE-8E7F-BCECFE09494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4E593D-F9D0-91B4-8E19-50D689C606B9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3B281-C3CE-DFA5-106D-D15FCAA30945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196CF8-F51F-2BB8-D3CC-ACCFE924B90F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9F1D96-85CA-89AE-D212-8C42CE3747F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21C3CF-7231-24A1-61B9-4C19723A6EC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CD41DD-E1EB-6A9E-1424-419A88C91A4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992B96-69A6-3F45-40A1-3636616D297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9815AA-DE58-C384-6B98-05800168F759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61FDE7-EAB5-3D5B-0EDA-C19FD22DE718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A8EEC3-D671-74B9-1BD2-2E5DF75EA34F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3A5E0A-8580-E53F-AC57-48DF137812BB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D33E93-BAD1-2C78-861F-55482677B368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E4F393-5393-9E34-1818-A9750ADD4B5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A4E591-48ED-B664-541F-6BEADBC4241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BD3B90-260C-D644-9A13-F2DDFEEC0E3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F08649-E24C-8722-D895-101AA3FC493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494E4A-94F7-7D50-7E3F-F5EACC3C168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F60D61-BA2A-EAFE-E08A-A5C6AE2A68D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0CFE81-97EB-539A-ADBA-5320B6A8F53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9925E1-A987-C5E0-7780-1C174F99FBC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40DF45-02FB-72F3-DCCF-CEF617E04DE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194608-07C0-DB16-6F51-EAC57B45A63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6583E7-8CC2-4436-C4A8-1019103D27A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92D314-07F5-B238-CADF-E29E0EDF3CC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F921CC-59FF-4FEE-89E2-426A8E9A09C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CF9BFF9-CAA4-4A1B-D11D-3B657C75697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5EB583-9C23-1FA5-B54A-5E84AAE3225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5AA318-9221-748E-F95A-F7324911C3D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4404CA-0D7D-571C-E453-D394EAC7EFF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E2BD3E-E55E-96A2-5060-65DC699F3B6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F2A12E-08F5-B505-65B2-D568B947D78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70B9C3-CDEE-9F60-5245-21E2CAF2C0D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84BC76-88DD-7F52-E120-100A23DDDBA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9225E0-B3DB-2BD4-9FDD-9FE1E49D8C0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51A46B-A468-3D4B-0746-DDBAC8266EB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04ABB3-F8BE-43A7-707F-7F9CD6A1D1D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EC51DA-E48A-CCBB-68E7-91D7D81D6C6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5EFF478-C48A-1398-7BBC-1322DEEE086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DBECF4-2484-AF6B-4A5E-641FD9F18E6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AEBDD70-F98F-3FB1-983D-ABF2E658CBC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54EFC8E-E0AA-E496-DD8B-2278E477F13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D57390-A944-E397-41C3-AAE06CC9BC6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3DD1A95-2CC3-F529-CA48-AD33E7CF001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9CACC4-9F3C-57C5-2E65-E27AA55F3EB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BB9D20-B8F7-1125-B888-D97F66CD0E6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987205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BC479-F3FD-B812-FC3D-038FD6B04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D6F376-C070-7524-5F67-B9968C5404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9EAF755-9EB8-22D1-5F09-6CF8F9BD6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31DD5D1-7183-F192-1D1E-E0200A0B4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3B401CA-8851-3511-EFAE-1977970CC6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94060FB-AD95-F0D2-F7CB-7A6084A689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24F38F-C210-AB03-D6E8-1E2750891E4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BBA36B-5964-22B4-92DE-19DC2612D87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52B24E-174A-9E38-D32D-1B51816839F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E1B4A3-85F0-5FDA-F7EC-79807304B63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35B69A-28BC-2CA4-8AF7-EC366F0AEE5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12748B-A65F-3DF7-0E10-D8ACBD9AC72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E561C4-5265-A6F9-473C-15D6EA5CECE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A5C75C-5194-C81B-BFD1-4F593F4A8B3C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D7F382-E945-5337-7693-3FDCB2C68A75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D23652-8A11-E479-319A-CCD62FB9DFB1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B3CAF5-290B-B252-E335-EE3654451E7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06C913-1A6B-2D59-824F-A228B6DA53B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8DE54B-5DB8-0130-178A-06527334015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4AE0AB-3425-81A1-FA23-AC6FFA4D563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56B011-A2D0-7528-C2E2-11A1C97F2D27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2BD31F-43CC-2779-C6AE-74AF6F03C59C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8D2A0F-258D-EE96-3DF9-79905F1ECA80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9B8D22-A4C0-4B6A-9789-E32DAB820FEE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4A6C34-E22E-E221-4249-80D1091775E8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48BE84-04C4-E903-AA66-0AB2F44EB44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A84112-782F-C618-6521-AFD22908D5C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CC519E-1821-910B-E25F-5DD236F9FC6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60A687-FB59-B764-8356-1FF32CACD76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5ABC69-5236-E076-4E8A-25FF2E9F98F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CCD415-BC12-23C8-0513-9606DFC4E72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0CA854-CA89-6CDA-D567-29C38710114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DCF21A-6A65-8429-D85A-A58F947B246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4D7393-02EF-F5C8-C22F-1DDD9E5FE7F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6FA85F-972C-67CF-BBEF-967EACE85DA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6C28E8-BE66-314E-1105-CB8EEEB0DCE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BF9924-065C-929D-E0A0-6B53DA64644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20D196-ACD2-A458-E3BF-8AA0C4B845C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72FE1C-4B70-1935-4141-9A4418A1788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3A36CE-C4EB-0EE2-201F-1D652E91641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188A43-5860-C05D-5A43-790B3E90298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5745E4-47E3-636E-37D1-E14125BB3F9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0C2D51-AADD-A8D6-C6FC-1BCFD47C597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434CAE-56FC-262F-6EEB-E9A18F2FC92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BDC4030-506D-749B-4220-7F42B8229B0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8AFFB3-9B8C-D58E-4073-AE51EE0E029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120DB3-0DDD-B6B7-7296-888C623460D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408EFF-F0B8-6C34-CE21-C4F57BFC5A4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C6BC04-E0F3-EFA6-A787-E3C5D42E904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DF0868E-E1C3-084A-2268-253AED8B119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24FA451-936C-2DA9-510A-D0E887A57A6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6F39250-38EC-E386-5620-09C6932FDC6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6D4AC11-21D8-7E71-3145-1324D6BBEF9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506D97-18D2-013C-BD04-F0F424B3C99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87C2B82-41F0-3863-E8AB-DEAFD1AFA9A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3E87EE2-D6E5-944A-6155-C1E1A6532C8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8D1A276-1D75-3DD5-1198-61BA38103D0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17BF59-BCEE-0804-55B8-90903856C5A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82816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44488-F909-3B41-9178-F3EE32AF5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9A0E05-B9D8-A1B3-FE15-A4F4F0E24B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2, the remaining cells are 1 and 4. However, only 1 fits in the circle (1+5=6) because there is no 2 in the opposite circle.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56CF94B-0DD9-0183-61D7-70B39C172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4E24885-6BE2-23BC-CA87-F92306B4B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A33FF89-E3EB-597A-394E-7F0A2F0EE9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9D4E17D-6964-A9AB-EA8E-6A7D1F73C3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ECB6FD-56E5-ED74-7DB4-160D5152464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199079-1204-C0C1-FA00-C96559B3397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D1D912-41F0-463B-4C78-C7B8A97C677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043280-DD63-B541-42B3-B6235EEB8DC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B4C544-308C-55A3-58A9-CC6820EC2F8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A483D5-28A2-640B-B68F-873F231419C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2CACC9-D5ED-42C5-892A-5A4C42F203B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866305-30EA-BC69-ED4E-39BE8F35CA95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9DE21A-19AB-951E-9FF5-AA4B25ECDCBF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F7A6D0-92A6-0050-F33D-5AAA01DC4F7B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AAD654-1B56-A60C-C098-0626279B3BD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5EDEC1-8203-27EE-3385-664A0512FAE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72AC74-24EF-B046-3482-103ADB411ED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E10509-7F8C-D0CD-E408-26514BC1A12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07C532-EFA6-F71A-12E5-8353965EE04B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CCD35F-B64A-13E7-B7AE-EDA55A08BFE9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75FD82-C182-C668-E028-6DDA778DC4B2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83F6BE-3FEC-4110-81B2-C8E8ED647564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0308F1-50CD-4E6E-F5A3-7B468C7B2DF0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9CA24C-A66D-DE1D-C641-017BB15C3A1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50BFB9-F158-85EA-F2B7-C5863044DA2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EE1FF3-310B-72C7-EAB9-59DC15C2E57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9D7EED-A875-397A-2E9D-D3B92980F83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B98547-258F-5FCB-C5EA-E73150B6DC5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2C364D-3DDD-5B0E-BE1F-6F708A243F0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49E228-07B1-ED7C-EE4A-8A1D9AC761C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5EA158-A2E9-38D4-547C-A40D51D3A40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517D357-7956-A5AC-7627-CBCBE249C1D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EBE1B7-C7A9-E889-AC02-DE774137026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7D31B5-5536-CB36-7F3E-53FD552CFEC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5E85C5-66A7-EA86-12E3-CA4A4D1BE41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E11EFC6-024B-E7E8-67DD-4A479D669C8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7542DD-45F0-F385-BAD5-AC69CD08A43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867C1F-D130-B228-8E63-64C6DFD96D0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B023A6-C650-58F1-CD93-1324F93D45B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0536F1-E01E-AA60-8F78-3DC30CBADB1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38F3CC-007F-2A90-EFC8-1D83CBC86F0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4B33293-F64C-4B9C-5E77-BA4C4E4BA10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B37CEF-5A98-FA81-9244-D95CF444AE6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38232D-04FA-7672-6C82-B0FA40D1B10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5824C8-080E-50E2-7EEF-19EF1D318F3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0614A2-D9A9-1B5A-BF38-FCF4CFE2A76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29EEE3-AB2D-BF07-7FCE-040F8C0D5B8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0B9DC0-8786-EFBF-52ED-85A65221D1E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129CB68-3703-1205-0290-8F4363B3F3A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084FC16-4D8E-5E9E-359B-846AB672616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628642-61D8-F7D2-52D2-D2751A7D613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425D77B-F32C-1425-08A2-0679BD411F8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10D270-037E-976D-3262-D31684A0467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8F08EE8-169E-BD20-8184-D69B4EC2622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5ACDA8-5095-2001-D936-CCCD1A8DDB3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74B71B-DCF4-46FB-15B2-F57B14560AC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1F59D53-5D7E-D32A-3EE6-C2EECC670CF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86658A2-A51B-4784-9605-68D23E620DE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67767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747E0-4CD8-C363-6B61-30D4B43C7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7286BE-7424-7D67-4333-2F90E0A5C3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A170219-D026-064C-350F-008AC1320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F05223D-E74B-50EC-1570-E9D300136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A306AEA-7A37-BD69-F0F0-8C2AA44B91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E6AC0C0-CF0B-E96B-EE41-EDF0519DDC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880018-7F93-4DF2-1878-A320F853F3B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449AF2-74EF-F4C6-B4A1-54CA35C8ECA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796E47-BBCA-EB8E-5ADA-18EB56107FE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0C3AF6-2094-E20E-6D22-30B47E4B5C6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4D9020-AD6E-C3A2-A872-DD7AD5C8291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3338BF-514D-BE04-20FE-97DAE82ABD7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698E42-7A4C-D694-A1DA-7DF566CD591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25AB42-2B27-7B93-FA3A-3183BA52F9CB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68563D-B12B-1DBD-F58C-80A3B77E2CA4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A317B1-19C3-D106-3944-E812C551ED54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84D842-C4DB-5AA6-5304-084FD647A1A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F7CC6F-7CDD-03E8-8ECC-1ABD69A6EFF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25139D-7605-D01E-994F-F0ABFF575E7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3960A1-A7D7-F234-2968-2798341F177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CD9C2D-38A2-553E-BE7D-D5486FA07DE7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F2A71-E9FA-7FE8-FCF6-54CEA396D255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8218E2-98B1-E7B5-5214-EC9234801CB3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9C8D5E-248B-689A-11C9-C9DCA7404FA8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581076-581F-05C5-08C9-F758DAE52EAE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7F618D-9F0B-C499-09E7-87CF056BE96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0009A3-D3CA-3DD8-9C87-94E29CB0C7F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4FEA3B-53EA-9BAE-9624-81F62A595BC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9E3A2C-E791-657C-7564-62C85F123E7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265B60-D286-021D-0590-E9C72807491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F429EC-FAE5-C132-F04A-53BDFA46F81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EFD635-AC12-F48F-CED5-5C67854AF8A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64B25D-92B0-F021-2929-643D40FF9C2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B5B829-B742-F72F-3A85-BF3D6DA9033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20D4411-EEF3-14ED-4633-79708B03F60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2328A9-532F-884E-A69D-A962AE0F494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EC6A7D-512C-0FCF-FF29-AFCFBA5E660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896C26-7F63-CE98-AACD-B731A05CF7A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2C4310-2556-FE8F-1EB2-A823E902BA7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C90A23-D798-6349-E9D7-D8C1FF93D1A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0C4945-1980-035C-01BC-B88B3F0AA9C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E61EC8-50F1-44D1-FCC8-E8C6CB1F926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1337DE0-8AB1-332F-7D28-B9F748BC9D0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E3C89B-7FF1-C0D5-40C9-8B034730C34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B7244D-4020-50E3-1D33-92972BCFB31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7C86C0-750D-53BE-9ECC-2C8996E4DF0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D26996-457D-9E55-9CB5-19761C5022B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CFE794-DED3-EE73-6441-1A5680A87E5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C1147B-9CC8-EBB9-F9C7-58359B24AEA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8B7BFDA-6BB1-9C23-A2D8-EA2E4C76FB8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7BB6BC-4F22-F153-1F4A-E7705FBF5E7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62AF7F-0C4C-9530-0941-FA43263C5BA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3CB9F9A-DA17-5C8D-9CE5-4C180A3F9D7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98A25E-5FBE-C9E7-104D-36E335FC20F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A23001-6DB9-9383-3271-0BBBA2F2B02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5F30D5C-3C2C-2361-6210-B502F366137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FFBA95C-90B8-790B-1263-E72A49E41CF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B4ADF36-1792-E634-754A-2BC72605203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ED4C515-FD11-8EA9-D38F-9F5195B156A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ACA128E-3F81-152C-6DF0-AD3A79FABA4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73044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6D396-ABA0-15DB-2BE7-073144297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C4D112-FC07-50F4-0423-BC805B1C5D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3535882-AA58-E219-2821-035CF88BA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8C1D5D6-F57A-BEFA-1F07-AF1AB2EFB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D13DC50-BC49-9644-039F-7414F33A8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A918991-3C14-743D-FA2F-0E2EACA723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F26A82-C3C7-F565-D307-3BA80E2671B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BEA640-1253-9647-C154-4A992EA49B2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161709-DB77-4B4D-0D18-DA4D61B2537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7CF179-AA68-12E7-DB92-BA2DECE0B2D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9486FD-8631-BA58-2906-770CBA9E9F8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9745E5-3D80-7380-6E6A-451D489FD30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4A94F8-CD5A-0033-A3D0-973A1FFAB46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902D69-832E-294D-152E-ACA589A56777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B196B1-90F7-068D-9092-CE84F4319B7B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78DAE1-AC29-3A99-AB3D-2153291516E7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8266EA-2582-F0BA-6C54-21D61E5F43C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59450F-A91F-2942-A9F3-EB3D298648A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CB9F51-476D-0CC9-4CB9-08687698C56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7FF62A-064D-B76B-1DB9-01E235F1C88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5AEC26-18B2-83A9-D777-E45E97FE849C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F52F01-62C6-560E-23F9-2C7460E60B37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8DBE48-0149-969D-FA9A-0F3513AED5DB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CA5B4E-AF46-5F8F-7C0A-5FE897516AA4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ACC1FC-8F44-2E11-5F2F-7EF8B1076E0A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F260B1-C498-D392-B22C-66B8D767DD9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AE169A-D711-3751-D6F7-B27F9C6D3E0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60DD9C-8B69-F369-C563-61D6CCED990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CB3D77-580A-3B1B-82C1-F9537C1EC41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5F3FF3-D937-8859-70B2-38C893FFB35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3AFC5D-7A6D-DA79-2DBE-07DBCABF1EF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486CD4-7298-BCDB-EE06-0501DCC3B53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1CB91AA-4600-6CED-676D-FC6CA828809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DF1208-143A-DE34-8AAE-23B01F8464D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916F9C-DB89-50FE-7C6B-EF297EC26F0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F735F5-A189-7974-2B9B-01CA7C02179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A20AFE-CD1D-F8C9-5B6E-24997A0C477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575B80-FA19-D902-7D51-E2ECDB60AAD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A7560D-B565-D465-A588-AD8E4D78A39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B2BF08-9FC6-826F-2F69-9AA051044FD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A150CA-92FA-5930-2A59-80D7E2BB6F8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AD6CCC-8E63-4220-F03C-8A1915053A6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4F55C1-2633-FA84-E8B1-43509E52D0C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B4EC70-5FC0-9C21-A376-9184F6A67AC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8938A7-359A-AFD5-88A5-E224D99BCBE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FE5A6B-B772-A6FE-A7DD-E7E539C8074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E0E42E-D178-41F7-94B9-C289B84CF92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541052B-CAD6-1FC1-387F-42F8137316F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33F52D-1340-EA40-E0C1-67EAC955E35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76E6C5-C605-28A3-618D-E277733D529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2F88B0-B69A-2049-54B5-65563F84C06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42F2063-BE2A-5774-94CD-BA28E4FFB60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274E03-9E33-9E34-F400-3502BF00AE5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28C145-06F2-E002-ACFC-AFF50E9341E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756C51E-0A28-A7BC-1BF8-2284B5A72D9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FA366C-C5CC-5335-535A-CD0C6373F89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BF98EB8-93EC-880E-14CF-0AB4DA1FB56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32BD0B-3E52-B400-E615-C933BACF620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002AD93-FB16-9F25-F64A-89D7FE268BA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D729D96-C91F-22CE-A809-0D305088F9A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929725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AC77F-2AF6-67DD-10DE-D5BFEA238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93904D-8FC3-5E24-7EBA-74F56B3D58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5EB2D1A-D1EB-11DD-4B27-475B93CE5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971ABC7-E5D1-98FB-A474-A133822D6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AD4FC2B-2ED8-DCFB-C8C3-D187D5186E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EBE4787-3031-70C4-E1BB-135E786F47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DF6A36-AA06-EDBD-41B2-8A0479B4738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AE0EB-1CB1-776F-D053-51DA29E7534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64F38-4F91-70A0-F25C-4058B4AE504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62855A-C395-5C56-AA3A-14A61B9925D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C3CDAC-CF63-9CFE-184F-B2593ADA178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C1DF19-0C60-F7CE-6091-8E9BDBE3CFF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0E195C-18E9-0A6D-D75E-2F5642A9398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2864B6-9D7B-F486-DC36-C27B92308ADD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E11A4F-CD03-F277-4E93-22D4D54ACDFE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AF9070-4608-58D2-38D1-C41004CD3380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DA9E51-74F0-8D08-7C7E-218A987D4EE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C9E496-6445-ADCE-C1FD-FCBBE1D3A40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FB3D59-ACF6-DF1F-0698-D2284160AA8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A4640-FEA1-2DA2-4A67-EF2E4E5ECF7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0E916D-77F9-A3B4-7524-4C016D4FCBAC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88235D-D7C8-7D98-C528-4BFB05F57949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29581D-4276-6621-8B28-CC16B732E69E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AE9D1A-9C81-D176-13C5-36E3683D4E09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8F297F-60D4-E605-55A9-01B789DF9A86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1F382C-6776-41CD-2065-5030FBF1117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CFF028-B889-1A54-54D5-B55BDD6BBCF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196522-AA11-706E-3D2F-2FDF640964A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7F0308-7810-7874-6A53-D2AAB91F5D1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4EC546-16E0-ECFD-747A-8BBA18D5008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3A8F46-43E0-5011-6B8F-420EF55C281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ED561E-ADE8-7C0F-FFD3-859EE33080D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6190B7-7503-D75C-4B7B-FF25D24BB7C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C587DC-2018-4C1E-DF5F-C29F7170245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2DB714-5F12-2BFA-1511-675B80977DA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F3B196-4C60-ACDF-7323-5157E7DC220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CA9363-2469-5399-0522-744C45430C1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D2642A-D285-1A5E-27C6-667A3F53679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70F06D-C820-F85B-B652-A97CFE48B5C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D862E6-437B-E0AD-9E7E-00A68B5A2E4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DF240D-8023-58D1-D316-5B503461F14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1D47F2-E8C8-275C-240A-EA108D3E016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4DC5BE-7327-686D-1647-94007613C6E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D51B9C-76AF-7034-D883-DE5CAAC9452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0ED8E3-C0A1-C5C3-BF68-55FE61B3D52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ECD229-32A6-B68D-B677-C131CF77141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2E7AB6-FBAE-D4C5-109B-A7672E00F9E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F0B188-CEAC-47AC-5FCC-CA5929613DF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C5A2A7-509A-0C21-8D68-6D0AB52C7CC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0D767B4-E527-F8A4-99C2-039A84C01C7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AB3F49-F254-C649-48BD-0744B8F4476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2420992-CB47-A5C2-C879-A7486C9709D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D83D6B-B605-3F4D-3343-96065CF649F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7363DD7-0B68-10EB-CB9A-63A6D0EF16B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654DA25-6D00-C2D9-EE6E-8A996A03329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A54987-38D2-0A1A-CB1A-B5F27072356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626FD90-8B0B-2219-17C6-810CD9E5A0B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6E9C76-89C4-A74C-01AC-325EC265EFE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2CBFFBD-3845-65E1-8B71-52FB77605F5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F7A01BE-9AB9-B15E-6959-A6A70CC7DE4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01101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55B7D-0A67-FF7D-9E2E-73438A22F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0E2636-3C8E-75A9-BB95-E468345551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3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7212B63-D297-1239-9DEE-12CBCC026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D770369-1C47-9528-7564-D41110EB4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F56C996-955B-3462-2202-FB573C1ABD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3154C3F-20C0-BADA-1FF5-83137BCE77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8ACB04-E420-81F6-247B-E451DC34535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C46956-4E8E-54B7-F1BA-6208F072A48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506203-4760-D72D-3196-A1AE621C0C5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2D32E6-DCDA-13CF-A641-0466F06D7B2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61656F-5B47-BFCC-5D20-B6A51A0C8E1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1FAF70-A348-AFCB-7508-18B76367906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2E8278-F0E9-6EF0-C96D-2D22DB3A8E3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D9FA65-3549-91A6-B544-0ED859EAA33F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CF35D3-2934-7F5A-F914-E0992342FCA3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7400A1-820B-DBC7-D57E-6B7B0303E77A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E114B0-6983-7B3E-FBC8-6D2CE3C3A39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F809C8-166B-145F-4E8A-8385E1CEFE6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9ED3AD-0A34-8282-EF2A-D63B60A8E8B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F2F51-B533-681C-93F2-71D213702C6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34FB98-2B50-5789-48C9-71E52159D386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0C01CE-3C2A-EEAD-1634-D656409204E7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7BA5EA-DEE5-B8C6-0C19-62E40915E592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7796AA-9905-6328-B4EF-A42EDF2EFD0C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1D24FA-2247-E158-3442-D647717A44A9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A1D37F-A8BC-B3FB-74B0-A753FEAF75D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56E423-3E65-FBD7-2354-86344E649BC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294246-EC28-1B36-BB7E-6D2DEAC3A93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DCFE5F-2687-20B7-E2AB-B6FADB79AC9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3621F4-C1F9-078F-929F-66A3678E3C1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C28D83-4A8B-97A5-7A57-531BDEDF457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A51C79-CE4A-B106-C7E4-BF5A9A97841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603E2C-4304-77DE-6E5C-8873904CCAA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9EC33E-ABC7-EE44-4A96-3134EB20D2E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27750A-7B0F-6C86-262F-B2645DA3D8D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422F9D-10B1-2DED-C3F5-AFD21071C3F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B8AD69-A065-5482-A562-86B72C54117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E917D2-B0FB-4585-5372-9E8650DA08C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C61B2F-1E88-0CDD-135A-35F72D4BE3B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738E4E-7DC5-D43C-4290-67CF42B2A7D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FD82277-D5CA-FAD5-442C-2780172499F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11BB3B-FF53-3F10-ACCA-79FDDE96BA7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198138-B496-FC6F-355A-ED230A76D1B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523C88-F549-D0E8-F067-62639BA7296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A67EDA-FD31-E118-2F38-BB6F6F92E8E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810EE6-533E-CEEF-0B7E-6CA5484A36C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B94558-A5A9-CD35-F93A-534DB783933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8112A4-7430-A0DC-3909-8FD43F2DE6C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D685A6F-A9DD-E833-C0C8-830069B69B2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3B3770-D5CB-8DA3-8F9C-B13C8D1F181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4D563A-5C79-A796-47A6-07097D96EDC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9A1C32C-38D8-FB85-1863-1C2C517B1F8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29E228-AD1D-5578-9D64-0D75582CE6A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8978522-2063-82E9-C22F-A88347851E5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C5303F-7DB4-7081-A0E7-A1F0E367D50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88A899-C0FA-89AC-FA27-AEAC830AC67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6DF1F9-14C2-E368-B485-5900C16267F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6F65E3-2237-E65B-0465-5333E56B85A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A08C8AA-EA82-3BBB-9505-90BEC3A748E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5074C9B-67CD-FA9B-CE4C-30EFD29C720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C85806-8E23-8D15-12ED-251196C1658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3418F7-089B-1536-5EFF-98942782C0A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</p:spTree>
    <p:extLst>
      <p:ext uri="{BB962C8B-B14F-4D97-AF65-F5344CB8AC3E}">
        <p14:creationId xmlns:p14="http://schemas.microsoft.com/office/powerpoint/2010/main" val="33009199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87531-830D-D0F3-E907-D9162C3D4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F83E5D-489D-174F-AF37-D1BC0A5210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right block, the line can’t be 3, because the only way to get 3 is by 1+2, and 2 isn’t available.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F0A48B5-DD07-B977-E429-936BB0691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EA160ED-DC67-F64E-8911-1D5979037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2EB4DAE-FAD8-3BF9-BF60-98D0E2B83C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EE79F40-3543-3B63-6688-8D06A55A1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ECB9A8-5998-5D57-1F5C-E5A9BCEBDA7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70EA62-F8BB-E3C3-9719-C1DACE07F9A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9A0A0F-F653-5DD0-A2F6-049E561DDFD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5EA4E3-67E9-D617-6863-BA95600921E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91B27A-FBEB-9555-7B03-C30047A7398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0C5F60-6AC9-930C-BC3F-2469E04E676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B81012-4954-ED5D-2BBC-48B037FE5DC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462928-5CFF-A701-5F39-40A6A509186B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50F293-F022-7E77-A1ED-6A59D5EDFCB8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5808B7-59E8-F8B5-E8ED-A4BA162D6569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C06A0C-D990-20C4-1146-5D946D808D6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AC9BA7-6013-7F56-B471-0F4B184FA02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B3E8CA-DD92-8E2B-7AB0-E93142CE954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DCDB1-1D11-8D25-0200-2BA67187A62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0AF950-5424-0B70-DDEC-D4C0CE62FC4C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62767E-4691-E6AA-52D0-557CF87D22A4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8DAE04-E358-70B4-4EC5-F59A205F1E2B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9378C5-F8B9-153C-3CB6-FF7A2710AEB0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33C0D3-CDAE-0AD9-11C3-E89D5554E62F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C7A92E-FE56-DB5E-E804-EFE1526BF92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C6BBF6-6798-089A-D9A6-A54BC9A9B0E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04533E-DF6A-1965-79A5-FCF1B1DDB15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9EE003-9F6B-03E9-C2D2-4C60A36F120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C6C2B0-A809-F3D8-6F14-64EBB03B04E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A97B0E-50FD-D87E-A18A-858D6AD02DF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77F619-B5D1-72E7-BE38-58F9AA5857E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B6223F-2432-2BEC-302A-877710C1767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F0E89C-715B-D0FA-2B64-8175B1C07BF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A31372-1F29-00C3-5C23-52F77D0FDB3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00B434-2ACC-9171-0FEA-83F1197FB07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CB2FB0-0354-2CF9-E299-C3EA0DF28A8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43012DD-A5E8-F90D-60C1-7E55A845DA6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1844CA-0534-F76C-3A88-0B5E01B8C9B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779A4D-4430-CF0C-C4B7-C8F43C22F81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BBEE90-F30C-09B9-8C8F-CBE7419F2AB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372999-F1C3-053C-C523-B01B55518B2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159EE8-AD86-CC0B-CE2A-E074C108FB1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F243D9-AE15-8F38-4982-B60E2B270BA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D09240-7227-79CB-4661-D954BD3906C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067EA8-1DAA-EAB6-8D8E-E7AFE2A8203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AD3190-5D84-F7FA-B4B9-87AF59A2E7F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5E9E0FD-0337-217F-5C49-4CDC2263841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852263-D6B8-5454-169D-C0B2FFC2479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F3AD16F-37BB-8FFE-831D-C4D6383239B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C8F0809-6FE7-52E3-ABAD-51731459377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5C1EA2-41F3-CBC1-EB4F-17D66322063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53D7743-ECA4-5C4F-D2F8-7DD2B3A585D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09E6904-8839-96AE-610E-395DB364E4A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9ECA383-7404-0E89-937B-1DF67DA7112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D654BFC-674F-CA9B-B8AD-50B93D7E453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90615E3-0DAC-E0D8-3ABA-167AC081D19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48D410C-EDB2-6EA9-CC1B-6A734570BA1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4E50783-08A8-846D-4DCD-6BE58612E9B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27C0ED6-F1B5-3375-626F-3FCC2546A02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CFA5128-0D01-E546-0CE0-53C2D57F35F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661ED62-955A-D1CB-716C-1A047832E4B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</p:spTree>
    <p:extLst>
      <p:ext uri="{BB962C8B-B14F-4D97-AF65-F5344CB8AC3E}">
        <p14:creationId xmlns:p14="http://schemas.microsoft.com/office/powerpoint/2010/main" val="1511472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4322C-ABBB-5E45-6FB7-2D19EC0C9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1D5292-603F-964D-1299-1314B14298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circle must be 1. 6 can’t sum to 4 and sums to 8 by the addition of 2, which isn’t available.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89B0197-C668-D57A-BEE9-475E4A6EC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969DA01-CAED-1DB1-B3A2-8E3DB6263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9F67A38-0285-25CA-3955-F8F5EC451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2AC380A-B55C-FAAB-15D7-A0240B4FC9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4B0D44-0804-490D-823C-FAA4ACFB53C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C0445E-8FB2-6A3A-3EE7-065712B44F1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E58BD0-CD66-974C-ABD4-C25E2868D9F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1BB5C8-8E7E-EDF9-2AD6-DF879B57828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536208-EAEE-FE1A-76B3-B565AB808AD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73C204-E2C3-49EE-A821-E9039E5E526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2FA0A5-3842-812C-8560-CE7901F7973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1060B0-A8CA-D52F-1F1F-79B7B08AA7BE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2A5BFC-7B45-133B-B1B5-CFAE1E0EC289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98B9A6-E0CC-7D68-7303-CA1E2E001DBF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2D9241-7464-135B-6750-EA21F83B2C7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87678D-33AC-82C7-3FEB-6F2B4AA44E0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C46977-6881-D8EA-C82D-893F4FD0C68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9B4624-07BD-C95E-33F1-DBE7D9A1E0E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BE15E8-9B69-2BB3-2BE5-FC0EE349529E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DF1A87-BF7E-CF67-9568-32C74524FB3C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62A461-E6B7-5286-F738-10035EA32DA7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0289E3-2864-CB0C-5D18-F3EFA3DF666F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437399-E161-BB1C-4176-D19A6294CEFB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BCFBD2-C835-4381-6EB6-175AFE7C4F6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188862-86BA-EC62-9E17-3677ECAD6B6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AC6C2B-C3D0-CC60-4D7A-C940DAABD59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E46869-2302-7698-ACAF-6E791D7A2F4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5EE24E-AA5A-7911-0C38-8CB43ACCBAD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5DF464-884B-5CDF-A050-68D7C141963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34967B-340B-FBA1-EF7F-1B4C1909A0B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B50732-50D1-3534-4445-EE7517286F8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0015C2-BF43-6087-2E67-DDC6AFF4939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71BF0F-8FA9-AD65-BA2D-C3D5CD77B28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AF170D-160C-2D22-38B4-706E5A71537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A0C764-550B-73C9-FEC4-15BCF318778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DB83C3-AE19-E256-E6FF-D925B651CE8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F2CF89-C819-656C-1B7B-3BD4416A991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E7D473-F8E3-6D24-65AE-66774EC8911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A84B745-91EA-0B0E-3A71-B9B7A41C59A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3E82A5-3EDE-F0F5-CD2B-80DE447ACD1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DF21C8-FEFD-6FAE-767A-44D5A6AC71B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977AD4-7284-FF1D-8780-98A116ED9FF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F7AB49-7F24-5271-7B49-E01DC69ED65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3500C0-90A8-3CA8-0903-13CC041081F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8B8F0B-0E2F-4FA9-7CEB-1AC8FA2482B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B72B05C-3695-8400-91B5-C6E6FAA9B5A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749C5C-805A-2893-3E21-5CAA39966A3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8E39A7-C58B-5777-E75C-9C453B12757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74B65C5-6646-D9F4-2FDD-CCF7D2AD4D9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EA6713-DA8A-E9DE-28C3-40D9BC04849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A1DADF-3B2D-AE6C-C134-3EE108033F5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38BEBF-C9B2-409C-EE09-9C5CFF11492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47A2A3-C9BD-3242-4A05-F7F91C9DA3E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5DC58E8-0E7F-3A69-8CD4-8EE12ECBB99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42D59FF-5022-910C-FC19-AC8CFECBC72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C1F6F2F-7275-A791-8BE6-4C959F85A8C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F87C7EB-BF9B-8478-EB45-017ED860FAF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0D783B8-E972-B063-5654-8FA61789FFF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F7A7B20-E636-BE5C-7F4E-008941E4F0B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C1AA9E3-E35A-F73B-927A-1836494ABE4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3DFB574-AB6D-B7AC-98C6-3A58F30C5BE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11024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D4750-33DB-1652-B2B5-9F1D5E1D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04B3AB-DCB1-A68E-6D74-A40AE8BE69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C477CD2-FF70-7DEB-412C-0EC8B93D7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9AACB4B-F851-D8BA-42CB-EBFF26209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ECA49C3-5457-868C-E638-043F5DA417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51823F2-881D-840A-45ED-C49EED01BB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BD9B56-2ECB-DDAD-B672-6DBD95C767B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AC22B7-549B-A56B-4333-C04AC4894FC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1018B8-F916-3B3F-04F4-07CEC20B4D4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5F4553-5809-7124-0426-5143C3A92BD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BA7000-0B76-B226-4CA1-6D691968E03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6DD1B3-77C1-77B3-110C-4AB07D42B38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437923-573B-F72A-AE7A-5D1E9A58ED6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ED44AB-2BA0-4A26-6E1E-BFCECA0A8419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9D511C-EAF3-4366-76B7-C13013481180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10E3D3-6816-4D54-9F9A-3DFBB2A1A1AB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9C866C-0A44-DF00-CF1B-BE4951A37CB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6D8394-AF4B-1849-F0B3-F680CCB6E9D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6C3AC2-D75E-0DBE-5521-BF9CA292EB1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715747-E11A-5AB2-8D26-1A0E12FBE64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6C5826-306C-4EAB-BC26-6527D36437B2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B3D141-0FD3-C440-1180-FF9BCDFE0631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DAB59B-A27B-F9E3-3F9C-38588DA95916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4091D0-7339-838B-88DC-A8F3F5AC8BBA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388C0B-3507-86C0-73E5-D67D480E42C5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451A59-EA79-750D-DF4F-CF663088412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643786-A877-A682-6035-FB8F3D40722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2E3591-9C2D-CCEE-8CB9-84FBFAF2EC1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8EAABA-1550-BBB4-DEB3-952A5A36CEC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848B53-6CD6-42A3-484B-705AEE23817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A3D69E-C926-D5CB-A600-D144DA3DCB4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DB6842-04B8-93C2-0E52-80210C0478D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7EA41E-736F-AB7A-7064-A9119A87D21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913286-A8A5-9A47-9C43-DAAA7D0A181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19F294-4588-5B56-3675-F5E71431DEF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1491FB-53D4-0DE4-90E2-4C38910FA46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76CA23-A2AF-648E-DD0A-62F39300E14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AD467C-4DAE-F44A-798F-65F2090084D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EB5A55-1D02-7AB7-5F1B-FE9773A876F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D02AC2-DE63-F3F2-F7C4-513A26FC501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4B06D1-6ED2-A364-31F3-19EBA5DDBCF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4421E3-54B4-EFA7-761B-4821B9C1817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E380B-46C1-0C57-D23F-92E1E544DB4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208D88-AB3D-6992-F7F0-83325FA98E8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8C4378-BDB8-CAE5-CB06-CE8CE9CB6FD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272852-881B-F246-7C23-DE4FE855EB1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5D1C6F-C3EA-D6EE-01F3-FC0ABB2F36D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F73AA78-A60C-1E13-D449-8FCB5C32EEE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52CBD28-C45F-72D9-63CA-C5285ACAEA7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0D58FDD-FFC3-85A7-1249-7F00233BFFC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A713C78-4276-8F2C-7645-CF91A9AE7FE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961282C-A3F5-927E-37DC-A0CD9C2C825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7F5F93-8ED2-8D82-A4A8-2737AD3E4CF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AEBFF90-BACF-7083-AADD-CC74F149AE2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109861-9585-F5B8-867C-402DFA53FB0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473E20-FE7D-68D1-63AA-72D4A0B1306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D0DC07C-E34D-E2AB-C17D-02F6C866D2C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B5E8ED-A3A4-E95F-1172-61A7134FC97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7D90E70-16FC-FAC7-984B-FA94377F6F4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64709F8-A65C-37F9-078F-14468594EAD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78339A2-9BC6-8853-036E-FEAC45D86C4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7432A53-703C-E047-CFFF-39E86802632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995BF3E-8B59-CEB2-5F1E-BCC0CD18587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700061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3295B-2DD9-05BB-96ED-FCDA72161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2AA4D2-D505-E9A1-B5A9-1C02A560B0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right block, the line is bounded by 4 (potentially 1+3) and 6 (7, 8, and 9 are precluded). The circles have upper bounds of 5 (6–1).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7EE17F4-94B2-CD68-C85B-AD70BA3E0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CE1CE4C-A1B7-D15E-58E0-3A3E93633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B6574C3-B582-525E-A966-14D45359E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3458C63-6779-FB4C-5D46-67A6BF29CB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ABEA48-DD79-B94C-3287-41BC68A1CAB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3E9A0D-40D8-DC7E-7FA4-FFC034EF4CC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928F51-5BD7-A967-9863-B60AF7B4B86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67507F-83F5-FF4E-4A3F-18645D1F789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A8186F-AB8E-539F-4838-48407E1DA99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3ED780-6369-F1B4-27D1-AB7F3C7434D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2F9462-3145-371B-287A-E4181869D42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AF4607-C8CF-CB53-74DD-90DACE9A9CFD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F93064-9B7C-AFC3-69DF-58296E1D917C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479C27-D435-C149-673B-75D8C4B4618D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BA6E34-4635-F28B-C644-8A6AB91A193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EC38F1-881B-42D0-8CFC-E8D9AA6CADB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4163AA-5616-E1A0-E19E-8AA9F9C09E3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136F0-50A5-CEE0-2AFB-BE1B607F27A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E5335C-01D8-4A71-EB1D-DC61954E9174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BCC9CC-F580-4BC6-3808-69E65BBB69BB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0E0491-E877-7987-1530-13287F1AFD00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691CD5-4994-FEE6-8458-44A341E37AC7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5CB027-612D-A559-6122-0D4CB741E1CB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89951B-6BAC-F36C-D4C4-72AF8C47CD1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8F3728-BB86-0C34-8020-3AF598E5AEE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F2F8F6-A5F1-0455-A299-9686F118AB7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6C21E4-F865-61EB-5080-E8919C52EC7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9A64A3-F6E1-4812-55A1-A9D613DCF8B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3E1EE5-3E0E-4519-5A7F-DE4FA0D07FD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1E68CD-8CA0-6C75-8147-BEDE61C9AE7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68D5EE-37AD-3A33-9D61-A706E005499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BD726B-D909-88D8-28DD-70FD403AC4F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0A0EC5-D438-ED6D-4589-E35FB5AB1C6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8D46F3C-6A1F-F72F-D53D-99FCB1F037B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75D255-684B-5004-4FE2-7AA0E4282EE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89BAF5-44A4-B1CE-01CE-ACB5D95A53C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7743C1-0EF2-CC45-AEBB-1BDA7EAB276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FA6761-C40A-9A4D-CFD8-AB99BCD2D6F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CA4AC4-CBD1-2C74-C5E9-F61E0D10B88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A9CE27-4E42-87E3-F90A-D14B025FC03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67A28B-6F27-C638-908F-BF6D398AC8B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01A40A-B066-BCAE-5CFF-1341CA60255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F52292-A502-C747-C319-74BEFAE35CF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DF14E04-581E-EAD5-206C-97F45DE9690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B5F2AB-9405-68B3-9FFB-C619173CCF4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AB9887-0915-88FC-A477-57CBD60444C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7824E15-A83A-97AC-01F1-ADE2E2047FB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52DEF9A-76DE-0B0F-C966-7CCF613BF20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054F4B6-E8AD-D237-04EF-428BF837B99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535C59-0DE4-6A6C-BFEC-F699609B20E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8C064F8-E619-97AD-37E8-6BE90A4CFD0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A3F282-A1A5-364A-68DA-3EAE87AF27A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B05C52-DA83-9AA0-1B8B-780DD08F914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13ABF4-5E3F-ECF6-CEA0-5E3899DE0D0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143DB8-2C39-4C24-F4A5-9351EDDE617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65F3EF-7D7E-E8E5-242D-9C9A33E2D26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154200-A803-7226-8A73-521AA4F9433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9AC4DB6-178F-0C82-9362-D9F1C3EA0D5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9655FA-1AA8-E15F-CF74-E6DACA8E059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E09384-D84C-64B8-3B10-7E3D21BBCFB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1F7E4E-03BF-084C-C8C6-D1399E81E8E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2F413CA-CAF9-16DD-DA0F-22D50DB91FF2}"/>
              </a:ext>
            </a:extLst>
          </p:cNvPr>
          <p:cNvSpPr txBox="1"/>
          <p:nvPr/>
        </p:nvSpPr>
        <p:spPr>
          <a:xfrm>
            <a:off x="6152446" y="38051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377EF05-12FE-08A9-6136-609EA716ED4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06B3F4B-3EF3-5866-3FE8-9436F6CF072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2630526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00C0B-6008-4133-616C-EA174E389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DAFEDE-FCA2-4648-F6D1-9804489804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Indeed, the upper circle must be 1 because 3, 4, and 5 all sum to numbers &gt;6.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3CE74D9-5AE9-3F7E-6BF6-DAEC7EC91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AC3FDFD-BD31-BAF4-8EB7-5AECDD4D0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20C2AA-93C2-D071-4AF9-770725B3E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9DF22FB-C411-A2DA-61B1-EA0D76EDAC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481108-4243-8538-8AE5-BE3947D3B49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9AD9C6-B275-3A3D-216D-261749FB83D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E2B2AA-58AF-FD51-DE5C-9FB2B869C72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443BC7-AA69-A9A1-57C8-DB824059F8E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14E5D8-FFEC-0E45-A3BD-5EA424725AF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842F93-F61A-677B-6295-429E336E905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33EF16-D9DC-BFA7-84AB-763C27FA428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70D517-A10F-8313-BE8E-0801A890AC9F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607DAD-8D4D-83CF-9D53-D366D9BD025E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492470-2AE6-C9D6-435D-F049F971A1DB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3A95F5-A375-B81C-1A94-4802D583F8A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9634DE-C346-F724-62C7-F138BD84DF0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F16C03-EDD1-B2A2-B098-925E24BE1DF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C7C7DE-7072-280B-8874-0D6E9D38C37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5519E8-AF47-6DC6-8568-4ECD10CA4B04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C36CAD-95BB-3A6E-14A6-AE966E2456B4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DD99F4-29AB-DCFE-29C1-9E021A69A0A3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627E19-7626-39FF-B00C-617F43E829AC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672939-67C0-790A-2B8A-D63E98BCA9AB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DA7016-D62C-0B4E-DA4A-6DF805CD2FA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6F8BCC-8FF1-E49D-2E32-089A45288EA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0A8DA0-4C71-1309-151C-C4A29211434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4F2BFA-F1F0-6864-8742-60C974B07B1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600B72-049D-1D89-D71D-DDF48B97286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5A824C-99E7-FFD0-DBDF-86C9A0F245E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B5DEDD-54EF-9223-72B1-8F006D77B97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3F2EED-A2F0-E4AB-E59B-821A4EEA87E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98A3E4-C750-BE41-FF4C-FC573AF68AB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EDB484-C52C-6C73-4ABB-3BD64BB8568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AC2621-922C-0812-F41B-739EA24601A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A30F92-1665-AA67-4326-C687F40B7B3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56F7C9-683A-5BA6-0E2A-00650CBE304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7B1827-8F8C-F3E0-CE57-660CD7FC817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595C95-D960-527D-69AC-5882ACFE467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2B5BEF2-D090-7579-C862-628F45AA299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A4A87D-A614-E873-D5EF-649FC884C26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852833-C2D8-431E-3DE7-61A9306BF92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506E54-CC11-707D-EEB6-3E296117A75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4EB661-65AB-B2CC-6102-F56190EFFAE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1D60162-9EE7-AEA0-BFE5-19BAABC5ACF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A63D54-544C-179C-42A7-EE717963BA4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A34CC1B-ACCB-2F0C-5313-57517DFCE7C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52B30E-B005-B6DA-FFF3-B3859B5DA85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C9DF500-B4D6-AA8E-F8E2-0D065772A94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692EBD8-6FCE-58B5-3BCF-0B263DC19F0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9504AF-4771-4733-DD65-206EC2DE811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637DC0-58CF-7B80-C56D-DED3B024128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4E5742C-39CD-1DEA-4218-FDF8C60FDF1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C3073A-5BC2-D970-962B-1E5E0E06A4D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6B4DE69-8A24-3036-7126-D3D815E4DD4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421FC5-FB6C-68B4-B92F-89AA047BCBC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495502-99BD-7BD0-2FE8-23C08FA95DF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C1DDE39-3DE3-2396-6ADD-5A1BED10419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C874183-3C67-B9EC-0DEB-ED766BD033C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7565E8-5157-3C21-3315-DBE035E9B47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74B44E-3CEB-C3C6-5A9B-0FDDF9B4C7E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BCCB2E-7343-6363-CF77-9E940D449DB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A9E5ABF-E08E-EF0B-C1DD-BD52CD1FF3CE}"/>
              </a:ext>
            </a:extLst>
          </p:cNvPr>
          <p:cNvSpPr txBox="1"/>
          <p:nvPr/>
        </p:nvSpPr>
        <p:spPr>
          <a:xfrm>
            <a:off x="6152446" y="38051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A800C1F-F8F3-0330-A8E4-821F99175EF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CDA9208-F81A-408D-0EEB-374B59604D1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767496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77AC6-0C8D-8E57-4FA6-A4ABF40CB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C84BC1-F5DF-04DC-79BC-2D3F4A4242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61DD6D-C75D-C3E3-E433-DD04069D0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97E713C-6361-4E1C-F638-3E8C51997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D88EA58-16AA-1980-0301-752A54F59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DDBF1C0-1FDC-1530-D07C-E53909FF31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7D8D06-C20C-1CA6-436C-39CBF7C3A21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EBC38-49ED-17A3-A501-657801D62BC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ECC702-5BDE-6C49-FADF-A928E33321E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E3768D-4A52-36A3-A896-924484E9D27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5D1278-AEB6-C011-95BF-9A5411380A7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FC621B-1F44-4617-A474-A1DD729C0D4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501259-8924-7C00-056F-4B47DC2FC97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A555AD-642C-B48C-4C7A-6D2C380BEEC5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2D0121-52D1-65B1-8CC1-4A58C2A6EC76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94E0BE-223A-C8B0-D2F1-43BA88754B70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EE7783-CA2E-BFEA-F4DB-12F58B6B412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E459FC-2550-E64C-81D0-63F79E2AE5B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1874A4-010B-7BF7-7E11-D1BCADCE10C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71C34D-8545-4777-9E20-2B9F52310C7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BA9D3A-6D4C-2D4E-858B-8619934A3E1D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1D3132-D79F-EED0-EEA2-9F09D4BDEC02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00348D-3610-B806-A38B-AF048CE35C50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274377-B23A-6730-509C-43DD2C5100D3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FF0B99-8997-E550-BFE8-1783BDE07E05}"/>
              </a:ext>
            </a:extLst>
          </p:cNvPr>
          <p:cNvSpPr txBox="1"/>
          <p:nvPr/>
        </p:nvSpPr>
        <p:spPr>
          <a:xfrm>
            <a:off x="6152446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28565B-4D5C-B855-7D13-B17EFD6CA5E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6FE57E-3F4E-7D51-B568-AEB782EE4F2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486BAC-9D8D-F33E-1404-510D68724A1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B8D964-A781-B565-48CB-9E7808072DE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4609D-3B68-74F0-3BC7-C2C1485F7E5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774465-13C3-C838-CF75-0E2DE6FADD7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1F267D-FBF7-CAE6-798D-B2EAADCE795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97D6BF-02E2-99C5-988D-CBA4435E5EF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94A09A-54DD-F5F2-B5C3-089C4C37559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4AB303-0F76-B863-54A0-2F3FE88AF10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88A7EB-A71B-50CF-54C9-86A941CB1E0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92E667-9BC5-F7E6-1180-8DEACD88838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491E42-706E-469B-BE7C-8FEED359E3F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6344DD-53CF-8AE3-C49A-0696A7DE7B2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08B2ED-D51A-AE83-5A20-BFBB456D24E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E9AD9D-B295-FFDD-1530-F95A20078C7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C93B61-6CB2-3DE9-9855-E9D2541879D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E941B1-71B7-A2EA-177C-405FB7ACFA5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481615-4B00-25AF-CCA4-E6672307253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22353F-8065-A7CE-ED1F-B279C106C3F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64D680-2E52-E174-6679-FAFFB84B934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1867C4-0D10-DB63-B80F-387305A3B71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6F49846-9E98-5F14-B44D-44E52630679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C0D7896-99D5-A138-C984-0C08D3A1E9D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31421AA-2D57-6032-A7EE-35847D4E89F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08C5380-62C9-3325-BAB1-D006C10687E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E7EE704-B24B-BD46-C6F5-479995BA757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6046A0-415E-895D-18CC-0D259E5B663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B12F59E-D571-E3D4-25AE-FE04F18FDDF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A3AD6CC-BE8D-F8E5-CE60-F3F82A91528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8966A8A-EC5A-AEF3-685E-ABE7064DEBD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72D036-F618-5D79-F920-72B8788BDEF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7050DB-8138-D243-9970-2632C87210E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380E2C-0AC1-358D-3624-CD675F98A47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CC5F7D8-BDDD-DB67-41A5-946F098911E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2D8C1C-EE24-ADF4-61AA-54817A36E92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1D21E9-B0DA-50DB-8459-67A59104736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F655BA-FDD4-B456-4068-66C4B74F1E0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277E6AF-30C1-A044-7008-ACE36D8031E7}"/>
              </a:ext>
            </a:extLst>
          </p:cNvPr>
          <p:cNvSpPr txBox="1"/>
          <p:nvPr/>
        </p:nvSpPr>
        <p:spPr>
          <a:xfrm>
            <a:off x="6152446" y="38051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963C38-9F00-22BD-7083-854ACEA78BB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5C98345-42ED-478E-C155-89D42787D6F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982385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C2E65-EFBF-DFBE-2208-AB137E999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1910B8-442E-1826-333F-45E6971913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14C2A26-712F-EA55-7C99-0C1AFFAFD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C353FCB-DFA0-1932-180E-FBACAD6FC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E5E89ED-B224-9AF1-E419-F78CA7B15E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6B3535C-B991-628C-6D14-13998EAB3D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2C56FD-2E2F-07E4-B0F3-F445DAC51B6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C45569-6372-73C6-3105-53A702DD842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AE34D4-674F-2ED3-CDA6-5048F10F586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405A0A-8D88-D3A9-0757-53DA0E4014C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9E7AF5-6930-1F59-C752-2B1895C921C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BC952E-AB99-1D9B-FEE7-4A9791E23DD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44C95A-AA8F-464B-2BE5-1CEDF78DEE7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29FE8A-51A1-BC4A-73B5-DED0091078E2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B1BDF8-6690-2356-22C6-7DB727CCA2A6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BB80C4-45D5-B5BE-9823-146CF7ACD417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D9013E-24B7-3625-47F2-FA92273056A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318C4F-5B31-6F6F-6BAB-EB2C98DEC37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40B7EC-562D-EA54-FB59-AF77910EDD8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74CE23-58BF-D900-8A75-90D28D9C952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056F56-1ECC-D84D-976F-89203DA7D5BE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AD30EB-200B-AD3F-78F5-125145FCAC98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BCEF4C-B26B-50A9-51B1-565D528FA4D1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E02B44-7500-1D21-10EB-BC04C3BFC9EA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71E346-EB96-AF4E-46C3-FD63DAE6A84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2C4A2A-2AAC-9049-A5E9-8763AB7B1D7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6EB714-2A7B-D69E-00EB-FC7B07B6706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C058D6-624C-69CA-69CD-02CEA999558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876CB3-38A1-A358-913D-3FAFF90C5A5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9A5B7C-D2FD-35C4-67E5-6051C964EA7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FAABB8-A4F3-094D-5295-BCCC8B3CC83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781E28-CBEF-110A-F7CD-20F7F21C200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14F576-42FC-40F9-8424-5321A305D77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D87DC6-A76F-CED1-5D1B-0AAD9F6EF90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3972D9-1AD2-BF96-8CB8-AAC89212A55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70CC68-79E6-2B94-D778-93E27D40788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6199CD-2146-7522-A604-1942526FB87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CDFE28-D5F8-304A-F55D-D7D00205D17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B03BBB-ACF2-4640-B173-DC5C52F1DCF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956B21-FDE2-F270-CEFF-E380D7A0E9B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270339-563B-B4E0-80EE-622C86FD949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8B72B9-CC57-A9B8-9E26-A6708251401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DDC344-5E19-37C7-8337-B21E2BC64EF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08DE26-7525-7A5A-2350-AD8CF784E18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58E53BD-3390-DB50-C214-EF03EEFC613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8E5DF5-4CB4-9B51-CDF2-5E2B7BB6A40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67F8296-1B27-4FBF-3C53-8A8B95772B0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D5725A-7511-56B4-D8A8-2580E2A3299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78A683-8388-6EEE-C7BA-EE35B443490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8FF7AE-6E8C-A20D-147B-FF799781E26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9A0D5C7-4671-F297-4597-CD15C7873FB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2D13326-F539-077C-E6BF-A5C91267464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FE8A529-89FC-7553-A7CA-1B25D3CF7FE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2B5448-2B9D-854D-00B3-B7F48A49C77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852D405-699B-751C-574E-368D446BAE1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602BAC6-90C1-42A4-E1FA-10044AEC01A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4352E9-0E20-BAB6-41D4-B91BFE44098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247F85-F818-04FA-4896-288A41D0681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7345B2D-DD9A-97B3-1A9E-CE6BEB2DDCA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0DAC67-A0A6-D5F0-A090-6162E2C14C8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BEE2B5-EDAF-57DE-FFF1-062751A082B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FE2290E-9E5D-24A1-772A-164ED1BBE5A6}"/>
              </a:ext>
            </a:extLst>
          </p:cNvPr>
          <p:cNvSpPr txBox="1"/>
          <p:nvPr/>
        </p:nvSpPr>
        <p:spPr>
          <a:xfrm>
            <a:off x="6152446" y="38051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91C085E-50E9-F57B-2DCA-D6A70CBFBB2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5172F6B-BBF4-02D3-E9B9-DBC16BBD2DF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0A4544E-7D87-E5FF-CD52-B253F4C0860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D386F0F-D9AB-9D27-88C9-8223D72697F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508736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278B2-5243-91C3-F504-5E98E85A3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0CCEAB-6C5F-A5AA-8389-F04DBD9C85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E5BA18-7B77-58A8-2088-D2F61B34B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7C54CC1-8AAF-3C45-BBB4-1FD72DFDD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D4C8934-5EE1-101E-C473-BC43FA85B1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E767282-8EF6-0CE3-625C-180AC9ED86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34B4B2-B758-38D3-6B79-ABFDC279D23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6D48FF-CEDA-2D4F-5451-505BB0496BF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3A1F76-1919-B1AD-5D08-EC2C5D431A4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019EA1-5981-B43D-F1ED-58EF952E234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5DCCA4-9B78-945C-5030-3E53667FCBD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C319E5-D433-273E-E63B-B0D43FFA1E4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16C919-247B-480B-A817-32E565BF913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AFA57C-214E-12BA-E840-73E1428A5600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176152-B6C3-32B4-484A-C04D9C63F66A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376077-8365-82F8-2285-9CF3D09F3CB8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54F3C0-1E60-FFE1-C6A7-FA7B0C80A2C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7689D1-9369-6CC2-56C2-04A1D7DCCD6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1E3DFA-51F2-6056-8479-CCB40245601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02A87F-8AFF-CC61-4013-5B424ABC557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1E3057-3453-A54F-6A58-AC23CC62E76F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1B4C43-E944-B407-5C47-0DB0556788B1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D5986-28ED-6F56-DBF3-42955333AD9F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B94B3A-5F61-B79F-2289-9D91F3898627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DC3C23-789C-3751-CEDC-1C17D1683EC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7FBE17-8BF0-471F-AB54-C79AE253D41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D2EA60-62A0-93AF-7EBC-2437870E0B0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559E425-CA17-C011-AED6-0A9F8348D96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4F1507-3750-4A63-92E4-8C2787659D6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5F4067-57D9-2FA3-234E-E41D58208BC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8FE007-E016-1839-18E3-1337BABB19B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375F3C-26F8-5806-B4F3-FB3A1625279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AF4659-D380-021C-656D-2720DE89F45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522DBA-1C3E-E436-1554-AA812D4B2CA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513FF1-43A0-7E1B-983E-9E3EEEFA9A6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B85500D-3395-8026-616A-179D70C96C2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28FF90-2773-1C65-C046-3E9C7CAB910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AF8671-C339-9ACD-82D9-18A51C05B11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66C956-779E-0DE6-BB92-739438126B4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F1493E-830A-EAFA-2778-E5689E7C6B1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9D4F94-20A5-05AA-59CF-EB7B8DBBFEF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0EA2A2-2002-81E5-4985-8C4321A05D1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8EB8B3-DED0-7F3B-1C58-E4E3C25B5B6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3504D2F-C13F-8564-8AA4-C346F95A910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908367-88DB-43D7-F824-E640729077D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91254B9-FBC8-0E53-A7E5-0AEE3A28AEA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8FAC917-6AF9-6955-5974-CC6BFBB18B6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4651C6C-9BD8-0A7E-BABC-241EC4F5478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78D07F2-61D8-8BA5-54B4-D0478C2DAAB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01DDAE-9A3F-1323-8FE6-63DAF212A9C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D2B3970-46CE-A1B2-595A-AB1A67098B4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2D7087B-EDD1-2527-C582-7D4649FDF35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B81DD0-25F4-4E72-26E4-3C854B9F8DF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914861-A9A3-401C-E749-7C7C2B57EDA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538FE3-F6CB-0A31-D155-59937D3E6AC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2CB324-9FF3-A735-03AE-7D4D2AC2A6E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7B84EA-3895-369E-D567-C501D6A398A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B35F03-C21F-3241-899C-D2AB1361CE6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13D5BB-6067-7F01-F21A-DB0D98BF96C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A589E8A-AFB9-76B7-DC24-1311C817DAF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7C91123-7849-A8B4-E4C9-61A15CC56A1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F36E2CB-8843-67D2-EDBF-7BD130401CA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D77573-CC9B-40B6-3225-F3B8CB95017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50E414-EEE3-01DA-59A4-8C3998C834B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1DE4A2-A5A9-B2E6-7C89-D8F575AB54A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28327B7-D298-DF58-8B99-4B25F182D1A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061781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3F6EC-8894-E1DF-D2FF-A34E16BC4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8727A8-6897-F17A-3041-B152DE5F54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5261C3C-7BFC-D193-50AD-845A106EA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A7468BE-7234-FDDB-9F57-4C0F90947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7ECF52F-6DFF-9396-179A-88300C8D1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2D0EFBE-5D67-B9A1-7FF1-5A6204F6A1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BD19C7-7FD1-6DDA-3B72-3E6A7B813C2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3C5E46-DA72-2E90-84AB-B83F23B6476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7D267A-1FB3-5282-F7C3-E091CCE632D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A63F7-2FFC-F3EC-1A1B-2B782A5C989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6EF41F-8CF7-3D72-3F00-7786C39FEAB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97914E-C40B-A155-54D7-26356E6289C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FB362C-53E1-5E3D-1105-316D4AFF77F5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B5EA9A-9380-ADE4-51A9-1FC99E1E2CFE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076A81-8F90-9663-FF45-F9450E873A17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2A298D-72C3-8928-8BA4-0AFC5375489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432802-DCF1-23EE-61E0-C22A3E1C8AE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4A9578-2B18-669A-9029-7AF9EF05597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571018-BC56-9DB1-EEDD-2EE94748341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51937D-42D1-5CB8-0F1B-0E984AC07719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0021F6-056C-890E-C143-0DEBC4C86FB4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D041BA-8F32-2690-DC71-868E9EB34FDC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EF0438-BB5B-14B4-FA42-1837F52A808C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4957BC-A27C-24DA-B11C-F62DEF3A4B5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ADD11D-C90D-196E-1CA6-22A7EE2FCA5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D98606-AEC9-2143-BCCD-550943F52AB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D70F2A-2398-4D5B-1D89-8449B0F73E3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EB2831-F038-30B2-7D12-CD392F65DA9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90F8A6-D05B-3059-AB12-51A32A14335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F5B617-D97F-D05D-4058-102C7225F39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F5D079-A93B-BF03-7087-1F13C371FAC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1022DF-BA8B-7380-63F1-25B83530941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7F65BF-A735-F3B5-A785-6C23663C02F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03A166-5C1D-5AAE-9661-78217C409B7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9C0471-4992-1A01-BAF4-B9916D54B1F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5B28DC-1B1C-7AE7-C033-BB9C54E28F1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83E391-5823-8DBE-791D-7E3E56679FF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120B9-BAA9-D57B-BE43-9E6E5EECBCA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D3034F-925A-4B3F-7F4A-F08E3141B07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BED541-1991-CFF8-B72B-23B23429760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839034-2F2D-9D63-AEB7-1CCF3266EB1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E545F4-B66E-865D-124B-903C8DDD12C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58A7D6A-99C5-F9A3-22EA-B2BCDC8071E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F7EE327-5443-E46C-8940-52E3B69833E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E8BCE4-6F05-2286-2B8D-DF5F701D759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BDD65A-8021-4024-D5A5-3415A78B4CE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6851ABF-52E9-7745-D4D6-299C4109C69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D57EA06-66A3-1398-512F-5780654E1AF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D4EFDE-2049-667F-D495-FDA62743AEF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D927B1-E154-6E6C-C8B0-1415A4CD1FA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CFAA0D-C584-465E-4FBF-9FD80996F91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BAE3BA-E7C2-2C0F-6D71-D2D1D1F2D94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BFD694-79D1-79B7-BF71-51098796DFA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EECEBA0-3E67-B30D-9930-3CE663C8A9F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3372D1-16F7-4CE1-5E04-C02BA33C886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017E6B-D620-7824-5CC8-D54A5566035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B295F3-0D69-0CC8-C606-5BEC3C3C6E7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DD42473-60B4-D004-93EF-E5272FEAA72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771505-DA8C-4961-30EA-BC0D9377BC6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FE5C64-594B-6206-3779-3B05153FE35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591036-4705-C193-7331-E245105EF60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FAB7C6-F916-1EEE-C057-9EB62DB71CC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DBD329B-1E17-4084-D885-4FC86024732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AF5A78B-E6AA-CDB1-9681-E86C2906DBB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12F7AF9-A44E-65FD-D6BC-4D566DE1978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683BD9-404B-BBAA-6A60-F0BEAD947F6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067094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5DFA9-F6E5-3A93-FFF2-F30A8C96F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1D2DCF-4EA4-A0EC-053F-6402832FD2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9A1FE53-8CF2-DCC4-E8D1-C6579154F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BB5A7F7-FB1D-B76C-FB36-F0D6C94EA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76431BD-9BB8-D717-7641-128D022D0E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67FA7FE-3114-B765-17A5-6380BAEF62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570AF1-3BD0-EE14-1375-7375E170DAF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72976B-4B8E-1F90-FE0A-85A9B5F0E99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74CA5E-E682-79F0-C95D-735F21DC6FF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FAD021-CA1F-A8BF-369E-1843FAED8A9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D2FB81-60C0-444C-7390-2DA8B784C6B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28048E-1E80-A8A1-655A-9798EF073F70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01FC4C-407A-4843-A2C7-C0FA780ABD53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5FD984-E022-2E84-AC76-2BA4354C5565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722A87-722A-8D46-E270-8529D830657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59FEC4-4E72-5EF6-0750-ED2BC33C3DC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C9A66D-C486-281B-A181-FED621563F9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1DBF61-16A0-75A9-AF7B-F373CD13669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538A47-5E88-7F51-560F-DCB9BE1A0521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6FEEA1-FB74-390E-3999-769EF31596C9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90C25C-F9CF-2AF9-2E0A-4B0AEA3A110B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A9E0EF-0874-310A-BF89-DB92BBE3A143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3A4B80-ED22-DA47-8BE6-E8C296D9A0A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9E165F-3502-BA0E-E324-FA64AA49518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82AF6B-406B-2CA8-F883-FFEC1DCB658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0CB4D5-502B-DA8F-448F-3C43BF07611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3BEA18-6F31-094B-9CFC-D9C940D671B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2B4B55-AF72-A30D-2F1B-613FBA63640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2F357C-1FD8-9D82-F984-BBEEFDA2B86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D472EE-1B8D-C3E9-8B7B-C0326E7595D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88B8D8-9748-AA3A-B99E-C8462D9763A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1FFFE8-DB4A-8C0B-A3BE-FB7935248DB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C4696E-52B3-8E8F-B828-B2B7BAA6F20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7D343F-965F-ECEE-3E79-68A9CCB0205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803F86C-F44C-E7EF-45BD-88E53F53996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88AFCC3-C332-19F0-8D71-8CF55F14C53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3BD0D3-BD26-3B57-85D5-695D3E31E47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C7A759-0E7A-1CB2-B017-2B66C8E074A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67E6AD-4657-6323-E9C4-105A2F70055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20B4FA-9E08-9E49-AFAD-738A032C951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139DD4-380B-6FE3-CFC1-31AEB130299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B4B8D9B-F845-AFFE-0D0C-1F92A24709A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0B1D0F3-D208-7947-A8BD-E309710996A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B36F640-EFAF-E804-FB39-371F4004E5B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B84998-D361-7974-100A-F65706A7913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B61533E-57E8-51F6-0196-1B0C94FD2C9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5297DD-2B86-8620-DEA9-7DE950A2E5D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168B61C-DDC0-10FA-C788-E11976A40ED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580743-64F3-5F9D-66BC-6347C20E89F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60E02E-3B40-5262-D1A8-0DC202969DF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129283-B7E6-FFB4-5A6B-83BBC7AC772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8CCC37-AE23-1557-E4D6-C1E93AF4F4D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ED419E-6638-EF1F-E9ED-990D76DF2BD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5DD349-44C0-6477-FDEB-CD2A0C1049A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4D81C7D-9426-AEE7-FFE1-8897C6CB97B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5468D33-36C5-2CD8-E737-B4FBDA1AFB5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733782-6EBB-9252-E87C-94FA5889E91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677BAD-D3E9-5639-036F-AC38BDAADEF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6A2C8B-1C6F-3403-C11A-6A8B4117B04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A8015AD-2E50-398A-1CEA-3D66D02CB2D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002310F-43D1-46EF-27F4-6667297C334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59FBCFD-A623-16D2-D470-08E234CEA4C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F17A9C-7390-627C-951A-34272437338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0B2DD80-CFD9-DD68-360C-C0E7B92F0AB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C891DA-C724-486A-4363-1D476B0313F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1B4D3A-AFE1-3EC2-8DFF-AF2AB388D2E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033633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85EEF-490B-B73D-28C4-238861BD7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FFC8A4-01FF-026C-386F-20BB06E5DA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CE94689-891B-A3FC-920C-FE3790D1E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A11A7AF-4D2A-CAD1-D57C-FF43E4538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110AD86-D8D6-5FE4-6ADA-93AA624950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97EDF43-13BA-1801-F4B5-512E256E5E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F5272E-08B8-17BF-5FC4-4C9E9029A09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026405-D62A-0B92-FA38-AA821328B31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5B66A7-702C-C480-B3F1-69D04E08269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FC52FC-7B94-6AE5-6BFC-4C27395F532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4098AD-C468-098C-E569-07FA2CB96167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82A15C-6018-E119-403D-5B394C7D3D7E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AC4475-BFE0-1637-534C-8BB3E12309AF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9C178F-A97D-A336-4429-16132025C89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E3D58B-C640-815E-4884-27ABD7CD1CC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A90017-F499-F441-40BD-6B18BA4C66B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E437DA-94E1-094D-98CC-FDD4B02AB19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2CD068-C824-3D65-2CB8-3E341B200287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2D488C-F718-D678-13CA-1072719E1992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F054B3-BC81-0A22-2790-AAADD9DC9580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34AFFB-ECB9-B1F3-E73A-D06EBD051A34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C2EFB9-A284-ABF8-2D17-FDB53410C6E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817C93-2CAC-16DE-2053-BBB32E49C4F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085335-47D6-E0B3-717D-1658EFF7089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B7B0C5-06B9-3113-7654-3394205C7CF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2C5F5F-32C4-DB2D-9591-6F35DBF842B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6FC3DF-081B-F5DD-4701-1EF44ECC873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22993D-680E-FA66-EA59-AB0F54AACA0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5AAE3A-DC81-A87B-0E64-FE8CBA2A2A0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3F6637-C735-E4B8-7716-FAA01994F6E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ECF75B-41D1-7D5A-B179-7260878D319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FBEABC-0BC5-06BD-9B41-A21EE66C592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1F4715-AC0C-7084-1823-E809A08A82B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184FC0-3AD6-EDEC-58AD-03DBAF53631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1BE061-4E59-F180-C591-37A298D3DCD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5F47A3-0E4B-7D6D-89FF-A74DC4B4766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5344C0-9CA6-C6E8-F277-FFC11F2565E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105D8A-E6B2-12E9-B2C9-22461FF6C42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05B142B-5980-6300-A89A-F7B2C97A409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EE5E506-45B9-171D-76E6-F9C3667E20C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DFC62E-B440-4723-02DA-969E0FAA70B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353BE2-0846-50F5-3B44-BE16D6B18DD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0A131BD-7106-EA32-ED04-ADF9CAE90C5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8486E-547F-4D92-BCF9-A5565858846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E2252DF-A968-910B-8599-E5D9387AD86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7819BD-9375-1F3C-760D-BFBCE9293D9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51D73A-F2B6-05F5-7EA4-5392CA7E2EE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CCFDC5-3EAA-4FDE-19E6-F3CFFE21B28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5BE42C-C2A1-9AFD-AA75-2352D26968A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884309-7B06-3491-90A2-67E2798E5EF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5357DF-EA84-146C-0D0F-CBF5A6FA408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A4870C-0A72-AABE-1BF3-EEB3FAADCDD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F7C0D4-FF11-5968-6204-8590C44B414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004B819-5375-1075-A0A7-F2FC5A39C76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9006818-877E-277F-3079-356A72AD034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7CDB7-52CE-8530-2FFC-809C7F28CFA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26322A-DA44-C7E5-34F0-68044948A51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D69381-F17B-285C-3EC2-879A504BB5D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1BE09D5-D62E-0B05-A0D4-662B3C86A6E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BF3E5B0-318A-4909-4CDC-98ADC902A07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19F82F-ECC7-5062-7BF7-2137B071D8C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B57EFBE-C60B-2586-BCDD-11D37C92AA2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C0D957A-E53A-B75C-A6A2-534F45A269D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A4AB7A-1137-E533-944A-C11A67A3C88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1EABDE-5188-66A9-B13C-CD0FDD20BDC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11D89-0712-8D9D-6258-EEEB09A5739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405037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FF16D-706D-0C7C-1207-4F1CE81D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202F14-7064-8FA3-285A-524DA7D59B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1375585-CC33-D667-E157-A26F71CE1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A451976-4721-0CB2-6BAD-35ADD661A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005E42C-6818-8BD7-F952-8D16E462F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F6FB27D-A452-7289-3512-F616677EC6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0ADCFB-B194-4475-9B5B-CA2DB1EE3DB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2CADF5-7150-1C8F-CD86-CB4273ED430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457D74-1CD9-0EDB-93BC-268FDE7E868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EB0E20-62FA-EA8F-954C-FBBA211326C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1B9DB2-BF88-6EFB-9405-558107D83592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50598C-396D-F174-4658-B07E32F4A7B3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E9D8DA-6BF2-FFE1-771E-25F9CD085CAE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390394-9BE2-03B1-C6E7-659AF33A595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36297D-FDE9-659F-F8F2-C5C820D3EB1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254D3-82C0-EE10-B925-0A5F5E1B3DD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2BE060-4CD0-CE92-5B1D-BAA643CA921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F4617A-3B41-24D5-E2FA-CE7E62A25794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B56111-DF7A-288A-8DC9-40B5E4DB13DA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3C13FA-6174-B3EA-68DC-431BEA130117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26750A-24B3-651D-8FF0-8FE5C763B3B9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2C444A-B975-073A-3A92-9B76490BF4F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8D1DA0-867D-ED52-6E19-A106CFC9F49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081BFF-DD6F-76C5-B812-F71796A27C7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F74FA2-0707-C21A-1510-82BDBED1A9B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A551D1-1E0B-1FD8-D2EA-626D215F5AE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02FB81-467A-5227-5522-D4C736450D4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E2EA31-98D2-4CB6-BC04-D31C9572B09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CAC825-ADBC-008F-DA41-8345AC9F6FC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683FF0-A641-67D0-B8DE-24039000776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50D7F8-4678-3E8A-7AB7-46394CB69C5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70B0E1-7756-C175-C670-1E58C0E2F11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30CA60-E3D5-C79F-C9FA-D441EB604AD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7803A0-F8C4-6A6A-F31F-F5C9C34E63B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66631F-4921-8F5B-714B-4BF71341BDB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99E334-3A21-8BAE-0E43-7EF5893F636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975647-A248-EE47-2176-5BED1A7142F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D8F553-0184-2BF4-02DA-3358EE8FD68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84F155-2731-C131-A143-FCC716C0F6C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0B2699B-A6FF-BDEC-D165-EB7E3E432B3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33802A-81D6-8253-33B5-AFD1A3B5A68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B227D38-6C07-D1BA-7490-841F35821AC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1EBE950-E7A4-CAD9-9A5E-E7817E76B64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7250D6-4002-01F0-A2A0-D1F610917CB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55A3AA8-CEA0-1FA4-156B-AE844FF5A5A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839B10-5657-85C2-AD66-39309CA8613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876C6EC-2F13-5F70-9111-C2955648FFD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FD8A1A-4EFA-E6F7-2BE0-71F22D3B4E7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A11A73-B07D-FFD5-7E4F-DC001223718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E8382C-3F1E-D4C8-EE5D-2517775EC39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956868-5BE8-F2B5-BEB2-8BB889FA982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4DF629-B00D-8AC3-86EE-0F75C5DED92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1EC98E-7CAA-D267-0572-F2EFEDD7C78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93D6710-C504-BEAE-09FA-6A7912F75EA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ECDB035-2782-DD13-EAD8-26833C1AF9E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3DB95D-2B6D-26A3-CDB5-5120375C28D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492305-9767-7BE2-DAEF-DE96EBEE770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B57889-14BD-FB62-F080-B13746BA28A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04050B5-CA37-C14A-F52D-A199EA10568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4238C1-F706-9BB1-3D12-4C33DA0724B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B12C9BB-B916-E3A9-6813-857AE94D2B2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9BE1F38-456E-5BE8-50E6-A40C01E6C3B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8344F2C-18EE-1271-3C46-7B017063C36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55F7CD-794A-56D8-9076-268A3B00144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A1CDF79-4E6C-8782-3397-FDDBC22DC97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25FDA4-471A-860C-703C-D8874B7D360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52659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A584D-B5B7-51BF-3349-74B74C1E7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2C36E9-50C3-9BAB-EC57-7FEB99676F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Finish Columns 7 and 8. The line only fills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76E0A68-6E94-88D3-9EB5-497F6CA5F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A8E12C5-B625-35A2-289B-66F790EB8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46B0892-1231-2972-73FF-E56294C69E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7B99033-D7C1-AE62-9C3A-367533D12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426354-D4EF-3038-55FE-B86E3F89409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CA9CC5-E18D-73A8-83BB-80A6B9AA5C9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B61842-AD6D-6185-F498-D2F1AA44D42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93A015-60FA-5DE0-FC84-E9DCBAF19AD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390E34-78C1-0EA9-D352-1FA48530BC89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09A487-DABF-CB43-68EA-8000A102D29F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FBF1E0-8EF6-15CC-99F2-17589607DB39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A3494F-81B8-3BAA-F19A-2E4D4F9F818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EA3E79-DC63-6660-1A65-62DD8A6FA30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435BF4-C238-6023-7746-2051AA53090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D3A2EC-0FC2-ADB7-5E04-267B97853CC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2ABE6C-6295-AAE8-7DE9-8CBF47D603E2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870D65-2D04-F12B-A514-8D6E067A3710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E0C09A-7714-9B08-0927-8A1C00EA57ED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AA049D-4D6A-8D1A-95F6-B8585C249AA5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5ED2B5-28AF-42DC-CF33-F0E23A8011F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CA5504-A079-95C6-9AFC-73CE5C9F67C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6BBEEE-A560-BDAD-4671-5DD6BB10479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376681-C812-D4C4-1F4E-98117A4BBE3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529CD4-4231-C35C-7CCD-C7C82AE94E4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E0131C-A49B-AB77-C1B9-F382676F7A6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EC50EE-41D9-BC8B-A807-FA01F44200E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C2DAA5-AC57-D173-D6DF-B1055FCD7C4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C2AB41-ABA5-D535-70EC-7EFCEE0BAE0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D03826-AF02-2EA8-1786-56AB2849791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F4D916-7EFB-864D-E07F-1EC5EEFE972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CEC83D-E6B7-AD70-3DBD-E76C4AF6E98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A702C5-2B6F-E489-5363-7D042DF4C20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CE1F8A-73E8-E3DC-0FD7-6B3D409DB2C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F17AF6-804B-0F0E-B76D-1CA987734DB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A0E516-0A40-1D5E-8A7E-11998C02B8D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D39C40-883D-E7A0-913F-5EC7AEF2F5E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ADF0580-95EC-7CC8-E4FA-D3B2C647930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76DC71A-6C6F-F764-7583-1AC077A8060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7DCF7CB-5204-D76C-2216-5ECF7282388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A31C4D9-C271-07DD-0098-A959FA3A736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F6FBB12-BC52-E795-3C76-211EC26B0B2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215C98-6F64-8CCA-C351-DD5433881F3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E4A3832-46BB-EAD2-9CA3-F42A865DE64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034E34-C710-6491-BC4E-7F0209F04AF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39F3F26-12DB-BE77-5D3B-BE737EBC024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E7DA2C4-1417-A8FE-9284-063AD080065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BDDDBA-CB0F-6649-5C72-346A45781F5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798EDA-CB75-8694-C403-96C3152E42D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AB9698F-355C-78A7-57B7-B49A0F5A83B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25F78C-2981-1D03-49C7-CD5913E1FB1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91B30F-073B-954A-70E8-ED16C258AB9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D57D1C7-0941-5CDD-59BF-901DB79C08F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678E6AB-A417-C2AC-5630-B0C15D8A16C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7C997BB-B664-E996-C1E0-365E348BAC9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7D961C-965F-4500-39B0-76C06FAFC4E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AAB44D-0135-EEEC-D462-D473FD80B22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9B09A7F-AE9A-D83B-DEBB-82AD568CD64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B2C77BE-CA96-DC92-9986-A0E5AF79126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DFD9966-2CC0-C1B1-FBEB-20DC898A9FA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E313841-4FFE-8F1A-BB83-C969B924EDC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F21420A-D776-F594-543E-EDF9B1857B3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904E48-4D0F-DF74-90B3-300B557438E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513195-B6AB-4201-ADF1-E383DE53090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E8174-21AA-91D4-6E0A-450452D5DA6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CE81A5-64FA-0AF8-A689-895BA20DE8E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5BDB5C-EDBB-42A1-1085-B800D805C07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6527B7-8309-F71E-D2AB-A30C3884B2B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1BBBB5-D305-09BA-92C2-AE8273ED8E6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977640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C34E5-4039-6A2A-FBB1-5B1B8F4E7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59E921-2D0E-E998-BC35-108D104061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09C8B4C-8E80-2DD6-5DD0-916421B6C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C55C26D-BB2B-9A40-B86F-FD2CC0BDA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0763AD2-05A6-CEBF-898F-1DAF2ACBAC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D03D836-0589-A714-EC33-C6A24462A7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91F2AC-281D-2E69-1399-8DB3B31FF46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CD9E4F-48B4-5A6D-DBB6-52DE2855CFC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D608FC-65AA-C368-F41E-1228405052C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6E0CEF-0BC2-3402-CEE0-DA91C371E95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486CD0-4D9A-A26F-8B39-9D7D5A519C8B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549C84-FB35-D48A-98EF-B68EDD9BFF58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32C149-60D7-FBD6-587B-83A03573BA4B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0311DA-3D6F-1668-8BF2-759B56C5229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AD44D0-22AF-5B41-782F-4A0D52D8C64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FEF77F-9FE6-842C-9765-B28A1A98DD0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1E4694-E7BB-27B6-DA15-E544B52A91C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3E3080-15B9-59F2-F047-640B8B2C49B8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4B2771-C262-B195-C23E-8CEC32C5CDE6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5A38A1-6F00-79FB-5936-EE073281580A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AEB517-CA14-48F8-952A-91A4D08BB1B5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D8F69A-43DF-0640-D59E-F8A70EB5BF7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28F07A-A380-910D-C265-DF39F4256B1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B2853E-601F-DFCB-AA90-D4C517D3FEB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C52624-1DDB-7AF8-916B-C6066353273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E5B151-2F27-332E-19CE-56DF5B5C85B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B64CFB-09CF-1A72-0D8A-7EE5855D883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803998-0879-77DF-B487-3D5280DB698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9A13FC-29EB-6AD7-20BF-962B90790C9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8F0475-0FD7-A4C6-22D4-5DB513B05DA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66BCD0-FDCD-48B5-694E-3041FE16AC0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F29287-B3A6-7FB0-FDB3-918991F11F1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2D6F99-300D-76A0-3ECF-BB752B44B28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050884-9CA2-FE20-65B0-F30BB331213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83293B9-2830-8906-4D30-9D07E8FA5F7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5188C9-FB1E-FA5C-E7F2-7EA343C94A9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85BC43-F9CD-9DE1-2FC9-8DF6B6637CC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1F3E28-834E-DDCC-3FAD-6BAEF96C940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EF2DEE0-7BC7-B067-A3A0-7718F8758CF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0992AF-8726-C0D0-F306-CE5B0C8B9AA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F69730F-E452-4EC8-882B-BACC417684D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D40DE0-4339-1731-A610-1E455931630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D4ADC5-8D41-15D5-47AE-930FCCDF09F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9F6448-0199-222B-FB2B-2A7E1110321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775501-95A0-D2A7-482A-59F1ECB1050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A2AE19-EBCC-C20F-774A-F46683C652B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3F02A0-7702-FDF5-A39A-F8E01F1CA34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965D12-E653-3D17-A9B7-70CE2C994D2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AAD143-F5E0-2663-F7F9-5BD31B3F8B6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BA1F6A-0B72-9798-108B-391BD8861C5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0C96428-0A39-9806-2F2F-6660F647D7B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5C43A4-92CB-14B8-4038-AB62FA0C337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79F78C-3809-28DC-E389-67330B08C2B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DCFC17D-AA4A-9F16-16E5-262D1F3C2D5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060B346-86D9-D634-D258-97A8362556E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C58934-B6F8-43EB-0E23-4D60BCE8F32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EFE992-82DC-CB40-E855-88491BA806C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7E1F3E-0B85-5215-2CD0-39A52323B64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C2FBA3-A03F-AEE6-D518-7C70088A9AC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74BD45-9CDF-7289-533B-1C1D82728D2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2BD30EB-A4E3-509D-5C45-C63ABC1EDE0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61CD547-CC60-98ED-9A26-D18DC6C2E3F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480CF44-7409-D69C-9342-2F8D700FD5F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D28B7A-812E-1423-9697-3239A53A008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812BBE-8043-3A15-0D38-73FCA5E6BA8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3CD1E-94B9-489F-8A6E-2CE3ADDFB6D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D4D849-BB68-A4A5-B300-FA3391CCD23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A3E084-E833-FEDA-51D8-FF40DA5C882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4D2D75-E89D-DBF2-C9C4-54F83DF85B0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704DDA-7F0F-3054-9DE6-9F60E020B0F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435007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11E16-39FB-8B2C-63BE-699470591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2C4BA5-FCC5-F4D1-C6C1-3552789C22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8, 45–(7+4+5+2+9) = 18. So, both the line and the circles sum to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8669413-4C53-D0E5-8E73-395DAF4F2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11D13F9-FAF3-E086-CA50-9D2ADC751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86E75F3-DE7F-0F66-1890-74A2EB5B6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8D08C02-3540-7A38-C6E1-3E50DEDC6F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D1768A-B286-F5F3-B5BF-5E8823EC693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6C1768-80E4-87BB-BF5B-AB652F34092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D3C656-BF00-C7C0-4901-67BAE506329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71E6E2-2172-A39B-0991-D7ADAF9AEC2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FCE1FD-91DE-7420-E469-851930E658DF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4F8F00-BE92-1E18-5CE4-4FF7B2307661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6210F3-1BAA-6CD1-4E4F-5AAC1928B2F7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C0DFD4-A3E7-82C6-7A97-C238E8D0884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84818F-2E9E-D9A8-D0EA-A0672F3444B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C5A03D-3671-CB49-B2D0-DBBBDFE82BE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940B1-ABF7-DDD2-10D1-6BF6AD2732E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C5CF3C-A1A0-ED7C-2CCC-5889468F2844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094C16-18B8-958B-6108-DC6A68D6C0A8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EB879-0769-A5BB-CD41-87542538E49A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9D7A7A-ABCD-D8AB-50EA-6BFB549FAC7C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4465A5-7405-E14D-A575-D852D61C12F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9398EA-4DAF-3D4F-2689-39E4E111867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104C17-628B-E58B-8E4C-35B6737CE84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624292-DB1F-7B2D-73AA-E619E3C973B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AAE25F-1737-A781-76EC-E21E9193EC8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1BDC4A-DF72-0B2C-537A-66C9D8A4768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3404BA-776D-27CC-313A-835A5F6224A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DD246E-1141-4369-DA44-2C67B839126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377015-AA3C-4214-F733-84AA72FA7D2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BAE51C-C033-1235-0FDB-69D3F72316C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EF253E-809B-11B6-46FE-DC3F10CC044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42D7C6-10B5-0FFC-1431-27A8E37D352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273A985-94C4-8F84-B48E-C9FC738474A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4630A5-DD9F-0B38-467C-CCF07421031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285E72-5939-F65C-EA8D-FCCE6B810E7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4CA52B-CE3D-8DF4-FD3C-B0000E4FE68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06C1E8-6BEE-4CB1-9293-192DFC10EAF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CF4309-248C-577C-C15F-9553C684511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79B95E9-5B71-DBE5-CB84-348D99407B9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90E4A1E-A456-5FFE-E228-F0A79FA0E90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FF9579-63D3-BF74-5E18-6F9F4736E53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6C3C3F-DD8D-0BC0-6515-6CD176471B9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FD65EC-34BF-C670-017B-794EDFD80AB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C4757AF-5BC8-154B-EF21-A3E4CF1E711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4855D6-9680-FE97-F40D-CA6A9940D7A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F3B706-F474-CDED-5AE9-12D525D3233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E7DD24-DE7C-213E-293B-5234B60BA1C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5ACCAC-5516-03B1-7A9D-139DAFA61E7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ADE8AC2-43E8-3C27-1589-BCAB2A3D097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B9E829A-8337-FFEA-D2F7-B8DF99CC2A1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4C0066-F258-C8EB-EA42-EA0184D0430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4C6542-BBE2-23B1-4AAF-AFC9898F897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61EFE8B-65E1-81D2-5F5B-913DAC80C6A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6DCC7BF-AFF9-D67D-3937-03E2865F1DD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E1D1DA6-ADFA-EE14-F6B7-EF4792FF63D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26756C-0DD5-2314-BD8C-5A29A4322F7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6DB763-B2EA-685F-1C27-96816B018C2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1B40707-4572-4F19-5151-4850E86BD91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B9BF94-ADF9-5172-C447-F7CF00EC73C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B4146D-A7D8-2D2D-5F00-B5792E87A60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FA4AAD0-DBE9-264B-9C60-2DFE0466EE2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1BD56C-9762-7019-9AE3-C563BBBBF5A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20E637-12E8-69E7-4772-04BBF11BEBB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C51677-AACC-E7B3-2D11-E7E43653C48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098DDA-5E49-8F92-3C19-9656795704C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092D19-DF96-B767-06C7-C7C2AD4AF04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FCFB33-FB2B-9645-66A7-D84BDB3F7F1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E236B7-6E5A-D180-5CDA-ED52735B0FD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9F1485-C8C1-9C20-A5E4-3E5EF04643A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A5234B-9F48-24B3-1670-82CAB94011F1}"/>
              </a:ext>
            </a:extLst>
          </p:cNvPr>
          <p:cNvSpPr txBox="1"/>
          <p:nvPr/>
        </p:nvSpPr>
        <p:spPr>
          <a:xfrm>
            <a:off x="5147734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6055138-11D8-43BD-0387-CE958F103575}"/>
              </a:ext>
            </a:extLst>
          </p:cNvPr>
          <p:cNvSpPr txBox="1"/>
          <p:nvPr/>
        </p:nvSpPr>
        <p:spPr>
          <a:xfrm>
            <a:off x="4645378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C6212F-BD82-6172-83D0-29E529B1303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5481091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2B268-4A3C-62A2-2D69-00CED74E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6AD7A7-6160-D643-9246-1FFE37E7FF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DD695AB-A160-BE39-8E9E-4EFB4711F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6344F00-8FE4-F0A3-CEEF-9E88935095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74AF2CA-5D6D-709A-3321-8205F7288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B10EE0E-9CED-DC3D-37A3-F7101E954B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48F074-260E-8260-73E3-87D563C97C0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A06FB1-CAC8-94CD-DF94-DEA04C47ED3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390209-DFF8-43F0-25CF-83691BC11E0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F7A1DC-9ADD-45F1-C42B-5EF1FF905C0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787B42-E25F-542C-47DE-BB4EC151CF9F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FDD0F0-1E60-884A-00E9-F4727BA587E1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D74E56-643D-8133-7FCF-B365B237D578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3D6383-2343-FDF9-6242-383656A9C3A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225C09-2BC9-C5BB-832E-791F55BF333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CAD1A7-D3FC-C15C-3EBD-79BCE223DB8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85DB2D-CB7E-F575-AB3A-B9B4B42B9A9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ACAB92-8AA7-0E0C-300D-C2144E729E3B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3B57E6-110D-65CB-E593-F83CDB766FFB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16C8E9-D22C-F5AE-4538-4B619CB38F42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AFDF30-5FC4-A9DD-6EFB-6B50EE0F666D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79230A-5876-2B49-FC07-C3BDB0F104C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1126FB-F797-888C-16E9-9ADBD5736D0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BECFC0-C97B-86EF-46AB-69C6FC6D223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06A936-A0CB-AA38-A6D3-5FAAEC1A58F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D7B642-0F59-B003-F969-30F94AB8174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4EBCA3-5887-1E1C-2FD8-EF0E8C0BD97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64A550-D0C1-2FA2-25A8-B0D21C1BE7E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5A5D52-804F-2E6A-3989-6E96F5CBB6E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F7D49B-C638-4302-9FA3-9090DC1BF8B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24E2EE-39E6-73B0-4FFE-B6E78CFB631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2131A7-E6FE-1EC1-8698-89BCCDC331E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2D53B1-3045-EB38-C363-5C334B262DF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45C238-DC52-2778-FAC9-BAEA3738B74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20FFEE1-DEAB-D738-7EDE-1011BDCF029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07AAD5-08D4-B073-5D63-396D5FDA3CB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C67373-5610-25C0-169C-2706A1BFF54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68CC92-61C2-5DA1-5062-F8F5CDE169B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CE0715-D198-10DE-BD03-2BEBCB4FA1F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C91F84-9C52-CE41-FE23-D2FB724CDFA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81832B-C405-8660-A243-9759CE7A8BF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31F56C5-8E83-4836-F30C-8FDD81E19E3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D99516A-78E2-BB1D-C372-E8C039F75AD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84BF0D9-4D58-4A0F-E49C-42616DDD6B0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13B6C6-A486-8439-5EC5-6AA80CD2B62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D748DA-ED8B-D977-8627-33469202556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44D366-3E4D-35F4-FE5A-93DC920B128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C71E62-4CE2-91F7-4E2C-59E0549A704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FEA7A1-F706-FFEF-EBDE-960B7003D9F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61F7F3-B282-E292-19CF-3DCE795BCB1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54D5A9C-866B-99CC-06B2-FE3F63CC14F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065CA4-0451-359A-0717-E077DD764E8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2ED4CC-DA11-E94A-20C8-9ECD0BC8CC8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CA4A7E-373E-D643-4457-5C13F7DD7D1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E581DB-0470-AA15-C4AC-56FDC011712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6F52F50-E865-BC45-2873-781EB9B0B45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DB6BE6-2C62-77D4-A161-46D8AE5914A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49F323-EAEE-CDAF-42FE-464665F7D5F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4B52A1-B0B5-2704-A219-5E96FC3ED76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A7D1042-98E1-EE32-3BB0-D7E4EF2E871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0D652AC-B186-7852-BA21-42244C86DD0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CD7FB4-7993-2BA5-17FB-F5C42D4FE91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BB9B59A-6F10-7F30-0624-6B6C327B63D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683E45-BFED-5C21-414F-AEDAB1A35A2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FE30D1-A681-D0E4-CA93-9206D1226D8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A7040C-55B3-5EA8-9AAC-3BBB7E98C60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4E4F7-FF7B-7CAC-5468-2E2FDE4AE17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F5A2A8-7A61-B8E2-4F35-0EEACD8AA1C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E5A4EE-1A05-A81B-77CE-29E79415559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4DC39D1-D76E-9F20-D5AA-5B1EEBD3221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1DFBE2E-C9A8-BC37-E6D0-0E6764F67883}"/>
              </a:ext>
            </a:extLst>
          </p:cNvPr>
          <p:cNvSpPr txBox="1"/>
          <p:nvPr/>
        </p:nvSpPr>
        <p:spPr>
          <a:xfrm>
            <a:off x="5147734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A999443-C60F-2A85-1E4D-9C41BE2750DE}"/>
              </a:ext>
            </a:extLst>
          </p:cNvPr>
          <p:cNvSpPr txBox="1"/>
          <p:nvPr/>
        </p:nvSpPr>
        <p:spPr>
          <a:xfrm>
            <a:off x="4645378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8B45E3A-27D3-EC89-1307-094FDD6A3E1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3282760-B2C0-B49E-EF5A-A4DE032CB34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A564D8B-E409-1C64-93DD-ED93EB64FA5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FC0A2B7-4449-5D5B-9C89-AEDCAB3109F1}"/>
              </a:ext>
            </a:extLst>
          </p:cNvPr>
          <p:cNvSpPr txBox="1"/>
          <p:nvPr/>
        </p:nvSpPr>
        <p:spPr>
          <a:xfrm>
            <a:off x="5650090" y="40337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</p:spTree>
    <p:extLst>
      <p:ext uri="{BB962C8B-B14F-4D97-AF65-F5344CB8AC3E}">
        <p14:creationId xmlns:p14="http://schemas.microsoft.com/office/powerpoint/2010/main" val="7408036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7FDAA-A023-4D5F-D433-F40B3BBD0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2CDD21-94BC-4E7A-DAB1-ADCB3D10AC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line can’t be 5 because a circle has 5 as a minimum.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4DB4264-D8E9-5A50-E600-F05871643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D776029-0372-CC35-798D-644C4AF13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FA0EAEA-AF19-6EEC-95B6-48D72D3732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93BD364-2499-3374-21A8-3B820222D4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B76C11-FCD2-2A47-4D43-411488A1AD9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C4486B-3689-D930-5C5D-8C06BBFE3FC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12CA50-AA5F-8D15-2509-45C078F1943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C38CC6-5E0E-D782-AECD-BEBB2934860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5885BF-072E-A9C4-B48E-4C43D139B501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DEA158-90DB-2796-B7E9-0E506AA30428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EBE3E6-67B0-E63D-5468-37CCC2EA6126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2F9C6A-949B-B43B-D81D-1FD02E908ED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82D282-3DEF-08B1-3F25-EC0056D945A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5CFEB6-6EAF-150C-541B-A156B28C7D7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849DB-7E68-FD5E-D7B4-C84288CD3A4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AC8C66-3335-EF65-FE54-1D06DC0D9F57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070E40-1691-26B2-B7E0-D7D5B75B83DA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3B8B4-9661-712E-3A44-1B93A80C0810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391AC7-8F81-4CF0-9BD6-A2144C050A88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3D821C-077E-3608-459D-107ABCC385A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C7FE90-4096-7207-C019-593C3ED7EAD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A0CF78-11BB-441C-E7B5-09846082E2C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0E2DC7-6525-6964-8034-C04B1C417F7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5A3B96-8E6F-F6C7-5AAE-EE3E785A38F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7FA197-5C0A-2836-EA7D-319CD97D801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B84915-413D-B38E-63F0-E5E203621F0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AC94CE-757F-B0E4-6EB3-69B3739771A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D991AC-D8D4-6273-7B56-042B8EF98D4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A4856E-09F6-C839-FB34-9BECC80A9C8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00957EA-45D5-9002-69FE-15293CBE4F4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FBCF51-16A9-9344-42F1-EF3FF6DB8BC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163245-5040-0CF3-A628-6AF362BBCA2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3C305B-E4F6-BB4B-133F-55D75A9C11B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075E13-197D-03FC-3DF1-01EC0779BAE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4D4855-B2B8-591F-F87C-D5B8F788732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B155EE-4FE9-6EB6-960B-528A0754DC5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5A8B5D4-2A1A-21FA-7B97-F665F1C295A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DB0ECA-2595-23AC-AE2B-BD02CE72B1F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907228-FAA3-E8EC-96A1-76E3B3D6C9A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A06D167-C49B-0DFB-42D4-49013157B7C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909F8D-1994-132D-E95B-EBBDE4FCC27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A62E95-54F6-1BA5-ABA8-B4E4B14FECF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902853-0E33-E93C-BD22-20DAB2F10B2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D636427-5FF2-D0CA-C252-D4637F7ECB0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727D1E-0731-B44B-0828-5F9B7A47582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F11AEFB-FAAF-7F22-9954-334F89228E2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AAAC7D-9A2C-A30A-AC9B-C75B091DE8E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866FBE-DE02-1AB0-26C0-687672A6044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51FE1F-D2F3-21AE-A40E-548C03D189B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D5F9B4-341B-AC39-2C66-814A4A1D942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D9DEFD-9894-144F-5BE5-D156E89933B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6FEE59B-B2EF-65A9-739B-7AAECDD2E27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3352A68-3CFD-7B80-195A-8788CADE2E4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A6846B5-C32C-1FAD-4D60-6AF26C5780F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0BAD34-F91F-6807-B981-9E9A6500DB2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6D628E-B46B-EA69-4A5F-80BC85CE6A5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EA8D818-3C5E-63EA-2BA0-FED179F50F2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7D6ACC-1565-D087-ABD1-11C9436BCCC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6BD351F-1567-B28C-40A1-1A32D598E82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F1D65E8-016B-D101-315E-7E42EA75DE5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5A02A8A-0945-5C46-ABFE-4112A144DB3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0D38E6-1133-0C51-D44F-CE962349731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25C202-4E9D-0785-643E-35D5D08FEB9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56788B-3F33-B9D8-2125-E531141D80C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81119B-E4B3-B252-5120-56CEDB21F37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041CBE-5445-9338-B93B-952A8421C7C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2354598-34C7-48E5-EFF8-59ACF8DB976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8CED462-429B-5027-B1FB-9A6E0CDCEC8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C517D37-7A3A-9DCD-345F-4D8A52F57D8E}"/>
              </a:ext>
            </a:extLst>
          </p:cNvPr>
          <p:cNvSpPr txBox="1"/>
          <p:nvPr/>
        </p:nvSpPr>
        <p:spPr>
          <a:xfrm>
            <a:off x="5147734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16662EF-0DAD-4B8F-5C66-B2C6D7EC49CC}"/>
              </a:ext>
            </a:extLst>
          </p:cNvPr>
          <p:cNvSpPr txBox="1"/>
          <p:nvPr/>
        </p:nvSpPr>
        <p:spPr>
          <a:xfrm>
            <a:off x="4645378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4085915-6988-C6AC-421F-FC17167EBB8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DC96572-DB51-05AA-6C16-DE5828CB7A78}"/>
              </a:ext>
            </a:extLst>
          </p:cNvPr>
          <p:cNvSpPr txBox="1"/>
          <p:nvPr/>
        </p:nvSpPr>
        <p:spPr>
          <a:xfrm>
            <a:off x="5650090" y="40337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6D1D785-2DA0-8115-94B2-3672E47B751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3AFA1F3-C443-A2A7-1E63-3FF55F14F57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</p:spTree>
    <p:extLst>
      <p:ext uri="{BB962C8B-B14F-4D97-AF65-F5344CB8AC3E}">
        <p14:creationId xmlns:p14="http://schemas.microsoft.com/office/powerpoint/2010/main" val="27408518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4F1AE-DBDB-4919-4BD0-F14F77A3B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92C0FA-AA18-656C-4AE5-F731AB9E8F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only possibilities for the opposite circle are 2 and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927356B-AC34-7B4F-2242-B33185712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497638D-9E69-79E2-BE62-9D30D7AF3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B4BBBCD-5C0D-514B-BBC2-41C4557B7F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40B3C6C-E2A1-EBF0-A6F4-AF290B5D9C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3AECC76-9BB2-CC7F-4F43-54410A6E1A2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625A4-9CCC-FFCB-9975-2595521B6D4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BABCF0-6574-6C8C-C62E-AD5FA00D60B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C674A4-07E8-F797-99ED-EFEA11931B4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C099B6-9EA3-41F9-FCDB-C20FAB090945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19AE0E-5A34-5DD2-27BC-353E53BEBF39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4037C2-73F1-C547-6055-360CCFF01D90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2378A9-E4B6-B862-0817-AE64705FCA2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94EB9B-C23A-8A12-1424-AF504E1E25A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7D4221-05FD-87CD-F97A-79E9951F7FC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8E080-1706-728D-C785-D205C80B01B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3388EF-C6C0-DE88-3736-ABEE8492DEE5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D5C3AC-7C74-517C-EED9-1B776299541D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758A94-E7B7-4708-81F9-DCCFA63E1668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0AB1AD-DCC1-1F86-9D58-9DB09141D28E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A55341-8B1F-98FF-A70F-267E8C94EB9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97906B-EA00-04C9-A392-19F32B938F9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6EA3DF-D33D-F796-AAA3-F984EF7B756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BA6939-6FF4-AF37-F27C-C94647C8E95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E704CD-0FF4-87C0-A3C8-B24D46E9130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0F3C91-4657-05EC-563F-8414F3082FF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7064E1-CAC9-7067-4FDA-01CB2D72E95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F6FB86-54D8-75F1-7247-AD37F028D4E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DB1976-E301-BFB6-06A4-770807A53CE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34164B-25FF-36D0-41DD-59A5B8EFDCE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842FEB-D24A-7099-290E-352A7DF0504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EDFCEF-A827-5840-F901-51946CBC114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E36E2F-5D66-201D-266F-560EFC2A039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D0CE59-6BE3-808E-E27F-319338FE4C6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33EE65-F154-2DC2-6AFE-3BA54CF8B57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BBE47E-5572-493F-62AA-90736628FC5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C22780-884A-9D14-E968-41B554748EB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DBB5F1-DF2C-4A6D-F513-26DC5B2728F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94249B-78B5-44B4-1A7C-C19F647DD48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4E442B5-8189-1F95-D06F-C57D1F1FD66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C6A550F-D003-E41F-26D6-566F1C4F717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60EF64-97DD-6F66-C8BF-476B9C32FB9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A64EE4-768E-859C-56C0-4EF9084C746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EC339C-9809-B974-FBC0-99173908C26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1F8C7C-8537-3C09-1D17-36BB53067A6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4C70E25-8C40-83D3-06C7-0B18DE1A46B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5D1359-E87F-D7E7-1C24-B3C7DB697DD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A76117-5A0F-83DA-87C9-59BCFB9FF39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0562485-C7C5-7D11-BB29-519F122AFA9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AF2C3C6-8E80-5060-F431-AFF4C335579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23368A-D757-204D-75F9-3198750CB50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E0B836-AB94-C551-14F9-2F51318BBED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62D8F04-5F12-F1BC-8ABF-5FFDA66F030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057ECA-E6A6-E019-9EDB-D7B23EC86D3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A9C21DE-A358-1895-01B9-24DA9B125FD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AE78A4-2F64-902A-556C-BC082FEA97E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13A4FB-97B1-A3DF-8B3F-62098FBDDD2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8E0E689-10E1-2C29-F1F8-BA31E1335C2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DE39248-A346-535B-C0F7-CB70C10C5E5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A9AD770-810F-C60B-E982-8D00A8CCB8F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22FBF87-1666-BC3A-865A-1D52F755FF2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B16EFB3-0290-7CFE-B3CF-FC524705FAA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E448BD-F366-B084-4C88-507AA39E565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81BC51-35D6-C8BF-6A5D-BEFF9474401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E1094A-7668-DCBA-6A8A-16F504A7A1D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797ED9-F1F2-4ACD-B37E-519F0D74859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7C6FC1-D2D5-5715-68AB-8425850EED7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F4251A8-F8D8-C9C7-078A-2451140FAB6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EE8A9A-819F-A595-23D6-7EBDAEA0DCB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D1A2559-34CD-A215-C31D-C770752A3362}"/>
              </a:ext>
            </a:extLst>
          </p:cNvPr>
          <p:cNvSpPr txBox="1"/>
          <p:nvPr/>
        </p:nvSpPr>
        <p:spPr>
          <a:xfrm>
            <a:off x="5147734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AE2257-B8BD-91CC-EB6D-FB073618D1D8}"/>
              </a:ext>
            </a:extLst>
          </p:cNvPr>
          <p:cNvSpPr txBox="1"/>
          <p:nvPr/>
        </p:nvSpPr>
        <p:spPr>
          <a:xfrm>
            <a:off x="4645378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84EAE98-4BF8-117F-DF59-6208C50F8D3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888BE0B-97E3-99FF-0989-3409D58A596B}"/>
              </a:ext>
            </a:extLst>
          </p:cNvPr>
          <p:cNvSpPr txBox="1"/>
          <p:nvPr/>
        </p:nvSpPr>
        <p:spPr>
          <a:xfrm>
            <a:off x="5650090" y="40337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FAE00BE-8E72-77F8-520D-D24DD6D46DE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A16BEB2-864E-D903-8933-54F6D4EAA0E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C157CFC-7352-74D7-4868-4016AC1DA8F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4329032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AF993-7942-8524-1BD5-2EB336643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D5CC42-1A1E-0302-B131-DCE795197A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remaining rows.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2E61D5B-13F5-9E22-9AE2-C651CF1B2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0DF5502-2179-C0EF-7C4C-CC78BBE55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CB4307E-3066-8C16-4B96-D3BD61EF0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B37A32C-4249-5641-D2D5-A7005A1711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2461C9-C6FC-3B5D-4FF1-48618245414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15B95-D294-085B-6380-836A8387ACA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23643E-7377-801C-4E49-697C9C1F850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1AA920-4537-BB76-50E6-D2571F88771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E7E545-2133-5E42-EAC5-E45C414CD29B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9DFBC7-6F3A-A7E4-6332-7BDEA4CAA5B6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B860B6-1DC8-2462-5BE9-CFD588ED53C2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F522A3-1C3A-97CA-2BDC-001DDF4645D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6A516D-094C-65FB-55D6-A36A6B7CAE1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AF004A-79AF-92B0-DC50-1649E6433E7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94A7B6-4B59-3A02-B8B6-B9D526092B7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B8DAA0-E6C6-46A0-F713-F8D89CF5E472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75C93B-B7F2-548D-2735-E26212B27D8C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445446-73E2-0D5B-D3F9-A841D499A295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1745A-CD17-F2E0-FCDE-661C79E47967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E9271B-0014-F310-916A-D7EA4FBF0AC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AA2173-24F2-C9F6-1CA7-55AF39B5C77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36BB4-1E49-A955-B0BF-3A53D64CA36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7C3E0C-E177-BF44-55EA-9F0B88F455A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46FA98-3557-05D9-83AC-3F70CD5DD27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E74B4E-93A2-6CBA-BA8B-D003D13E900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C99028-A975-DFCD-E7CA-5C216F4B123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BE19CB-3667-9525-5A1D-8326BE99386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AC899D-739D-07D6-6F6F-6C538909E05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77B046-7F5C-4C71-B928-9A16E807107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7D9008-E1E1-4AB2-27D2-8D9EEB2B6B8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7468F0-B332-0786-381F-878CC3ECF0F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F03C57-7750-3EDC-1C52-31722A04FE0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1A51A13-51E3-FAAE-EEA0-63DD0FA005A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CEFC51-2CBA-5843-F6BF-852547353A9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92198E-C1F9-AF54-7F63-9AE2CE21B8E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E25457-5883-C412-151C-68BDFEF6D35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5F251D6-D494-9B01-5F7A-F51126B3C96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58F317B-6500-198F-C029-DAFDCF85438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156C7D-8F52-14A3-1A41-0732F221EE1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E26C2B6-3FA3-82BA-4CD6-0ABB494F5B6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17A6416-51D7-77BF-640E-87B704799A8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0712CC-9A69-76AD-F742-128B3C8ABF0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B75112A-ED7D-A155-027A-1A24BB882AE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969228-4659-8DAC-5D38-66597682A37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FD2965-512E-8F6A-A4D6-2CACCF82F9B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8F5E12-506D-CCB7-EFC1-4400CB6A3E6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F9ED54-65E5-1106-C348-4CB1186C7B6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6E9444-5EE1-407A-291A-2B3CD6D86F9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B9F7EB2-C8D0-9584-4E3B-3B58B808B6D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254328-B54F-0993-616A-CB2BB8756AF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C02F73-5636-202A-2ECC-521F87E35ED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2DDD63A-9888-2122-D640-9F3FBD4724E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7A1538D-14CD-1321-6CC4-FCC39944C1E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C148C4B-0607-5893-D028-28513EE70C1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38C8B7-6421-98FC-EA3B-55C5D5C57BB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1E0489-F2C0-5CA0-806B-6F7AEF7FA7B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685BA54-C4B4-3B03-1ADC-EF4ADBE751F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96645B7-8D32-CF31-4440-B2EEBDBF806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6FA4DD5-FB59-AED3-F27A-88FB6F22A82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9B7EF0-0216-9A04-8726-BAE98804EDA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2B568C3-21CE-2AAE-A661-8743AB7B998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8F038C-E648-ABA7-69F1-B71CAF82B24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CC8855-6C57-FF10-3522-C2FA51315E1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A357C4-0856-644D-AD73-984F079EA10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FC010E-08E9-C8B6-5866-15639136006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E7CC02-D0D0-C0C7-E6EA-F95A2BE3AC5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599994-C4FD-ADCB-4459-A2F70381306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8D89EC-45E5-6E14-CEEF-31C9BC59980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19953B-F506-E4E2-0347-3EFDF4B85B5C}"/>
              </a:ext>
            </a:extLst>
          </p:cNvPr>
          <p:cNvSpPr txBox="1"/>
          <p:nvPr/>
        </p:nvSpPr>
        <p:spPr>
          <a:xfrm>
            <a:off x="5147734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65B7E2E-ADEE-675B-E274-7FD9F3BA8B65}"/>
              </a:ext>
            </a:extLst>
          </p:cNvPr>
          <p:cNvSpPr txBox="1"/>
          <p:nvPr/>
        </p:nvSpPr>
        <p:spPr>
          <a:xfrm>
            <a:off x="4645378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1683287-DBDF-5851-551E-B1DE7CA5A28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5B1C1D3-6AC0-9ABC-A6DF-8E2648C51A1C}"/>
              </a:ext>
            </a:extLst>
          </p:cNvPr>
          <p:cNvSpPr txBox="1"/>
          <p:nvPr/>
        </p:nvSpPr>
        <p:spPr>
          <a:xfrm>
            <a:off x="5650090" y="40337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78B54D1-5A07-EE95-FD40-D11B1514174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BB1309F-8E90-DA66-26FA-52CA62052BC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E964A5F-ABDE-87CF-D45A-A7B35628889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3B4AEAB-A56C-0865-A3F7-CABF08AC9DF7}"/>
              </a:ext>
            </a:extLst>
          </p:cNvPr>
          <p:cNvSpPr txBox="1"/>
          <p:nvPr/>
        </p:nvSpPr>
        <p:spPr>
          <a:xfrm>
            <a:off x="4645378" y="22865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6F4D8F4-F69C-7525-A6C6-EA9C5C82EA2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AB0F7B8-93B0-7EA7-9770-10E9DDFC70E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29B7F5B-2A9C-7BC8-CFA4-E14BC9B975D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8388537-9985-EC3F-65FC-D25304402A0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4AC5188-F204-2226-B13F-CD7090C4AA0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894667A-06B0-1D48-81D0-B5B5B72C780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127ACCB-BCE8-CBD3-FAA8-B4A0CBFCAA1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13497666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A93C5-CC63-2F8C-9D37-CB91E9708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9F4513-8B94-A66A-04B8-DB4D8CBB0A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4, note 34/345/35 triplet.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3B57D0-AC67-5FDE-F713-F8EDBCB83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5E969E6-7199-A4FB-95C8-8854F02A4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7B159C4-9C31-3DAE-8155-1CC6C60EF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288C087-F64F-7820-1CBA-988CC4EA52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73C505-8A01-8A3B-CFEE-A6A32E1DB73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FBB276-1450-4C3D-EBAD-1B81D3C293C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3FC1DC-68A4-D32E-12BB-A5A0ECC821A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857CD3-55A2-B088-3C3B-B05875C081E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D1D6EA-1666-1F2E-C181-6DC301BFA9EC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7F34DD-EC61-16B8-51FB-276A92744A27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F95EEC-ABB9-8BEB-2693-19428FDC3A45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4863D0-2FE4-BAAF-B914-9C738E0EA9D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F6F6E4-E797-EF05-B67B-12361B4423C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991149-2F82-EF27-68EB-ADDD777F7C7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9DCB21-DA88-38DA-10F1-3003225664C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8FE8C8-11A0-782B-BCAE-B7BE26913CE7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A780C9-8280-FB3E-1EFC-36DDEC047C9F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FE963F-DF45-15D1-8C28-A23B39F85B68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2992B3-D076-DB43-B14E-AA8B508D798A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811482-A349-9928-5393-F61414B95BE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6F1847-8852-3C64-E9B6-D4D49A4CF5B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08AE13-8ED8-6D8A-4ECE-DAFE91F684C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3C4874-8BB0-8A8A-37A1-EFB86D1D304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F07763-B6F1-9C7B-957D-022E9F170A5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2CBFD9-145C-AFDA-BAA7-822022F11DA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798D81-5DFB-2F13-E1B1-94A06695633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5279BF-ED3E-336C-BDFF-DD8899FEBE1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1C736D-2555-5134-6DA6-C0EAA3DF728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735F8F-AAB5-AB39-DE54-383728A19C0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F28BF8-BCD8-5076-B11C-A580C8360CD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2E3616-EA47-70C8-FD12-23077A0E2C8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DE5CF4-9AAE-7C37-639C-D6140181612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0B42C8-8836-AA6B-96F0-48196860AEA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FB8272-7FB2-D86C-B373-6079027E950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5D8562-757A-8D00-1A29-CF5215F8248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29D99B-11CF-9590-4D34-569C90B7FFA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63AEC1-EE72-1DFC-B84C-CDE60A4F537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9CAD0C-3012-29B4-57BE-B65CCBBC0EC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2023AB-608D-FFEE-0D47-D01BB093873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6F8DD3-9FDF-9CD6-3792-6C23144DAB5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529F6A-B33B-B607-9580-9C22BCBAECB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A20253-31B6-AFB2-6A1E-E4CF40BD36E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D7C8035-F570-0CAE-2BB5-1007F055C3D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19C907-FC4D-951A-06BE-102034B6533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4B9D94-8864-DCAD-C79B-8EF684ED265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7A7783-D38C-215A-6228-758ADDB286D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A2BA45-5395-A014-4B36-2566435CB3C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11C0CE-FDF5-185A-FA1F-1BEDFFE8BE4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556F2D-5792-EF0B-C1FD-3587D45D305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0274A6-3B0D-A823-A6A1-4788CF3AD28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20787-5D78-9E4C-ED93-7AA5ECEB638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5DB8C6E-9039-C91A-2B0C-DCA0AAB5376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E28EDC-37E8-8515-C77F-A45722D06EE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B412325-FAD3-CDE3-62EF-9C970DDB4EA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902D55-8A48-CC2F-A3DB-A4FE0654025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B68A51-C734-7937-4130-4EA4FE4DA8A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2808CD1-8462-60D5-12EC-C5A80E4F609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6B20D8A-632D-0BB1-696A-E9D34B175B4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546BAF0-C6DD-BB02-0019-B5B8ED366CA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C8FC6CC-6AD7-D16E-A438-7470FBF0806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9BD28FC-21FB-7B29-8035-D421E902A60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936C18-E035-8435-30BB-8CC800C77F4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C9BBC1-97B7-6D67-7BA0-92D24125CD2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C649CC-57D7-30B4-3484-0C3708C12B6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33F809-48CD-BDB9-646F-433976E6D84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7DAA42-6BF7-D0C8-4983-C311266B002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D47EA10-D162-CC3F-B0C4-72F3CB17DF8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2DFC1B-7B9F-DA73-D461-1875ABB1A8E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738840-156D-1014-0D6E-C6717FEC7EDA}"/>
              </a:ext>
            </a:extLst>
          </p:cNvPr>
          <p:cNvSpPr txBox="1"/>
          <p:nvPr/>
        </p:nvSpPr>
        <p:spPr>
          <a:xfrm>
            <a:off x="5147734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CF81AB-73BB-7630-064E-AD0E5DA72884}"/>
              </a:ext>
            </a:extLst>
          </p:cNvPr>
          <p:cNvSpPr txBox="1"/>
          <p:nvPr/>
        </p:nvSpPr>
        <p:spPr>
          <a:xfrm>
            <a:off x="4645378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673F757-8114-64FC-13D1-AD63EEE02A9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E8DCB0C-F9EB-93C7-8B81-6A39E1F41B83}"/>
              </a:ext>
            </a:extLst>
          </p:cNvPr>
          <p:cNvSpPr txBox="1"/>
          <p:nvPr/>
        </p:nvSpPr>
        <p:spPr>
          <a:xfrm>
            <a:off x="5650090" y="40337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18E0615-F4C3-339B-CDA1-69380F0C4A4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E4B12E8-68C1-928F-6C3D-D5C7FD20D0E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8678C0A-1D47-90C6-A378-EE748B64D70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0B1F2E2-88B3-BAF4-B6F4-75161D4934BC}"/>
              </a:ext>
            </a:extLst>
          </p:cNvPr>
          <p:cNvSpPr txBox="1"/>
          <p:nvPr/>
        </p:nvSpPr>
        <p:spPr>
          <a:xfrm>
            <a:off x="4645378" y="22865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6967C3A-6957-9217-5A2E-561A0B7BC9F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6745C2E-6CF7-5DBC-8B36-91C02040FFA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790B3EA-E062-3A2D-FDBC-47EE9707EF9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54F6D6-61F7-5A6E-B8FD-D7D713AB862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C27375F-85F7-C319-1B9F-F4E871B81E3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6129628-4EE2-0C7F-D4EF-B38E1194AB9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6C3A82E-DE91-4C75-FFDA-C7A1B0F838A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8624738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29182-2935-8880-7697-0633D188F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8A42CD-3E63-BA1C-A339-A254D5C7CB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 the line in the center block, the only workable circle to pair with 345 to reach 89 would be: 53 (for 8) and 654 (for 9). The only sets available are: 385 and 693.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DDF1407-590B-A4DE-8C5F-D1D913AC3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231FC4C-7BF0-7C14-EE07-1ADAFB8E0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3EBEEB6-E78F-AC98-AAF9-9E98475A67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23C59E4-DF81-1D0F-B73D-95D0611022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00F735-D1D3-3369-F069-A67B38932C6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8898E1-F3FE-3E37-46A0-816ADBB48F1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162292-8A3F-1033-85FA-9B6EBD8F4FA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2D0C0A-CB47-2400-A653-AF67696DB21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08A313-65ED-921A-5330-25F299E222BF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A7F9A-EB1B-E382-2D25-4EDFAE7CA679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E3698D-A77A-04DF-9E21-E0E52773E73E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EABA7D-A650-9092-B296-F886A0E6266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E01957-339A-3E59-E848-CB3ABF39C45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8BB2D3-536E-AF16-8B4C-D009DA2C7FA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99E083-2B21-D45F-1D7D-2DB645B9394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F4D0EE-2B2F-0245-6CC1-8FA0DE928BA0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595620-C192-E535-B592-E98A35E79C10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2EC5AE-16BF-99A9-9355-3958032BAF21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D2F8E6-2A8C-5F19-F669-A72F67F0A212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71E574-FBED-D9AC-9375-EAEC0F1D737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51198-8AE8-694D-4159-E92DA249DD2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5F555F-18DC-1417-68F3-71E9CDB4CA5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E2BDD9-3737-5E23-C5A4-38E21D576F5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D6F13B-6BC5-50AA-1AB3-77C9339494C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656BBF-27F5-2581-08AB-1083D7125F1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E67895-7985-E1EF-2C52-1FD2602D391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CD78F9-FAED-A5EE-D9F2-89C81F2BBD6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8B4CAA-CAEE-559E-02DE-A9BBA9F2A63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4148CD-AFB7-0A51-41DF-D07938256CC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F29EB4-61F9-251F-923B-B05D24B0EF2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0F805F-D76F-769E-D0C7-341B6598280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4F17F2-B029-9F0E-1A64-E13BA250CFD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C581A5-13AB-9CA0-1458-E3B7572F134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C4F7B7-67C4-7A82-28A9-855048F407B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9BFFF-35A3-4435-A8E1-23B6909B711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624CFA-CACA-725D-162B-6591D988C1F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CD6BB79-D3B1-6739-EB74-51F0C176759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B1D80A3-BE69-4F63-4154-03EF9A20249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2482393-A469-2B2E-1D4C-C9E382FBCC2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DE73BE-40AB-509C-E323-0EC4D6A1C6B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C5F3A8-25DB-5527-0A94-85DE7EE92B0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950AAB-D548-A9B9-8751-F5978589C42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AB764C-7416-B940-A71E-FAC33C699B6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D049AD-8E3D-AF7A-B000-05A3D6A7120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06C307D-B6FB-80F7-6BD9-3148F4CA14A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55BDCF-C87F-E134-A74C-26C1679B014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9A3E26-E72B-8CF4-B704-7A0A4D1548F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C15DBC-E0B8-53FC-B90A-A06E872024A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0522B1-97A1-6538-8F72-E384FD1A10E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F393C2-8509-A32C-67D3-A162C0C90CF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D17069-71CA-089A-6E4E-6429A8926F2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C6D0D46-224E-50F6-564A-A3907A59285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C83C0F0-2AC9-774B-9E64-0B793619C0C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A33BE2-A706-F875-C2CC-D7DF2B3B49D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E5C643-6F6C-571E-DCCF-262BA48CC19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96214A-FEA8-AE91-5226-5CBE3EEF3C9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15E60CF-2B0B-2862-06D5-886E92E6289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FA69E26-7F25-EC8C-4B32-FEE7CA1D3C2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231F7AA-A96C-BE37-A381-5A74AAB301F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173A5DE-5B03-23E3-0FF5-07891B56EB9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5D10B90-7597-2073-33FC-C3BE7DD5D15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AB2F24-9014-A8A3-7A4B-FC0E9D88E63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EF6B5D-F8D9-A4BB-63C5-8E63EE450C6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4226AA-7A7A-C0A2-FB99-53FB475AE19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8B12F0-EC6B-BE24-1865-D6576F6DC61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8C873B-AD71-F60D-0A80-0C94F97C87E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7F3799-8C98-1BC4-4A53-FE4AB1A3786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9658BBD-B316-6325-0558-36D5CBADE58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33F07D-52A9-C469-F9D5-9D7714FEABEA}"/>
              </a:ext>
            </a:extLst>
          </p:cNvPr>
          <p:cNvSpPr txBox="1"/>
          <p:nvPr/>
        </p:nvSpPr>
        <p:spPr>
          <a:xfrm>
            <a:off x="5147734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C89F0F4-8728-7193-C56E-496122C6F64C}"/>
              </a:ext>
            </a:extLst>
          </p:cNvPr>
          <p:cNvSpPr txBox="1"/>
          <p:nvPr/>
        </p:nvSpPr>
        <p:spPr>
          <a:xfrm>
            <a:off x="4645378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B3406E9-1130-4DE2-096A-506B24A8BE9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985ED56-EDBB-9F88-76F2-6C9CB5E3EC4E}"/>
              </a:ext>
            </a:extLst>
          </p:cNvPr>
          <p:cNvSpPr txBox="1"/>
          <p:nvPr/>
        </p:nvSpPr>
        <p:spPr>
          <a:xfrm>
            <a:off x="5650090" y="40337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472608E-90F4-D7FB-F725-7A4DF5FE225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BD782CC-7448-D2D6-1970-90FC1431357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20FB1E-6184-2DC4-A872-4ADD16AF1D6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DBCE4FA-F558-1F9B-9C4C-FF82AC865A50}"/>
              </a:ext>
            </a:extLst>
          </p:cNvPr>
          <p:cNvSpPr txBox="1"/>
          <p:nvPr/>
        </p:nvSpPr>
        <p:spPr>
          <a:xfrm>
            <a:off x="4645378" y="22865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C47E759-0F3A-E7E5-F1ED-E835BCC9241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61C79E1-0283-8037-011B-242A8133545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F95EB01-6D6C-7691-E114-6FE14383B8E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45EC613-5AFF-E3A4-B180-A7479FD9641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4305AFA-D067-7914-2367-73492F390B9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E57601A-816F-A9C4-079E-1FCA93F328F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DB478AB-91F5-BA9C-4EED-22785D25D55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37102170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70C32-CCCA-EE91-90E3-3E1FC05EE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05AAFF-9419-7ECB-0639-F538465898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5E24B5A-21B7-B14C-5E44-A14130B55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A908280-FA38-BF32-9997-DC047C498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FDF7887-0254-3C5D-047C-DD57EB7E8F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32B7853-E630-D9ED-A4E0-6E6E9F7A55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CAD324-E6DD-98F4-0BBF-B1173B981B4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9E8DE8-467E-CACE-C2D5-C01F77D667C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61E9FE-2C30-A2AB-C152-565AEC4BF1D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894F68-F4A8-E659-B91C-3439CEEDD49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891F00-8515-B65E-995F-99355BA443B3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CCFA37-A555-B947-F9EC-F1026084C91E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03D3E4-2324-034B-6608-A471D61BDB81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4EB90E-AA89-9763-BD78-1CE3324DDB0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2D7731-B538-25BD-C6C5-89BDADBCBA3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1B5553-12B6-27F1-2F61-763F775B765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F2022-3F1E-CB41-6AAD-0DF9D7DD44B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6506FE-D1B8-7B90-5F45-B9F106A537E1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CB08AE-AB4E-AD76-21E9-1A2B77C5F87C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003282-D486-1431-A07A-EEC5ABFD656A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803104-886F-F99E-B6FC-EF38311BCAE4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52F1DE-71C5-4876-1060-28EB6B58BA8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13FC67-5897-6D70-6FDD-94255DF973A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CDCC2A-F07E-5985-33EE-DB9BCA6AB80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AB2A7D-9FD2-77AC-9E71-9925D1D151C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4225A6-82EC-BC77-53DD-D580D049B86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BF9961-FABC-7F96-15EB-F42CFD78383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99D540-C42D-E2A8-7BEE-36D6E4DA2F2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1541A2-FD71-6F42-0675-6D51DE29CD9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A36ED5-4C55-1F35-91FB-1A81CDA184F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B7E084-61EE-0778-8A8D-50A8246C3BA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272277-31DC-1122-A568-50CDD30CBF6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834B183-F00E-EEDD-8FA7-4D59460874F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2D240DD-3E1D-6039-FD3C-531996A8156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61AD61-02BA-3C91-64B4-3FDBC680681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BA233C-D5BA-B87B-46B7-42136C09126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CD7DB6-FBA5-ED14-4224-ECBDFD36AD1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5B95A8-DFCA-E58E-A069-C7B329C70A7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0D4558F-3CA1-18AC-6E8F-E5325736250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F5297C-5A30-3CE3-91CA-AB22C5FE0DB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A50B9E1-765E-7AA7-0200-031211E0C6D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A44F21D-F858-E3CA-F5D9-C3FA1A58309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3E18F1-C715-25CB-13A7-CDB8755F645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EEA0FFA-563E-C608-220E-766E01945BA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3E3B23-B12D-029A-4AB9-841F0C5CA72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F41573B-3404-D15B-8282-0707B21D221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B7E29A-A835-9303-531C-6109D0E563F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AD7056-9DCE-E5B8-BE6B-02E67981190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F51EE6-E436-072A-EB5E-CAE240AE1BD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1CFD10D-A85E-F98A-19D4-80729C024C7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C5B34C-B392-DCD4-88BC-AC603373575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74A99A-58C7-4A7A-6AF6-C7899429575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6754F49-C91F-6D7E-C42D-31D79316CB7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32C85F1-E67C-6785-2927-C8F9B0A8822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FF36D04-F0C3-879E-78EA-078A2A88013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68FC0D-17FB-5B8B-F5A6-9C86AC78A6B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2AF510-0AA7-9CE8-5A05-088ECA2B816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1106686-FCAE-911A-7360-2E526320ED9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847E58-4592-37FB-A35C-DA935312ABC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315474B-C0F9-1861-93A6-57DAB755FCC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3C53D1A-E43D-0B29-D0A2-5DC984089B0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285CDC1-8D8F-7672-362C-449DAB13359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B9290E-97AA-B2D6-F288-6FA4612B32B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97A84F-9EB1-972A-FD2B-08FC46CB046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A255A0-80DA-540F-BF2D-162C14E1B03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B09790-9FDE-7CDE-CBBA-907752E91FC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6C218C-BF62-4FA7-4733-6B1435EE2B9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475337B-5AC5-2E0B-AE39-8321AD37677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E3A2913-FA9C-B976-D38F-B6AFE80136A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FC9469-3A86-F1A8-7B51-90AD1D18A999}"/>
              </a:ext>
            </a:extLst>
          </p:cNvPr>
          <p:cNvSpPr txBox="1"/>
          <p:nvPr/>
        </p:nvSpPr>
        <p:spPr>
          <a:xfrm>
            <a:off x="5147734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C30F586-3F54-60FC-6327-F71DFDA355DC}"/>
              </a:ext>
            </a:extLst>
          </p:cNvPr>
          <p:cNvSpPr txBox="1"/>
          <p:nvPr/>
        </p:nvSpPr>
        <p:spPr>
          <a:xfrm>
            <a:off x="4645378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57F3AEF-EE72-56B5-5F53-5B10F49490A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5DE2B25-1B84-C256-93A0-2513C5C7237D}"/>
              </a:ext>
            </a:extLst>
          </p:cNvPr>
          <p:cNvSpPr txBox="1"/>
          <p:nvPr/>
        </p:nvSpPr>
        <p:spPr>
          <a:xfrm>
            <a:off x="5650090" y="40337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E32AE8A-04F6-FD91-88BA-98D75412C2E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C987889-B38C-E453-0FF8-13120D5E0A7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48E9DBC-9850-F4F7-66B2-5F3FFCE4892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D340FFE-F259-5774-D712-410F1A1FFC4E}"/>
              </a:ext>
            </a:extLst>
          </p:cNvPr>
          <p:cNvSpPr txBox="1"/>
          <p:nvPr/>
        </p:nvSpPr>
        <p:spPr>
          <a:xfrm>
            <a:off x="4645378" y="22865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EB8305-17E0-3BF6-5DF5-D6A5D6D42A7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3177D0C-4C87-A0E5-CF86-1C8BAA11E3F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E5BA638-C502-6F0D-712A-8DCEEA657ED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D407EBD-E076-57F9-5709-69EE9351A11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8254408-7291-A48A-6435-6786794AB23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27CB793-A8E4-9F70-F297-B4C1C02BBE5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16FBA8D-E789-84A0-B9FE-DA1155A9A17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CB09E6C-9C81-773C-A846-1968E0E2C6A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322468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7295F-926B-5695-B950-155541337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9F3DF1-D0C4-3223-5962-AF1CCDE602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93DF21A-7637-7BDE-C094-C2A1615FD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F8CA1B-6C47-5E2A-BD95-95937632C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B2F60F5-342E-B579-7BB6-69FBD3A03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64B02A8-6DDA-D54E-0CC8-7F2A1302DE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A94C70-C2E0-AFC8-C66A-B24D7CCF004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F6FFBE-D859-B3A3-B041-458D1B7425B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F33DBF-50B2-A464-6E81-16EBCA15DA6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BA3562-6471-66FC-2ECB-0B87EBD6C75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372B95-7976-7111-893B-FFD7A45FA0F8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372E51-B33E-777D-E667-FE11CB28E8A0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08331C-A883-A91B-19D3-037D5EEDA595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59A3FB-6E3C-DC44-6E73-7D0E9A8563A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597D7A-BF5F-4070-AB62-9857B086CBF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2C5BB6-DE06-175A-542E-D2CDD1E8C51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19C430-8D5B-1586-4378-592D48CBD9C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F22D5A-0969-BF90-23A2-68E3A507A0C3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9C8CF5-70CC-51C3-337C-BA4445FA603E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F1C183-2C97-60A9-FEAA-5D65F33C56BE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02B41B-A3A5-669F-E0FC-461159AC5673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4DD0D0-4EC3-4942-42FE-3AA2AD0A1DC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F3B7E4-C0ED-F17B-C9DC-6214E4DA5CF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3BC3D3-08D6-F2C1-5245-A085C2E1594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33F472-E53B-0F96-64DD-A9161C74CDA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E123FD-120D-EC66-DAAD-0A84FF7132D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E89D76-FA90-4983-E7DE-436536EB5EC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7C9985-0518-DA05-9BF5-E608DA1F2D8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079EB3-6019-7DAC-8E0B-69A33ED41D6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56E608-2CE6-D6E2-722D-EB96A075A8C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A40C2F-80C4-B9D9-F46B-FF3F82A3FB0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9E387A-2849-311D-D338-B7C96DB7F5C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F57ABB-3B0F-5F2E-0456-AA75204A356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B996F6-4ACC-B9BF-38A7-45EC6B28544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398CE1-3CE9-6238-420E-D1A61E2F64D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823F4E-DEEB-C126-F588-424A84DF230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18764C-B5B3-3343-0231-7ECBC0F5917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F86ED6-FAA5-4BA2-1763-0B094C16F87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8D968D2-5C47-1093-92CF-232BFD39EB7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9CFF065-D4F9-3609-E981-A439511CDC0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F0EFA32-AA21-80CA-4D98-09A5F69D9A0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B71B00C-290B-996D-6846-C466506CB07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BEA224-EB08-E814-7C9E-0355C958E26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D6F7BE-B5C1-84C2-0E11-3F2EC7B0824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B12379-DE59-5202-3167-568F5094193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A1D7B2-731C-2B88-F726-2A551579CB0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BDA15C-C52C-2008-0D90-A0D2E6235F8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1F5736-7A4C-C074-A90F-B1E25D550BA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180DCEC-BFB6-6190-9D19-875E59A910C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47B41EC-5C29-C9CB-B6C8-6947CEC56A1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54FE79-E532-F587-AB1D-357A23B358B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BB0EE6-C6CC-221E-872F-EA30F6998F7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ABF710E-6C8D-3D33-BB11-295BA029F6A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5A5DA7D-3B22-734E-FC9D-D19E1DD87B2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7650853-C7BC-6B78-9A2F-B027EBD8EE7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BFB28B-B08C-0EFB-5C41-004A53CB403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94E7C6-875E-F472-E27C-E296B86E7EE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D5CCB4-0EF8-7186-97BA-6726FF61353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4637E8-A822-2C74-00BE-8AB20C75C5A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DDB5124-F93B-D935-1CA7-63E2A892D36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5A9EF69-75F7-7D49-6D75-ED1C9DEF869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FE791E-6104-8289-E2E5-0B873E83B0D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F0E8B6-A76A-4DFC-4F1E-041C365E9D8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0F78C2-2677-814B-AC1D-BE9CBB7B137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7D727-CAB7-EDBF-7060-9C85DA33A46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2F65AB-CEE1-B0B2-B1F5-1FBD68D5CA2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676AD7D-7D97-1819-C553-8DE8E992C65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0B5491-8932-85F6-7B89-5CF1F880508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FE7C5D-19E0-85AE-40B3-4C661EEFF25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7F2A11-A7F9-210A-8CDB-1DBFF4773688}"/>
              </a:ext>
            </a:extLst>
          </p:cNvPr>
          <p:cNvSpPr txBox="1"/>
          <p:nvPr/>
        </p:nvSpPr>
        <p:spPr>
          <a:xfrm>
            <a:off x="5147734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C2565DF-CC5D-5D46-68ED-9E79BA7353F6}"/>
              </a:ext>
            </a:extLst>
          </p:cNvPr>
          <p:cNvSpPr txBox="1"/>
          <p:nvPr/>
        </p:nvSpPr>
        <p:spPr>
          <a:xfrm>
            <a:off x="4645378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D1AD38C-2618-9A9E-FB38-8D12EF10D8F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0801DD-5EF9-F099-8984-7A942D1D98BA}"/>
              </a:ext>
            </a:extLst>
          </p:cNvPr>
          <p:cNvSpPr txBox="1"/>
          <p:nvPr/>
        </p:nvSpPr>
        <p:spPr>
          <a:xfrm>
            <a:off x="5650090" y="40337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437B4D9-A7AF-8A9B-CA5B-CE9184D0016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65463B6-59A9-A8CD-0DBA-18C386CB31C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E3D28C0-169E-9D81-C914-D00A9C7386E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C6AC6BD-689A-383B-C850-CF00CE24A8BA}"/>
              </a:ext>
            </a:extLst>
          </p:cNvPr>
          <p:cNvSpPr txBox="1"/>
          <p:nvPr/>
        </p:nvSpPr>
        <p:spPr>
          <a:xfrm>
            <a:off x="4645378" y="22865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F0CAF8C-B74F-671C-3B7D-87AFF61E495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32AE740-FF85-E923-37D5-BC4FF861A3C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2C6452E-E662-F466-F34C-3C7B53E1FA3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50B608D-BEDB-E10F-0B61-70BA1CF99A8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0C58B4B-B309-1A0A-22EE-2D85F55AAB0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6AC0E6F-787F-C7EF-3EB8-A37AD198DB8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DB01485-5394-4BC3-9C55-380C969496B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FC6E9AD-624C-D440-AC0E-EBB78A27E88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031452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33202-B99D-31BB-FCD7-AC991D1F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E5C37B-2178-A8A0-2E2A-5AE8F7CAED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two lines touching the center block are either both 9 or both not 9 (8 and 7). In both cases, the “not 9” possibility puts a 5 in Column 5, which would conflict. Therefore, they are both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D5A9189-E4AC-DE1D-3841-DBF62FA5C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7D4183-B734-43D3-48B0-D7367CFE0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027FF02-664D-7C08-467C-9AD3E2661B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7627B54-CC5B-4296-237F-3552BB3869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4C2D9B-98A2-B53E-EDD3-14EE3549365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4D2714-B1E4-E4ED-457D-3D2BD6DAC5B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6DC165-90D8-ED4C-ADEA-2AACCDFAEDA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8F147F-1A2D-0C9F-1F0F-E44C229FB00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1C6D79-5594-A90A-9F14-1CF092C1088F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9E1742-8A93-C2AD-5928-393CBC4FF1AF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30CC85-F09E-B16B-6FEF-915FFF2FF5A3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4BAE22-6F8F-35A4-8096-4B570844E37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B69DA5-A4E3-6A4F-1C6B-BDE271E9860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DB0976-5ED5-B409-CB6D-AE7BB28DB85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A7FB3B-F5F8-A2F9-6BC5-D16801822DD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BAE63D-D357-FEEE-09A0-5385F32A86D3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A79E3C-6C8B-4462-29A5-9560A3A25B8F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226C54-A9E3-9BA9-AACA-F8CC6D3ECAD8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808EFD-BE98-0D80-FE42-1AF75A62D011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C802B8-4F67-9466-2F32-13FA27756C8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C81834-534E-C52B-539D-4DC772B10EF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AB7610-7BE0-123F-CA27-BABDEBBB753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E27280-94B4-DD99-CB7F-221F5CA10FC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139D9E-2ED0-641D-AD65-37D2D360E3D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2DE484-D8D7-7726-6E26-4CAE2DDE487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62E737-C486-B2CE-5C0C-4E63C71B290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6D83DD-E101-75F3-8BD7-65590375703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58DBEC-CEF0-63E8-E9EB-04A0E27E95F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3333F2-5FBC-4634-71A2-EA9E40A88A4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2598CA-97FB-4DE2-75B9-F5FE83E5277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EB1DCD-7EF4-4102-4F78-73EA1AA88D3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7E84194-AB04-B9CA-3A63-DFBCDA92F09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F0FDCB-F090-80DE-7516-0AB24B91ABB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791C6D-700A-3E18-C521-3AE63EA0739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BA926A-437F-7B92-9384-DA5907F7745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5109CC-7A07-0621-4CB8-0110690CF08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F0625D-3242-AD5F-5896-A4FB85C9829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3B857E7-6C48-6978-17FA-358FAF5C94D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FA2E71-39E8-782D-3963-42C63224A18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2D16F9D-FF6B-5980-D160-6FA44451EFE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36492A-B82F-6E9F-9562-66EF1CDB004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2F925A1-19C6-EAD5-4790-AB3E5E9AF1F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4BFE95-1B7A-9BBD-72BB-ACEFAE6CBEE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BDBE97A-6F2E-3EC3-B950-CDD085DDD81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ACF0DF9-688D-025A-8E6C-CDEF279372E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B4E458-7181-1BE8-2D49-68FA928A268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4BDC182-E0DD-FB4E-2F7E-89E65B0EC3C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3340B40-1706-8B5E-582B-586F646FF4C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579B87-97BE-92DC-98CE-41668901A38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316C09-7D53-DC0A-88A3-589119FB230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28A2C6B-2696-15EC-6323-2408516C72D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5F191B7-963C-D54D-22EA-2C16B7A3A97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59D37C2-1104-67F0-A917-F7155C9D268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B89B76-E364-1858-2771-0612FDE9F78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690AAC-986E-9B4C-27F3-FBC7C551167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F77FA0-C5DE-4BEB-24CD-A580FB07311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5AC60C0-7227-0F3D-17FD-CEF2FE40F3D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5601760-0691-42AA-4EE2-9A492733148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10B6B6E-D4CD-4AD9-B2B2-C0DDB543484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D41D87C-AE7F-7669-FB04-73752C2AAAB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DFBEBB-466F-32F5-795B-2B6E21FE121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DE381F-B59F-C07D-43CC-3530CF4A12E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1C1AF1-6142-4E64-A86D-C0AB14E410A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9648E0-D765-0269-9B1F-AFB7354B0C0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E1077E-009A-8F22-80B9-9711F0F2D23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1EB2D3-25BC-6E24-EE0A-968E6D941FF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B6031A3-0E33-2428-F11F-A84E6CC5C3B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C8E87C1-BB2F-28E6-F47D-135E1392A0EA}"/>
              </a:ext>
            </a:extLst>
          </p:cNvPr>
          <p:cNvSpPr txBox="1"/>
          <p:nvPr/>
        </p:nvSpPr>
        <p:spPr>
          <a:xfrm>
            <a:off x="5147734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21C5B4B-5041-CFE9-9D56-BAB502EA6FA8}"/>
              </a:ext>
            </a:extLst>
          </p:cNvPr>
          <p:cNvSpPr txBox="1"/>
          <p:nvPr/>
        </p:nvSpPr>
        <p:spPr>
          <a:xfrm>
            <a:off x="4645378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29EBEC0-3E2E-5AB1-746D-B23AB815F2B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9423E25-71D0-35FE-79EA-EC85056BFAC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83158A-0852-4F94-C17A-311B64F3B05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FDFF45E-3CB7-9DE1-E641-E066C395BDC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1C3580E-9785-FC42-FE60-3EB54C92B20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46837C6-F140-9C10-6581-6BF83127E27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F4A59EE-516D-5545-4B6D-24657CE0788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F416078-8314-76A0-A488-865A7ADDD19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C247742-7695-1F80-A356-2FC197BAC32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9058FE5-41F8-D8EA-0D74-EEC5D3E4CDE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241C63-8E98-05E4-18AD-B4B15E4BBA2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E92D5F-2FC7-5D96-FE73-25B0EC526F0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785B223-BCA1-B0C4-E9E1-989ABDF4043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11F34A1-9896-9101-1E30-F5B706C21AF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673993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90582-6D22-1935-AFA2-1D64581F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00E117-3004-D5EC-72E5-D0FE88DAA8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44D1BA4-CB5C-3EB1-D6F5-819C2D86C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5EBD705-A77D-6F96-DBB4-E1BD5C7C5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C821F66-1561-BB41-F406-BBCF6F5DC5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BCBB1E1-45B1-63DF-0040-1A0669F062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84B613-4091-32C1-55F1-640673E559B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EE2BB6-A19B-BCA7-77D2-CA0CD7BCF5F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F2D3EA-3933-39A9-794E-5F963778572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D4EE62-7395-50E3-E279-E3A17295943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8B9709-2460-BE90-45FF-4285FD36C080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7CFD59-2855-69DB-39D9-714379C4E1FB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6E2E2D-7907-B7B9-46BF-E5EB2223DCB9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231022-AD18-00AA-87FA-8D37F92631D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CD7C7F-F579-374A-41CF-B1BCD2530D2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C68CB9-842F-22E7-B226-B2869F90AC5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AE5096-C22A-97E7-29D2-81145CE8BA3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ABF057-DB27-2D4A-1801-C50DBC691361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E26C50-33DB-A2D7-0FA8-FBEE726133EA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C55FA8-1680-203E-F7CB-16BAC44071A8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E52492-D882-D488-F49B-93E0CE1346EB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3A9D05-7428-5D23-0B41-4A8A3A6F646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075471-1B32-ECC0-F9F4-475AB9DE574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951CAA-1E0E-DD5F-7577-DB2C005678F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09FB35-F3E9-23D8-57BF-5E8DE807D51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4A230F-A930-A4FB-835E-D9E96EF05FA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A45028-E8D2-F139-4D08-C21C8BE412F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DA2F79-1E57-F5AF-507E-D3C279CD1A4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20AF56-51FB-F861-4BAF-061A10073FF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89DEC8-AA41-D044-2CC2-0FF20D33F16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AE7BB6-5974-8F4C-3CD7-9322977757E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4C6194-2962-1839-C036-E5F6EE8C078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FC0B40-36E9-B43C-D8E7-82AD32BC0EA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82F966-D89C-E88A-683B-E9AEE9E195A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33D5F4-FA2D-B783-B5E1-DE09E664568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E433F2-1D4D-C14E-E72F-3AA2898892C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5EDF23-1AF5-4D79-4D76-BC519ACC648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6B403EF-4254-0862-5C02-EECE5641329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23BB02-ED23-75DF-0D65-B5B3A036158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DFAAA9-88A1-5CC0-DF06-4260981B058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1B1637A-D180-E85D-3BD2-FDAECE18D58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CB5FFED-33E3-5A40-2BAE-06537BB27CF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0FC5D17-48AA-1EF5-3570-66741ACCCA8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05F020-2368-909B-C3A2-A5B0886A8A1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359BAD-A4B7-DA97-9CE0-EDDAD1CB8C6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8EFA88-0148-BEBF-0526-192DEAB54E9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41F845-E82F-7301-CF2B-0802DC4C716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6E1F9A2-86EC-4974-CA63-AC51F3DD573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EC4748-75E8-86C7-7C54-6FFDB9D1918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6F49D1-B318-E4ED-EC3A-1BBA452C5AD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45D1B4E-D558-5A60-BE0F-6AE033B9437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4AEC05-5951-C44C-0785-9658A213758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A06103D-B682-A380-C6DD-00ECBD1D403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BBA78A-A09D-1947-9375-16C7B6461F8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4B5C02-C8B2-968E-D73B-CA678D972DE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62CE4BF-A522-6FBB-2D71-8BD4541D691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BD3D1F2-D5C8-C227-5338-BDCF6ABAC7E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2965DF-900D-8156-3009-DB0C12322A3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DB83E8-EEB8-90AD-D763-FF8C5CE74E1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8D31A1B-E0E2-EDB5-3EB7-45879F48588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5D15AA-E132-5A9D-C8CE-BF7114BCE52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5FE44F-8D97-F344-820C-E63CD9C282A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7E3862-70C3-9087-5707-CB07CDB5D31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4FC016-5A29-2780-AECD-513FEAE1171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3733B7-F7BF-0824-2EA1-D2CA8A3BC01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D7A00D-7C22-5112-4DEE-70B3EA97E991}"/>
              </a:ext>
            </a:extLst>
          </p:cNvPr>
          <p:cNvSpPr txBox="1"/>
          <p:nvPr/>
        </p:nvSpPr>
        <p:spPr>
          <a:xfrm>
            <a:off x="5147734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2458DB-6866-F2CA-3329-2551CEB99390}"/>
              </a:ext>
            </a:extLst>
          </p:cNvPr>
          <p:cNvSpPr txBox="1"/>
          <p:nvPr/>
        </p:nvSpPr>
        <p:spPr>
          <a:xfrm>
            <a:off x="4645378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46F8DBE-CE71-C248-15FA-11544193B8D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C56EA4C-4E99-CFE8-BE8B-6DFB2691F89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8F63D0B-BB27-B50A-BFE3-9CAEBE812DF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00C8626-7EE7-31B9-30B4-6850497C468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7BACFAF-157D-2A28-AE52-D940BF76C59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ABCEBAE-2975-8442-125A-DA380E2C4F3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61D55ED-9CC1-E464-4D52-2889DE3A2E3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36780A4-D3C6-832A-8B31-E25FD802CDF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DA35B60-FE79-3657-01E4-1B94694864F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863F2D-559B-7DC3-5AC9-506D49235D3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2DDB179-87C5-AF1C-7CD0-C58BD05C068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0BD9778-0EA9-49DC-6254-94EB6AF4421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BA7B96A-0002-7C2D-9304-8577803FD2C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30C1A89-7F09-EB72-BC6E-E091BE125C0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719400C-2EC2-932F-2A9C-9F855A0E18B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DC80667-800C-B7CE-82C4-808B4E1D9C9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82F848A-4098-FCCD-93AD-743C464DC53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D745A18-026E-ECC8-C1DA-34DCD71FB23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704311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BA443-DD92-FDB1-4CCC-0B93B2448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168FFF-7EA1-6AA1-5DFE-CE601C56E8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15C467C-8065-4B68-4DA8-800522635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7CBC4ED-4DE8-F80D-ECF6-B512624C1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6845245-EA69-D4E3-7E8A-F1FAFCB573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68DFF85-8B71-7972-0C08-0D1D82AB74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044631-3640-609D-E85F-F45989B07C4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394D4D-0390-EF6E-0077-443C0F25E32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59BB66-C427-5252-9B73-748C5C1B076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41B594-2129-902C-D0C4-E1E00D385E6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1DDB3E-5AFB-860D-E9D2-C6980C054B9D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5F523E-EC07-0264-18E2-0B542F1134B2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A2D746-721A-591D-2A0F-6643DF390BE0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4298B5-5CE8-89AD-E57D-E8F54125F9E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C65ADA-7667-E04B-C4D6-B39DD763859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517CA6-17A3-30E8-FB2E-4565EF3328C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01A7C1-002B-2381-AD08-8474F6B2082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644792-EB50-52F0-AD95-1E4575BDA8DB}"/>
              </a:ext>
            </a:extLst>
          </p:cNvPr>
          <p:cNvSpPr txBox="1"/>
          <p:nvPr/>
        </p:nvSpPr>
        <p:spPr>
          <a:xfrm>
            <a:off x="4143022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783BA0-179A-B12A-1662-FF664EDC111E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9BFB4B-BCA7-BA23-72E1-3C1F22340358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489D6D-880E-D113-A6FE-E78CF4364785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C3B263-20EB-6554-E8A1-28BE6EA5902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DC59B0-1115-970C-440B-A34B96EE8D1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0B01AC-F0E0-1ED3-B811-06533B4E6E0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AD9F30-8AF8-BF1B-65FE-E449E8A6342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355D63-A14A-ED2A-540D-3F238D0E1B7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6563DF-0E2E-F532-6AA6-4104E3D2954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1AF5DB-4D64-C67D-7D76-FED0CDF7444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FA40C4-55AB-D7DB-CBC8-9DEA2E63315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A38DD9-E4C8-3CD4-E385-97F19CBBC45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DED57F-C8F8-F911-E1C2-5242251D3B6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EB08578-9C3B-262D-E2EA-80D3A8C2EA3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259FF7-7E9A-9AEC-D46D-6BE880D3C16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E40EEB-31BE-82FC-2DB6-7EA647A91D3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E3A94D-0B17-1F52-83DF-92FF9C0BF30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D84118-4F22-9AEE-C623-4730B6B12AF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DB98EC-60DD-79EF-5146-61AADD190E2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F01B9D-6691-B90F-C17E-E7A49B9C377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64344C6-2875-D598-4F5D-50BCF15C8BD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82C0BAE-9998-7A93-4A9D-F65EB8BAE82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0C4698-199C-D5C6-162F-D896370BDE1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79633F-E5F0-7A1F-9120-BBF2BAA9CF6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38FB66-762B-B886-AD86-A0E6EDAC1DD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03C7D01-5E30-A094-FF48-9258DA9C113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E1F9656-BE04-B503-1C34-02F89978E77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E4FA3F-50A7-33DB-1CFE-65FF622B91B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B4C85AD-A0D6-7D4B-ABBD-1E9586169AE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9636252-D214-0C95-C99D-691565E8B7B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754625-E2A8-0F01-A670-A421934BCB1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51FFC1A-8EBF-F07E-2107-855FFCB63C7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CDA28F-1AA9-7DCB-74E4-4CBDD8D5775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0C4CF13-361D-F7FD-60B7-9F459FC3ABE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9F1371-004D-39A0-ECD0-CDF62950A2E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EB3051-B9F6-7BA4-3092-EBD629A86C8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334B600-7F0F-E357-E4F6-61AC61F38C3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79F4DD8-25CF-915C-B0F6-A077725200F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62AAF0D-0BDA-3CFA-B8F2-B23EAB410B2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822566B-EAF1-84EC-7504-4A99B2BCB04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B6A814A-6D37-5DAA-8FED-F7FC8D16C75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261590-C817-F74C-BE1C-04C0AEB841D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E2DB54-42B9-7646-A5A9-4366CA4CA49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512CC-44E6-4F00-0BEF-8251014EFCD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01D836-797F-BD74-63CF-D8DE3BFD40A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A07659-B55C-01C7-1060-4CCBC1DD48A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B8A122-B584-AC11-6AF0-29D5B0928317}"/>
              </a:ext>
            </a:extLst>
          </p:cNvPr>
          <p:cNvSpPr txBox="1"/>
          <p:nvPr/>
        </p:nvSpPr>
        <p:spPr>
          <a:xfrm>
            <a:off x="5147734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B0884CD-31C5-EF82-382C-EA1BC5953655}"/>
              </a:ext>
            </a:extLst>
          </p:cNvPr>
          <p:cNvSpPr txBox="1"/>
          <p:nvPr/>
        </p:nvSpPr>
        <p:spPr>
          <a:xfrm>
            <a:off x="4645378" y="45504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771A521-009A-A9F3-DFCC-739AEF38BF5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55F0C7A-0994-4AAD-DF69-7DB1D73A01C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6157B8-9CAD-1C14-09AD-2A86CB23138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5B9A6A5-9D1B-DC2B-6C30-C031FD5F401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1EB3320-9C11-7093-36BC-C14F90AC54C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809DAEC-5C3E-7509-C558-180F670FD4B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51FBF85-C8BE-65B9-3FDC-5C4766438E7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98E945F-C673-B3C6-6886-7AF22560AC6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0A0DAA-3DF3-FFB2-B921-7F4CA5D78D8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C6DF4EF-87D6-42CC-D31A-D7542581E4B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9E4D772-CA68-E036-4A97-66C6B736A72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DDB4721-8791-FF5C-E22A-DC4EBC055AF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7B4070D-3E1F-AA21-7EFB-A34DB75A5E0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6E8D7F2-7CC1-BD49-6596-DF669323BF0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5D5DD50-00E2-7BCD-5732-EDF872EE330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F72FC6F-C80B-94C6-0C7D-D2CDB58A34F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CC6704F-848C-56CC-57F7-5CA9DD2BA3C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069EC7-0382-14B4-9853-4D5580B959E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772049-66B7-44A7-6C42-03A7432671C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004401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80288-F26D-6196-A622-4683BB172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207628-DEF0-561C-865B-C473EA971D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9DFEB9F-0809-A3BE-925B-0E2E01D11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9B39D51-FC27-326B-2731-B778CE3B7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B680BE-BCA9-DF1E-3110-FF0BACDE7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BED3E3C-3964-80D7-0077-F48B8FFA44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29D65B-EB55-6CCA-B08F-EA41CB17C02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6FECF1-0BBF-D7D7-1A8D-AD3F5CCFCB6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FE6A2A-9ED4-6291-A8FF-94098D2629A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4A0102-A1B5-68E8-92F4-008329C7BAE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4613D3-493A-9BAC-94CF-42171D21B016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17D22B-3D19-5FE2-5834-DF6615BB0067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3319D4-5992-92C1-F226-0C661A978919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26BA9C-6192-D58C-8D84-408DBD76B75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2DCE75-B0A4-0A2A-B363-1EAF6CD06BD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C61175-06DB-B4E5-96C1-F27A10CD328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D55062-59E0-12A5-33C3-46864880248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FE3EF7-2BF0-ADF1-EB52-01D2A571393C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FDDCA1-4567-AAA2-5D95-CD0CD0AB1754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63836D-34C9-8BC8-051E-93A867CDC33F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A00ADD-BBDA-0384-CE08-6BB70A8D426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1350B0-404D-D30D-A432-D727E82358D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CCC9C4-EEB2-0043-8F48-520CFDDE6AF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BAEE00-42C0-BFB2-3466-FB35E3098D2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0E9B0A-4D4C-30EC-3200-31336307EBB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ED67F6-B247-6FD9-8AB9-7794D6CFC92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BA3956-AC2A-BC07-9E25-35B52F954D0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6C583E-2E98-D2EF-55FD-D2609AB799A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9385FC-829D-BD54-A330-2B8FC3E41A8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117859-4632-5791-64FC-83323C88E40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D7F04B-F50F-FA80-8E10-8D5625D4052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692F20-24DB-BED8-86B9-40A96667118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8CD2752-236A-D269-E722-99B40E5AEAF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B9232A-69BC-FE0F-7FEB-B7D5BF4A040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5A4314-17D7-1644-FE67-117F43A7DE2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2B4712A-F621-BB8A-F50B-43FA1F2F20D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93D6EB3-F944-981E-9BCD-314F60B777A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D1BAAA-90C5-EC70-E4D2-8DDD5D57927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B0F069B-1791-31E6-5799-25D0F19DA47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54856B-9309-6A34-3857-657710EBD2B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109FFB-A257-E4FE-308E-4DD8062A66C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E6C158-C9B2-84F5-C137-354ADE11F01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7868CE-E9C0-8EAD-6C5B-324DCA633F0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7EE241-E5D8-F0EB-48BE-7C9E1914B31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6856CAF-20E3-FAD4-FB79-AF58885C3BC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8FE4C3-1A32-E37D-4651-80A29E788F8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328BB21-1F5B-FEFC-C7E6-78457FAD45B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BE2A5DD-5248-F49A-0930-81A8CEF1D4E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BA6BCE7-C258-376C-35C0-2B5C81B6339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5796FD-2513-5CB2-DFBC-059E9CA5F11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EBC71C-EF3A-80BB-F4D9-B4823176502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18EDF48-60A0-9D65-DA3F-A5EAFD4A773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BD4538A-C4AC-1CAD-A7DD-148099461F8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1BB9480-A50C-6567-70CC-79E5EF491E4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418BECF-903B-65F4-3EB7-AD5641C1ED8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362F560-06C2-75CC-5C05-057EC9CFF38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DB8B10-360E-53CF-9713-8A2C20F5A2F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2D9454-88AA-5F9D-61FA-4C20ED0A03B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2B310E-74BC-0128-5599-4652942E3A9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84D5CF9-E97F-B437-E6D7-C80CA708637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178125-3301-C82F-96F6-2D571CA8A40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B0245E1-64D4-EBDF-470D-947C3EE8F51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1B6AD55-D612-A66A-69F2-52EA2EEF25B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3051013-BC5B-2014-4D44-C1D11AB633A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73C6D5F-C539-4FF4-6C58-7E395718229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EEB64F0-5338-0D21-3CF4-CC95F443A59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64DBFB1-1091-6A49-C310-9B53EB35204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5E3AA82-94E0-05AC-7F7D-C90EA3E26C9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40BD50F-46EE-B278-58DB-D2F387A0EF7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A22632-1141-C74E-10BC-B383E54B71E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C65EA1C-BE9C-464F-7232-409D97BB465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9341982-3E09-5595-0668-ED9CA74F1D0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B39AAB3-2DDE-7431-B752-E78E55B3B1D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6C5BC45-A30B-04A8-7DD0-A204EA259E2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DD2E8CD-6A00-D5D6-190A-330E22A0D37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25D16B3-4E6D-2CBA-DD18-DDF84B00875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5F976A0-1F32-8F50-181A-C11DABD9AE6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AB24DA7-3815-1857-A997-AAE3930861F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0CA6AA-D443-1E13-64E9-E73A75F5428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9A89CF-94DE-F1DB-F84B-FCC0BC718DF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CA08B6-F98B-93F1-6350-58CAA2BEB78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CCAB47-9BE4-9E3C-54BF-D796CFE5678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9EF5DE2-3F2D-A587-4658-CC4F29F953B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0F3789E-E92A-013B-5F97-89DB88C540A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B51B93B-92F4-517F-D2A2-BA3FAE19AD1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505162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CD374-F522-7C20-DF16-57657FE66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D75EAD-7FB9-BE23-A4C9-774E5D4803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817E09F-B548-5720-56EF-334D9B8FB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0DC7453-7F8D-43DC-73D5-50F15CB02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5F24EF-22BD-37C6-FA6A-C351B4C470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82AD566-462C-F5B5-6CC4-7EE52104F3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D1DB55-73B6-BE63-54DA-9F08993E87B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D63228-D6A0-03B1-FA59-6A6921A9CF8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EA01E3-9EA3-EFEB-66F5-51A69AE6D87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682848-AC89-FC2D-2795-71192D7F8CF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29C594-C22A-C58C-A528-2F310A5A7B12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43E291-C129-179A-BE3C-AC93439146F6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323EBE-BC2F-02AB-8FBC-CA0341E11D1D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7D3B62-2276-3FBD-E053-2B92785AAA2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7B1AE8-F56A-247D-892C-522B2B0EC1B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CEA948-5725-1789-9C15-DAB7D5E2884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DB1DE-DB93-A178-7D3C-701705B0323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A60101-F214-B3F0-D6B4-306C4FBECBED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B5940E-AD34-3636-BAE3-3EAC253D1C58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477769-D473-805D-8B8E-4EC5CE369542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471EB0-CFE8-79DF-089B-4D447877508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7DC81E-BEFD-E296-BBAF-82A72AF120C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5BFBCF-0D6C-4988-0095-87D2D18638E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4AC575-92E8-1FD7-2C7D-0DEE9538C42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B034F9-AA16-9FDC-7667-D519ECF1360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BA8A8F-9523-B797-98ED-8BA00F3BEFD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A2A01C-3ECA-EB03-0CBE-AC8EAEB22EE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24B486-0AE1-BBBD-2C21-D173C433A1E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127FD4-B4FC-A285-EC82-32BF67EE85A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B067FC-AE8F-B0EA-68AB-3BBE5F9EFFD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869D08-5520-97C1-413C-B2A8D3B16C9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8C42A6-6BBC-EFB0-16F0-78D58EA3EFA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FEC2F79-BC43-F7F7-9501-B6400EDE1C2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3738CA-CAE0-B1B8-700D-0BC15EA3B31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83B377-156F-7CD7-692B-818B2CF1B8A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ADB07E0-CD5D-69CF-9D34-3E438E898A2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0BC526-CDAF-2321-AC1D-78215CBD4FD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1B1420-FDBE-3DD1-496C-360AC4C2892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5D18B90-D5B5-7434-99C4-CCF78C99A83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9D84D-2674-FC72-17C9-E43E5A62208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B0A834-87D1-3AED-3564-3FA4828042E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891047-06CE-D647-F933-98EEFD6C750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2BA96E-B7F2-82A3-96FB-E3A3D9F7F93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3B3687-717C-0111-7366-E5A0B0BE0C4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2E8166-0529-7E80-7E56-EFD39B124C3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517B08-8922-CF39-76C4-0C843E45FE9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936C16F-0714-7572-A77D-EA733029DD7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C448101-02AB-B6DD-EB0B-AE98F877A88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C2B0BC8-72F5-1B43-D881-14E91492779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3CAC2A-6542-543C-CDAD-9DBD1E33A8F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EAC2D8-F57E-B7BE-6158-BE973DA0B9B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BF5CA30-172B-2C40-B0C3-FC6CC93E8FB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4BA0DE-A80A-ECC2-E33A-AE6F171221E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0CF4DCE-74AD-FA5A-9390-3F8955F7792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A7AB07F-6519-BE9F-317E-7585D58C629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C05A626-D883-02B8-71F6-78ED03A8ACB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013E37-A80D-D3FB-2B76-F35E68EB2F8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57E27B-1E8D-290F-F5F9-D249E922F15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D01121-6F0E-556A-2B6C-FB7A08F3C0A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41A84D-299E-22F2-AC45-2B38EDBAF12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FDFA7C-7626-71BE-036E-2F1D61470A1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2086055-1191-5702-24C8-7799CF8F39D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E79F68E-7FFF-F428-F007-628615FF534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7237463-8356-B522-4CE5-45C24EFC2AD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7DDF47-8FC3-E226-91A6-C407448BD18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55C7B0B-7C1F-6FE0-102D-A5B8D480131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FFCDAA9-0F19-BD6F-7FC2-D0E39D0C704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E2D0C68-2CD9-8D65-8F10-62E0052802D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B5D83BA-006F-F591-74FC-99EF7A3F1DD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71E78D-C155-A88C-39A5-85008C82F7F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AECBF74-4FF5-0BF9-683F-FBD78C004F2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ED39D3A-5065-19FE-A06C-D82DB81632E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1BD3998-C8F5-0708-7E34-D65800F0103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5B62DE0-9662-0C76-1CFB-FA504009FF8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8E4832E-2064-B14F-B913-0025D666FB1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879B04D-30A6-3F16-53F3-AA93E300057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27CEBDE-6B23-E43A-E913-E0E4C4F233E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70B976A-67BB-9097-76F5-16F669B3427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F07BA-FF8B-EA68-BCF4-7BF39F67A4D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E206FA-B3A6-18BA-F525-9898F84EEA3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9090FD-9792-3C48-232E-479F282E9C3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A34AB3-1DBF-589D-199B-1AE0E37222C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7F3D05-2D92-3483-E553-A77712D1F67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3FFEC54-59EA-CF2B-4A3B-DE0591D1356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980734-848B-D065-DA4A-4E097D959D3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252748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4039F-F80B-0B2C-E22A-6B0934922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858D95-E3D9-875F-CE73-FB88410A27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purple cells are a linked set. Either the left one is 7 or the right one is 2. In both cases the circles on the line above are solved.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0CF0F54-E006-7E52-28E5-A3DEE77C6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6DED5CE-5FCF-2D1C-65B6-AED371CB2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5D0588B-3F37-2A21-B18F-64F11B0415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AA91F5A-2EF1-67A4-6CB7-542F3128E7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4A6DB5-A350-2019-91A5-ADE59C375D6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1265D3-21DA-5D61-AA29-72B71B08232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0AE62-7F59-3B0A-AF2A-B77C128E6FA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E8A53B-4CD8-1075-C795-6F8F75DF4E7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11C2C0-5627-EDF6-257B-AD8F3D6596D3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5643AE-EE01-8156-35CC-C9CFE61C6E18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F20C16-BA8B-1932-3D7D-AA484F4B7255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0767F9-877B-F80A-9DAE-DE666A72D61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D478D9-6C17-CB6F-ED9A-052A6409A6C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38419B-C1E7-ED7C-3F8A-BC4E6B6E0B0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21A01B-E536-E035-9DCF-70614F93B1D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CF3CCF-2CFB-6E94-FC88-6113495C4061}"/>
              </a:ext>
            </a:extLst>
          </p:cNvPr>
          <p:cNvSpPr txBox="1"/>
          <p:nvPr/>
        </p:nvSpPr>
        <p:spPr>
          <a:xfrm>
            <a:off x="4645378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662000-87D6-9C81-1BA6-30A3A3731E6E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12B79B-64FF-A058-4922-8DC231802F6C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94974F-FD8E-6FBD-3418-60D6E86F58E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869291-FACA-7B03-030D-1B2C9F68537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0CDE09-78B3-A395-7734-9649D74422D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C811AD-4081-94A4-5158-DED013E9800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182836-1C6B-542B-B4AF-50BF2CA912A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F4F008-60BC-DD54-C111-4E135DD2F90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4D82B1-6FC8-D963-CE72-27BA9DA7AFD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4C58FC-C177-C3EA-3CB0-C6E57D066F1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1D0223-8C79-5873-3FBA-1B75D26C714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3BDE72-56D6-6A7D-4DF9-B98715D9C59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C6AB3DC-07B2-9401-B7CE-00446818D40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460942-9183-40E4-C103-2DC4DD618B2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8898BE-973B-739D-9F58-4ABCBFF8C78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4F77F4-95F5-9716-0FBC-8CF09D318BF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D575DE-F42A-5CCA-1CF7-83DDECD31FB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922BBF-F0AA-2572-F411-9DC8F8BFD7B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707CB4-1E7C-2678-F404-E2AFB1E8228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BF85A8-14A9-46AD-FD37-AF7F81423B7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CE7145-41CC-567A-0281-5B6C9B2AA7E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0A054C-5E14-9D65-9FA4-41CD5CB6677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EB8BB5-F73B-75B1-D633-EC5E0501A15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D495A7-3923-8F9C-E6E8-22970FF07F6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B27C1E7-5BB2-155A-09B9-138E8318165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1B677D-4995-EC5E-F3A7-31DCB6BE708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20BAE6A-1794-E5BF-DE79-17942A4245D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DE47492-3F22-0CC8-D8B4-96EA4432C19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5D1E362-DC4D-9F7A-9B9F-98F999A8010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B64431-EF32-6A5A-C352-A1A96CC965B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7BB302-3EFD-D13E-AB8F-E9C43FA6CA0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CA3282-C5DB-9007-B003-817AA564318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61C426F-0851-72AD-A0C8-F925EAE3DB0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BEB32E5-F318-B32E-79E9-76E3CBC8CC1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A8DDC96-7BC8-7F7D-A382-51171CB64E5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D8F4BE3-009C-C0B4-C588-C0A5703AB69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B678EB-A7E7-5E9F-FC9A-93E7BD5A393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CE8246-44BD-34AA-57EF-3CB3E679E90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C7DB51-9B0B-E413-45EF-226ACED2E1B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205165A-B0EA-1E05-D496-F795EDAC127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D6C2B3-B7C9-2BA6-8C8F-D9A202978E5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614E292-96D6-F2B2-63CE-A10467468D3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9D36168-9C64-75DC-D6E6-0A18547A5AE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12C338B-32C6-E029-BCFE-9E037B2D7A8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24F8DBB-4A35-2DC5-526B-358AC8263BD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610A021-1465-6CF6-7CB7-9BC91012DB5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20434C6-4CC9-03B0-AA20-767982DBD66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76A768C-93A5-66D0-FE18-313541B9F84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B7B14C3-A047-4C4E-D80F-323F7FB96A9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91A90F-49F6-CCE9-6926-A4EC6059276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6C8925F-24F4-D1C9-56E2-912A17FDDE7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177341E-8E84-6669-83E9-D81381DDB79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FEF709D-20F9-749D-C20C-90CCCB77C22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A7B1CBB-2422-CF2C-EA46-06511F7187B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7AB744F-B93B-6377-C90A-77ED4EE9126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0B2E4E4-BFBA-6713-5049-DFB6734BACA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1A3CAD6-B756-4A82-45D4-DBD6A1DA7AF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AA20219-1D9C-BA88-AD65-A824886C9F3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56DFEC-5211-3C73-3787-F5BCEAFF6F7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88D922-D8A6-A0CA-EB0D-406B4746333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626B79-6E4B-1A68-2170-A5121EC2C99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D9031E-0DBA-835F-C91B-F67D843E383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E7156C-AD60-C3B7-09A6-0F64C757B8E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1670CDD-9C84-4C64-EECE-F6849DF0479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3A0199E-661E-A166-C8FD-F2558CC8E0E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59F08B-D200-3658-8005-49E2E6726F1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8D067F-502F-215A-8420-D990A242182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522207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2D1B8-843D-A353-0F74-D0237C18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B974B7-7406-121F-1A4E-35EEB304DF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51B19D-7143-FC5E-DC54-0763B05F5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905F1EB-6445-A726-549E-027C6CBEF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809221A-C682-AA4C-4626-AE900654B3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83D279E-7ECF-40B8-D8FF-A775CFEA0C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092DEF-E7DF-BFAB-1AF9-CFF3B6DB786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C16C10-7718-A746-30CB-B7151CE6B9B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ADFBD9-54D2-5ED4-9B61-0F28910D7AC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20E12D-A863-80AE-06D0-3D5D8A78A89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F4D4C0-8B65-7868-86C7-86E7A1C6F175}"/>
              </a:ext>
            </a:extLst>
          </p:cNvPr>
          <p:cNvSpPr txBox="1"/>
          <p:nvPr/>
        </p:nvSpPr>
        <p:spPr>
          <a:xfrm>
            <a:off x="4645378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F0A7F7-2AC9-1069-65E6-C7B10F8F20E7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C12589-9FEE-E7F1-05F8-22053F8E5E38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F80236-1884-460B-2997-0B5279DE547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5E83CB-92D3-1B25-3784-9CFC335D2AC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7D1066-9390-0467-699F-6344E5E7AC5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2C1191-F1AC-68CC-6FC7-9E3EAECA315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210BC5-BD38-C268-A83E-08B2AE4B4B39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11BC10-43A4-4467-A0AC-E5033D6FD7BE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8DC6A7-BB43-5D68-B3FB-7BCAC049620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65556E-B42E-34E3-BA1F-1F293E81156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1989B6-C25E-8B7B-26FE-9D19DB3B8DD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067F0D-3519-852E-D8E7-CE54FFB66CB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799C08-BA4A-0379-DF7E-B2D4DFC7325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D4BF566-3B36-6FAD-3DF2-1E51C8FDA00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F64A80-2B52-4636-6B8A-5FD3800CB16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8A1F5C-05E4-E5C3-AD35-C7B125C95F2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9734F8-0C88-0E69-E200-1208A59E091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AD71E5-2B03-F0BC-EEFB-0EB7C15EF0C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4B58412-DE26-F0E3-6514-6E6F8C00DE6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1E68DBA-CBD1-20DE-4726-D1DD64B3496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2C4AEE-111F-D6AB-09E6-D7A1B2A8F81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C18272E-C3E5-077C-8671-E079A2EFF86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C48174-5B71-C54C-C520-DDF74257F97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61C52A-0DBF-F61D-E803-BA11702A7EA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82D1A6-2D51-609B-F82D-1755855A76F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EF13912-53A6-EB9E-67B2-9DB0639C8C7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60F3EE-BBB8-7A22-8615-BD2B7CA43C8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B48137-AAF8-F2F1-2B44-2C0C886788C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7756C7-5DA7-37C2-723F-3B8B2008965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2681DB5-9AD0-6061-ACE9-7ADFE1591E7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108E4AA-2B57-64DD-F021-400D8AE7859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01B65E-5EF7-C66C-AAFB-609BB837346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83D9268-91CD-A1B1-3600-B697ADD765A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89167A1-8F17-0055-DEDD-E013D9D2533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2E8A34D-DA4D-01D6-2FB3-DFEBE549305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37FCA5-B970-4723-4314-CECAE6A4D7B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79D034-92A9-B665-9828-2A7A1BFAC30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F8899E6-7D6A-B8C4-ADD1-69F60CAF802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F8E513D-853F-973C-404D-2FA9F1015EF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1C9F3CE-F37E-5210-62BC-415D62376D7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C8090D4-D172-8BA5-8C6C-979AF9E5160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BEFFDFC-7A6E-B01E-0013-27E1DC3BEFF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49ADB0-FB08-48C0-3D38-3C1476B4882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457B10-DCCA-E211-5822-D3A6DC5DA42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9028F3-DE0E-2EE2-EF50-4B5E2D36C92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0ADE84-ED31-3A87-D388-D5A641D7E2A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AE5AC5-DEA0-4CD2-41DA-8F699E51D36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59137FD-D3B1-4ED2-9742-836F1B7CDA1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3485134-10E3-3D9B-4CF2-6C8019FBCE7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1A39E13-8386-BD0B-40CD-C80435C0274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1D1FA47-188F-B585-433E-8380D80C56C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42C5BF6-0ADE-C10F-80C4-6946F59477A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3BAE2AB-9B3C-594E-D20C-75495A07276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9D3BBB9-6BD0-FDFA-A6E6-4D3568B0FA6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B637062-36F8-81C8-0A00-74CAF12DBB8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B71569-6135-8134-D0D4-0FDCA78EB03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03BE6C9-C1D3-E1B0-26C4-7CD05846795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0782CA8-B6A3-CB3C-CF35-98E721C1688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A9CEED5-2B4D-847B-4F86-6605E11071D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FE2AB73-9613-2B66-DF36-0A333B9E2B0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BB5690A-097B-507D-0499-B043DAE57B5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EBE0F65-1D06-5217-DB3B-1324B619E0C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DCE7C88-3933-A665-1CDC-A09A46FB2A8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40EFD8B-1D93-F4A3-00A9-175AF29FA40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8A9A16-223F-DDE2-0D59-08BC1B2D186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8219D5-379F-3B19-F434-16A909FDE2F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39AAD1-80D0-2B0A-9BAE-C6C974A9F49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9FC808-6289-ECB9-DD01-84E8EC075A5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48AC73-D035-75B4-9501-DF0B04A8DC1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ED52D49-4EC0-90C6-97A7-AB24DE35D7D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C7818EF-FFBE-D174-F7C9-773142E30C6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0167E9-0BFE-2918-05BA-8033B597873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00F1AD-9452-D963-4B7D-BC11A0AB534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A9351D-19B8-E542-FAA0-FBCF33424AF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10704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14992-91C5-544C-1D46-E99B24440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370E3E-BAE5-094E-529E-470FD97383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BB9B2FA-B61A-BCAB-6482-2EC01CC67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7045440-AA63-992A-A202-7511C6D80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A5EF697-C79E-FDFA-3ADA-B4AAB3BCF9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C600183-6294-92A1-51AB-4734726341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3D1465-01E2-A6E0-1552-3341E12C029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E4ADCC-9AF8-F3E0-ABE1-67592B24429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4D784F-9154-487F-189D-E14E4F7F881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897340-E1A2-CAA9-8874-7769601F635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5C3644-4A3C-D073-28F9-9C3D20E4031E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08F744-66D1-791B-AE5F-9BEEAFB7B5B7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07B57D-44E2-713F-522F-1C37BE982A9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D40191-10E3-5C10-B904-558672BC6B1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47C812-E9D6-2966-7AF6-3732C53CEC5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B03F72-59E4-A4B8-FD27-78D8665145A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7E57DE-CB6E-C15E-A098-A52CEA6DAE59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37F18D-1AA8-FC13-6D36-934DF9883578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5AB012-D504-F8BB-45EF-D40816E0688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AE3F6C-A457-5557-6D97-24971F99265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7D0984-7716-E1B4-009A-F7DFFFB9063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F230B4-0C9C-E001-40DE-B84B4B65477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E229C3-8472-90A2-E31A-081004F63D4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40E17A-020C-7BF1-E959-C23D548C894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153EB3-24FD-0057-87F5-A31C5207CD4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FFDC3F-0C69-DF75-BCB7-FA929B8F19A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82F85B-48E9-1DAC-0FF1-583D3F24A50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2D8EC0-86CD-D53D-4E14-CB8BEF29987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6F70096-88E5-CCBC-CD6C-A7A12818641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396C68E-D4AC-E3D9-0E47-2A4E818044C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4C3C634-88F5-A7A4-A01D-BE0220E2D87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8EA16E-2904-B291-DBE2-D0CB4973A9C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F0D4308-6FA9-B19A-3BEA-B3EA592888A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01FF8F-61C3-C28C-CD91-FC9D372D9B8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C5F9AD-CCDE-3B1A-D832-028ACD68DA8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5386F2-9C0F-1DF0-C85B-C36171092C6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EEF9AA4-8B56-691A-4082-6CB378AD19B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0565F8-0654-445E-5E71-0B206481347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30811E-02B2-8691-2F45-99F5648B6E4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A530E2-A31A-A954-932E-A5F18EF8AFF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F0206B-83BD-F503-9D92-5FCB1AEAD05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91807D-048F-5FE4-B1AF-6214D795253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5A8065A-AF4C-4753-A9D6-70716E475CE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8F1CEB4-1B14-7982-4D6C-FA2FC8438E0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BF7865-927C-4F6B-AF93-CD0F4DC4DE7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BB10F8-D07D-0917-C59C-5B769299722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BE037F-4734-8201-250A-D62592328A1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5BB2465-E369-3C37-148F-B7CEE845862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18FBA47-C10A-77D9-802B-D09D6E994BE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79D645-4FD4-619F-2817-C302D812D95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BEF70FA-BDBE-EDA6-7D95-2A442FF73B2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EDD3388-6F49-9E23-2173-0077A34E690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B537AF-FDA6-8479-E5F6-5E5D3EAE9ED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B6224B8-C7C7-0CB0-0F0D-3DF89B55EE3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081EEF-7409-5DFE-AD6A-52A0B954BDB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64428E-33D8-94DD-926D-FBA3A8F9F5B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95EEB0-3E05-AFF3-4971-0BF781F0C02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064ED35-A4A5-C4C7-091A-32C3DFD9ED9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8DD6A3C-94EE-7529-E90F-BD2614F1DD0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07A6AA-FAF9-2066-A8F8-6D495690381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B32B25C-20A5-99F6-C442-97AB177C60B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E8AC13F-45BC-1877-1F02-91E18488214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91077E6-83DD-4C3A-A67F-DC8B8FF176F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2E55F0E-BF3A-8C59-BB1E-26205B8133A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51A84C-360F-A50B-AB64-CB59B840689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5B227EC-B346-D100-0FDE-106153228B0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58FE776-C27F-A0A8-0B28-1D4DF0964CC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3C4A386-EDD7-1E9B-AD2A-A161D1710AB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7F2BC78-0939-2E32-B14E-CB5692A1ACD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7A4C027-DFB2-7379-5EE8-6692A752A8A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A001F10-CDA7-5E48-4C89-D23703EBE91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0C1B77F-B607-CAEF-3D3A-14FEB956634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AA60A1E-F877-39D8-0F2C-CF53EDABAB5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EFA47-C79F-F625-B72C-8C4A79D5593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B747C7-E475-9BB0-3793-69780690BEB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DE7C92-5F06-1E17-AEEB-14F35FA98A4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6008EB-75B8-F4F0-59D9-58CE08F31F2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4670C-784A-EC72-DFD2-AAE2580B97C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EB7911C-AED1-626F-94D8-371B92D5BCE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BBFE537-204C-743F-CDB9-A91CDE07786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73A6E3-361B-A350-865C-99EDB700D60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336BA0-D0EC-0842-7EC7-F61B3735442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D3E57B-CC80-3A89-8670-1F55D396D60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F545D3-FD8E-A63E-9AC4-92A15E46B08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E88B99-3482-1FF2-9280-0D7D948259D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46910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3C127-6DBE-2C35-666F-2E2C6CD8D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D20FAB-28FA-9A81-2389-924CF74242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20FE470-BF14-A651-E0B3-02533C362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EE34D8E-94EF-9892-310D-E22CCC549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7F4D121-6E6A-35CC-956A-FF108461B1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FF20441-2250-1387-4467-E41A5A5F12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91B06E-751C-8309-7E26-614904E173F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AFED56-B361-7889-0E8B-7DC6C6A2E9A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6B9416-C139-5F2C-96A6-2FB221CC4DC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0141F4-AA05-AC5B-A70C-8BA266E467A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8EAB8B-7AD9-8A62-6EC1-F0CF29668E67}"/>
              </a:ext>
            </a:extLst>
          </p:cNvPr>
          <p:cNvSpPr txBox="1"/>
          <p:nvPr/>
        </p:nvSpPr>
        <p:spPr>
          <a:xfrm>
            <a:off x="5147734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5305C3-ADCB-0174-B3C3-C0790F69B97A}"/>
              </a:ext>
            </a:extLst>
          </p:cNvPr>
          <p:cNvSpPr txBox="1"/>
          <p:nvPr/>
        </p:nvSpPr>
        <p:spPr>
          <a:xfrm>
            <a:off x="5650090" y="10291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9378C1-8103-340F-275A-159648D43BE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7E8B12-8B47-A2B2-A244-4E87D788D7B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E97C19-C275-B53A-B8F6-6074671D76A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052869-ACC5-030B-E159-F2DFF5CF575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8A9C3F-4B6C-FAC8-245A-91599D04B2FC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94D47D-88FE-A692-F7FC-BE2E789E9B44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267C09-1B3F-98E8-9A82-21AFEE44033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F5F695-5B70-6930-7C89-04E79D5301B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434749-AA30-5E3C-E819-D83BAD64F57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6DCC1B-E1EB-9DA8-32F1-9B9F946CDF1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E73473-7F95-75A9-5A55-7903CC4BAE7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795C03-0323-1D21-B62E-2A4AAD35603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9B7AC3-9410-A5A8-2D83-298BF0273CD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39DFFE-592A-A9B5-514C-66013729612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5EDBB4-9BC8-4F9F-4381-20AB60EEB31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F93D77-553E-D2C4-A675-384E267DF43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9308E1B-13B8-BB21-1D56-9915753EF9F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99EF21-C1F4-AFE6-C0A1-DEF4E8A33CA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C10A75-E044-5328-1BBC-D0A8516EA8A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51396E5-33FF-3621-4B68-09BC54706C5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5E9138D-C0E5-8C18-CD03-61A4F17CA5D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880CDA9-45D3-E1A4-B03E-2C620F58C51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DFB216-13E2-B339-07AF-33AB746C5B5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8B6F49-8346-EE58-7270-823AF6FD325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C67EE86-394B-BE94-89D4-D143A7EBA93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57F48CF-9428-602F-49A9-DA363177A11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349A0C-E99D-9F9A-AE82-4FBB8E7730E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4A530E1-33BD-6DDE-860E-164662B460A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70DB4A-21F7-1639-EBBE-1835BC76FF0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D65A40-95C5-4FAE-C257-0AAE2F2840C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7DCDFA0-7397-CD01-66EE-D5541593E6D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828602B-6F42-FA84-9E80-03E1A091948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0E2E61-68E8-F9D9-6531-D39800568EA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A3C36B-B983-D2EF-B4A4-23D2A6787A5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944265-C1FA-A377-F1E1-BF661C4729D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0747AC8-19CD-F7BE-5EE4-EF5B3646E03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A1C7D89-32D8-9D04-E986-13BAD7AB071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49421C3-61C0-CDF3-2FD8-412BBE010F5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E2719F9-B375-8B0E-DA65-E0603B45412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3A67316-2AFE-5786-C8E2-F4021B5FEF2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AF3BA4-4781-6119-0AF2-13EFAA2B244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3C418F-2265-753F-3572-8B5FC6066B9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2A548E-9522-A998-2459-F816FA2E23B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A2BB278-BCBE-DC28-484B-4A50A5909C6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62F21C-2A9F-9911-E9B3-6ED5C003BAC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FFB1485-FDDD-AD72-191C-2FBAA0A15F7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9726B30-66BA-CA81-B63D-70F56E6D8C4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046EE0B-07A5-2BD7-8445-62A3822C951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2EF854-6E93-6A3E-C95C-ACBF67A4551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ADE379B-10CA-2D4A-7ECB-2F50FE22850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3B2F2DF-5484-EC44-3EBB-F8CBB91A143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976CC99-5CB4-B957-A8CC-56DD7FCDAFD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B2986E-A487-9AD4-1E58-3A132645442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EF3B117-E95E-2540-D7D4-148231A715A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7B67872-9FA1-D129-603D-1DD9A3AF9F3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9295659-7364-FA04-8A32-328EB9D7AC7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610F675-FF52-B6BA-E648-356931E2B0C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E5337C-B655-4E66-32E0-4E7B902264C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A581C7-62D7-6325-2035-BC102CECE40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2B28DB-BDCD-E2F1-34CD-BCD319F20CF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547171-D8E3-DFE4-B9DE-03D6618F88A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DD0C7C-D09D-6FF8-A8FE-86C5364E029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DE8AF8D-9FD1-7679-DCD3-C74B541A9CB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62DF53C-7879-9646-0847-9D6B5924B09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95580C-68F9-887C-F3C0-9E442880B07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9BA8C4-8889-D09A-BA86-7A5B1CE614A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527C99-808A-D502-2964-DC712B6503B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D13ADE-4586-D90B-FA96-B6C4C8534DE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EB155C4-79CE-AFAC-7744-0326CC49F8E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A19162-7C71-F357-20E8-CE6FD966F93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D2F5FF-3594-BAE7-5485-539DE3FE56E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28EA5F-0336-CCAA-3DD1-9595CED3A9C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204ED73-BC4D-1E8E-8F9C-5F55396A416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79753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6CE9D-D0E0-E4A9-E04D-714CFDEF3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CDCD9B-0A19-D14B-0772-2DAEDC27C3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EEA3E7D-1746-7D86-38A3-E05A9E075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2433865-9BFB-DDED-D926-59C513C85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8B4F717-4928-2059-12E8-AE1DDFFD61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09D530A-8E25-A2C3-0EB0-6195CCD11E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653894-BA68-6D2F-D239-A2D36C3080C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BF4218-AFB1-2647-EF7B-C12BAD800A4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8F8CFF-DB37-24F6-50C1-DCF5D46A69E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5660FD-C7F0-2203-9328-59B4759DE87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B0727F-C964-DC5E-0465-8CB406AFB82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0BFCCB-9506-F531-18A4-73963A48002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F9B934-7425-B921-E4D8-D2B650E7C73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ECA7E1-C86D-57BD-4B5D-4D7FE006860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881DAD-03DA-1BBF-AC07-436BDED13384}"/>
              </a:ext>
            </a:extLst>
          </p:cNvPr>
          <p:cNvSpPr txBox="1"/>
          <p:nvPr/>
        </p:nvSpPr>
        <p:spPr>
          <a:xfrm>
            <a:off x="5147734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25E507-07A9-A9BC-2A1C-77E05B394E45}"/>
              </a:ext>
            </a:extLst>
          </p:cNvPr>
          <p:cNvSpPr txBox="1"/>
          <p:nvPr/>
        </p:nvSpPr>
        <p:spPr>
          <a:xfrm>
            <a:off x="5650090" y="505260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5016C3-C382-7954-A589-4EEAF90750F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DAF7C0-BF46-92B2-F555-5D51C06F816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751DA4-D842-9DBC-B68F-9E161065C47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8346BD-25B9-EF6D-3AD7-E185BAB9F98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773A07-0824-4770-E40A-49B2127959A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523FC8-F2B0-27EC-EAEF-97DA903D34D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F0D3EB-CE2B-1A9A-46DE-F9678E52DFD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77BF39-4BBE-CDF4-48FC-57A5B2BAEBA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4BFE24-3365-E5E0-F54D-D817D982E3A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1E38EB-7BB0-AAAF-2910-F9C2E762866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1CD78E-BFB0-D918-F385-56D2D919A7C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FC11B4D-1DFB-4ADA-4B10-1610B402B2C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E7CE73-2625-0572-3B73-03E153344B8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62DDB0A-C8C9-3DAD-4F78-B899FC21F07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0C02CF8-2DF7-E73B-A6B6-612C8DC0458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E4A0CE-0533-FFB4-3C68-94F2EF3B384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CF5088-0087-E9CA-C369-8217BC30E53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0623DA-2E4D-67F3-FD18-F6C5656AA6E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390577-7108-3884-0BE9-8DE697C8001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4DBFBCC-1E92-1F0D-E2AC-6EA3FD3FF4C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D220DE-420D-6CFB-6DDF-9EDEA4053C3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416809-37F1-C026-465C-D8313920612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CD2731F-7A45-AD8B-11FC-64827EAB15A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408F07-E480-02D3-F34C-6A9F8F251FB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4DDFC2F-32BB-1D26-CA12-1EBE057F4AF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B5F7B47-84A4-3092-9966-6F653309E19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D058A27-7919-0DAF-BACC-2A49772FD82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0838F2-3E5F-D0E5-CF1F-80D3D251A81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8DB196-8771-B44C-37D5-31462E3CC33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CED0C1E-8C68-A17A-7BB0-2A4CD94AB5F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D542A72-0224-BB9D-2FF7-C4B27A368E2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704FFCA-A122-AB2C-F7A1-E37CE5EE3B3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D7FDBB9-5F5F-0D31-0474-D6C527F5A25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F07843F-A4FB-B9BC-B646-8527067F1B8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9AC39E-C616-B551-71D9-4897217E7A0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B455F0-73A7-3CBE-E737-33754905302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A904C9-C7E0-FA37-4BA0-8EBF4705DCC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B43818-DB8C-ACCA-375A-6122981591A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E1CA40-9C72-906B-394D-3F78C25A118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228D396-6C39-04FC-9AE4-1E0081596B5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F04F26C-23D7-752A-9EFD-89171E37D38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ECB1DC-08D0-63A2-AB01-882981A2BB3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9ED8F24-DFAA-AC47-572D-9F14F7A7ED3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0D2B052-7817-7F71-F2AB-E1C7E8901BD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A391FCD-D7B0-3203-E054-ABDDE5DA0EB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5D73257-6284-0AF3-230B-BAE3B86D4DA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B2C73E0-D15A-F870-9203-54193E00C1A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95A0A3B-A090-F470-EAE2-457F7A22E0B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881B43C-5EFD-E6A0-1528-40B8F13F8FB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23701F2-8FB7-5091-CD7E-44964466A4E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CC9C5C-CF84-0608-EA4C-AA0CA851D52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E62B47-9576-9E15-17C1-EC43FDE26BA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6808B6-26B2-568C-B555-422AEE5CBB2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C6694C-DDA6-035A-749D-F6E0B9B1ED8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DF5F2B2-734B-B9F4-284E-CBDF5D95923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4C24B0B-A0E1-564C-A7DB-52B73C565B7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97E4ACF-CFC2-69A9-BFC6-B3B556DE45F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E38F65-33CE-156B-9803-606423551EA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D2FF69-9CEA-4F24-1F9C-080FE446CB4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3323C9-3409-EE88-F48F-22F151B327A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1229E2-09CF-C930-4511-12893347F10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EB8CBA-8DF9-53FC-8BE7-A61D2433517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58CE38-A0FE-A8A8-E2AB-39179792BF2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899D3B-A6D1-B8B1-6AED-22F165A2914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39DF8C-419A-2600-BB31-DC0A897B5DD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9971237-2E13-BE5B-0BB5-800125ED2E5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5364563-88A2-D8B6-44A3-D93680A2BD3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B48B846-2188-4D98-17FE-DE2C923F819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FACE95F-6778-518B-75EE-F6896DC3D18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48535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FC013-3E74-FF66-AB57-4844EFB71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5360A2-65B5-55F1-EB49-37F80F3DAF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7556A8F-B0B4-60C6-613A-6353E343D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B1D4A8B-A6C6-D2CD-92C5-1B863EFFC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A5C532D-3A39-4324-0064-996CE1BC3E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0326FF4-0F10-3B09-0F8C-5E1B7F06A1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498E68B-29BE-FE04-C2F8-CF9111CB066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69F529-D5D8-4CF4-6B38-C0FA94AD9BE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F98F3B-A959-9589-9C11-C669FC580E1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7EC382-9F32-23AA-AED4-D5800EFBE44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DE87EE-E7A0-E67E-3F4E-AB83ED4207D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6C0D8-C0B4-4554-66E9-0CB3F7E32FC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7974D8-15AD-FD52-7BCA-686DF6E18F7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6F26A7-930A-F78D-CFE5-875CB757FE9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F9622C-4A62-C2C9-707A-A35541210E7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C4782E-A537-5DA2-FC6C-45D45AC2A21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836C60-6CE2-0A80-C9D8-BA04DAC7796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2189E6-10C0-5EBC-23A5-0B0E0EFBC99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0EE448-89D6-A321-64CA-20FAB79BECF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585B99-C8FF-5990-4AB8-C844B0CFDDE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F7B7A0-1856-FC67-482B-EDA94B7CD05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A0BB7A-3BA6-AF59-64CD-64ECDCF8E15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4E2384-E6C7-3BD3-FBBC-96E5120370A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532EBAD-D548-E65F-3E47-CE5BE054054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86C6BE-E823-7F88-CE4D-241C25C3E25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DC72DC9-B5D3-3A20-4A35-C08186AC4BB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F13905-EE71-154F-D686-256B19C12D5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0C68367-E349-A8B3-20B5-08211C7FBB2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1BA26A5-B5AC-5AB3-D753-12629F9940A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EC3666A-89F2-9C5D-667D-556A0E3A76F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346ADD4-357B-7AFF-CF9B-AEF74F13686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36D6600-EBB5-EF27-42F3-89AC8E2307D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65D593-23A9-8B19-4D6F-9C753C8B3C5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1C76C64-164E-3087-1B2D-ED91C4D35E1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CAA8C-BF51-B433-97DF-480BB50072D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0F67F4-D778-2C79-E6BB-BABDC18750D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380991D-3A45-3DCF-D633-326BBED8079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ACCC337-9940-A043-C0EC-4361A441F5A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55EC110-3ECB-0A40-6A69-1E866FFABDC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8E126E-1CC3-AA73-E575-365BB223A2B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6F7A47-0FDE-26B4-A95C-EDFE1637C6A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66D3E49-4386-5A93-37A0-D139A0D70F6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FF0977E-EE5F-C1CA-5A52-D2CFA1DB1A3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EB7D25E-E90B-EFD6-0F1C-1EA705471FD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619277C-4710-E446-2AAA-427740D0F42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54E7882-CC81-CFB0-D31B-D7123600FA8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339A2D-56FD-B922-F93E-33430AB422D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26AA3F-2BBA-6E73-8F3B-93637A11F01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1D0A73-CFE0-C99E-6592-FA1A89D9C09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083FE5-26E4-9491-E87B-E4AF4101616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D13C91-C2AC-892B-59C4-965CAB6C1E4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A6EA769-71E2-27AA-0E34-F20064FAFD7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D5F8BD-1DF9-BD0C-0E47-D5C0654F1A8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FBAF718-9B21-FE6F-A3BF-21B34D0A8E6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A4E7BD-3BA9-D825-F608-3268E954FEA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AFE745C-86DD-405E-89E2-2115C57DC1C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AD54B87-5E4B-9479-D4B3-A35B0CE10EE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ED57A9F-A95E-5CBA-1ED6-B64A4AA9EE5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5AE8140-5773-1D19-A867-DDDE97EB983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A4BB4A-5EBB-59B5-37CD-4D49F37271A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65A39F7-2C17-EB51-56CB-113A755D78A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AE6C76-5F8C-6644-0284-95E16D22EF9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F5C517-57C7-2E97-EECF-65593AFE1AB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CE60AD-5FBF-86C3-3FE6-B482DA253E3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CC5006-3700-C890-17D0-37D1E8C381F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8AA6C4-B5A0-103F-5AF0-CD28DC7B047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2DA8354-81CA-3DCD-A634-EF5A0CF4EEA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B31A1DE-CAD6-439C-56C1-D1E033F0365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CC200E-07FD-E951-093E-3329B827F32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65F019-BAEC-8D2E-4AA6-4BAA122E060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728F01-9C0D-E034-17F4-7A2D2C7EC4C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1EBC07-44FF-FCFB-84B2-9557A6E964D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33A4B8-7980-8318-7D21-2794EB4DB86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8CF9F9-7588-FAA0-62D6-B4ECE6DE28E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DD8B4F-E61A-E57B-0612-E620E836229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04F3510-D592-173A-F87E-91AE1075F61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BCF2B6-62EA-A12B-BB0D-A33508CA274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2B28E48-85AB-3DA2-1F84-A2F73C5F8C9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586174A-BB98-837F-BAD1-239BCECB08C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080C62A-F0CF-5A11-BD71-BA9BAF1153E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1925FB-40B8-3176-80A9-8336349E27D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90FF07-C3B6-3448-C8C9-8FF9F475827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78DE338-966D-88DF-B8FC-FD5BE570A8A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1183D9D-32E4-7210-D7D5-57E984899A0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AD72165-D5D3-3636-46D0-8210CAE8464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26790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10900</TotalTime>
  <Words>4254</Words>
  <Application>Microsoft Macintosh PowerPoint</Application>
  <PresentationFormat>Widescreen</PresentationFormat>
  <Paragraphs>3542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450</cp:revision>
  <cp:lastPrinted>2026-07-17T05:19:50Z</cp:lastPrinted>
  <dcterms:created xsi:type="dcterms:W3CDTF">2024-03-19T02:13:08Z</dcterms:created>
  <dcterms:modified xsi:type="dcterms:W3CDTF">2026-07-19T15:48:08Z</dcterms:modified>
</cp:coreProperties>
</file>