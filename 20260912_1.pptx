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4"/>
  </p:notesMasterIdLst>
  <p:sldIdLst>
    <p:sldId id="457" r:id="rId2"/>
    <p:sldId id="531" r:id="rId3"/>
    <p:sldId id="631" r:id="rId4"/>
    <p:sldId id="632" r:id="rId5"/>
    <p:sldId id="633" r:id="rId6"/>
    <p:sldId id="634" r:id="rId7"/>
    <p:sldId id="635" r:id="rId8"/>
    <p:sldId id="636" r:id="rId9"/>
    <p:sldId id="637" r:id="rId10"/>
    <p:sldId id="639" r:id="rId11"/>
    <p:sldId id="640" r:id="rId12"/>
    <p:sldId id="638" r:id="rId13"/>
    <p:sldId id="641" r:id="rId14"/>
    <p:sldId id="642" r:id="rId15"/>
    <p:sldId id="643" r:id="rId16"/>
    <p:sldId id="647" r:id="rId17"/>
    <p:sldId id="648" r:id="rId18"/>
    <p:sldId id="653" r:id="rId19"/>
    <p:sldId id="654" r:id="rId20"/>
    <p:sldId id="655" r:id="rId21"/>
    <p:sldId id="656" r:id="rId22"/>
    <p:sldId id="657" r:id="rId23"/>
    <p:sldId id="658" r:id="rId24"/>
    <p:sldId id="659" r:id="rId25"/>
    <p:sldId id="660" r:id="rId26"/>
    <p:sldId id="661" r:id="rId27"/>
    <p:sldId id="662" r:id="rId28"/>
    <p:sldId id="663" r:id="rId29"/>
    <p:sldId id="664" r:id="rId30"/>
    <p:sldId id="665" r:id="rId31"/>
    <p:sldId id="666" r:id="rId32"/>
    <p:sldId id="667" r:id="rId33"/>
    <p:sldId id="668" r:id="rId34"/>
    <p:sldId id="669" r:id="rId35"/>
    <p:sldId id="670" r:id="rId36"/>
    <p:sldId id="671" r:id="rId37"/>
    <p:sldId id="672" r:id="rId38"/>
    <p:sldId id="673" r:id="rId39"/>
    <p:sldId id="674" r:id="rId40"/>
    <p:sldId id="675" r:id="rId41"/>
    <p:sldId id="676" r:id="rId42"/>
    <p:sldId id="677" r:id="rId43"/>
    <p:sldId id="678" r:id="rId44"/>
    <p:sldId id="679" r:id="rId45"/>
    <p:sldId id="680" r:id="rId46"/>
    <p:sldId id="681" r:id="rId47"/>
    <p:sldId id="682" r:id="rId48"/>
    <p:sldId id="683" r:id="rId49"/>
    <p:sldId id="684" r:id="rId50"/>
    <p:sldId id="685" r:id="rId51"/>
    <p:sldId id="686" r:id="rId52"/>
    <p:sldId id="687" r:id="rId5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774"/>
    <p:restoredTop sz="94670"/>
  </p:normalViewPr>
  <p:slideViewPr>
    <p:cSldViewPr snapToGrid="0">
      <p:cViewPr varScale="1">
        <p:scale>
          <a:sx n="113" d="100"/>
          <a:sy n="113" d="100"/>
        </p:scale>
        <p:origin x="14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CFB1C-7F6E-CC48-8B12-2D5A9AE1C91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E9560A-78B4-504A-9396-2AE516B134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9270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4D157-A7E6-0CD3-8266-DE0939AE4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26FDA5-ABD9-E89C-43FB-F19D8441B2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8E2E9E-AD91-B134-310C-59487A42F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40DBF-0F4C-781C-F266-8D63105C1D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578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E45E5-5F17-884E-5537-94BD9F8C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AE8F17-5323-5201-C6EC-B8806B1510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0EB4CE-D8D8-49CE-A850-86E56E7DAD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AFD66-3F3E-09DA-477D-0743F35449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479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AA11E-751D-9600-4B63-61EE3D0DD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5AC81A-6B67-798E-64C9-158F3B7495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9B35D6-883B-6F12-4C74-663C0887E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2C0D53-8350-A128-AEB7-4764F6057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8890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0D1DD-EA90-0858-069B-43982221F2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B6DD4AC-18A1-7D85-CEF4-FF3A55D5A7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0C5574-8787-A50C-99C6-EF7BAFF9C2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1ACFF9-354A-C37C-9E5A-A8932A9AB3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8350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C62F-AF38-7E89-FCB8-D42B2E2F5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2B6451-353B-89F3-AD6F-336991F518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3240A47-6AC6-02FC-2A74-60ABB65067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B3EE64-53D9-5C9C-63E6-4ECDF96FFB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9771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66468-2B6E-07C3-717A-7A5803551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EB1B7D-9D1B-5629-710F-B7946D3D0E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AF7B71B-5B11-D8F9-0A54-748B8BE28D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3D36B9-7809-2848-3B30-6B0F30ACF4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47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6F575-7E12-B257-EDA3-2B6AADC8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1FBA9C-4262-055C-4685-13ECB8F861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330CFE-7662-4EA3-264A-5F43002D55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9510C-AFF5-D438-39BB-4EADD3B3F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7370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E9BE7-B892-3611-A7AC-CF499AB74B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6A184-F83B-0BC4-4D67-75E7386134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542C2B-1E5E-368E-BD98-4BA93C27C3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7B0AD3-6003-49D4-2B53-9EAF3BCE6A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77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77BAD-FA9E-B54B-ED3A-04908F7F7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855502-28A7-9D9A-3DD4-F2CB1CD0AC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F8D0B3-8F60-B809-8BB7-4745C0B169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391008-67CF-82A2-887C-5F31C8B123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088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F9D61-EF5D-A8F3-8A26-EC5837D1A7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1A67A4-5E68-6524-1D50-BFF17D1216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1DB009-4DFD-F881-F5AC-33E98F8AB6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837D62-F39E-6834-4DA6-D865633B87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54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4E022E-6AFD-7248-A025-B3CF4609B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48CB8D-5928-526E-7086-3F076806D3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7ADF7A-49DB-D4B9-B877-D90F470A96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4CB8B7-4DEC-9EBC-B455-317E178A9E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5494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134F4-A21D-ABD3-3252-AEEE17DB6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388A7E-A889-A30C-2BF5-58DF0894FE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A07254-3080-B4C8-86D5-80D3B0F3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6253F5-7875-8C4C-5998-C99F9DD35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869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9D859B-003D-1AF2-D4E0-A5DF8600C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D9E6CB-51C6-A63E-FE04-E7FFF97E1B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E06A9-2A0C-55C7-821E-E881B4CE8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9AC452-4827-FCB1-B92B-BA2996C89F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7139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66EB5F-7D61-040A-7538-63AEAEC5B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9235B8-8D1A-2458-E1F9-4C900BD516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3A3B6D-EC78-7605-DE29-B99C2E747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42219B-2567-55CD-E415-A8A9E5CC6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7761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18500-8620-6AAE-90C8-19092BE28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0054F0-0900-31AF-AEC7-2965C4BEFE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DCF414-E28B-30A8-D26D-EF09D38E85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D8FBD-FB2E-EF96-AAAA-2EACA9D22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6245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AF7E7-CD95-4F10-D7E8-4B31E9E9E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D740F9-959E-07C9-B2FE-C17CC7476B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A4CDD1-0552-EAE2-357C-5A32CA8651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1581D1-C69C-4939-CB0A-8F38F170D5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5729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F13A5-645C-0C77-2465-3C378593F6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990E3-6490-5D3E-115D-448B825903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11CA03-A117-63BA-A6C0-84E8CE3237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6A6143-97D8-AAB4-D7B6-2D290E4A5D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2132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12FE9-54A5-9FF7-6B2E-BADC9E6C8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55178C-71EA-D896-CB7D-9B16F56142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D2B6DA-1E8F-3C39-0380-81DA694530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8215D2-8B45-CB6B-389C-5ED8541D78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1803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09DD3E-9E4E-85F2-4DDC-7C9521E32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A66021-7A2E-E61C-1E8B-152F5289A4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DC7DC5F-7374-E501-3B5A-110DD90E89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835746-A98D-BEEC-8F11-E6305ADB82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4036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541DC-6055-357A-9C79-703162B92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1C2E55-11B0-C68B-AD32-B7E188214F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63886A-59E5-760D-72E2-E64740E707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29BBB-1A1D-4C06-2C12-2C0FEDB2B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58892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97A13-CC3F-23A2-78B9-0D3AFD4A1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77C3BB-C176-15C1-CB8B-2C08970614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8EA42B-5D9B-42FF-D7B6-E7DB006DAC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A46AA7-4CE4-FF00-82E3-B62107177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10241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B5D31-1C15-6A3F-7E01-88CC5ECCF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E2980A-3991-BE6C-6142-EDC96EAB8A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BBBE44-4CD8-3C8B-76E9-70ED34F37F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4B1C56-1F16-7937-AA34-8FF879EFB5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92525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7D6AD-0DE9-384E-A84F-9D99C52A8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F0FEC7-DE25-E823-CDC0-5F9A7A2252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F3B9BE-2DBB-D29D-FCC5-838B4EF60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F0AB9E-2979-BE6D-8BE2-DC5856E17F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21792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4DED4-0F0D-EE4E-81E6-08B427C2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3A36ED-2EEF-12DE-9FAC-9F02F46B82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B5CA3F-E987-C89C-9357-A3D5C35298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F4080B-58ED-1704-01C0-44265094D1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07672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186209-B75C-C720-7CBE-A92057DEFF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5CB2F1-9A8F-186C-8645-8C51FDEE9C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49FCF2-82B2-E2B5-BFDA-A50EBFF9E4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F89B90-1013-14AD-FE0E-B28A69667A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59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11B17-E45A-3594-25E2-4E0E4D466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C80C5E-3D09-3E23-7A58-46153496F7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1446AF-A264-0938-F236-DA3EC0773B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6CB214-6941-128D-0BDE-67E422D411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5191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03E3B-8D2E-537A-9D6B-D5570F36F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D666EB-B6ED-5B4D-2E4C-3DA88139CA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494568-3639-C416-659B-4A5F19497D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EF362D-0350-C6F2-296D-51551426E8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57918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4422CE-E768-D0DB-CC02-3411718C2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8CB34A-1280-30F7-B250-E068AAC202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CE2FB3-F654-7850-2EF7-B874555A08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F75331-82BD-C7AB-A1C3-E18CDBE890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6693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A740E2-2C74-6B7A-97CF-7DFA3FF6D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904B9D-EDF8-9DD1-A6E9-FB1FE0E493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47B4FF-20F9-1540-67E4-18B02A67E8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88ED56-1F00-E370-4890-016090B0DF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416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F9717-1CBD-5BA5-16D4-DFCDAD1A7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035991-8E7D-DF56-2B8E-100573089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255959-BB7A-1DD9-249B-865EEDC281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C5587-A714-C290-557F-F028AA9A7C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778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5FFB7-9CE6-3D5E-35F2-4188E31E0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3DCE1E-A025-195B-B353-3201E8EA24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175CEA-685E-F04E-7530-ED42C97986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A77316-9E06-A31E-F569-DF641C15F9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059175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783E8-F9BC-E022-8BA4-DD76C17B6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0E7209-BDBC-4CBD-8060-9B63175DF3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5BBFCE-AB41-28E7-BF50-A8AA96F493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CDDBF-E264-8D11-87F7-25A69DAB7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2573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2DCF8-0C0C-044B-719A-0209CDAD3D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F09FE7-D097-F3F5-A396-777CBA32DE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368BE7-74C0-20F5-F648-8A27F01161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CFBFDE-43D1-11C1-3FCC-3F473BDF78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195748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D20BB-633B-2BD6-007D-1C9C3B5A7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88F09A-1DA7-2E1E-2A76-DE8501D62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8534E-72A7-E9E6-3C32-0B8ACE3236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D28923-E7B8-DCA9-D15A-C43DA98CC9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188345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452266-8765-3336-0D46-8774B2E6BE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C52B2-711B-748F-F042-17CB0CF34D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CD8242-7B5D-8F77-8F0B-879B6BB740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A4DAFD-B1EE-F143-B0E6-749C752CEA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4219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7D6A44-D934-27C9-5413-CF413E7F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D16644-BA83-E494-1CD7-44FD91CAA5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38C81-441F-EE5B-28CF-F098182AE7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D30F7-A527-95C2-608C-6D25FE30B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01607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441B7-D404-8371-DF67-3DB03088D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DFA358-EEF9-C164-C1FA-749FCB6CC3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317E8D-29B6-0D10-097C-00DEE636C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6E2213-4B1A-4316-F0E9-7A14D02EA7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05632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44270-8D04-E27B-8243-8EDA469AB8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004E86-EFA1-37AA-E179-972CD57E5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5591F-A912-3527-4CB3-BA9A62B1B0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5875B9-9A0A-3B26-F6E0-E41C411B11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582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F4D187-D848-9E17-72A4-59C43FDDD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C991D-2A9C-E1A4-5BEF-392966B266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565C10-B832-62B8-BF44-BFF2F775A0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57A8F-50E7-608F-9D79-F2CE24D381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771938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053B3C-79D7-91AF-8122-57852F9776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849A75-9DF1-E635-3415-646C1A0409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68256B-CB1C-4BD5-2676-3FD58AE7E2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C3738C-EB05-271A-5F0A-DC38208911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48555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F5E6D-2BB1-AFFA-E287-63E4D221C7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687A6BA-D170-FCF5-ECE5-D79F855C2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89111-5EC8-72C3-6C5D-203EE26BAA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2782E-89E1-88FE-3DD5-1B65C69FC1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782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01DF-4DA2-20F1-B6DA-662117D20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5C19CF-6538-73FC-CDC6-CFA72DFF5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C66AB92-1C34-C808-C9D8-72115743F4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A614A-3958-F8BE-6EC2-7C34C76ACE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71462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F536-58AA-D1BB-0D85-A936E1F48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248CDA-661F-DFB8-D64B-5268C90D30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ABBB39-DE57-5FE3-118D-622F8A57A4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017AF-E158-4C76-4F98-873E0773A2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832819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FC2A4E-8902-BF0C-2603-0EB8571E7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0452BD-21B9-E93D-F167-C41886B402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05C041-B722-D886-F38B-5E5B172A38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504A9C-8C75-7161-7DD9-6ECF93790ED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7121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A12515-C538-3B60-C1CE-6DBCD0966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706E09-24A0-E115-AA44-12C51F81A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A0C582-1411-B6C1-FA09-A4DFA78497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0CDDA2-FE5F-6565-278D-3F973BB73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44776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1B769-1192-FDFE-233C-8333D0702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133FD-4664-AAC8-8A3A-A7B4AEA5D3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198F94-813D-390E-E73A-C009524659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04FB43-6550-1CFB-A553-0D10DE7C86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53898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4C162-91FB-0A18-2E87-82B27D927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041D2-D730-2A9E-DFA9-0E62CF98C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AF25A-3AE7-D80C-DA23-1B7C7EAC9A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6BEE97-7E51-F492-D800-D8786AEF3E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242252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1B04CA-8C79-0FE8-70BE-73A3A08E6E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F49A8C-A8DE-F6D7-A25E-C1A03CF2DA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3DE9C9F-1149-51EA-5BF6-4DFEA8DA3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45D7C2-BC8D-3B3B-42B8-E71E2293A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369136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BCF8E-A153-9F00-77D0-6668BED4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690991-6345-4B09-6392-6D993F12B7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38253-57FF-3AF5-3BF8-99D9EEE87D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12DB43-B864-7B1C-F0A3-D4683EEEA0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01577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E1B1E-E129-F9DA-3D79-09A851F11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6184C2-D105-3596-2C30-2631A2EEEE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30197-8554-5F77-FE13-76FFE37066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61E582-E194-EB8F-64AA-D573BF6651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9557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7E7E6-0CBD-1482-F58D-4954E7FA2F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B85C03-FCBB-72AE-082A-434DB9653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C42A34-2CD2-0727-C798-4E5C9F8F9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578F14-08ED-C6E0-C06A-05B69D335B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58043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21189-E2AF-92B8-5FE9-3A4DB5A21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EDB0B7-BA2A-DB8A-3EEC-31B574B81C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DC376B-4849-DB6F-4DE5-89E499DC5C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4F5970-E4FD-292C-DE01-10B65D8EAF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E9560A-78B4-504A-9396-2AE516B1349B}" type="slidenum">
              <a:rPr lang="en-US" smtClean="0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47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9BDA2A3-0B56-A4BC-FB3E-5478898E2B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5486400"/>
            <a:ext cx="9445752" cy="1143000"/>
          </a:xfrm>
        </p:spPr>
        <p:txBody>
          <a:bodyPr/>
          <a:lstStyle>
            <a:lvl1pPr marL="0" indent="0">
              <a:buNone/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E937130-C7B0-A98D-2429-E98F52C5320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164561" y="271459"/>
            <a:ext cx="4543223" cy="502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5137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4743-B086-9A1D-3BE2-DD15285A74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CEFC70-38F9-BD71-579C-1F4DEDA47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2569-D687-F730-54A4-431B65550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03A70-2667-EDB6-55AA-33F2B75DF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8A86A-DF98-B80A-F92A-0243739D2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018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10CD2-26EC-3693-3584-A1A3B203F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FE58AA-4CD0-A17C-27E6-209C794D9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4697F3-ACE3-F75F-B6DB-E2EDCB101D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77B070-E19C-7C7A-25CB-AF7C97F4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7F193-7B3D-9447-B9FC-64FB2E720B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500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894EB-0995-8BC4-1C13-B926701ED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55E3-AE09-9D5C-4866-DBCAEF2977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09359-F2A6-099E-D457-FB4976E8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68D10E-33CC-A61E-F850-633C403F3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52A36-99CB-F55C-ACC1-D46F4EBF2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8606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0032E-D76D-01DC-ACC3-A5F6F34C0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1452-1F3E-95FB-1DCF-20830E009B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B7308B-161F-AA81-3B91-25A7195D6A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584CB4-2FAA-C87B-0278-FD1F16105A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B3548-58B7-CC82-7526-F47EECC63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725728-77DE-9067-C037-0F4A37C61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73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220DA-D412-1E6E-D212-C26FE2AE1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D9DE2-8BC9-5CD3-98A2-2F07C05E3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2FD07-250B-0FD6-7698-EFBA488CF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AE512E-5E7E-6D45-2D58-1B044598D7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45F8E62-62B7-FF78-DD11-69774DDB6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E82641-31B3-87F3-FC9C-760F5B5EF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0B37-C72D-AB40-FC50-0F2BA55DA8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C0F554-9EE5-C216-0F66-7B3B49445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539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96625-DF37-5199-8B5F-0AD4D7EB8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CC992C-BF00-880C-96C0-7042C394E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390746-6A20-2222-138F-BDCA2EDA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7D388B-382C-CD6D-1A3B-DE8DF017D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3375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3BC02C-7483-7A7A-5354-1616AA5D5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0BC8C8-CDC3-97B6-5888-93197E15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C0EB0F-BDCE-E810-451C-168B2B13A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639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63DE7-75FC-0404-38C4-4C8BA62E7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96F1FB-D688-5CBE-3F6B-277925101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E1062-A0F8-7378-6259-452596C60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F6140-8766-DC48-76B8-3CCA9AE81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EF2E7-A2CA-3672-1E8B-91BB70564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F05B17-1A06-FFD4-9DA2-DD17D363C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403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4234A-C922-2D66-252C-D286F8F88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A83645-2F0A-288D-3E4A-4B2A0F3993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567A8-683E-46D7-65F7-FE65B0279F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FF03D4-5799-29C2-B960-ACB1D94C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4B8BCD-EAE3-2871-51C7-771B7DF07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5741F1-D331-2192-5F65-9DB5585C4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609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831E0-2506-463B-6A1D-2E997B58E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C2888F-D6C9-FAC2-0EB3-EF63307B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9D78B-309E-CCD2-C0DA-8B2E3D16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18859-EB6C-DBE7-E231-BD638FBF7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CCD95-C583-5245-72DF-6AD690D35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067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9EFD7-1358-426B-0140-A202A2D530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6D7B90-D96C-BD6E-65E7-55E7D91F25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CB66A-8728-B88E-C058-E9DC9E0E0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AFAF8-3C65-F3B5-B108-F27717ECD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642F-5721-9D1C-3D1D-6C1ABCC7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43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6A456F-C771-8F4B-C98D-9BDEE578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23516-7E50-1256-7BC0-68CAD2D90D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11502-CDE0-E081-1B9D-874EEBF9B1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9363D2-3164-4145-A578-C91A7CE0BB59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3C5F3-3A43-75DF-E382-0F9630A01C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1DBE2-D540-2BBE-7791-BE410B8C5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F62E73-FB30-9C4C-8DFF-19E2C751B4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515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D0A50-E4B8-B9C3-5177-C6AFBE291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EABAD0-26FF-2429-AA3C-799A866431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Start.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091D9C-BB94-C92F-54B6-41DFBD939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0F2C2C-B17C-CAE0-2A94-0B0164D60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6A1E27-B0EF-0D2E-77F3-45C5486A13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A3FFB8-54B3-D7CD-B299-A023629813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313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B6AD7-1C8B-423E-F90B-8B2C1FF75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75D959D-D7E9-9E6D-4CA7-8907A7190B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[11 in 4] is 1235.</a:t>
            </a:r>
          </a:p>
          <a:p>
            <a:r>
              <a:rPr lang="en-US" dirty="0"/>
              <a:t>[29 in 4] is 5789.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22126AE-29C6-E335-2BAF-A6CAECC09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1ECC2F4-DE0C-64F7-7148-B8233D43A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53704D87-B12D-F981-C086-E61A367598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86FDC40-2BBF-F0E2-5054-DDC4A0189A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B7A9926-AF65-C59E-F20D-9BF6E714441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0C45DD-8901-1802-84E4-F9BFF32264A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1EBBF4-DA31-70D4-2F68-37391124C90E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191E87-38B6-2998-CF75-3C0D5BA5DCD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0014B3-48F5-95DD-81DB-41822EEA551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984ADF0-72D0-3891-135E-9FDC561C5B47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3A024A5-2EF2-B922-32BA-DD58165CC14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0227DA5-D215-A85C-339D-339977C2417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</p:spTree>
    <p:extLst>
      <p:ext uri="{BB962C8B-B14F-4D97-AF65-F5344CB8AC3E}">
        <p14:creationId xmlns:p14="http://schemas.microsoft.com/office/powerpoint/2010/main" val="2812038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881F5-BED3-9B0F-5D40-7741264E1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6E1661-CBF5-182D-7B30-52AB8DA52EA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This cell shares a common row, column, or block with every cell of [44 in 8], and therefore it must be different than all the cells of [44 in 8]. The eight cells of</a:t>
            </a:r>
            <a:br>
              <a:rPr lang="en-US" dirty="0"/>
            </a:br>
            <a:r>
              <a:rPr lang="en-US" dirty="0"/>
              <a:t>[44 in 8] contain all the digits but 1. Therefore, this cell must be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CB97A86-1038-859E-0BEB-F5D30F4A64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57F5EC4-5AC1-8DD3-BFFD-F643F69DA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1086E2E-D4A7-E2CB-D48B-78CF9E8703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E91731-085E-209D-0467-D9DD81D7AE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37C8DF-7B8D-1E1D-231C-3398B764B81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D44FCA-D148-3320-2D9B-3A5DCEE3CE9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7F0FA91-2367-F26F-03AF-F158B2B8851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6B3280-5836-EC14-E4B8-BDAB131C124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70B319-A46A-B6E9-5321-FB9F3EBC907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60948-E53E-6C55-F8A0-0C41F70BE84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101E1F-92C7-4CD0-D5F2-7198404BBF6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28BBCB8-6AB1-CD4F-5EA4-F1916366B58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07DF1BC-3731-B53A-E8FF-8DF0F1B750E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1799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F4BF9-3E40-E39F-F51B-6AA91AFCC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4E0F5B-926B-C6A4-2DF8-2BA2A54550C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[10 in 3, no 1] is 235.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651CA53-6AD1-A1FF-88D0-25F88DB8EF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3F379AD-7F93-3132-86AB-8F553FBBF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3CC0AC5-43C4-8BDF-1A87-1805FCE74E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CA7620D-BA6A-6B17-4092-C681EEDFD8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724069-6130-824B-DED3-D8AC4715EA3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488B4A-1E73-3D0D-5C37-E6E733432FF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079E0-F577-A9F3-FA1F-77CF3777BF1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EBC9A1-2D96-A62B-64DB-DF855EFD23B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9586C6-6642-EAF3-7C6C-D28B6DC7284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F155A03-66DF-74EC-C8A7-92FCBCBC484C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ADA7EEA-ACD0-2BF7-3FA9-E8FE14BB4610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9A7005-2FED-C884-359C-57718B19356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0C50BC-E999-080D-0317-8EB8E6BF853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111E0F-C9B3-9130-6755-4F1C69010F0C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D4D074-F39B-B348-3DE0-EBCC8ECF826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B2DED7D-3412-6B72-0687-6DC4B39A7D6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</p:spTree>
    <p:extLst>
      <p:ext uri="{BB962C8B-B14F-4D97-AF65-F5344CB8AC3E}">
        <p14:creationId xmlns:p14="http://schemas.microsoft.com/office/powerpoint/2010/main" val="153772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98F5F-1621-EEAB-C43F-D3A21A7D5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E28D7FF-8A63-9062-1D12-2759BB915FF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[13 in 4] could be 1237, 1246, or 1345. However, 1237 and 1345 conflict with the 235 cells in the lower left block, leaving only 1246.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5B0C79-7367-7000-E7B6-15D7F0DCC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0FC2F4-609C-5821-B6CC-A7344A394A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64ACECA-2C12-05CB-3735-A75A74A444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11E6C1-62B2-2621-A77A-3F6E9C4CEC8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D22246-2051-0D56-E607-49B77500A51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6790B0-B733-2177-BFBD-9B60D37F464E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45E0930-05F8-4EEA-0190-59D6497AB7B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840A3CE-869B-6FE9-1BA9-CE3F5F1F0D3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74FEE0-1F13-23D0-1804-C0EBC79B9A5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AFC0010-AEE8-D4F2-ABC9-521B7730E96F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AAA807-9DA7-FFF9-5213-EEBE8D06E94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65292C-6AF8-868A-5FFA-24CCB2893EC0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CA29F22-3180-6957-AABD-3C68896EC34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17FF7B8-259A-D24E-0B2A-9D19F2185A9E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B2256D8-5270-44B9-49E7-DF853EE143C3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9A6819-0B46-C2DB-7101-99B9046BF64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DA084C4-94F4-1D07-D002-D74A99B1C06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509563-6B55-E75E-3244-622B0037E0FC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2C3521-E5F3-EDF1-6D0A-E60398E90592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3E1FEA-848D-0E96-B045-0B4E7029137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</p:spTree>
    <p:extLst>
      <p:ext uri="{BB962C8B-B14F-4D97-AF65-F5344CB8AC3E}">
        <p14:creationId xmlns:p14="http://schemas.microsoft.com/office/powerpoint/2010/main" val="2049659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AB66-C5BF-DDC5-6EA0-68CD3ABA8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290E72-CD5A-A843-032A-540913C84D2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59CD9C4-F303-B381-D738-D9704AB29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8FB9061-625B-3D5A-CDAF-4B0F8CD4E1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3F6822A-B0FB-51E6-3241-41867EEA3B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90CCE80-63A3-17B2-F361-7EA3DC3850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C3A3FA0-EB1B-A617-74EC-423ECF16D99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DC91D4-4316-7427-ED98-23E4679024D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139E79-8FFF-F6F9-1C6D-B944304940C2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C41BF2-E3D9-23EB-73A3-43E51C6E49F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76497E-DB4F-EC15-A6DA-AF7495095FF5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B2A155-100B-58E0-E28D-FC38B8C1FDB9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47F7A2-8624-726D-358A-E972D9B971D1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6F1DCF0-3E1A-0BF7-07BD-9186FE2896AA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A9E40D0-08E2-FF8F-C230-F148093661F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6F5478-8541-5737-2500-A4198D8526FB}"/>
              </a:ext>
            </a:extLst>
          </p:cNvPr>
          <p:cNvSpPr txBox="1"/>
          <p:nvPr/>
        </p:nvSpPr>
        <p:spPr>
          <a:xfrm>
            <a:off x="313831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CC2006-FAC7-E964-D9A6-C07DB23678F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0CCE78-7DAA-CE14-2363-9075C3CB6E93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65CBC1-6736-4079-E1B0-BD2ADA497549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5FC8F29-D048-86EA-2C12-30CC6417920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A10D9D9-2F30-E7A6-5959-7E44A05A460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26B3EE-C1FE-9F60-424A-A6DD68333C10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2387156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534C6-B65D-1050-1BEE-5A9767C01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E19FED1-FBCF-8CC1-7B87-B881477BE83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1A5E374-AB00-C3D8-7FE1-718406587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10B2336-52D9-9185-8A60-247A336F0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9CE2F95-AE31-60AA-1DFD-04036E236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6EC8DE-B696-91EC-8053-2B0487C62B6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06D382-2E38-875C-DC09-D91832A3A02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FB545F-C0C2-67FD-C9AD-C8ECE6E0B86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7A46B9-FC24-06AC-E581-44F3C40C6CB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48CB53-37FC-8312-74C1-E997DBBD25D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4E1277-39CF-BC3B-D58B-BF695A1E4448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259C3A-9726-B326-C9FB-049213F4936B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18DD7E-4DB8-F43F-5359-58D58BDC7789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7CC6F4-8E0C-9B1A-A374-934C2BB0C433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861A06-ECF9-60BB-CB77-14EC53EBD75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56184D-A5CC-A5E2-086B-459E0418811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DE10B0-F85C-EF92-E822-620FDF0DDDC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2030BAF-B0AC-6CEB-70CC-6E757BAC27E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81A1D01-3F84-E886-B4E4-5BACF13EC91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B3235DC-4251-1E18-34B2-37241E73B75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4A6161D-E30E-7D23-0CAF-0D861CFA9DC7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684908-0779-F527-71ED-BFAEB67E1FE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75051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41607-D803-262D-5248-7C01C451E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3AD02D4-E885-0A8D-4EED-92FE41CC86A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Complete bottom left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50834BF-5F2C-F869-F5BB-7374AB92F3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3DF7A43-5399-DB42-D931-7524A91EFB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3A38B5-01C2-9A4F-1102-D1F7FAAD43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DA90A5C-C0AF-0846-9D6E-7406D786C1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2CB2BF-06BC-9089-E0DD-33BF50A9992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F2A32F-DF87-59A3-23A4-6D8D6F1C646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B234B5C-94F8-22FE-8A9C-03CD1EC62CC1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C41FE7-1D20-83DB-7F5F-700020F05C7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A763CB-76A1-FB50-1580-72DD48DFD952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4661EB1-053A-4922-62E7-0F91FE48ED3D}"/>
              </a:ext>
            </a:extLst>
          </p:cNvPr>
          <p:cNvSpPr txBox="1"/>
          <p:nvPr/>
        </p:nvSpPr>
        <p:spPr>
          <a:xfrm>
            <a:off x="414302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0332325-BECA-56CB-1EF6-F1C77311B25F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9F83F40-13AB-9E4D-C021-5C3D4810029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E88BB6A-8AA9-27A1-AEF0-6CDD5F1786D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66C961F-68EA-22A9-A4DF-1D75BF27326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D67DE88-135D-9520-0896-934631361B80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9EEF8F8-EECD-FEC0-29D6-BBCC69373BB2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9E352F8-04AA-5FEF-966D-6ED7D651A10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5D6D98-3B8F-7109-1879-E314CDA29AB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0DB990D-555A-D33E-8EC3-B5CC2C575E61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046F2BF-314F-11FF-908A-83A2DA0154D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3A192E-BA84-ED39-42D7-87DDE597392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</p:spTree>
    <p:extLst>
      <p:ext uri="{BB962C8B-B14F-4D97-AF65-F5344CB8AC3E}">
        <p14:creationId xmlns:p14="http://schemas.microsoft.com/office/powerpoint/2010/main" val="39976085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6B772-4271-2065-22C1-06CC58E3D6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4A17FA-2444-506B-D164-27938920880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AB93EE7-4FD1-F100-F987-B7D1C30079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73881BD-BD69-9077-9DD9-8BE6A3A78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1C575B-AD17-19E0-D1E7-6F59E6B92E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907A2C1-DA96-0B5F-4410-A653CD8A3BA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62A475F-70B4-7FB2-CF23-2EBFE86C6EDC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A74C7A-6275-46C8-6E4D-46213AF10B8F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C74AE8-E019-DFF2-3A16-B333755CBCB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1D95C-8504-DD91-1AE6-13462E5FDE2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690C604-ECDA-315F-F132-3E04DDE60BC3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3F5959-6274-485D-D8DF-84D6BD1395D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7660510-9630-2315-4D44-C0F5C9864C6C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BED5A6-AB8C-3CB7-C694-044EF6D27A54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2EBBDA9-05EE-3FE1-A985-DD9745DE69D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F5E46F-CEC5-D050-346F-AD16DAC2C65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A87251-856D-3E16-F8EE-F360437DA4B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159ABB7-58BE-256A-F98D-D06815CF3DC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D8AE27-E9BC-CCC7-C0DE-F805FCC1362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90EA56D-B5AF-28A0-A2AE-CBAE6FC3E7EE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90F02E-60C5-6B02-FC54-B40344AB1F5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74CF39-02AB-EC54-10DF-3EC14D6EDCA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890E05F-8AF1-B14F-07C8-442D74CA790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125474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B33F0-9ACA-0082-798F-74A048D2A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E4DFDA-615B-0CC4-DF6D-13538659872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[15 in 4, no 2, 5] is 1347.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E3E1A635-C691-FC12-790C-4894F49F38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15C30DC-56DF-2AC2-5043-C5F45380A2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F0BEE6-AFB0-E237-DB23-D6C402B504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1726C19-C4E9-7075-ED39-65E40C27A4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B770939-4D6A-E5E2-FF51-1A97F0BE635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B6E4C6-8659-1913-AA74-F80604D131D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64ED27-C81E-82EF-EBF4-9CA95B1D4B3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21EE7F-FDAE-4CEF-EAF2-8F2F0FFAF28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C58248-1137-DFEB-AD89-8B44B374F10E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AC3EB25-D509-5945-9D2E-90FCA3AF9F9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839067-0A00-1CB5-7BCA-F28C1ACF8A9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691454-FCA5-D6C8-9959-1DC97C1574F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4F2AFE2-3F43-FE50-7A83-D574EF7DB41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9B18944-4409-E3DE-2110-8425314E476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0392B2-1F68-7386-8752-80F771001FA7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4CE11BB-F54A-B1B1-3B12-255B379ADF4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791F71-8A01-7707-F02E-950CB7050979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9769A2C-2F90-B126-7CD1-EF77B14DEE5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A2C8288-DB4E-7CAB-4D23-6C38C429043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27AB3BD-EA43-7E63-097B-001FFFB4D49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AFEBAF2-A080-A829-450E-02AEFF5CD30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11CF56-9FA0-318B-920E-A7F93736E3D9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F8B20D-8AA0-0E11-6E39-C02D7A27CA6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45D22A5-E8BF-3195-9FC9-1A17BFD38268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ED12D0-7E35-7342-03DC-4122B874D06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</p:spTree>
    <p:extLst>
      <p:ext uri="{BB962C8B-B14F-4D97-AF65-F5344CB8AC3E}">
        <p14:creationId xmlns:p14="http://schemas.microsoft.com/office/powerpoint/2010/main" val="6341059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494E38-2403-1928-A537-F65E7D34D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2DA9BE9-10CE-140C-C717-E2DAE562F76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841DD8D-3FBF-6DB4-B802-BB1FACCF4E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45BF192-4CD7-1BA5-DB0F-7E691CDC9F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20AB745-F8DF-2D66-621F-999E44FA1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C36AAE7-1718-4003-5B69-F0BB928E7E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CA750A-B441-B609-1A69-FDC7445F7E2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9F07D4-D334-852B-DBEB-A83C593BC52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58F350-5986-6B1F-45B5-FAA176788B4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97EB7E-19D1-D5F8-A03A-CAAF4A51714D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EBD327-4315-A31A-9827-975556A53DDB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4F8EDCC-F219-A31D-761A-BA27D416D4E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13AE9B8-54F5-D8E6-7369-53CD055683B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47F1A5A-42A3-4DB9-A65B-6397DF1A8A0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44D65FF-C649-B9EA-77F1-7E78FCA9E2E1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7D86EA3-3825-2712-40F4-D2596B5F4ED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2975F5-7EB5-E83A-1A3C-D0AC404FBAC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027ADE-475E-B6E3-8B6C-89AA5674634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04C2424-FE6C-7C1A-AD86-C0708CBB03A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0E973-3C52-5FD3-48B5-F45A16A4E26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5AB80C-2163-FFC7-802B-9DA4BD628A8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6E6444-94AF-35CB-881F-EC60D6538E85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1217F1-63AF-E30C-0CF1-5DC0B1FFF4C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6F026E-8514-860E-F7F1-D5D92F6C26D2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353A35-8A9D-542B-D2C0-568BEF7428C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D99527-6FBA-2FAA-6C83-07D427108F2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B6068EC-326B-8A5F-1ED8-71E8A2D501D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</p:spTree>
    <p:extLst>
      <p:ext uri="{BB962C8B-B14F-4D97-AF65-F5344CB8AC3E}">
        <p14:creationId xmlns:p14="http://schemas.microsoft.com/office/powerpoint/2010/main" val="40086904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4E9C7-E056-91DC-DB62-762A3446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16D2CB-7D19-B69D-F31E-DB1E78E6147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[18 in 3] can contain one, but not two from the set 5789. Therefore, the only possible combinations are 369 and 468.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35B8325B-6A2C-2BDE-6738-3D3A3B9335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57BA953-E872-885C-B574-79E7E1DF3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44548D3-65D4-343E-4FFD-6476783AE6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914B67C-E7E8-D26E-95D2-C7F9E07FEE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E94A92C-BF60-5532-7F7D-D69EA8E2B07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C4717-48D2-86FA-CB46-D30C39ADDB4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C78AF4-AB22-4029-48A0-ED5C72B522B8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C7932-0D7C-E01F-30BF-6E4B7FDEF7F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818E61D-9B0F-410E-5CE9-5D7DBAEEA21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D902FF-D476-38FF-AE09-D643DA02D21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EDFD32-FA4C-5C9D-50A4-4BB355A4CD7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5F78BFA-3283-762B-C4D8-973D7372AC3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357EE61-349B-8404-75F0-67E3259042B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CF6D5B-A939-2360-25A2-1F9D17434EB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97ACA7-1ECD-B472-3120-3769AB5F255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D4947A-804D-99A2-C345-2A081E687B7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F46FFA-05C7-5165-2594-6B20715402B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B90EA38-6391-19B4-1E4E-3085C2382F46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91BE80-15BA-6BEE-4942-10D3251CDA4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E8E68-FCEE-D3AA-4717-47A06BFEE4E3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8401BD2-EE7D-1221-8874-15C15066E8B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7E3EBC-01B6-2CC2-DB12-ED931B87921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957EB2-1D80-E90B-9BB4-58FD77AE61F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8BDDFB4-3974-9FB0-BADD-EDB8594A89EC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B83A2C1-D7BF-3EDB-7A88-0816FB06E62A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A6C3CF-E383-D911-0C93-7BC75DF8D20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357A6B-4EEC-03C3-EB77-2D6CD05CBE5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9C1FD8-7C07-D7B5-B03F-F440929D989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</p:spTree>
    <p:extLst>
      <p:ext uri="{BB962C8B-B14F-4D97-AF65-F5344CB8AC3E}">
        <p14:creationId xmlns:p14="http://schemas.microsoft.com/office/powerpoint/2010/main" val="9390357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D252A-9F3F-371F-F040-55653234B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774A66-B5D5-9AF6-0224-3CC9BA91F26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Last possible 2 in Column 3.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FE15C86-176D-8333-50DC-3D822AD913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62E8FAA-8884-3262-2698-1143EBDDF9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B75782-C634-4A79-29E6-494082313B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E6EA180-6DBE-0B68-67E6-B2AA3163F7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AA17ED-C9A7-C75B-EB54-A8275DFA8E4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B40E96-C17D-1A5B-7A5D-A792CE18537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B34BE-1EB3-1D83-48F6-EA06394AC73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23FF27-092E-79C4-B0C7-D93B5F37EFDC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A8EE89F-AF4C-30BF-1FC1-6C6B485D2307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95944A9-A6E0-9D6D-09BD-BD0832F020EC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8A48300-828A-32B1-2B21-AC8BDE4A1021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3878F4-F21F-73CD-091B-660F6FDB65C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7FCBB3-E2D0-5A00-7C4B-2989BD3D464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4642DD-AA76-5FC6-480F-E214D4715F7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3E0B621-59D4-5BF9-9E76-E0622EF7E64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76A763-B07F-C3C9-2202-E0214702BF9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094938-5FE6-0166-7ED1-79F9156E380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B84BFF-D934-832D-9106-8C4A8CFF8355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29688F7-0DDB-7B32-6330-FDA77E6565E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8E9917-2D22-9848-DA4F-AE7D35A67ED8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AF5A19-DA52-035A-A3C1-B4A3BFE86AA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24CFDB-9A19-B6C8-70CE-0690C7ECD71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55B37DE-E90C-7C99-4F73-06A960CFE45D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6C269D1-B99C-4681-86AC-1621AC7B3758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6450BE-7004-2B7C-D5A5-389B47921F5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C59127-4D14-0D6E-711E-A3498E9FBCD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9546B98-A919-69FE-79E1-57BBDF7160F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2489D00-3379-D072-768E-ECE3D1FFB01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82DCCD-021F-9722-0138-9F528DE5A3C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011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618AA-6BAE-19DF-1329-030DBC782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730643-56AF-ED8E-AD0F-79455AC459C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 Row 1, [14 in 3, no 1, 2] could be 347 or 356. However, 356 is precluded because it would leave only one cell (the central cell of the upper left block) as the last possible location in [44 in 8] for both 3 and 5. One cell can’t hold both digits. So, [14 in 3] is 347, and that central cell is only the last possible 3 in [44 in 8].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E281378-02DE-A4B5-53EA-CB962C6EF4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A723D41-F4F8-9CE1-C661-0DEC65BA90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07C75A9-4122-A198-5C9F-8F8F80C171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62BCB94-F9DA-E472-A210-A3A4858676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CDED32-DEE4-876D-B2E7-59D196B1DC3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4554158-F382-B9BA-EACF-91FE79EECD4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093EC6-0B16-E9A8-5864-6E048260F23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9F4F4-F8E8-B48B-8B10-B770278CD8C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5794354-8CD8-E3C0-DC9B-7CDFF43820F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DB611AD-22B9-F695-0CC0-B87A2C4E117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B04349E-69F7-6724-62B5-0D65E943CBA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10C690-56D2-3EA3-0053-392BA837683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FB9F368-9228-8402-9871-45A4703EC862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F1858A-1F0A-8812-2EE9-62A86C36ACC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A4C50A-E996-9664-6270-C80723B2A95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BE091C6-CD10-4DF6-82EC-449FC620C73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E3334E-7B5A-04A3-98E9-5C683F1030A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B60097-4DDF-1C1F-1970-107017E00EE2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BAF8041-7E26-38B9-B541-FA802D80231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37956FC-27D0-6E1F-0FD5-35872302E59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1B938E-95EA-98EA-3171-82EF8095B00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3C46EB-F3C0-4488-A3E3-03EA839AF5A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54E70D-E120-CEB7-8309-05E21A126666}"/>
              </a:ext>
            </a:extLst>
          </p:cNvPr>
          <p:cNvSpPr txBox="1"/>
          <p:nvPr/>
        </p:nvSpPr>
        <p:spPr>
          <a:xfrm>
            <a:off x="464537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98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825C79-6696-9372-AF5B-A4EC7AFC58C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25BDAE-8B7C-92B0-3835-3AFD18E8718E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A5FBCB-B5FE-1BDB-81D8-BEF84144498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78CC0EC-2C6E-1BEE-A30E-17DBC089CC3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1DE9ED-B734-0384-3A44-4A44E3B7871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0F8271-414C-112D-0B90-88D9DD9DC79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A87C889-051B-6E85-68E4-470EBBCA749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D523A27-4F3F-03BB-677F-A29D47D4153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1FB9960-3F61-D075-2F5E-E4757379BC05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5F383F0-C92C-0A53-AF54-F87ED62F955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</p:spTree>
    <p:extLst>
      <p:ext uri="{BB962C8B-B14F-4D97-AF65-F5344CB8AC3E}">
        <p14:creationId xmlns:p14="http://schemas.microsoft.com/office/powerpoint/2010/main" val="3458097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217793-D266-59AB-98F4-840FF2C3A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2091705-95B7-1C98-4365-68BEF38A47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(Note that the 3 in [11 in 4] is in its bottom half.)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0F9BDCB-7959-17DD-2A48-78850DE7F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3339180-DD54-D97A-87C3-1B5C7B6EA7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EFD0C88-7B8C-3410-20EB-56E4A960A6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2DE7AC-13FF-690B-38AC-71371CF7FF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804E87B-A016-1518-682E-3E9703EEF1B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52DCFE-A139-C1BA-6002-442CFD5BB00B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9D2E09-AD3C-EBCD-31E8-00F5C1F9B12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1B79F7-976E-90C2-7A13-089B9D8636FF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20096B-6A76-B160-AEF6-C1DAEAFB25EC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7B37A5-0860-EE89-EA09-6DE8946C0A1B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A92CAD-E558-A175-D14D-546502E40BBE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0D21B3-DCDE-D424-09A9-4842967D301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5E1D1-324C-AA3A-238F-56ADF47EDDF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895B5F7-4A10-74A9-D330-B2983A78284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7F2BF0D-BD5A-BD3F-BF5F-40F90AAA03B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8B429D-E6C4-8B68-5DC7-3533BF43409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94502FA-919C-E893-9052-B3F8E94FF4B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4D567A-F471-EE7D-4695-28693AC16DF8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FFCFA5D-E70B-4E11-5282-FFE47F90EE4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49B6D3-80EE-DDFC-73AC-A327237F330A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33258DF-83CD-8D8F-38DD-27C541161A0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976707-5C85-9796-556D-26DEEEE9BA1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1857B1D-B71B-B189-28AD-71B223CB497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DA8F7B-A927-8298-AF9A-0786A79D0D2D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461F3C7-5C51-CFA0-1D28-DCF509D46F1C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02C1D2B-E71E-9CE2-9E7C-49CCE50F947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AE9DBFC-5B20-95E1-2B8E-B04021FA849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875624C-DFF3-A2A8-0758-8DA8F5D3B61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E2A5A5-75AA-8AF2-108D-E1C33F30B7B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17E69EF-F848-47BD-A2CB-C6294B5D821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F9CBFC-6DF5-7B62-98C2-672FC5A9948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DBBE19-1AF1-16A2-F7EA-F429C8517BB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E64CFF-912C-D248-B482-00D6F89A810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697180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AE3F28-8E07-BFF9-8CCE-7D7EA83C4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99DFD2-55C1-5475-9E02-DFEDDE4D71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 (In the right central block, 3 is in [11 in 4].)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DB4578-1426-88C4-C396-FE07E5217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7926A16-30FE-2698-E465-4382AD4616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713AA40-B8B2-D6FF-2785-F134F8E613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33CF7B3-196C-9DBF-3B93-E3A51B2564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FB09273-F24C-E0DF-EA3C-81B08D69491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C225FE-061B-0371-7A14-FBF7B99FEE56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34CA93-7C11-6447-3E6A-A743F591043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99FD1E-0237-FF11-A892-1A59C2C5192B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A28BA6-06BE-AAE5-7000-5C5241AF9430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405939-DC6B-4FAB-FCF8-98AC711024E5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81B985D-34F1-A4AB-14C8-629A82E57DDB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4D8F6E-8B99-9E2D-692B-3C56FB13F1D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50ED42-16E7-8A28-88E6-553305398657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BE3CBB-189D-1344-7046-775AF6900DF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9D25BA-DE55-2200-EBEE-4C86789D79F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AEDFD6-BEAC-8B87-23C0-9BDD2F67763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9DB093-A5DD-75C6-4A91-3A5E0F072E0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A892E0-31AA-C919-7109-E231D3619FA3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000678D-89DF-EA84-74F9-9E1066FDA72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83A869-F105-14B6-BE4E-3029A741C9CE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BEA9340-A218-7071-AD31-A25D7707E82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0EFC19B-CFC2-D729-4922-63A78779267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C60D209-D1FC-B5D9-6272-8ACBB87AA0A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FBEC9E3-0AC4-0C3F-112F-347ADA9D70E3}"/>
              </a:ext>
            </a:extLst>
          </p:cNvPr>
          <p:cNvSpPr txBox="1"/>
          <p:nvPr/>
        </p:nvSpPr>
        <p:spPr>
          <a:xfrm>
            <a:off x="5650090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FC84B48-412D-1163-9F96-6F19984CF1E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859E86-11C3-06DE-3084-37EB06566FB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B41D1D8-62EF-5B91-4CFC-58DF299D29A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A97244-FE89-DCDC-1BD7-CB65D44BD36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E755C9F-586D-5334-AB40-F4AC8877185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C357193-8DF3-02AA-8A42-3ED7AB29014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346F98-445D-3AFB-EB4D-18D5A575D0E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7BD360A-ED32-AEE9-27EB-E7AEF9987C6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DA671E-BE77-97DB-A52A-2ECA6F0B480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039602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0CC7C3-8C63-1212-2A26-A578D6F479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AD0F2E-842D-CE27-1000-E1AF8ED080C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B626600-78A3-B245-636E-4268DA70B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348F941-DB04-D31C-F472-140EFBBDFC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9F68DF3-3A09-39E7-DB1F-A21450149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D100E6E-3209-E51C-E0CB-A4ED3AA6936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2714022-C2B8-FF86-0399-0D62C203A2D7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1E374E-C28E-7D0B-468C-850E2093291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D5C179-10B8-98A5-44D8-1F157A82949A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DADCFE-8188-B6E5-4152-A07F422273B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B75BE66-A085-B706-9096-B76C93A8E45D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B67F188-DC4E-D598-8C6E-C6CA32B85E28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1E863F3-3751-5946-15A5-59569BF38C06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7F3C054-396F-7F35-DC7C-46DD6B98449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25659F-6B4C-0587-5E6A-64D0F4B6637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2771A1-DE66-AE25-05E1-F8E7F3702BC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74CB19-9422-F4B0-0C71-5310D9C6A6D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3CAF140-0D19-0136-B8E5-B39653D5D68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EE98563-48FB-60D2-A017-F4B64543557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F814E24-E365-4A9A-9D52-CB144A1D5E4C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5EF6D66-2B93-BFB5-77A1-F9A918635DD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84E6A21-FCCE-E6DB-43AB-F27BEAC3C276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EE1BF7A-FE0F-7106-3956-86A350615C3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0343F26-07E0-F712-7ED1-D49712C0B70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586FBF-C1FF-43B8-C8F5-2C15F69F9C4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33034BE-0AC7-21E3-BDBC-1C977E2F919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10241F-4E2E-948F-4D80-AD812906A54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A4E4502-2A8C-2479-789E-A9A842048C8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D9D18DB-4113-7A78-8FFB-1B2234E6395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5CCFA07-6A6D-ED8C-3727-C4F3FC42E7E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C3430F5-0855-C4FE-21D8-964DD8B36C2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1AD730A-3623-269B-0FDB-E90057C822D4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5A355C-75AE-323F-225B-8C3E1302E29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BB67EC2-FF06-A406-7B49-385BC6D3C5B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E1E312A-2AF6-AC5C-3A35-A73186F3A89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454230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0401C-4402-5D8A-7DD6-42046BC1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D02C48C-0064-79C1-DE13-AACA96B0635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8 in Row 1.</a:t>
            </a:r>
          </a:p>
          <a:p>
            <a:r>
              <a:rPr lang="en-US" dirty="0"/>
              <a:t>Last possible 4 in [44 in 8].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83856EE-4500-B4F6-832B-54631C386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109F289-4BE0-6CA7-0857-1DC6A6A111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FAC9CA76-8793-372D-F416-BE1A1835C2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824FFC0-AB9D-5891-FFD6-D2E2CA60A8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E13E71-1C3D-8950-4693-CA246EF59BA3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A8593-67D2-AB18-F2C8-CEB1D03757C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1E326E2-2D38-2211-1C1A-842D57A04700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B7B53-160C-4FBA-4513-F3F982E697D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E8AD98-2FC7-1A34-6519-43D44F8EAAC4}"/>
              </a:ext>
            </a:extLst>
          </p:cNvPr>
          <p:cNvSpPr txBox="1"/>
          <p:nvPr/>
        </p:nvSpPr>
        <p:spPr>
          <a:xfrm>
            <a:off x="364066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DE00FF-59ED-20B9-3EBB-057579F99E23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8E0CF1-BAF9-77E0-E79E-A62CA90F8974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0E237E-4467-3BC1-0DAD-F9D753FE8D67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E7CC0B-3F1D-4BCC-FA21-D59F2B79C48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51269C7-AA39-E443-E853-E256088F7FC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4E14A8C-25E2-38F3-8860-7DB1ED9CF5C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85299E6-2AD1-E777-0205-167F9D4B532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4CC60B5-BE26-105C-7B2F-CF886BF3C06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1246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AC0C53-F6D3-7DAE-E95E-0F392AD7B379}"/>
              </a:ext>
            </a:extLst>
          </p:cNvPr>
          <p:cNvSpPr txBox="1"/>
          <p:nvPr/>
        </p:nvSpPr>
        <p:spPr>
          <a:xfrm>
            <a:off x="313831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4426D7-8AE8-2F44-70D0-557C035CD3E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1D61AE5-8975-32D7-FA66-874B91C6D409}"/>
              </a:ext>
            </a:extLst>
          </p:cNvPr>
          <p:cNvSpPr txBox="1"/>
          <p:nvPr/>
        </p:nvSpPr>
        <p:spPr>
          <a:xfrm>
            <a:off x="414302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B35489-EEAE-BCDF-EB0D-064A6674282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C6F6F4-F0EA-23A6-AF28-4AD95E5B3FF0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B4CBC7E-5ABB-BD5E-04AD-F548D658A2F9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66E0F8-0871-D79A-6CEA-ED610D0867A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B9D27D-ADE6-E87B-4891-7506A277630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C99CA7D-E73A-CC25-AF08-9DC11FACD6C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1C50920-F2D1-1B11-7774-88B22FDE430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E69796-89F7-4FCD-990F-7DA2E20F8EC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D27EC7-5CD9-771F-13B3-8B6B6AF459A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22A22F-A7C7-3D53-20AA-1450E9E51A6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5AD7385-4AF5-8197-49DA-2CA8C92A5B1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3B4ABB4-8D43-7D5F-DCA2-DBF8787B43C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1F5A12-061F-A59B-4CFF-C657291611A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A25DF6-7E3B-AB51-8B53-D12A72345CB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8E41B9-EE42-CAB8-66DE-9F59B3B7CE8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8923773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29712-BB86-25EF-3279-68AC25789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D7CCE4-D3C2-F3CD-EBDF-D6A0A5497AF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D7C7491-486E-AF70-76BC-D57A3A1A9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640F354-D780-6116-951B-01E6DD062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632E3F6-A66A-D758-7AA6-C3C2530CC1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394ABC4-C2E0-1F75-9AD7-41C8E793E43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0BFB713-8193-4014-DDFD-81797A908F2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33984B-1D04-ED31-E6EB-66E4AFE37B1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50462F-6B41-3259-740E-25981191C4F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25AE4AE-D51E-13F4-E044-F12D6409A3B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B4207E-C737-BFA9-B0CE-1740DD6B78C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8748F11-776B-9A5C-9C07-21B37EAD8979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4BE22E-075D-E4B6-9795-D4ED2F435E4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728407-3037-479E-3056-EE54C73F92C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05391EE-AD42-D682-7035-4E760BC3079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53EB03D-C646-B0CA-11C5-77768B72A05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8AE2D9E-DB27-3ACD-7BE0-CAC945020DF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F90CC7-19AA-D715-3D12-C1E8BEF70E5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FA0869-1742-2CC7-C3CC-59F6F69F0FE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7750096-BEBC-2E81-0318-D1238DA83CC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79EC7B-3564-1757-2A7D-01F9A49A7ED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C3CDB7-738D-02DE-83E3-C4FDBF1D355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5656D27-F494-BFBA-A201-45241032CEF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86928D4-D966-1D95-3C6D-95E14F48921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F9BFEA9-8232-61BD-1634-318708ABB3B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6492CA-E863-C076-356F-FD3C54C2FD4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E37375B-FFCA-AAB9-5BD9-9F045AD47EE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99ED508-DF69-1C7A-21CD-2A0D8EADAF58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DFBD47-A9B3-0BAC-1649-21098C630CF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D311E40-3488-B1C6-7E65-B5C10C5B825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2B1663B-CE43-956C-89FB-E14121D18E9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316B17D-88BB-F2FB-456A-3744BA2563C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FFC7E06-8980-307C-8A96-A945792242C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CCE6B1A-5990-382A-B974-0E9C834F0F5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E57B3BA-E079-F9AC-2696-D0526938880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025DF82-A533-1A98-7086-4CB3BB48B67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F94D05-CE26-671E-6B0D-2D82D84F8E5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879849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3B3FB-C899-D6BF-7A56-1AD11B9D3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481D90-AB76-8577-8C2B-AA3562AECE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3 and Row 6.  (Note that in Row 6, remaining digits 6 and 8 fit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2052417-8381-CD68-04EA-5F51F2BC4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846FD79-8F37-C408-0479-0E539ACEB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8F2D505-FF85-27A2-A9A3-E40F2B0F92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0C5846A-E8DD-8284-00AB-0ABEF3D66B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3A1A032-9EDF-28D5-1D93-7764EF9CD72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CC2163E-C0E0-AB0B-017E-1088B8A1590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9ED520B-77E6-C597-BA75-3F0C6AF4A72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FEC05A8-DA2D-7765-2F6B-B8C517856CA0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4C9AE6-8901-B332-4F9E-62ABA9B2F836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3888162-F7CE-E8A7-CE1A-960945EE99BD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1745261-3A05-5E07-8C95-25CB88A167D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4A44AD3-6D00-EC7E-597F-7E7E4CC882E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D5B68E3-1CDF-2D24-8CFB-4E21F73C7E3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B4460A0-2021-5D60-CAB1-FE5084202DD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B9BE04-9648-4428-3F7A-206227B1B62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3993F7A-6612-ECB7-7688-7ED5D6DBE9A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CEECFB8-7191-DF8E-E7F1-3761E568317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D48032-909F-B9A1-98C3-522C9014B85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2CDD2C2-D90F-82C3-CB2A-AAE5BACCDC2B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4F057FD-FAD4-D827-22B2-4FE06CBA241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031FCA5-DB0F-DC64-FB9D-67D4D48A45A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0F9DF7-4CEB-9204-6072-EF49A25CEDA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99782F-9700-0B88-8BD4-CD77E4C20F5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9E93CA-1C07-EDC6-20CB-946F008F1BA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EADB5E-AFFD-FDED-E6C4-A3532401B75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CCAC38-AB4B-7919-DB3D-B64C2B2A826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2AA4BF5-693B-5704-CCF1-A34AB912712A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3A2B4D3-73E2-E4B1-AB5F-452B3FC2596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E234BF-6180-2FC6-9B22-674D1E839919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49D40C-4B4F-8013-6777-5BE1CD9BFFB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99F2963-4977-3BA8-FC41-C0D1826913D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AA96433-299C-F4F9-8D75-90E343EAA2B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2FD3CB-1B72-AA35-B8A7-94DC0C87DA94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6E78CD-40ED-5566-196E-A4D729489B10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B9B060E-1E31-3F1C-3B24-744432688D6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A788CAA8-80D7-26ED-B9EC-B7B2497C6D8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25D8611-3530-50FA-E235-79C070D72F6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3567B04-C963-EA73-C85C-28DA008B91B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57A0FC-626D-8A70-D580-4BEE18124DC7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60108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BD328-20F5-C4E5-DC24-337F30EA8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0E8EB8-A37A-BA1A-9363-BB9F4CF65DA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Column 9. Note that there can’t be 9 in [11 in 3]. 689 fits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12AB6DE-68BE-ED5D-EE45-EF95715323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BB3B4151-3A8E-06EB-1C48-4F44F15AB3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D323355-4684-DA13-37A8-686169E78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71159AA-091A-480F-7D39-A689190B80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2F70E1C-A774-815E-2D12-0924D537A530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B56E25-3CF5-FAA0-5766-E6A3B207F20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C668A-DD9E-E5D4-220C-D6F67105862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8EF395-335A-AA56-4DC2-01F1A93A7F54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30A453-9368-650B-F94E-E961C1DE7F92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0DFE61-737E-4BDB-0BC6-142F12CEFFC5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2EE11CD-E7AB-722C-5C82-2CC7338976E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D16A98-D9D7-F319-4479-D31B3C119CF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F6BB6FE-FD6E-D085-B172-FD90102D6B31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4002BE-BD14-136E-5EF9-54C6909D771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E137959-10FF-B564-EABD-944F852F9A9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9BC1800-AFD6-83E7-FB5E-F5836F1AFEF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CCF363-A0B1-A444-C150-23E030C656DC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DAE297-A271-82F2-E3E0-32F3D6AAFE9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D8F8B4-885A-FCB2-6A37-F133B546F677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02CF87E-DBBD-7A29-BB02-6D20BDF46BA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769960-D749-B724-1AC9-9B144A0EB27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8ED0E94-1D79-2A68-B1FD-AE2E1C1A8AE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BD2F3F6-A827-11BC-0A60-BF5E7D89C24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68DB3D1-5B68-80E6-31A7-262A5A9B448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F8E467B-8DE3-5150-9100-292CD92C19E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97FF3F-8F52-F6DB-15A2-40E21BB2D21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E9D5682-9ACD-1164-2290-9C073195CB7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52445ED-6D1B-727E-A266-01EED157B47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9287913-71E4-603F-2917-B73438162A82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939C5D6-9E85-8716-A020-73E1B247FE2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799FE8-47DD-55DA-EA65-CAC5216D9CE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73A8243-DAC9-6CD8-C888-E972F7D829A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0BD346-13A0-556C-ED41-85E7E49910B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9D635-2A18-C57D-01A1-9723A6CC0C6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1EC47F-AD76-5EF8-F6B3-5678018B667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A43BB8C-E58E-9658-CA82-D87A9BEFEA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9C15428-D0F5-6F8E-A6D0-6DF641CF0F6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5ED0CC-0191-5605-7862-3500373FBF68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0C75C50-03DD-8CA3-B292-7E993E479B03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4944A38-FEAB-666B-6E79-ED665FEDF1B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3E556BD-137F-1319-F4EB-AF4B05FB964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30258B8-400E-3F67-EF20-D73424AC367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17661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E15E0A-E9B0-33D2-D0E2-028A1ADCF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AE1C8EB-808A-BE98-E549-CF7E3D83D3F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two remaining cells in [11 in 3] sum to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4CBAEB4-952B-46EF-7CAA-9754215A0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51393B2-A98C-8DCF-A4E9-60A92F53B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C4720CD-AFBA-B261-B131-020E06F52C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408E198-5C73-BDD3-ED77-96B392043BF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38B786-E83E-CB4C-1750-7D278973C0B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4DC23B5-F627-5983-F50E-ED716BD6D643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3B4BBA-3418-2208-97C5-82F001E8AF95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A40A5E-72D6-1D5A-8EC7-AD85286048C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5BBD95-6AA0-7D3F-E6FC-6B895317593A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1A6117-A3E3-F752-7BF2-562BAB56BEB2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B512997-9779-BD47-10ED-6C99CD7BD28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997704-0511-EDCC-019F-135D04465338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6ED602-3A22-2C4B-E06A-30A63E1B19B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965CAA-5E08-B6F4-3A4B-4F2B286B8A8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CEC513-97B2-F7E2-F516-81EEB07988F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5334BBC-BFCB-1CD4-E72C-6F1106E8658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F4F34A-A713-3AB8-54C4-4CFF9F1AE4C9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740901-5594-C122-F670-32438F6A1E7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9CBD86-4C92-AE98-7619-F5547423A33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604CDAC-1162-B92F-0DD0-B3405124462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0111DAA-77A4-6BC7-2409-971C41BFD646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D0CAD7F-84E3-12FD-5DCE-03B32D3C44C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24916D7-1986-C2DF-8980-837C9B58133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2D4D37A-3731-5FAA-4B2F-EEDED25B6D5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36AFC92-DE8E-8812-9CCE-62FBBC95E4B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308518-ED05-16E6-4651-040F896B7CB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A44922-64E3-4CB9-0281-FEE50E19A78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5A4EDCF-045D-8F37-D819-2F3D9E43C32A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8C8B03-CEAB-B4E1-686A-4356488ADE9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1F046A9-2458-36FD-7CD5-5F2F1077933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1D5B5AD-F3F9-AD99-7679-D2C412FE9E8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9BF396-20F4-2F36-3BD7-C327277B3A4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33FFF7F-85A1-EE9B-20EC-C312C8AE90C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65AE832-D710-7921-A03A-46521E95265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828D140-BC18-CF78-D59E-ACC41BD88EF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EC2C6B2-9943-7E55-2EF2-4F449954D200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D968DFA-065C-7605-99DA-1BF9B39FCF3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8B73483-B0DE-364B-3A86-5DE20DE3300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356B9C3-F7E3-44D5-D478-D44C3C2E7CD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51BCFD2-D2C1-221C-8928-AB7BD3920B7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24C9EE9-2E40-AF34-9623-88742775986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A97F4D-1562-7467-ABD2-5C6F8DFC4ED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551D9E3-B90D-ED49-583B-D2E19428327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2BFF173-1895-B944-07A1-6D75C441B97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5695854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48340-ECC2-C97C-CB4A-94C43F5D1C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80A209-8439-52B6-2449-8CDDB429D3B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6 in [44 in 8].</a:t>
            </a:r>
          </a:p>
          <a:p>
            <a:r>
              <a:rPr lang="en-US" dirty="0"/>
              <a:t>Then, last possible 6 in lower central block.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15E8A15-5F5C-BC6B-782E-3ACCF092E8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803B145-EE15-C9CB-17E5-250B2E51D3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659014D5-391F-C215-50A4-CD39FF3DF5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A0F01FC2-699C-E55E-AF28-833B1D453A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6CC8D00-B31B-14D8-8852-AA781732650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04921-AFDD-8884-A68A-E0DD04279DC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4A8838D-33C1-1D24-7B9B-5571B4054CD3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CFA4A0-606C-F5BD-D18E-149EB6F3D909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8E8842-7896-568A-1016-5C3A2E869BFE}"/>
              </a:ext>
            </a:extLst>
          </p:cNvPr>
          <p:cNvSpPr txBox="1"/>
          <p:nvPr/>
        </p:nvSpPr>
        <p:spPr>
          <a:xfrm>
            <a:off x="414302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B35F82-AD77-0832-E630-FCE853139FBF}"/>
              </a:ext>
            </a:extLst>
          </p:cNvPr>
          <p:cNvSpPr txBox="1"/>
          <p:nvPr/>
        </p:nvSpPr>
        <p:spPr>
          <a:xfrm>
            <a:off x="414302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87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FE7ECC-A5F6-423C-F36C-082330B92C1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948B10B-5DC4-9418-835B-AB302C3FC1A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6359CBB-0F8A-1D84-6A29-0563964706B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66216DD-47EE-2B28-557A-6882A37B4B86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3AF7AB1-B1A0-B19D-5832-E57DCA2C57E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1CC0B6-27E9-84DB-7225-494FC1EB479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19013AF-05C7-8B12-68EC-30C55564949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393CBA-C4CC-11FA-2101-E7561B75DC22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02682C-B2DC-E9C7-5C0D-D6EBFCF7B32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C0832CD-D951-CE7E-716B-140ED84D243E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F1C810-5164-B6A3-503E-6A2A9D87F5F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1102946-F465-53DB-2E59-06737337C73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EA7FE8D-F686-C8B4-321F-332D439D583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1903EB9-C5CE-1CE5-8D43-64ACA8D09F1F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DB641A-2595-7321-0462-4BBDE571161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859687B-00E9-B41D-0D00-31CE154BAD4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A2BF720-8466-E02D-1626-7FF6F639C87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03C2CC6-69C5-68ED-0D1F-7B0933CABF4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B6C6602-9C14-52B6-5480-A8DD91A5420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00AD62C-D716-AD7C-26D2-769E7C939544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A2E0BD0-8CBE-6CDC-0B5B-E8138040889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CB6AD34-9FD8-B63C-CF86-6A9ECE966EB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3881E7E-254E-993C-EE2D-89042B73E4F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B9C12F-5A68-1935-6BCC-1DDB20A10DF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D024F0B-A1C1-B2A0-F094-41A67667437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A5A583E-67D1-B959-A44B-87778A6E4E0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5EA68A-5E0F-9AD6-26B7-576F835D7469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944E89-5D10-00C5-1250-5AF3C0533D0F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B9CCE9-FEAC-A609-4D04-E6D4DDF397C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84FCD6-F71D-303F-A6C7-2E39DBA6436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C0CEDCA-192F-C0A5-F339-1B3375E47B9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694B5E0-C570-14BB-3DCE-6C6C0DF15892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284207D-C2DB-1B50-7026-7329D98E226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E77B108-C194-2C55-BF54-1BCF1117C90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48F82A-2003-F21F-4BE4-D2F5E1A385F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E6EFEB1-4318-A1EB-04E0-6DC4ABA4E31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651224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6A510-A8A9-A6C9-1BB1-29D9637ED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CBD1F47-D7D1-C566-8B50-ACEA1CCEB0A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8 in lower central block.</a:t>
            </a:r>
          </a:p>
          <a:p>
            <a:r>
              <a:rPr lang="en-US" dirty="0"/>
              <a:t>Then, reduce,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27AAE33-CC26-A488-FBD0-F742CBC60F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622DA44-CA5D-BCC7-EA77-A6C84AC343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3521795-91BB-7041-5A5E-26A699E2E1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2E90BED-E7B1-A735-BA06-93E06E6389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C94ACD6-5091-D388-FB94-7C9E16EF442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DE8814E-9002-A0BD-156B-C60716D6D231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2C1DB56-BF9A-F9F5-E14B-7DA4EACFAE6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E72389-621F-F063-FBB7-3040F0634CF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C54593-451F-DC28-383A-530FB2AD647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A31E876-B9B8-5A5B-C1E4-72BDCAF1C3A9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4E586D-9C99-8884-CEE5-BD80BD5C4F0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71D0B30-47E8-7D4C-2B6A-57C9FDF5A9D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E5FF88-EB69-E59E-5442-D0C49C16E35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C51E06-CF53-AB9C-16CF-5A035D88D95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E3B6AE6-DD7E-3797-8972-C458A591DE2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C8AC13F-D5AE-AC53-693C-241A971F56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BE3280-9D75-3B0D-86E0-5060321A61EF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F65885-B306-409A-5028-9B20DED2D6AB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84E982-2D5A-66EA-451E-44309206AFE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8135562-E6B7-CD33-C773-3CA9664130A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2BB903E-A568-A0E8-3536-80C5F0C72FB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AC2E0D-8BBB-7A7E-4705-E2DB6854ECE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B36FCF7-0959-CAEF-46E3-AFF12983CB99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0933B6-E139-39C0-F0F3-4B31B867399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DB126E1-96DE-FBF3-72EA-974399B11B7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397C3E-8D6B-CE5D-F40F-99127421C7C7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53BA4BE-DE88-2921-5269-8F4958C0061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0F1D70D-9009-8A2B-847A-5973BFDA5B92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DA3998-255C-A9D8-C944-0898A2C9750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55C1490-C541-96F4-0AEB-BAF0CE0824A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6B2AD98-D1EE-4674-11D4-61CCF160564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21C53F-1A77-E704-EA00-96C55BBAC14B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ED2CB4E-6781-0C97-0348-A3B62A3046F8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21D1DE9-1F0E-BA4B-7FA1-78AC5707D25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002E1C-3696-E068-6BD5-0542D7E5648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51FBA83-90A0-0FA8-CD71-BED6F8D115F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BB4F077-EA78-C921-AA73-00335236B60F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2862197-2EB3-71A2-31B2-893B0BDB5E70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60E39CE-4F01-CCAB-9188-BBDF762E824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64BD1B-08A0-95D4-1284-6A8717127B0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DE10AF5-E0FA-6E10-FB8C-AE3B9CCD349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EBAB179-8F25-F530-51C8-D32EFE7C99B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A6C4A16-551A-6968-5637-658FBC551E9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3CB74C1-BFB6-F840-D762-BA2197C256F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53FF172-152A-73EB-D3A5-8C6FBFF8DD9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CF24A6E-4215-7B5B-3F72-D3B1700FFA5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4CDD676-6314-4C53-5210-43D8DB2BC568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7994820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2AC12-95EC-70CE-D3D5-1E6CC02DA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83D05E0-F68C-D031-5BFB-24A5994A8A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[21 in 5, no 6, 8, 9] is five of 123457, which sums to 22. So, we need to drop one that equals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33503CE-B406-3DBF-6F75-0D3E3557C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38B68E71-E100-5A3C-0288-0F2DC63799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77E50F0-648C-EC90-20B5-96F28F40AA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B5854D9F-C978-CF9C-3DA8-94D782FF78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2C5BF4E-0487-A07E-26AA-CCA9437CD17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E9775DF-ADAA-973D-AD53-63C75BCC8278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D48E4C7-7637-5E3F-D484-8908C3456C7F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052A2E-7329-BB8E-8F6B-CAA580B59A1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0F9C13-41D5-4D2B-82A7-A9CF83F2584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16BF1F-AFD9-419C-51A8-52DCE03E5DC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638037-843A-DE66-33F0-36D8411CE33E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37EB405-B90F-EF15-D664-0FEA5C56413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1E5655B-80D1-3862-EB10-1A6E01FE6E3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BC4DCCE-65CF-9E52-464E-5CE198753C5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5DBD46-D129-6D4B-E042-0FE4BDC0325B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1C3629D-F4FA-B426-9B29-FD827AF656E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464A6B-ECFB-EA68-95F0-40CD59D6DEBA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EC3342B-86BB-AABE-DCFB-A051850E9450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F00DFB5-F86A-8180-FC56-E23CDB35B0B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AED8F96-7A95-3A9D-C6DE-F2B3611FB3D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E1568FC-3900-5C96-E486-5B0663B4F85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9213BAF-A435-D218-1F84-483745319BA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214BB5-C8B3-7A5C-6C7B-9ABFB2420763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1A5335A-6FBD-D71A-9ABD-F3BBDD9085B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1FBAD3D-5C4A-EE9B-5325-8A2E2841602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595160-42E5-864A-9AFF-FFA22EFFCBB4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4C264E6-BC7C-8F5D-1E85-13A72697981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67487F7-C155-3060-4CD6-672C2F96BDF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00EE4B-B7EA-6D53-E6E1-B7D43B04605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2DC756D-E7C6-FBD3-ED01-F94818BE4F7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8EB5F51-2C91-D88D-8AAF-4BCBB6CC1F5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CD9DFD1-6CF5-B6ED-E614-1957E925F1F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D88AB0-23AF-502D-65AD-91A53F87FC91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86E4228-B415-8528-610C-6C6812DAF6C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91FF3E4-43E9-5C02-8F1F-D2D42543C64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C6938B-18C2-94E3-0B45-A27BB845FAF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009ECEC-FBCF-60E5-270E-038FE978616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FEE0B10-0EFD-853B-444A-A2137646F5F1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D14624F-C027-12EE-AA52-FEBE457DF1F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D3A26F7-7B7F-C93A-B98C-5C2E6E630F8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C67AEF-7A13-566C-F07F-E7F5476F1A4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8D8BBC-8639-7D78-0A4B-1AD2524AAAF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0E0F64-64BC-B1FF-6ABA-213F0951CE4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C3A7C61-4956-DD64-9719-78052733F61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AA0EA5-DE0A-CAAC-A2AE-EB2EE55D76EE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4F05795-6328-987F-ECA0-020B310A502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6BADBFA-28AD-4DE8-57B2-EC4A8E6AE62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5123557-499B-A84F-E8E0-021E3669C4B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AE9EA26-4712-4B6D-9E17-57BE1FD9130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FE6E921-2AB5-4A7E-4096-E04D222AAA7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B670878-DAE7-CCE1-72E5-E0231406A088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C1B2E6E-BDD3-09D5-F53C-F74DD0A5704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</p:spTree>
    <p:extLst>
      <p:ext uri="{BB962C8B-B14F-4D97-AF65-F5344CB8AC3E}">
        <p14:creationId xmlns:p14="http://schemas.microsoft.com/office/powerpoint/2010/main" val="25950174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8BAA7-D27E-54CA-9430-5BE781880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037BE0-9551-D8BF-8912-8954C4655D4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Last possible 5 in [44 in 8].  (And, reduce.)</a:t>
            </a:r>
          </a:p>
          <a:p>
            <a:r>
              <a:rPr lang="en-US" dirty="0"/>
              <a:t>Then, complete Row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13CBD76-0121-30CA-C382-91C748159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F2570C0-8E40-9DB9-F73E-41DA39F7C6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F882C2-068E-819D-FCB3-55BFEBC51C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3A016F-E9B8-792A-1A37-D6F63A3BD5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FD311E7-63F9-F277-7B43-E900E715CA4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B00403-8D64-59D8-FA18-97448D7CFEA5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956C0D-BAA8-5FD5-591F-4F667CE8593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6D6EA01-E512-C481-2FB6-C81A6CAE43D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37042D8-6C9F-EC7A-57F3-3D8958EBB5D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AA0BA4-08D4-418F-6302-66CF85121D7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BF2A9DF-4105-74D2-97CD-40B2827ADE0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5D2010-746C-7576-5F1C-9ACD7A00D49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F18C29-D679-EB43-B50C-02222F11C904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9663FF-BCB9-005F-BEC8-70BE9FC4C053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BDE831B-E934-0BAA-7D93-E1B0036FE2A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CE4D437-228C-8950-F08C-AECAE1CEA76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9FD5CF7-0BDA-36B3-36A9-B49207B4C02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90287B-E9F8-F988-DC04-7E2EF81EA1F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988F69-BA09-9C5B-15FC-B95C0E43E69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48FF0CE-2901-BE22-50CB-9DF83A3A493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26B481-30A8-66F3-42AE-40D602FD123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4C048FE-AD33-5DBC-E7C8-B632063B357A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088C592-537F-13F7-BB75-11D69FCF980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743F29E-5B70-E0FA-2B94-5CE18C964852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564F7D9-8BE7-8D8F-A3EC-00211ACBA618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AE6EC9-92E1-8E35-166E-7041DA8042E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B1D1D6D-D6D5-86A4-03C0-1E63D108DF6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E359ACB-2610-F1CD-3DBF-771E9AE3EDE8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47B6176-125E-B313-CDAE-4880CAFE16C0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9159693-AAC6-5FFF-F023-47D1ABC74F3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7A1EEF6-19E7-8B7E-0061-33BFD373DA7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6B07191-80F1-A19D-AACA-54497E16BDA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D6207E0-121C-0E92-ECA4-E6B640FDBEBC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F35AB16-0B21-3590-B459-42345CDFBCF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9FD079-AED7-1142-AF5A-BE7E6747805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CA1961-23A1-BF6B-8A4F-E232DE1B058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E07F29B-5B21-2940-7942-53C09E7BAB6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F4E4C18-3DA1-6522-A08F-D0C54FE6DCC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530E9D-4BAE-4A2F-9F8E-4D52BAFB3C3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651AE82-EBF6-6F73-ABF2-75EF91C86C47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3D85258-04B3-B3D5-E2B8-351251019A7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AD42F30-A1A8-8E39-3D61-CB7B287EF2C2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BF022B5-EA9A-0A0E-0E6E-FCD12312320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107C3F7-7BE9-345E-FC5D-EA20EB16937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572C084-A1D3-3095-CA70-063166B38EF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9DC9151-DB4C-711A-E214-F8F5AAE851D4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D920EA8-5F69-6FC9-D881-7E8AFAC7139F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F4F7D1D-C6DE-85F7-AE98-83C4A7D1720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BA26767-5492-7F22-F199-2272942B045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60BF57-AA78-79A9-EC67-2F3F3BB04433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F83B999-E76F-41AF-ED49-0DAA0125D66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05FEA40C-7420-1F94-834D-01D4BB36D85D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C59811-79DC-DD8C-7801-341632A448C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CA4CEA5-D6D4-EBEA-FA02-C5C47CD0227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352686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5AA73-0022-A252-4DCF-5DF7246C9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C0B9060-6AD2-7F31-F41B-2C5B5FDC90A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[44 in 8].</a:t>
            </a:r>
          </a:p>
          <a:p>
            <a:r>
              <a:rPr lang="en-US" dirty="0"/>
              <a:t>Then, complete Column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29E341C-7AA5-C1E3-032D-3FCDEC8D9B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05BAACBD-7C6A-6D13-7CDA-1DB8A8EA8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B3393B7-031F-74D7-9CE0-5FE96E8E57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C135ACC-6E76-CE80-EE2C-679B122BA44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D61A319-A7CE-9F6A-59B7-94E1AF5E41A4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2B64C-F59D-24CF-8CDE-0DD3F018699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E5AC41-63C2-FE9E-8EDB-5D7BF6722C64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C8ECFB-7C73-62CA-7400-9CAF7F8BFF33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B54C18F-A4BC-DAA5-4E7C-C641DB2C5A3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C5E49F-7982-9F7A-0C17-85B7588290A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3F77E75-F28B-3004-6C41-00D6477792EB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659BF39-ECF0-3311-E322-9C3FC46C316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30ACA1A-7F87-2FCC-5305-5DF30DD6EBF3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DF01937-DA2A-DBBC-07B1-EE68569221B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6201D3D-C6BE-B514-E88D-FFB6252A5E1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5F8DA4-BA11-B073-58A1-B96750FAA2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EA8A8A-07DB-18C8-02BA-D0127044E856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0240D44-1F13-7DE5-A122-0AF9C1782362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5C8CE75-E1D2-DC52-B02A-16E1A7FAC94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A70CD7-3B41-DF18-6387-5E001F347CF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1620F93-09BA-17D3-D0B3-0A978576865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2F57D5-28AC-5F38-F173-E083C98746F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FC2D155-6BAC-E966-1A57-83C8557A78E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184335-169C-5746-9A8F-2EA2525EEB1D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6F39C7D-3CBA-3DA2-6D27-D7B1928660B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60B9BF1-68D5-2710-D5F4-ED4A5F154FDC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E527846-A69D-C81E-21A2-D16C7EF9815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C8F0656-C776-C2BD-EE40-73845AAB6ECA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35F0A5-734A-66BB-3157-06E5E70F3F2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3A92464-40E0-159E-B093-712F42C7203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81E2C55-301C-61B3-CE47-7F70C6E0475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E81AA65-FD51-5FFC-0070-E5ACCE6B615D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9156705-B495-5B47-17BC-962F9A29C43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7250DB-AE57-934F-8DB3-80FC67A7FDD3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83D89E-F7CB-B78E-1D04-44C1037947B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4A0C191-1630-F567-6A01-0718965403EC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976BB48-7B9D-613A-F7C9-66062E00A32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E3339EE-5043-B213-3DDC-15ADBC6AFB8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9696CB1-FEDA-730B-4D0D-D6CFEC3DD59B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0FB1CA2-35DA-4CF5-60D8-F68417D5E31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24AFE86-31A5-D431-9DC4-02A56FDFDC3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7888304-FE5E-F8E4-0554-379D0E5483F4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6F5C82F-0B5A-4312-8C81-FE7E6594AB1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A048F9B-43FE-87E3-F3A1-CBA39966C400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74883E-9601-439E-1563-6A89A549EB3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F3926A1-D8FA-9FA6-CB31-DF4792FB627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4160D0A-02CB-F984-FA66-FA5B56F068F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F2ADD5-DC78-175F-EA80-6EF4FECAF6B1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F3E26C-1FAF-7505-94C0-1D881D9E531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1CE2648-7520-AC98-2ECC-F39451470E4E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2F1E4F-C3FC-A705-0ACE-96DD24D3FAD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592AC1B-C989-76BC-C33F-5B3AAFF2FD4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7342B03-B0D8-701F-706A-9122DD07CD5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6311F4B-99D8-1284-267C-773C48DEE0A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F9F0BD-7CCF-B627-3F38-FBB0FE97DB34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EC9369D-2BED-9196-F764-6845071EBD04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67AE15-0EEC-C932-7165-56074E0A7DD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6749614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8ADBB-77B8-E435-A7C6-0923924AB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320107-B346-EC3F-2F04-EA22200090C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upper left block. (And, reduce.)</a:t>
            </a:r>
          </a:p>
          <a:p>
            <a:r>
              <a:rPr lang="en-US" dirty="0"/>
              <a:t>Then, complete Column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BABAFD86-C72A-89CD-BC55-20439FF632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C6EF3605-E4D7-EDA1-750A-A06C30852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B79EA2E-0E6E-B28B-3019-CE0087A94DA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9BAA914-CD38-F745-10A0-330324BFFBE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2F39CE0-042F-2681-37E7-BCDA251DD505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9759AF-FB0D-DE10-4E46-CCC7702FE8E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742B9B-53C9-7269-4450-7067D521A6F6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F2055-E6C5-2069-C657-ED624207EAD2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BD687F-6790-23E2-49DB-1523566E8D7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C8DD5B8-8234-1BCC-91CF-86072AC78BB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64CD040-1DEE-37AC-5C65-F7436E95768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9B829E-224D-C714-B743-328C9226B1E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2F2B7B3-D016-B9D9-81C0-9A908929771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7E6DF9-865C-A309-C988-C4DCE70CE81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78066B7-525C-658D-29A3-79613BA43C7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C621C8-54BC-AFEB-964F-65B8E4BBB73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E97A1C-AE17-116A-9B0F-C9EC700EADB5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22B063-2294-B576-4324-6F10BE7CDAE7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08F2182-94C4-E4ED-0142-FDAC0275E0B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9D0406-6E6D-AE56-97E7-8F290706A47A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E39ADB-26A6-883E-8A2B-581FE68385D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EC8E2E-A88E-E0E7-E49A-6A86A1D42FE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698C6D7-3BE5-1410-4BF6-4404BDED3D25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4955497-B58C-5CAA-15F1-82709FD6150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91EFE2A-46B8-4062-A7A2-D2BF1E53F06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44169D-5A0E-C02B-E637-BC50E7AF64E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4533463-3306-0A05-8230-471577EB35E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64ACA14-BA40-8F4B-D389-42F8372D2C2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A626C59-1A14-4C79-E7BF-5F332041277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DEFA5E0-DD8E-0E63-A826-10B43722050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CB78431-DBF4-F456-2C86-8E5533CE2EC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B4E884-6CB5-14BD-4517-6D78B89CE46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CD96DF-A299-7022-DE83-BDDD45928E63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660E60-F776-1FA1-9B51-47EFCD2CD5B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05A76B-5C43-6F8C-499B-02F66EBE850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021F9B8-3D9C-CF8A-8847-58E933061AE9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E55E96-C3AA-811E-43D3-502C09C9902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974E161-5C0A-368E-D07F-7016DE4A86F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BE59CF6-B33F-D984-A599-E52082BA336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04F766-2B1A-76FB-6757-4C9C01C8634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FD5D55E-8F59-9BA4-9644-D8B1B8896BC2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E71348-565D-7AE8-E30D-6D6F51B6381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BF6E7D-71C1-B6EC-0FD0-C835161EE18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E09042F-5A20-2E75-6700-09092D55242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96DEE3F-74BE-7912-668C-210E0209B9AC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36D540-A74F-29B3-418F-9E8793CBA8A9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1C701C5-8EBF-CB0A-9FEA-C65C48BB86F4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9048682-E4F2-1344-AA4D-3AE9C759397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D3C49B-5589-49C6-1715-947E9265F40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88E4B7C-94EB-F1C1-A6F1-656D52D076A2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469B8DD-604A-C97C-6E5C-E59D43B3D897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07A8B13-F516-F3BF-0ED2-8A23D95304E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E1ECD48-E283-313B-44FE-31BE190741B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4822AFA-0D90-C243-6AC9-1976023A5F4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61FA03F-1B99-2A80-FEFF-E4E2C614D592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3AA7F6-4389-21B1-F093-6B85D24D34ED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FA5315A-C06C-62E4-E2C6-0F9E7BAE35B7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2F5485C-4AC4-B91C-E3B4-3C0E47C51E20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1F025BB-1EE7-D310-BB95-13D579D8CD40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176C81-9241-3EF1-7FAB-D107E1009E6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27498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1DA248-8A1C-60EB-A064-3FD824DEFE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E02F9A6-7525-AA77-317F-B08C6A90249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[14 in 2] fills in only one way. (And, reduce.)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9993425-4AFA-DAF4-2B22-58ED18415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7297657-ACDD-4CB7-0830-E038D77B0E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7791F1A-8D41-36EF-4351-BF53BD84D4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0ED42C5-360E-E9B7-CDD4-8257F982F0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D977210-C129-F2B8-C684-842871945E79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DF2FF-0ED4-6D83-E244-0E99F8F4A7AA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3E92F0-F97A-10FC-0446-E48415058D37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145067-8BC7-11F2-6AA2-17BF1E45B7C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DA55415-0712-A29D-6EF0-FE0F456D940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98B60-1C60-E722-3D2E-6C8AD35959C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2A37F9-7207-17A4-7BCF-DCF33E152CC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AFA2B3-5B07-5548-B6AE-6AD2441C9AC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CE91786-EB32-962D-04C7-DB8DB197FA9E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8C31BAC-17AA-2509-DD7B-D5052B2B9AC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12323B-7972-0CAC-4462-69CD689BC92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24D44E1-0C85-9554-DCF2-12A31E7388D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710750-F559-8302-5FD4-349F41917031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66C4B75-2FCB-1DC5-DAB1-511E0EB36371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D3403D-CE93-883B-9B1B-39F0BA6B9CE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F7976C-B63C-AF0F-7D1D-4283C7360B4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C5BA206-AC77-7C4E-19FC-3337801D8C74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9223844-4ADB-2CE5-5F25-6CEE2C3CAF1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DC67530-D825-AD00-3EB4-2A3E54F2C77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74F2AD3-0DBA-AEAA-9856-0DEC27A7888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2A40353-DF5D-A456-FE26-89C0CCD04F8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9F8F697-57DC-4A98-6D52-D86CA808C92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2701B37-99FF-06AA-726C-E5B50F71DE47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8D910A0-5938-94FA-5332-87F68CAF535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C3FBDA7-4F1A-96E7-4C33-DB89ADF44F4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9F8E913-5F90-E3D5-F5A8-6BDEB944422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284BFB1-AD9A-C9F4-BB0A-75F5C02347C1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0430F9-E1EE-B22A-E69A-1F1706D7D49E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A2362F8-A981-00AB-7EE3-19B6040D05AE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8A9B6B3-6CB9-AF6A-95DB-D59A61A19B71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0DEBEB3-7571-D276-D659-22D96AD67005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FE9C2B5-E663-EBC1-CEA1-5A289EB8C1C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044C5D5-703E-AD38-465D-DB8E2C84CBE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5B519DD-6F2A-93C6-33C4-6FB33E211BD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CF64B38-8CE3-B37A-C332-115BC9B3E52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C6BA595-6AC3-1A17-E867-ED48857774B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564846-7098-C424-CBF1-705829BEFCF6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BF89C2B-1885-983C-F33C-146C3BB7BBD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59FF7C0-B748-001D-C204-F22D7162492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AB1E729-3A5C-1E7E-FAE6-9B90884FFA5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EEB764-6FAD-4D90-BF79-22128A91518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30E1F-BCC3-65E9-0DCA-1F204BE8508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802D6CB-90C8-BB5B-924E-453B9D31205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1186946-F5C1-C519-0E30-CBEDE2103B62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AF2E78-B69E-3076-EEE4-3B6BC818D25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8C2A5A-E2FB-3232-F685-4D1F0D34381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9348CA-AD98-4847-A406-27B97F420FA0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2116AD-967A-F19D-EB03-B06408E9197A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D799135-F388-FCE1-A55B-8B4A6FE70C3A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22ADB62C-28DB-2451-8B69-3E317DD227D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903A4C5-0E69-F2E4-23A7-CDB690B7864C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61B288E-070B-F41A-48FA-DAED5E5F191F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BCABD6B-EA42-75E6-633B-EE0220B2840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E155057-52FB-061A-6CD4-798B08EC3F7E}"/>
              </a:ext>
            </a:extLst>
          </p:cNvPr>
          <p:cNvSpPr txBox="1"/>
          <p:nvPr/>
        </p:nvSpPr>
        <p:spPr>
          <a:xfrm>
            <a:off x="3640666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4AB332-7246-5169-47F5-6FA9B0ABA37D}"/>
              </a:ext>
            </a:extLst>
          </p:cNvPr>
          <p:cNvSpPr txBox="1"/>
          <p:nvPr/>
        </p:nvSpPr>
        <p:spPr>
          <a:xfrm>
            <a:off x="3640666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76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5A8BAFE-A800-95AB-7FDF-663B898A478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4BF103B3-D582-7368-A2D4-3CB54702862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9467A7A-6089-EA86-5D8A-94348D10D8B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3561655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A425F-3F89-C26A-23FD-6641E8EAC1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CBA59B-7F17-DDE9-DF87-78B8A01EB95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8 in right center block.</a:t>
            </a:r>
          </a:p>
          <a:p>
            <a:r>
              <a:rPr lang="en-US" dirty="0"/>
              <a:t>Then, last possible 6 in right center block.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49B881EA-29A0-2ACE-0BDA-70288D3372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D1A3804-CD1F-F5B4-4A92-3F3AB552D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BAE5FE29-B245-29F4-0076-8FE2D2FF9F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BEC755C-38D4-36A0-1A93-7349C3E954B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5D6E09E-34E6-E11D-55BF-E2A694A431FA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B3420C-43B2-F065-9DF5-7423B31C12F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2D9ADB-16CB-25A4-804C-5C68A49391FD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E51102-8B28-323B-2C2A-9B0BC2FDFEB1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77E45D-63BB-9484-D8C6-FC99F7E1A72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C1D10B-1045-113F-BD3C-79A096BB46C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3E64CE-BF60-A0F8-CFCF-87CF7A0F9A08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AC2A7E-ED79-9A81-55F7-CD08D781D173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798160-DFF5-E1BD-5EEA-5FC8F4B6FF4A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9E9F73B-36D7-67CF-A957-B4DA65F4DB7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6C7B19-D5A8-191D-AE68-46B9CB341C2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EB31D1-85A1-9DEA-3728-DB383269A894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9D1956-D3F4-C504-9A54-EFC375D97B0D}"/>
              </a:ext>
            </a:extLst>
          </p:cNvPr>
          <p:cNvSpPr txBox="1"/>
          <p:nvPr/>
        </p:nvSpPr>
        <p:spPr>
          <a:xfrm>
            <a:off x="4143022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EC2ED7-BCF7-929F-C75C-A7551D321636}"/>
              </a:ext>
            </a:extLst>
          </p:cNvPr>
          <p:cNvSpPr txBox="1"/>
          <p:nvPr/>
        </p:nvSpPr>
        <p:spPr>
          <a:xfrm>
            <a:off x="4143022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64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D4B9C1-00F6-EB40-B8B0-BABC521E7BF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EA39297-413F-2749-CE43-6FE28DF4480D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09BD190-3D31-D926-63DD-CE5B617854D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C7B8577-4F5A-3266-ACA8-23546681DB1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1E84AC5-376D-4EA6-0914-C4C8E88A30DB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95D3EE8-D6D2-5A37-3EB9-383F30EBCF49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0F8AFA-8A25-302E-0317-57DC1A01503C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968F12-5F2B-7F28-0160-C02504029C6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48D0FE6-4A16-44AC-29C7-0F488616DF1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D39775-9014-5D7E-FC1F-A987FBD5CBA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7B9D7A-425D-1AE3-D084-AFE2A63F3E0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30FC7B8-2CCA-3044-5937-0B30A4037B3F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4958F71-FCDD-21BF-FED3-1D526D89C6A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99E78D-6661-AE60-42AA-CFCEF8237566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3C0108-F0B9-649F-919E-06D1394919F5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7EB12F5-AE9F-34C5-DED0-33B9FE840BB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36D7A1F-D489-AABC-F8E1-9BEF2621FF9D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DA9226A-D280-3CE5-58A7-3DA3AFDFCAA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D04CD57-BD89-F9AD-F46B-A8F634D80FF6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23AF61B-34EE-03CF-645B-4FE10CE4CF3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87B6DA9-2FD6-3E31-AAE6-E7E73E4F781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08D8FC-DF79-816E-8E93-91DC3BD4484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76F152E3-BCE9-DB01-7ACA-C95F8005096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507C2039-6405-9810-8D3A-BE070E541FE7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6AF368F-04B0-33E6-DFF9-5B6328ABE9C0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5770144-A77C-9D92-8F56-8BC7883D49F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3BA155C-1DFD-78F2-32CD-C196B7ECBCD6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D5D3B21-761A-4BDC-BC40-139E150845B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2F9ABC1-38CD-D6DB-5117-217EEE28C23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ABBE40-8113-8FAF-4E0B-573FBF47AF7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F2D98DC-B2CD-A7C3-D5DE-4E09FFD48527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B75BD17-831A-57AF-8F56-2E7A8ADE4F7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4DCEF70-23B7-D234-9DDE-9F61390CA2B1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51A7813-3A24-AF8F-F637-70AD1227B1F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A22F5FD6-66AB-E87A-2B3B-C6799123E2D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54FAC0A-E306-F511-41E8-93BD18C79E23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20A762-3E12-BE4E-B3C9-907F4F0104D6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19E9F52-5828-A3F7-C8DF-D952524C2363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058CCBA-FC4A-D105-320F-5E44D085D10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41F255D-DAFF-E427-79FE-944CF8879F2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B3922CD-FC44-415C-ADD2-27E95B88005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0C6A4D9-54A8-128D-EDEA-E7B04DA9C82B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8087F2-0E39-F12F-BE37-3872BF1D225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00B0044-F2D3-03E7-5BEB-1A812139D7D4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0561AA7-084A-B88F-4714-394DB597AC1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ECA2D77-9E13-D29C-2F9D-87671862CE75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381631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7F19F-7E85-3245-FCDF-6D0CBA1C8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53D70A-EB30-0A5A-E6A0-0FD978166A5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Last possible 8 in upper right block.</a:t>
            </a:r>
          </a:p>
          <a:p>
            <a:r>
              <a:rPr lang="en-US" dirty="0"/>
              <a:t>Then, last possible 6 in upper right block.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78C016C-C749-63A0-0503-3EDAE7E4B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E298EF-5134-70E7-000E-B910D73DF4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3838498-8082-27D3-AC95-486625FD9D3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D2A1AB8-D4D4-EB65-2FA8-A38A7BA596A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30ED1E-FDE0-2AC9-4EDD-AB74FF517D3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9EF88FE-18DD-B689-5BC0-C8CB8216B750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463B4E-BCBB-8D9A-B992-B1656771D2B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3248C13-823E-314E-6D2F-31CFE0326528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276D3A8-01D5-3DB4-D041-3999370B677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4A78399-5193-746A-7EDD-195A441F82E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449A3C-D2CE-24AD-C822-1EFD34F9AAFF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77CBA6E-2A1D-DD71-4670-693E1A4857F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BAAAD9-2610-E305-672D-8FC3C8AE1362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2485043-5A81-911C-00A0-7F3F14EBB0C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1DABBA5-682A-CE57-4DF5-AAF34FF4835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96CB143-504C-F150-C347-5093A9274F39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7D5336-553A-166B-3734-9C19DDC6DDBA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B8E534B-323C-4DC6-0548-E61A265D022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78DEE2D-B39A-739B-4652-14E61BE8838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9FA7F7A-8DE9-67B9-6F81-7AC79F1A849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B67126-BC1C-4B2F-A28B-2374DD2BE87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AEFBAD-3E16-DEF6-4A64-8A1C1E9E426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4E17E63-D93C-2136-86B0-BCB4FA7C631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5EE4D6-82CB-040D-1910-A2E0FE740FE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31B02E7-FD36-68E5-671A-C6924141913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560FF6F-A98F-2388-E968-BA484F42103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E5B3D52-64EE-BFB1-DDFC-EABC1A196DE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AB9B4ED-F61F-DA15-AAA0-E7235F40C9A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3B30D3-BFEC-545D-661D-EED09C6CB77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0484E41-7CE0-0E12-BD37-9C10AA5B6251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33CA5F-1E5B-3F03-D59F-6C3129D1F720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D0462A5-ED6B-9BCB-0490-729FD5174DD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641A185-7EBD-637F-2427-FD43235E2D1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C717DCB-A685-8B1E-25C4-EF4266A0DADA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E33D3FC-6953-2619-0A45-D9ECC039E36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189DE9F-F62A-7DBF-641F-4F3190AF334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37CB62F-067B-F326-E5CD-6E86E5E6B25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4EE5E43-A347-F3EC-589A-0EAF10A8EBD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2788732-6766-8637-E408-CD05BBC285D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AE1BA98-CDB3-A089-1CBE-E5D985CB640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B4B8213-7835-2C25-76F6-23427251751F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05780CF-2B3E-6C56-AF3B-9E8CD26436FC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77DE493-0F5F-334A-4254-AE48E6CFD902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DBFD093-D264-AA7E-668B-E43916E8856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0B4E9486-2CF4-C975-67D3-E4C61992C19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FF5B98-B7E5-08FF-94E0-EE8108C891F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2DF3A-43E5-4A15-630B-F108963D540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8A3FE6-BAA1-3419-CFF5-023BC427F6A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FFA640C-F5DA-2FC6-04FD-12848630001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65829F2-0EA0-73EB-0698-C304B4438583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EDC9CCE-A244-20A7-9A3E-6F93D765C11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DCA4A9D-ACE5-4C68-7C4E-F69D25512CC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440081C-B748-3CC4-48B9-65519AC1BC8F}"/>
              </a:ext>
            </a:extLst>
          </p:cNvPr>
          <p:cNvSpPr txBox="1"/>
          <p:nvPr/>
        </p:nvSpPr>
        <p:spPr>
          <a:xfrm>
            <a:off x="3138310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79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94C7E82-A694-CEE5-EF7E-9644EC267FEA}"/>
              </a:ext>
            </a:extLst>
          </p:cNvPr>
          <p:cNvSpPr txBox="1"/>
          <p:nvPr/>
        </p:nvSpPr>
        <p:spPr>
          <a:xfrm>
            <a:off x="3138310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97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FD0D4D-073C-EA80-49D7-D33400C10C6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AEBDC7B-0F79-72C9-4A91-3A0EB9F0CEC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85CC7DE-A45C-188E-6D98-F6143455708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41B3948-67D9-908B-2710-83EFFE8BA6B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9B6CDF9-D60B-040B-4A10-80AB9778DBC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E666AEF-CFEA-B7CE-D73A-CE020846966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66F39D2-FC81-A451-1A52-518E94EF50AA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5AB1796-5693-57A8-D8CD-CB712F9EC0FC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2E682DA-9EBB-EDED-D328-DB895DC761A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CA0D8AB-9B4B-36B7-AEC8-C5A906CF2C7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034B19D-5B15-531C-C3B6-6764852C7C1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312E073-F0BA-3FA3-3B08-87C6FFDDFCD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4799930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670DD-8E59-029C-6BBA-0A27E72E6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1C8D10-60F6-737D-E11F-A4F132ED393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right block, only one position remains for 9. It can’t be in [18 in 3] because 3 is precluded as the opposite digit.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EFDA5B0-A169-6721-4929-F0EF62654B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906D6F91-1F8B-F250-CDF5-098191DDA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E59AD7E-DF7A-06FD-E74E-509197BD34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5E6B4ED-804A-CFA5-016C-267CE05FF1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E5C685-B850-0E1D-58CA-552AAF61104D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D5D08F-5670-1DC2-8696-E6969D5D0A64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294003-F16D-0320-246F-FB64C7F2969C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7523FB0-6CA4-69FF-3933-CCBB105CBFCE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47490B-3E60-52F3-A119-C99500033522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B8EFDC-1DFA-BAA9-98C7-13B88A96424B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2F5CC26-5645-95CF-130A-4C26263B99D6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777013-53C6-28EE-207F-215C1063E0B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A9E3E6-2E2F-AF9E-9FBB-CE7F23E399E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8752307-DB2E-2DDD-F3BD-7FF22313B97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995361A-2776-3ED2-C8E9-C0EAAFF33FA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4426E7-0008-F0D9-21CD-5FA14123889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ED5CF15-91F3-4250-6D4C-2C4DDE628CD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B409232-D500-719A-A821-4905FF34A9B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573D69-1FA9-0527-84B9-CE8857C9DE16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E2489AA-9453-88B3-43F1-ED1EAC3E58F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66B324-74E6-E108-2F2F-42260A33D8A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B0C90D9-1589-4FC4-255C-A2A1072A246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B65BE2D-8EA3-5E36-7EA5-34CC314107FB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E03B338-9317-6EBD-31A8-24E7A623A24F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CD5680-AE64-D95F-01CC-5B9C040B194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A8CCA5-3F41-30B9-B3AE-016EAB49CE1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20FD52B-2C42-8CE5-892D-08E5FC4444F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E1E7708-0B81-0A55-86E4-F776F04B82A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3429AC1-EFFC-D159-67AA-015997ACFF7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646111-43BB-24BE-CB3F-7A1FB6AC810A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7C897B-BCB5-299F-89EA-A800DD5CF8BB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FCC908F-6A70-B7CE-4307-3BC38F7E9C17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5C58F00-871A-BA88-0854-4F30FDDD5E07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9A267E3-134D-1094-D831-81EEEC39F61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9BCBE3-A50F-CB8A-A72C-1BDD72151DD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B3359EE-EE5A-8B94-E554-E5B06C304D8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F87C495-174E-6768-F7A5-31913B30454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94C8772-9FF2-62D7-456B-EF9DA95CD90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3657875-7CB4-3CBE-F033-935F5BBFEE2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61B2319-8641-F8B5-730B-FCEF3B53B89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6C0009C-F70E-293E-74CC-1003CD66990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26E8BC7-7B13-AD49-6F83-F0F5590556D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1303933-7745-F880-C535-5472B38F573F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1EEE9B3-C8F6-D551-8AFC-B428B7694BE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8D91162-3A13-2293-232C-E2B6EF34112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02946B-910B-6EAA-C924-777A45DE8F77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5579AF-B99F-DBF7-5DAB-258DEFE70B64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AED185-34EF-0BAF-2015-208AE1762E7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2B7DA0C-C13F-5E93-5DE9-DCDB5A344F5C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A05F0E2-CE04-5CBD-8723-09DCF14353B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3A3AF84-ED00-59AA-5FE2-9CD400387F2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A6014AA4-86D6-4CF7-C174-3D5AB09FD1C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D659EC41-A81A-924C-BDFC-5FD70D8C5D4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1874CC-183D-5DB0-B6C4-5F49404624D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19DE6BA-F540-BFCE-CD2B-DA555AE4A88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C2F1A0E-AEB8-0D14-96A4-D0696812FE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2E1EA45-8C45-5466-0D81-10B99AF72CC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80A94A-D78E-F64A-69FF-F086814FBC4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8ADC4F3-9682-CC51-F2BB-9C38A577A3BC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95A7721-BAAB-0B9F-D257-C4DFAF3CC7D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16FBA25-8AF0-463D-BDDC-D18B8DD891E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F24C80-8C52-C7EE-5CEC-EDD6772BAF2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4DD7CFA7-3B72-9D2A-AD03-6376F292EE3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ABDA880-B4A4-EA11-D53F-012585F8B18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A11238-8EB8-12B3-2337-C378750D13FB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C99739-1AD3-1F26-DDA0-A2D6992F8792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7EBCEAD-CD45-5E7B-8045-4FB01008FBB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4746666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C6FE08-E75F-706A-01F5-70D99F54D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EB686D-F8BE-8751-BDAA-6A8C51E103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the upper right block, the remaining cell could be 125. However, only 5 is large enough to complete [18 in 3].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7D38864-5DD8-A9ED-4DBF-2753C96840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F3D72AE-458E-51E2-A68A-53D609765F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C49D00B-0F13-ED77-7AA5-5DEB960D2E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0F001E4F-454E-637C-8F14-B1A33B79F2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9FF71DF-F6A9-EC0A-011D-A6B90E4A324E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9994BA-0E5A-746A-6913-1D87F376945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733957-7B17-260F-96F4-6A58B0FDD299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F65D3-857C-DEBF-D3D9-166FB2910E2A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F2824C-312F-84C3-7233-6C8A61041E9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CBC459D-9872-689D-8172-24035539E42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5F9B866-0075-67CF-6033-D34B35E43697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FB746E-C050-C3DE-54D6-45F229B7211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FCE4D3-3831-F55E-F457-C3623308863D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21C08F-4C3F-6C92-BC48-62B68278F54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408E6B-51C9-1932-43C7-00363FD2DC8E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F5EA392-22D0-5475-2215-EDB788899AEA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35577CA-DBB7-1ADB-3416-4C0E0CC3A57E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318E05B-18CF-1BDE-83D7-856348709F7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D37F4A1-E310-291D-4B61-82CA4A42008C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55F4CA6-703A-CBD1-00C0-52D6A9A317A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2015E52-BDB4-E1E6-5FAF-D220F2DD7E4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A02C7A0-B12E-5FAE-0E04-07728A28E2AC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23428C-8032-0296-74BE-99E0B07FD5F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677DBB-E141-0A57-1B0B-1A97F65CDF59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8180C3D-C555-2A5E-2C8D-8128A008CAB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0C7CB29-89E2-A647-2CB2-34A089D92D9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8EEA95B-B7E7-8BB7-6E50-A94B7413E2A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FBB4D63-561A-C0C2-41B4-7CD25829EBC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F82BBC2-1772-E976-B888-33BC2B8B694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6C2551-C7FF-8B35-EA17-27437137F4D2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C8532D6-D520-D538-2225-BC3C7C908CDD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D25253B-DFE2-3E12-BDFF-A59D9CACADAE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32584DF-250F-C3D7-A033-4E3DAC33BD8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41B4F5-1CCF-2768-360A-4EC098ACA88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6DC512D-18AE-1FEB-2EA0-B156B0BC742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D5581C9-F16F-27EB-4779-18F1D42F855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00405E2-582D-F731-EA26-0612F9B3F579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DCA796C-FEC1-FFA0-3C70-6A6BA7DD517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9AB27A2-164E-7C42-B01A-5FD4DDF6245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407F16D-BEC1-AF8D-1021-6F5FBC37758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C465821-0972-34D8-B0CD-A7D90C295A8A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44DB633-C6A7-BF86-1F07-4355119A0DA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58D77F-D6E8-271C-5074-F0C90407226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5E56C5B-17F2-F950-FFF6-04F159203B9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43B624-25EA-56AB-AD4C-71F24DBFC066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497B87C-2143-6400-F7D5-9727B2E88D6C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32758F6-6A44-F699-03D4-D4AD17112C5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736CD8-EF51-D638-017E-FE82266BD10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3663E6C-A55E-1553-A268-EAFBE414399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CA343B9-A75C-646E-0B1F-0BADBFC5BEC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219041C-34BE-F0EB-D8B2-3AF725B63435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EF25C67-34FC-BFF2-CA32-A24F19BC3BD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7A68C02-2AFC-5B1C-E16A-EB6F461F7FE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D9B844-2B2B-0775-DC4E-258BBE7CAC9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1CE55C9-4944-3607-A9A4-6553826EC36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6DAC13C-FE10-563E-83E4-B0EF50FCF7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2DCC23B-A7FF-670A-A25E-ADDBDE8A469C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BBB5787-E3ED-2E9A-B0D5-09DE2AE7339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D4EA90E-FE40-3526-B590-A276C4152CF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9E331F6-CDF4-BCA3-A940-3BDA95D43E8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FD98CA3-C406-3E5B-24C3-F5696214ABB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13DDEB9-4144-249C-69B4-007695D0859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75A9BC6-96F5-6D36-3902-D1C70C70556B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AD0F595-CA6F-C2E6-E8EF-ADB94BAE5EA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67B359E-A80B-8315-6AC2-A97038CEFFA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2CA0F9-928B-B55D-25E1-907C96CC9EB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25F6EC3-854E-FEAB-33AE-D27858E090F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4EFC0FF-6A84-93A3-CEA2-3187324820DD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53909F7-9818-9D7B-AF05-C490A75085A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9489976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5C48F-86AE-4F0A-F449-37F33321E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9A8178-2DE0-2724-9A54-6F3B3CE802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8DDB8A7-08AE-4B23-7C50-5A0FA5AA6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672EF92-3AAC-028E-D266-AA88A9BEDD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C03D17F-09CA-02AF-17B9-3BDC2D507A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1BA3984D-8EE5-3535-809A-A64E344C7A9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5443395-7674-C5AC-7E27-36D86058CDA2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8749E4-9CC6-DF59-C3D2-BD2C82F2E46D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8BE5C2-C0E9-4474-0D32-F9817154818B}"/>
              </a:ext>
            </a:extLst>
          </p:cNvPr>
          <p:cNvSpPr txBox="1"/>
          <p:nvPr/>
        </p:nvSpPr>
        <p:spPr>
          <a:xfrm>
            <a:off x="7157158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87A339-E620-072F-20FA-960699A6F805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F5880B-1783-FF20-5BF9-8D4003853E8C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CD1EF47-A0D6-E8F3-1872-61D5D4C8DFE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D13632-61FD-E3D2-1165-E3E38320203C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93CDA4-5C0C-C96F-3868-862AB536F3F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9E118A-42D3-FE6C-04A6-A0B1227F7F2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566F9DF-320C-CA36-BAD4-4FE46AC7306A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084E1C-73B4-BF7F-CB5C-DE0469BE923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64F4EB0-6585-C374-611A-CD80E62BD68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7230F-03DF-F996-01A6-F645B6786620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0EC83F3-7503-971D-C341-EC4EE1AEDC3E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2D9D89C-BF2B-CF6D-0DC7-0666CFA8F8D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2DEB71-91C6-A233-44EE-A648C78B1A3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93F73F5-5D4A-F794-C152-FBB4B0F444A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57204DE-FFA2-A5D3-944A-A022851F3F1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BF35A6F-0643-B31D-2BB4-FCEFF63A182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E4D1D0F-51EF-D08B-1E4D-4980B8A0B9D6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F5FA1AF-F96C-E6BB-576F-00FE6629EBE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6C7AC57-6E8F-7DD0-D70D-466E0485393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AE426AB-10E9-289E-2F44-7FDB7E5B441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3009573-E0C5-25DE-E255-EF8FC5EC1519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1A36890-039E-FC51-1AEE-F2D64464A79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DBF68C-73BB-32F5-AB8A-18BD821B2C2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2ACF265-6800-6927-FCE9-EAE38962E552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96B5EA6-C092-AA45-2D1B-E101654B1E9B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4EBED55-2A88-CAEA-8C07-FEE75EE11E1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51A64B23-7C39-74B0-29DB-4F68A9C5C8A6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F4C867E-F6BB-8A8F-CD6D-AB55CB9E0AD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F7140BB-8523-F727-7316-2A5707FFF06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88F28F8-EF04-7AB5-C295-19D871F26E7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5460DEE7-B47A-C79B-69B7-13F5BB7C8095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6B73029-0CA1-CACB-AD97-8EB53BBE360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FC28790-ABC0-AC86-E64F-EC0D98C8E4F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4F069C3-FC5F-EDA6-51D8-D5A8B8ABE66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830C37F-BB40-0DE3-5D40-B3F6254E8AC2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F9420D9-CD98-9531-161F-D2258107F05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5E1FBE8-7425-0A23-75C0-F2F4F1D69AD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5B71909-497C-7335-C360-D3FB14216A3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075B5F-5582-75D6-DD9C-3643EDC0CF1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95BFC6-08B6-6EF6-82EF-B9F1E36D61C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ECC12C6-20C0-7B51-C993-1177E506769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0109938-50BA-F594-35A3-57D30497C0DD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F3DED50-F46E-4FD3-5C4C-E4E7C419BCFF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5E50DEA-C52A-DB43-E7DB-1F85BCFE2018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092F193-5EEF-C19F-C283-7B441C1B74A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6F8C85C-24DB-378F-430D-14C41513F78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356B0C9-7819-4465-3179-5819C6B9944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5716FD5-A895-FDA5-0DFA-E1A1899B775F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F7D7E9-8CE2-2688-D756-B7DE6F6914B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3CD90CB-0BE9-09CD-E81A-C1F3C729F04F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F0DEC50-4BC3-CADF-8774-6DFBE075FB6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BA883E4-E843-3749-D4BE-EEE57D9408F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6162BEE-5D60-EDE0-1E0B-A9E0864E8D9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A05D95-73A3-A1CB-0C03-E76F023E8055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731DD2E-CDBA-D5BE-42E7-A170A779A98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C8AED36-57A5-1E44-F572-64F13543F82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515A71C-9291-00C4-6BC8-C36876BE3CE4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87E09E-AC89-DFC5-6E3A-0AA73A83865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BB713C3-AC7F-4B27-8BAD-B3D0EB805091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811A6AE-4C26-1A07-39EC-FE9AE206C0E5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E31CFCD-AB17-94B6-BCDE-6B4388AC0E8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624C36D-187D-3A69-8575-73C0918FAA89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49532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9FF2E-7372-27AA-00C6-EAE1E4620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060678-C971-99AA-1B8C-500C8DF1D9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CD9909D-742E-E6E7-4F75-CD590B96D3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143B0316-324B-BE59-8FC4-76E42DF7C7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B06F525-ACC4-0924-C76F-0535E030B3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FF3FC8D-6E93-DD98-A18E-4C2E8A2B5E9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8C388C3-6CE4-DDA2-164C-945C0D5D372F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4ACDF6-2813-608C-0415-6B6964986F37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69A3DC-CE69-C613-F171-74F45ADEFEF7}"/>
              </a:ext>
            </a:extLst>
          </p:cNvPr>
          <p:cNvSpPr txBox="1"/>
          <p:nvPr/>
        </p:nvSpPr>
        <p:spPr>
          <a:xfrm>
            <a:off x="715715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58E5C8-64AD-C1A7-A77B-8585FDE0EF4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479FC7-D64A-1DD0-ABD3-21B83D6A525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F8B1BC-B88F-040A-9598-D9A573F54EC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6BBD37-4A12-DB35-EBEF-A3F3B6460DE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7CAEDC-D4F2-B43C-B09D-F1B176BF625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639D0CB-A067-491E-6FA3-3842D8EEB13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EB62E49-5D5E-8949-9AE7-78D6EA25CF23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901A80-63BE-BA25-26DD-65C7DE4C09B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1DCF12-5C1E-FF7C-A31B-A59D0C9393B8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AFBBCC3-806C-F69D-2ADE-CBC48A0C5B0C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417A0C-A8DE-845C-887C-691B804B778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FE02D39-50B8-E205-8AC5-4409C7A0AE4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31E0F99-73D8-AF54-DE42-29299D3A1BC7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6D98944-0CF1-485C-1D3C-C75934618D5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0AF941-BB88-106D-4513-314F736FB3A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BA546E5-C4CE-E7FD-1873-04E4852C7A2D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229608C4-D7AA-8F89-AB0F-029AC90AE0C1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E26F66E-502E-A7A4-4450-85058889FE9D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18A1822-4ADA-B4EA-FF25-41096A01140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82F75DD-4D92-6A0E-B58B-5CE743D70AA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7FC026E-BB66-16BB-76E4-174041E23D5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1BD0EB9-155A-FEF9-4A68-51D9CD250AB4}"/>
              </a:ext>
            </a:extLst>
          </p:cNvPr>
          <p:cNvSpPr txBox="1"/>
          <p:nvPr/>
        </p:nvSpPr>
        <p:spPr>
          <a:xfrm>
            <a:off x="4143022" y="2404765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5A223F-D191-6AA4-A9C8-D577A98DA316}"/>
              </a:ext>
            </a:extLst>
          </p:cNvPr>
          <p:cNvSpPr txBox="1"/>
          <p:nvPr/>
        </p:nvSpPr>
        <p:spPr>
          <a:xfrm>
            <a:off x="4143022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31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51F97B-0EAD-7C11-8C90-A9F41BB11412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33FB096-2396-4544-8F34-8246F47DF41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BF4A8B9-3395-4CB2-5569-3F97B04CC12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9173DB5-7B09-8E13-2F45-FD25A4DF75A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C62A756-F205-CFB3-181A-4451F17441E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151AE72-6E68-F375-AF14-B51E5130C3B0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415768C-9A81-1910-2F2B-8BEF4846F31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8370AA6-3665-3402-6F9E-BC1908FFD72D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9AF81AE-85DA-741C-AD03-2AAC29D1217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47480EA-16EA-6AB8-4CBC-2CDF210AB88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DF0FA9-E3AE-AB7D-33DE-9D8666E0D4F4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8122610-564A-E0D6-6AFC-909D71EA3E7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14D8549-3374-7263-56A7-278A2FB1DD3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D55214C-5A58-7496-5FD6-A777448F42BC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9BE4139-04EA-4189-12F7-98730F89A4A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C7944DE-4478-2B23-6AC8-50C2A9A4377A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77E22C9-492B-0BB8-0353-CAD4F00F0E1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24AFE82-E517-BD01-1ABB-0689D109534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EDDC88E-A54C-299A-FB21-B3E5AE933D7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CA07698-B622-FF64-E1EC-7AFE155F5892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0E5B6EE-E490-B215-EFE0-863B95CA65CF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5DB9BBD-083A-B70F-240B-E72D9032F62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40CC70-4A6C-7964-BC73-E7CCFCD07CD0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4FAF47D-D324-BD70-E978-D89AFB4FC8F0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82884D-BE31-E360-2691-9E0DAB8FFF9F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6F45867-1DE4-95D2-7329-1FE657FB7D9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6121394-0DDD-AA09-479B-297CD7635CA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302EB6F-DC82-5E15-9DE2-D3037EEF7F1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15EC59B-30B7-2514-C22E-BF976B081E9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FD9C388-D809-950D-8B71-4D13117589B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130C7AC-74CB-53C6-08B6-42231B5061A3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E782EF6-9702-9CBE-9A96-D8FB2760A61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20604B7-692E-8F50-5A15-234D47450DF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11292-4D79-C42E-4054-8356BE10B650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8575AAD-74A4-6C32-A807-5423449993C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26150D-5C4E-71B3-F112-046D5420AAC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242E5B-B168-54DC-1ADC-140AF4BABC7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FB89490-1803-7CF8-39B3-85B66925454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6D2EED2-754B-B47E-286B-5471E3DC117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2909425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D3AAB-C20C-4761-79D2-FDC2A7261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95698F5-515B-A104-A407-17D1B7046D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9F6A2F8-A133-5851-2340-74F862C985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02773B2-1184-2512-8F36-A678E1A60E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7364298-3BD9-8236-0903-514BD893FE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644A778-5A8A-ABA7-893F-44D8F3958F6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13BFFD6-6367-96DC-FF94-2CABB65B2658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BD82D2B-EB8A-A019-8CE0-B0C2B9DD4469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7B018C-04DF-8254-EE12-BF4DBE46A638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5EC451D-25FC-5378-0D39-73B12C0E3595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3CD561F-4FB6-C39E-CF78-5E609FA33C79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0977C2-97E9-2613-2B5A-0836890EEEB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88AD37-223F-DB7F-9105-529C50D4CF8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36F34D4-E246-7F30-597A-1208AF9AFD6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E51D99E-7305-784C-84A9-80242BC3AC90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F54D1C-1627-6EA2-63B7-2E0442877C1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0B17A8-5C03-CF42-DB27-8F10D4F32FC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1C0106-1B9D-E224-F4D7-329F07559F66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CD6858-FC49-C93F-C3F9-5801AB7BD8B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31EFA6C-472B-6EC1-B751-83CDEA2208B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BA86C5D-58A8-0B5A-2089-F3624B2222A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BA16F1A-93FB-8241-54BF-28CE04F4078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EE5D705-2845-10FF-9A05-6F77E7AA315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B2AE128-E682-1FD5-6337-849CE3D3FEE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2B10AF-D6CA-231A-87D8-B2940B3D5273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ABDAE605-AF89-8B0F-606F-805AA633332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9BC16F-EA0B-F216-C7F3-65C442737C9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9A76D3F-7B49-009D-7367-972B6C90EADE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80EC281-68DC-4773-7F03-A504EFA7630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C21DB9C-68C5-2DC6-7DDE-5BC44E57A8E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65CAB9F-C929-A051-7E65-87409A78188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00D238-DAB4-1149-241E-2F9F7A7352ED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09DB3B3-8EBF-C454-90BD-89FCFD8596D9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9ADD43B-6325-446F-FA69-478FE707A6B9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75E795D-57BC-F669-0052-B6D74B2F690D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A25FE83-106D-95B7-90E5-8D79A916E571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C705D4A-8C60-B618-2788-F526EB3314E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36EE40-C234-7F62-53CB-9A8B8A003DC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C5AB88-15AD-6C53-AEF1-E5059477AD84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4E59990-6A19-D43D-3050-1EC46B64395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77F1A82-0E93-8955-2420-9E2DE245717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094EA7E-D789-B530-F1AE-C0D6E8B1FCC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8D22D20-FD0B-A7DC-FBEB-BC1997D00607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2B10B1-9AFF-D916-38B5-77DB0DFE69F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C4332D5-4EE4-19B8-9CE9-014FD260490F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0F0F054-7001-1CAA-6009-0A8E2631CE6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3FF302-EC8C-9321-1D4C-82DC2ACF68A9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249961B-BEA1-02DF-5711-B8731BFA81C7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409B248-11F3-3CF8-45F4-987DA358B5F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BAF7110-5F03-E049-6421-4467EADF669C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F42A9AF-AFE3-4CCF-8D48-021B7E1C9946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FD4BDC9-C949-AD52-40B8-B9A16E2B3B0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8C3B03-EE9A-8A39-EB43-44C5E9AB344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0020D4-706B-DFAD-07F4-8242F51057F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BD4412-8378-82B7-ED69-7127B0BBABB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32A6F2C-6A57-EB11-FE16-E62A968F738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3AE1C70-7AD5-F10D-5AB1-863AA7E5314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72414E3-650B-7DD9-FFC2-56988AF2629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76A95E1-2DB9-1486-2842-0548906A590C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983C6A-14ED-1DA3-11C3-8F29FC5082A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59FEFCA-A1EE-F253-211E-BD0B0E6B5C98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A69D255-56A9-60F8-6B28-7AEE55740537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761B3F-F1FB-3AAB-AA31-8EDA60E6D51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345CE78-35B0-F5C2-DB74-3659E890560B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2B6C1BC-E12E-0043-8FD7-141DE6CF2A8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DF8B5E9-3FE0-BB0E-CDBB-E07F8861E7E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8C9B8D3-38CC-52E6-8B5E-DDE82DC83C1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F2F0C4D8-9FBC-47CB-B41D-90F32AE26CA3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39185C-8670-E45E-9E6E-0A2BC257BA3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83E4DD7-BB0A-4D3F-719E-23BE8311284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B8C2D3B-BC95-CCC3-B573-717C7E091E2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37162397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8C51FF-20FD-1724-26A3-017E323E3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860FCE-9257-351E-5218-58997249CE9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[6 in 2] fills in only one way.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32C4FBD-BAEC-B368-54E8-B516B97DFB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276F403-9FC7-24CC-FAB3-A6957FEBAC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BDA5DBE-741D-F067-089A-AB415A25E4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C3DA1B4-B334-B1F0-84E6-863FA8FDC56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CBA7748-E9DF-FC1A-5FF3-2F0FFB1EF306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8E3FDDE-671A-D0F2-86D7-0AB9489844E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DF5C85-4129-CAB3-9299-EDC0B44509C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C7FAF58-28C8-2B7A-5EF3-52C387FD1A1C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3AF6AA-D862-75D7-F228-AB37AD3401B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EA5D489-4572-7658-04C7-3D7AF280EC74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07857B-6F6D-62F5-B5F1-DB325C984A19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2231534-80E6-5C90-02D1-F9CD68FCDC2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5EF517-C17E-5AFB-8969-B667B7C90D0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B4399F-19F7-557A-6CA7-0FC15AADEA4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3C837E-B3FF-E34A-46E4-5958BF82C83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81D2B95-7F9C-60E4-9CBE-C08995F2057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1BF883B-218A-0387-0F3C-D218548D991D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C211C34-DEB6-F320-D83A-17F034CF8B9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6F8BA4B-1341-C7EC-36A3-90D5F65F2DF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ED9DCE6-F179-4B58-6B4D-01345C9BF951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1FD4AB-B299-E95E-E978-4DAC907AE183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34F1355-454A-298D-E953-655560E25FF1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5BEF142-ACDE-2681-A6F5-B4825DBE576B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36860C1-31A2-E6C3-2A96-0AFB68A1D89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CF7E3C-EBAD-798A-C1C0-E9E9189FC74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417403E-9A80-8332-828E-5144E49AD826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DEE2EED-8E62-886E-6055-5BD7B310ABBB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E78DE04-54FC-D1E3-CB3A-A282A32528E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C96D9F1-8C87-8520-3823-DB8B65AC5D1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0F40E8F-746B-2692-6AB4-6F1BEF46F4D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8436458-5D27-40DF-B796-1F50E59B0E5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063F290-C17F-715F-9255-B7376CE0B98B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D0F40F-E03C-239B-B4A8-4E14A86432CE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5C7A894-206D-FE7E-8566-ADC9696B8AAE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05C3F3-2011-9C7F-02E7-4519A5BFBE3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18B06AD-AEE0-1BA4-E527-521A1985559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73BD753-3DF2-F2F6-0083-6B440AC219F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A7E707A-B80C-7EDC-154F-B4561533BF7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296768A-42C0-3A36-6D97-0ED66A72C05B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7A6DD31-6080-A392-42FF-109777F0A2C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FD8008B-5C54-B28F-BBBD-992CBB1EEF5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4369E5-5D31-3742-65EF-6716EE04C36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ECD2E89-DB6C-58E7-CCE1-B79078FE341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52A2B76-82E8-2B24-D064-1832E965CFD1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39BF4C9-1C06-4545-EA17-5611ECA8B5A3}"/>
              </a:ext>
            </a:extLst>
          </p:cNvPr>
          <p:cNvSpPr txBox="1"/>
          <p:nvPr/>
        </p:nvSpPr>
        <p:spPr>
          <a:xfrm>
            <a:off x="5650090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6A3F8685-023B-C70E-CB85-69D4692663A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591224AF-8A58-3500-1EDD-1C82AAC4D113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32A5C06E-9640-96E8-15B4-5FEE97B9334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06DEF02-C37B-3253-7478-885335C7716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9309637-5DAF-10C3-BCB4-38593D38574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F54876C-449D-0170-088D-8B567BD954F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9551AA4-CD5B-CE28-8DED-C2AB72E28E3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AB8EFF7-3D0A-E0FA-9160-FE523041ACF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B504C0F1-0BED-DFC4-E3A4-7288F7E22C4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F6BF256-AF4C-6D21-D4D4-6C14519E96E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A110B35-DE33-6601-FF25-D7DB9396EC7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7B88C53-5D81-DDD9-790E-476A1AE6E34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AAA3D1-6686-7257-EFE5-E292579F66F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256FA4E-4F00-1322-A085-E225DA557E1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6543CC0-4C73-D62C-C6FB-14AB909DA34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381E9A-67F1-6F24-8418-EEB0513DE45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0F5D0A8-2493-0B42-446C-70026DCFD44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E7C9468A-6E98-0CEA-A7B3-EFC6A629B0E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C9856A9C-7B5C-5CCF-905A-23098FC1CBF6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17CF4ED-3F1A-9A68-A72F-C680B3C20B1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EBA2BF6-7F9C-EEE0-514E-59D7011EDB3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DB4CD8A-F6E7-5705-4FCC-F8AD5A99F39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14BEF5BA-017B-353F-F37D-726EBA17B77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600C596-790F-FA2B-18B1-9040AEF5D12A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AB3168-E593-175A-CA52-8A3F3BC637D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2B15B1-22EA-E65C-D255-67DE950CCF8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9233288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D5F46-D8EF-BF17-69A7-E4B89357F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7EC03AA-A37E-049D-D5AA-0391391F30B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13A96CA6-54AB-7348-B287-EA2FC3A56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F4A8886-A706-D0C8-8318-12D716FEC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EC346F7-2CBE-598A-AD5A-AD7B3339CC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245793C2-4FCB-5C79-0BB8-2DAE092459D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6464A9-4AFB-2766-DE3A-FE8158043CDB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0E9915-904A-56E7-E896-158471B87F0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D31C92-7710-E83D-77B7-9ED6C5590986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0295F5B-BAEA-035D-F297-DC14938938D6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114EFFF-7D5F-3977-96F5-EA12C4407DB2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1BE9E0A-629D-83DA-E81D-DA0E5ECFE320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6B06776-418B-AC31-095E-7FD8834B281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E7620D-50C3-6693-E044-6420243D3D88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0D21CD2-D45E-A92A-28C4-7B6E482B808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3BB17C-DEFD-629D-122F-478E7710F6AE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E602F7-8124-A051-ABF6-2EC00D71AB9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8629843-19AD-3AAB-63A6-B1185460F433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6C010B-251A-48D3-A784-D4FEE83C73B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6C96613-A6AB-FB75-27AC-0549B0D2F84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412C20B-730D-B72D-63A0-B056D42CA4C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C22089A-5498-E235-B674-7C4409202E5B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6929CA-588F-DCEB-55B8-24A189E204DE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8F2BEDC-5841-1516-9C07-5B0F1619BD7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C4B5439-7AE0-A19E-B607-7ABD180C977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8EEF532-962A-6D8E-FA32-61F49898C7F5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14E0FC-71D3-B0C6-C7DC-FE1876A051B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7294FFB-6E4B-3943-8FBB-076BAA3732C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B9C166C-81EF-79F6-BADA-8BA1F5A9A813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7A7CDD6-A7FE-1344-C1B7-04A2F678043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5C7B745-E990-2A28-EA68-D6D784A50BE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33241F0-7057-55A7-253E-56103CFF6C9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BEBAAEE-1D33-FCDA-C9DC-FB5E0E3DF84E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D30AFA9-C1DB-6BB4-29DB-58445D2CB95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1A1A8DB-A185-00A8-0249-3EDC05AC994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D8C97B4-19B9-540D-3855-796130229DB0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EC89425-71C0-6048-1B33-53F861133434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6FD87B9-DCE2-B0F5-7EE3-4335655E04A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3E54531-4812-D621-01BD-BA7A254C277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0CBD37-FD65-7E07-BCA5-DB205C39E9DE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295DCA7-6379-8669-89F2-5F9FFDD7D3A4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B90A4D-58EF-67F5-EF1F-1ED897DC444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F78D69A-10D5-A817-D306-2CC695DA59C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A4A3336-189E-DFFC-D69D-E34458AC851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7374A8B-59E6-6B0C-BBD1-A6051627A5D9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E01CA5C-A3E7-EBC5-E1C0-90095BC5A107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23457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17F7D87-73D8-8F2A-5EBD-D501E46E9DB8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08A9939F-6BCE-8144-AE82-5737075402C4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955F840-1B72-B06E-CEE0-BAD9D9D65567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249DC5B-A286-F308-5C92-84F96068EDD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6888F4D-B185-5789-F072-EDEF1134559E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B6AD68C-5211-3E8A-241F-E5EDD8FF8F11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4E55177-356C-5EC9-5B4C-18807E02113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4F7EC1D-D764-E398-9126-5507AE276039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8B8FE53-B9B5-19C5-7481-89B02E5D15F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09420A-7CBF-842C-0992-50CF48A9684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F9E8918-444F-E330-C5F2-B904BA02069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F22BBB6-4E5C-4A0B-019E-4EDFD997FC2A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4484191-D766-55D2-F4B4-D158F419D274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1B66B6E-D998-953F-59F2-C566678AD2E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F0A07310-83FD-39CC-9968-2146D77E924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1EFCD6-B495-2750-7BE8-04098FDEB247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0050ED-9832-557A-9113-F958AB9788E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1B7F8B7-D917-F2B6-7D79-9CE444C5FCFC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35CCD57-BC90-B127-2C82-633638033B0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3E5B69C-E90E-5DDB-9152-6E4862C63837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883FB1A4-1EC3-7622-3223-565E04FB5738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D7BF3-7667-C0BF-52BE-6D351108E9B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1C77D58-5C0C-74B0-F8C8-3D8589E44330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74491A38-21CB-7B62-E6EF-60043A434E9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E32E41-22AF-9272-646E-E75513EF187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27B788F-67A8-5C5D-52A0-11DB583BB97E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52FF3BE-6B5A-EFF4-5C14-6ADE3599993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481155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849AF-F6E5-CCC1-F3AF-53A3BE107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2271CA3-A266-CAC6-A64A-EA69C94C0B3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2E1CB357-5D3C-7B20-6308-4F68BFE8FB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C4AB862-9D7B-4C51-A715-FEAE7A16E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3E3EF3D-DC1D-6BD0-10CF-A7B3A4328E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4C8ED83-A6B5-8E46-47F5-01208C4203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F5A6859-ED7A-B8E8-2C25-94CE8EB42501}"/>
              </a:ext>
            </a:extLst>
          </p:cNvPr>
          <p:cNvSpPr txBox="1"/>
          <p:nvPr/>
        </p:nvSpPr>
        <p:spPr>
          <a:xfrm>
            <a:off x="7157158" y="140287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21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23CBBD-0265-40BC-A755-19C7286EFC12}"/>
              </a:ext>
            </a:extLst>
          </p:cNvPr>
          <p:cNvSpPr txBox="1"/>
          <p:nvPr/>
        </p:nvSpPr>
        <p:spPr>
          <a:xfrm>
            <a:off x="715715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33AE32-B5B5-4C4C-77BE-C7047AC59B2D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F906C79-1E09-868D-7944-F474F481A374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D11B1B0-C3B8-E000-041C-F6712881332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E02F61-813A-D5A8-4E9D-80CD127C241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9CBCEC-6F0D-37FB-349A-9E3300EFB08B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024D20-86F1-10DD-04C9-5119456630FF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A90B4DC-91E5-DB20-5AA2-15631515C596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5E939CD-BC9E-2F3C-97FD-8D926A784F5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A3270F3-C711-D91B-EE36-D389767398F1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194748-134A-F6EA-07FC-694C8B626FC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EC0F493-D3BA-E4DD-5736-F616A2D27BEA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027353C-64DE-047D-9297-F9AD313E8A7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4FB8804-991E-6CD3-DB9A-ED76156479A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C48A85-075C-0AE1-6029-2ABE90E88B5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C97B87-55C2-A67D-D88C-6E862B0DE1B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040EED6-E930-7866-B078-7A6B29B4A50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A8FF37AC-F739-E65D-446D-09671B6EBA4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4795856-D380-B87B-07D6-31E99235E0AB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8FCB7B0-ADA5-00E3-7CAF-2962C4D3D8EC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45C80-2BC9-D1FC-1B08-6DD7551BC26B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01752A9-72E1-AEA1-E9CB-C0E2B55CB788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BC17B82-9F43-61C0-2F5A-DD9B49AF70C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B1A2D3-DE69-713A-A951-5B37A4D4FDB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BD02CFD-94B8-D211-1C0B-091D311698B4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56532B-F938-9BBF-CBA5-E6F84CB4B240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B3A3337-84BC-6633-1F89-25DAA9A7CC54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245073-EDDB-F90D-160B-089D4BAA5E7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C121271-3974-678B-663F-30E5B39D98AC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0FD2280-5CE0-14BB-871E-CC7F582AB4BB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4802329-C545-C688-ED14-4C76AEB9464D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C0A887-0AC8-5157-D332-FFE754DB79D5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932CA91-AF83-C1A8-8167-C1B859A9E6AA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8E8272D-419E-A6A6-46C4-AC2E9151AAC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362B6F7-99CB-58C7-2B62-DA121DEFC65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17366CA-AFB2-2E76-214F-8897B57E1D2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A391A7-72FF-B29C-AFEA-FD71AFAC6C2E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AED71A-B402-CBA3-9C2B-37421615E57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1CC5F8-25CD-D501-FDD2-ACCCDFE26DF8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207D50-0A84-03B8-06A1-86FB78F501E4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DDF0483-D050-D492-F202-16AD238215E6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11B760C-8D3B-2AD5-D883-72E22071CAE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AC382C-BAD3-221D-98EC-6A5B8B964C5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2CC58CA-AD53-F904-A03A-A9A8CDB184B4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F629849-F5BE-6224-A81E-7C6AF1A08D1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5DE1585-FECA-C593-F802-5025CC64BDE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BC10947-4944-EF59-9BC2-DA350F14C781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6A0424A-4437-97B7-A691-892C1E6EA091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6A8C0CE0-CA66-7F6D-BE3C-10AAECE208A7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C8BE957-6157-18B8-D9E8-B4E0AF85D16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6D8A4B0-CD10-3997-FD19-3943F0E679D8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9A0E509-3F09-06F3-55B9-8BCFD4A32B5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7296861-5C51-5001-2164-38BFE23F6699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E3409E5-7C60-7519-4797-2AAEA62FABE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384907-9851-A341-F29C-4EAC7E50E5CA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A9BDAA5-563A-B0B3-E997-099495CE1BC7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8BC16DA-C45C-6FA2-AB30-78C636C43F09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F42EC33E-8C3E-C017-DA27-FBCE9EDD1B2B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BFF0240D-2704-D3FB-E493-CD881633B4A6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80856F2-1080-0E7D-5840-67D825B04A5F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6397830-F9B5-5A6C-048B-5E4612C0D9CB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7430323-7BD9-0A91-054A-D4074E15499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22BD646-BCC9-D38C-2F9B-C0DB93F928C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41D5759-FF14-6411-4E96-EB8D9833345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584057-AA31-90AD-E953-465BFB1CB05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C56D2-D320-00A2-F71B-BCC21219A575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88025509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DFF0B-E815-2149-696A-595E1F144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0DD8D9-AE98-D608-F72E-663CA617A6C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Complete Column 6.</a:t>
            </a:r>
          </a:p>
          <a:p>
            <a:r>
              <a:rPr lang="en-US" dirty="0"/>
              <a:t>Then reduce.</a:t>
            </a:r>
          </a:p>
          <a:p>
            <a:r>
              <a:rPr lang="en-US" dirty="0"/>
              <a:t>Then complete Row 2.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CFE10BB3-BB35-5428-5729-EBA1BA53F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521A8E9-3C97-CD60-FC8C-F501A494CC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4C5C68CD-8EC6-D52F-34F2-0A00D00AD7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976B72F5-AC99-403F-EDCD-B396168F16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943B65E-6938-12CA-A5AD-9FF722EB9C2E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4F99F24-8482-789B-8F34-8A1194F78CD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AEF9EF-F31E-D27E-6AB2-0B8F664E3E4D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92156-AA92-8498-A3EE-744CC3D891B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09C10-A341-49F8-4E30-7F3D0D388491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D4CD23-7136-7D6A-D415-DB59C3C3FECD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577E7E-78D6-4A07-48B2-78B0833F590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4D575BD-A438-A7F3-1D8A-78D51EC6613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037E116-2973-58B3-AA5C-74292B8057D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FB44B14-6639-DDF0-72D9-E8051D8DDBC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44F03F2-8833-C8A8-95B9-1DD6ABA6604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AD689F8-41D6-B13D-1EEA-61858B32487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25A47C0-7085-3CE7-0834-85734E16792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B404E7C-B904-3924-D31C-D8ADDA2C65E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7A3DAD9-306B-1A49-CF80-CF9FFDDC4E5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E400EE6-DCD4-D932-C58F-71D7D40FDA70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FF43BEA-723E-A59A-4BB1-2C82D659CA3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0DADB8D-6F10-E477-EBBC-FE8B1A60D7D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2EF6A8-63E6-B9D7-28B9-0869A3C86E86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1AE4C9-7BB4-2AE0-B049-100CF0867297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A9F647-7C68-4178-D018-BAE51124E9AA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911ADE8-7237-E380-D0E9-D2DBF39D614A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E579584-7C93-2775-B274-C9336AE01BE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1E95B41-4698-DB47-AEBA-6C7ECE5E6240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4BECBA-79B0-80B2-EACB-265495C47992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EBD74D-21C3-7F3D-1B7E-65B1684B1EA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B989A36-95FB-0581-27A5-C2C20E7F6D7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88049EF-3B29-026D-2A2E-59CC1D22B0B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427ACE-5F7A-9784-F448-8931FD1ADF0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0658391-234E-E895-126F-74B4E6BEE365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D3DB53B-F2D6-4E6D-4F60-1976A4DB24A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820E524-A630-32E5-95D4-23E13FD0662B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6DD695F-565E-7C61-C216-54B295A4859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81B17AD-1C46-A770-974F-50796C397CDE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804A9D5-3AC6-4046-E975-05558A8BB85E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055D3B-93F9-9723-D1F8-A72C91DF640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12D425-B27C-970D-B146-383062E7C3FE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79E6BF9-F2AB-F522-179C-F2207DCBAC3B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C54381C-6AC2-C8FD-F176-167C3BB9782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F36EDD9-794C-CB2E-8E36-3FDCCA025E20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F450B2C-35BE-DC91-018F-E2F874048E6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55E16D8-5545-5B7A-4DAF-1F2B10E1726F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C95FE7C6-4449-8E7A-87E8-AF59B5EA0D2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0376174-0081-6BBD-BC24-7A71D34E66D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E5F9B18-15C9-78F7-FE99-859056AA3A2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03AAA38F-6BB7-BA5B-54D7-28FA0B81433E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718E3C7-E91B-3EA8-3F11-3A9C2FADE68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EA853CC-FD85-B3A0-EA87-71729217861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45C3B3-4A10-BEB1-B76B-47CF5244983B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F214CF-94B5-3200-0F20-CE0A47AF986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53C0565-10ED-0E5C-BE59-00D6980D99AF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DD11C28-BB03-1C0D-9E78-85BFCB057142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51A3570-23E7-CE64-6FC7-8C922FEE846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3F1CB6-8F3E-2032-092A-E7967E81B046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DD4976-C3B4-0CCF-C75E-980CA1F6F34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0C0FB9B-A7BA-68D5-B62D-4837BB9D2C7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5263F58-1FA0-DF9A-1121-F27737AA6A1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EC23365-85DA-C3E9-C402-54F215974701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A59A7625-0110-DAAE-8DEF-F1F4A13C3A8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46C7FE0-DC78-826F-D122-D4C36E575A4C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75A708F9-2F56-22B5-69D1-C5F3B90C732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55DAB1A-8943-4948-AF8A-EC546D4EFD10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32600A-E24A-EE9C-008E-C601726D31C3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DE147DD-3E3C-B1DA-6520-400DB0736B2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7723BD-F57F-54A8-BB77-3542BB69DA7A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C4D09F0-9CC2-B091-6C66-AEF073C2257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4D0C351-4164-AE26-2C08-552EA038BE1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D4BD945-6220-4B6C-F1F9-9523E34D9700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B12458C-DC63-4BB5-D8AE-B21FCCA4485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8738927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4ED7C-E94C-A2DE-33A2-95DEFBF8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C0861D-0392-E15C-6A8E-AA5E673EBE7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Complete Rows 3–5. (Note that in Row 4, the remaining digits, 27, fit in only one way.)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9C6D3C09-E658-D280-AB73-10865E9AF1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FF733C8A-3F07-7F2E-01A5-18CE23F4C1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B330A13-1802-55F1-C0A7-6E02C1EC035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F4D5DA13-BF6B-9175-B7C8-2FB2F90D97F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FBEA2A7-1C0E-FBD8-9FEE-8AF40C009501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BAD69C-373B-F907-32E4-DB8AE585B52F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A0E303-692F-5A22-2E8B-A24F46A7FC2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84298A-0E3D-4CFB-01B2-3D41ED6AB3D8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06743F6-5C33-4617-8DA3-128A30790968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877FE61-3488-F63F-8213-3A98F535BA85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DC9EAC-B382-E83B-1687-71C4F55C5092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DCF895-F8E4-ABDB-E1E4-07F248B21E2B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0C2C3A-C2D0-1855-2CCA-2A0F117A08ED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592EE4-1C9F-6C03-7A97-C669BBB66FFF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D176F72-6C7C-F224-5CBE-E318B82B7965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9F5774-2D29-1DF9-DB99-433FC3FF1805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F10C74-E516-8F06-0826-2B6D37FC4DAD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09FCBD3-9D4B-9EAB-F30B-78BB4117C9B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00A8CB-466D-1692-DBAE-F4E1924F7D9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EF33AB1-832F-8EAA-9700-F3FE645D9C1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3223C8E-0BFB-8001-B5EC-BBD53F5E8E4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D183783-802E-FD45-582F-F7425CF918B3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21313D0-7903-00BC-C937-DFB26060BF69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1E082B-52E6-17F1-2540-1FBB7A504AE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723A095-66C5-F881-1FC2-731072BC2BB6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F410B5B-0598-C3F3-36BA-5ADBC0A57AB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8D0A94D-2D60-D567-47F9-F8C9E883CC51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C66CE4C-72D0-84F6-C69A-091B6633BEB5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CB6B7B6-EA63-C07F-1E10-579EAFE058E4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BF3FB0E-A0C8-B571-829D-39CE3D352F0A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B812E84A-F5B1-BF59-536A-70F344A4B8EF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4A49F46-F87D-575F-859C-AEDDE1C6E95D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9FA29A1-1D46-C9F6-9A2F-7524646162D9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115E572-E7EC-14A7-032C-E244EB6AA410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FB6BAF-DBFD-ECD3-E2A1-FB1648BCE0D3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42D66AD-341E-F272-0849-E4FEE183D3A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0DB7676-73E6-FD61-0BDA-5B1FED2DFF5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C5889C3-4E64-8719-6E7C-D366BAC2AAA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9D70BF-EB18-E574-4E0E-5D4D42D00A9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E0DB1F-EBC2-364E-8577-579A4892E9AA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8A04FB1-B1B6-A6D5-5390-1394B4358976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7705F1D-3B0A-A893-C108-942512318CD4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6A46591-22E1-3D10-617F-8C448DD5142C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D11F210-2F50-5E6E-D149-15276F3C8DE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7CAE405-3E20-3C53-EFBA-2C60E5E472E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7A933A7-A831-EF41-6DE4-78E97CF13A61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DAE3245-59B1-588A-0E9D-C0CB640AB6ED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BDBBBB5-1BC6-2808-1DA4-DB66B1A7D4F5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9A47C0D-58F6-0B8A-7D52-26D6F02B255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CECA49-2E5F-A569-5DB8-77D2D283CCF8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45FBDE6-8329-F491-9FC2-7544EBC3E66E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65F36E6-3BAF-7D09-27E3-835765E1F776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D6A2FA-9E26-E3A6-8254-EB410CA55F13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4B6E573-6B5E-9CE6-07ED-F824682DC38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6841DBB4-D2B8-B173-CBA1-8A0029228849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836B1D08-E952-69C2-8275-791450A69523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87255B6-B263-7134-38D3-4202FC66B00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F7D945-B111-F783-2808-C9550004C86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BA36839-45E4-DB1E-1354-40F9E350F29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11EE604-3772-2839-1F99-F497C0CFE8DB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30F904-E779-9457-1D31-2C5447822B0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3C7E8C-6391-13F8-EBF5-B966F7FEB06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2CDD215-0C96-BB6D-8C40-449D27CC9D15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7A77117-481F-ABED-913E-B1A8C84AB82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92CA6CD9-D0DD-7D03-16CA-B4F3D92198CA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9EFE4C-3D2C-7312-7C6A-7293AC244A7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B063ED-7ACC-EA6A-E218-D57F8F597FB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0B3998-E964-C3B6-73E9-3B524DA7FC87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1744AD-1912-DDD0-EE57-6017D6C52609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A1225DC-501B-A9F2-10B3-B8EA9ECFAF6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3F27156-58F7-5C27-F969-FC90A09FC8D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CDBF516-5400-CCBD-4807-6731815C2F8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120B709-43E0-35B0-EED3-5D121CEFC5BE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59CD24-9B8E-11D1-ADD3-36595773DB6D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7D0CC1-753E-A3EC-646D-0A8B97FE7F3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2F731E0-A954-44C2-B997-0B214B013E01}"/>
              </a:ext>
            </a:extLst>
          </p:cNvPr>
          <p:cNvSpPr txBox="1"/>
          <p:nvPr/>
        </p:nvSpPr>
        <p:spPr>
          <a:xfrm>
            <a:off x="4645378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527E320-E113-0893-5A3D-534EF54FC8F1}"/>
              </a:ext>
            </a:extLst>
          </p:cNvPr>
          <p:cNvSpPr txBox="1"/>
          <p:nvPr/>
        </p:nvSpPr>
        <p:spPr>
          <a:xfrm>
            <a:off x="5147734" y="190382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9A7C47F-18CF-DD12-94FE-59F6997266F7}"/>
              </a:ext>
            </a:extLst>
          </p:cNvPr>
          <p:cNvSpPr txBox="1"/>
          <p:nvPr/>
        </p:nvSpPr>
        <p:spPr>
          <a:xfrm>
            <a:off x="4645378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19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6EF6BB34-4B1F-BEA7-E451-7A1D6ED67601}"/>
              </a:ext>
            </a:extLst>
          </p:cNvPr>
          <p:cNvSpPr txBox="1"/>
          <p:nvPr/>
        </p:nvSpPr>
        <p:spPr>
          <a:xfrm>
            <a:off x="5147734" y="2905709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91</a:t>
            </a:r>
          </a:p>
        </p:txBody>
      </p:sp>
    </p:spTree>
    <p:extLst>
      <p:ext uri="{BB962C8B-B14F-4D97-AF65-F5344CB8AC3E}">
        <p14:creationId xmlns:p14="http://schemas.microsoft.com/office/powerpoint/2010/main" val="12789882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C7DDB-A61A-A8E4-D970-D3CBBA1A7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8B8B539-B606-C2E6-9A49-CFDF509F858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is only one combination that satisfies the 12 cage.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82EC314-159A-C619-93CC-D56EAAC62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6682C16C-CC8E-E421-611D-6B177BEA8A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1C0C89C6-8048-7C9E-6B24-9D3D7A303F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3B101C6-3255-A03B-8AC3-DC0256D8292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07EDFB11-4CEC-6ECB-B9A0-55A1FB6145D9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8E43C4B-663F-2164-16F2-9D953A44017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1B96691-80EB-E531-BE8B-9667DA72956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EF7816D-5FFE-B3B2-24F8-6A7544457E5E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49DEDF3-2F40-1E58-BBF5-9611F9DE8E65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B8B5974-66DD-C864-A6D3-23381D5A89B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CBB69EA-9D7E-BBE9-87ED-D34D5B837AA1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843BB8-F2A6-D943-FCDF-9E1B139C1F0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68BE196-7FB8-BAC4-5F24-CD24A6233FA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69311D-9E97-F59E-71FE-8808CF2E3B8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97935D-CBD0-D2C4-9FCC-16C85A1C5D87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A683EB3-008D-114F-1306-50E6232CE198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7D32C93-A4B6-B5AE-AC13-8B52C95E705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233787-0BFD-B773-D446-2B50D59124D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FB2402F-0871-3FE8-0B9B-FEFF1739DC5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BB4CB0-F42C-5909-936A-83A734C60668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E98A5D5-1EC3-5B23-96DE-35A78B4C22BE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3E6FEB5-B96F-3945-F37A-C514D6860D3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07545C-75B4-D3B9-1C3B-C0C36CC4EFE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A178E9-F88B-9B48-DB71-0FE30ADF4DC4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943AA8-4413-4C66-A04E-04474B61FCB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68BC6C5-AF94-B941-E5F0-CB856B16BE0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E9A7A16-A9BD-F4D1-673B-6C074D0B2E03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3882CC2-CD07-2BB4-3B8A-29A3CD015E3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D22B920-34E5-CD90-5784-27F414931F7C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B66C184-6430-93DB-5746-11179D20B16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403424E-3F4B-1849-6BDA-A0D06E1FC3BA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F6106801-38DE-2FAF-13AC-969830CD9AD3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1D1A310-D870-E2FA-BFFB-7044859CA7D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E675FAA-699D-9F9A-DF79-19B515B8666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84968A-6C63-3D20-20EC-FFA1CF4ACC7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DFFA9FE-B713-5F3C-928E-954AB1A15C0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6C28A5-C6AC-4938-F776-671D73B4A87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3FD92DB-A174-0877-C09A-A3C68171A903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E8B488D2-CC9F-C9BE-46E7-28743952B440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35F80D3-785E-3D71-7E14-142168BE1C7D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398D9D3-B175-D902-E292-82D71F73C06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7605F4C-2FAB-9403-4B88-188492A39E4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564040-8C25-A8B2-6E03-1B64057E7B21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035DF09-C058-B531-1C2F-1704F7192FA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EC22CF-CE37-4727-EF13-D6CC787D2471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9333E63-76E6-2F8B-7C01-898449485F5C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D3EB5E0-5E0F-A9A0-0D46-55418E060C3B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5E6E15-6AF8-D802-93FA-289A5D1F130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BA4C491-BA35-504F-5C0C-F8EC95E905C9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C5121B6-0D94-125B-9BA2-FC641B3A502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20674A6-1431-7AAA-50A5-C7A8B679FCB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E78528F6-D7A0-C487-4C3E-4892A419AC8E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EB63448B-D19B-A476-457C-1AB814E33A84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7F0AA109-CEFF-6BFD-CF41-02B6BE47A03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EEA5BFE9-F7FE-E360-E5B2-1C2CE15E7532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905178A-5684-CD7C-B2B0-54129D47310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8D54F81-E617-1814-AB80-0BDD8D766A7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9405688-422B-E925-04E7-440E3F58038F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27C088-A179-925B-0680-9378F881523F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05E813E-24E1-FD3B-60EA-DADDD40F3A72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92132BD-169B-022F-33E1-E45F9EF0354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E6C6E0FD-F2B4-A3DE-A0AA-41665A715FD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2D599BCA-2C14-7E22-F3FD-AC6EED6001C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4E7035-951D-4A13-6842-0C82E11AD0F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C902AC1-7E8B-F706-8A76-D55CC6383C0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39A7553C-B4E3-0006-FACD-AB93AB37FBB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9BB6EC7-FD0F-AB1E-2C69-86A1B433EF7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85FDFDE-2F96-DA6A-89CA-63FCD267C1E3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A42C9D-2589-8299-B404-B493EA38DD51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C4F5F20-EE7B-6D1D-0673-EA1008EFE47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D3DEF4E-22B3-4855-6AA3-95762E114F41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F2C5FDE-49F1-35ED-8702-B98B63307DE7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AD7DA57-3921-3360-4109-2659D3912E4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818FDE-5D20-A7A4-5422-FA1EF2ED812E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4AF0A2B-4EA1-B848-D82B-D4F59EA9A63B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5CB10A1C-FD6C-69D6-CB9D-E04B15DAA7A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E5A880B-821B-2C23-ACA6-266E4A84C8B3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C1B997D1-F52D-00EB-B951-39D002EC0486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0067F3-9E73-2FB6-F468-628128E90151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8060619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573D2-960C-CF7D-F098-A345CB17D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B8AEE6E-DCEA-5898-1C65-BF0725D796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complete Columns 4 and 5.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D28F13C4-CBE5-B2AF-2BEA-C9B829FEB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D8E21D-07C5-19D2-CAFE-A78AE6D6D8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668E98C-9015-D9BC-98E6-299956FB58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B2973C4-F389-F6EA-9650-6C86BFA303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10745AB-BE7B-EAE7-F67A-CBEDB1EB8E4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F39C3CE-4DF5-0752-DBC4-C3CEB4BFAFFA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440177-BFE6-9608-FE35-E4F002859E05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388E04-F2F1-E615-099B-C9F5342AB045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930FC9-A886-DE70-EDF0-DBBB4564294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56B2CD-00E6-77F5-6A00-05FA3A4CF9BB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351835-BCDC-1E32-6BCF-597743CE568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DA84875-FFEA-DBAD-E54C-1D3AC1D529C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5CA5168-B7C1-4C7F-73A0-37B665AD2175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6F4786B-ABC7-EE88-A643-BB8E70D0847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55AD89-CEA9-E7FE-45F5-8B7C271F44DE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71772C-1B7B-0019-74DF-19F49E9106E3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1D1181-2268-654F-80CA-A585BD77D5A6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CB9E66-937F-822A-2726-3157CEA7EFAF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6D2C1E-8750-0A42-8DE0-BC6DCAF36BC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64C22B-CF04-C8A2-F144-0BF67018A46E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334B948-C1C1-BC5C-97AF-57485D900F70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24ACFEE-53DD-A0EB-D1FA-8E543CBE1697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9F73C1B-8F36-A0E0-CD54-67BFACBBB223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FB7B137-6DDE-99D0-F067-F23178125A0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9FE803-E5DC-B7EA-7FF6-0C27F0773929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09118AB-47CC-0C1C-09AE-4A789E5F06F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EE58E5E-D1DA-E729-155B-09DB83BCDEC0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A60D00E-E281-6974-CEDA-51D129538CB3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D08CA0F-5D6A-96F5-1198-9B64A452A6FD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8E13BD3-CA97-9E5C-EE29-69A5A7E87BB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B89F5CE-A09A-51ED-1D99-BDE8C0E5C8A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DF62A33-40B1-53D2-08CE-EDD96788B3F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CEE6277-ABC5-359E-D5C2-41B739F59B6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76E4001-8962-E408-401A-23ECFDFA8358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784D55-6654-E8D6-0F5E-14952E1341C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47B8DAC-AEF2-AEF1-7356-0C25A6E354E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323A72F-9C9A-7C48-6F27-223873E063CA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292BBDC-B416-E2DF-0A63-1DA05511E5D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B8D87E-58E3-1851-2AAB-AC741757F32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6E95AB-256B-D040-9371-B3A86EAF7973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44291AA-814C-20A1-EF76-1F733420228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DF4EEF6-3F93-1584-7C47-BC84199E3D45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5223F20-0A87-325E-7157-FE409874CE0B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91A52A6-D155-6C91-C91C-F2E7C3D3D2B7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2D37FB-D839-5907-4F48-8EEDFB6D49D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2BBDE9D-99EB-146E-D8DC-7991D30AD81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51FF18B-A68B-F852-8E2C-772E66A39E3C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E6D690D-221E-7B5F-D9EF-64083ED3E31D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6F4CAD3-4F6E-9720-2EE5-86A857A2F2BC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C43E289-6F63-51AE-525B-EB3F4717D34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1D0C4E2-6F2C-8815-E69D-6DFC32BF0DB9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A4D3DDF-A046-FCA1-990A-F492D7779753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6B2CE34-CA9E-92D0-EC2A-3C458A656457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47BEED8-2EC3-8C80-20C9-8BBE6870C0B2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BB311A-466C-ABBF-84B6-6BFEBB95447C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352B1D9-7794-0C15-AC81-C9D44D3D8D3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BA40AA0-C2B5-B3EA-F898-C379C4B5A982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7E784-A916-432B-91B3-8726A3CF81DD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47EF24-25CE-3B67-4366-D6EF33E4EB3C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33F053B7-76AA-845F-49D5-4791F4C1655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E09B7D-9280-8E8D-52C1-10FB931048B9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1375B6E-8432-3230-15E5-177FA67B341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6895708-EC25-E196-FF67-0AF60F71FF3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6BB4D5C-B453-2E8B-2F30-D90F4E02C044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0B362B8-5D8D-529E-88AF-0BF8985AC72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13CDE7B-955F-8795-4387-D9D40FF952E7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515414-C85C-B403-F60D-746E43E01870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0F8ED9-A89E-3991-7424-E118C4C6CE0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DD6D3C4-22A2-263B-BDC3-A8AF73C5B08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AE85399-22EB-4D93-5BFB-6DF63C49DD63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99907C3-C8EF-22DD-9C41-8659F0A1473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E00FCC1-CE58-F8A2-EBA7-E3D430A41D76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C9EF899-F24A-A0B3-5016-BDBA8D2E1FE0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EC370DC-8166-8203-92FD-935294C8FD84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15FD8-31D6-6E35-7E3A-8CFFECC8F4D0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46D3703-3691-8AC8-1309-67A93CA2DDE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0630A1D5-9C88-FE68-9D4B-1816627C25DC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C976011-A39A-BE49-2CFB-7440E2D3CFD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D6525E29-DD0E-CEB5-3FDD-C29D75E095E2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D731E169-3A3D-AD99-4608-1F355C493ACA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D10A30AA-6EEF-365C-A5A5-F9BC09A4572F}"/>
              </a:ext>
            </a:extLst>
          </p:cNvPr>
          <p:cNvSpPr txBox="1"/>
          <p:nvPr/>
        </p:nvSpPr>
        <p:spPr>
          <a:xfrm>
            <a:off x="5147734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B203537-42EE-6FBF-8F1A-79A4760EBED8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3D17BAE4-5C19-1C16-AF65-E28BAB933C34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359</a:t>
            </a:r>
          </a:p>
        </p:txBody>
      </p:sp>
    </p:spTree>
    <p:extLst>
      <p:ext uri="{BB962C8B-B14F-4D97-AF65-F5344CB8AC3E}">
        <p14:creationId xmlns:p14="http://schemas.microsoft.com/office/powerpoint/2010/main" val="280250245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64DCD6-E397-0D1A-AC6D-24CEBD8BB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F6C3E60-2C3E-D4D4-C406-A1AEEE41F4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8F7ECD0C-DB00-56C8-620C-82C4300AB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74356F60-385A-D235-4C6E-709DE50F5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E9ADCA64-1C3E-CC1A-3B7A-F9CA00CF7D0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3657A31A-081D-1171-F637-DBC29EEBFFD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0B9AE78-AB39-0525-5B62-14F338B6A03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B61BEB8-270B-AF9F-7E70-CF6FA92971B0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E50916-9154-B6A2-E6C0-7845B5A5FF4A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72C7B8D-FBF1-E3A9-51C6-9D640DA5FAB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1E4769B-5DCC-D97D-6559-52B0ADC1A690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AD5ABB-7FC8-A467-6941-88AEBB78BAAC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1B8F9EC-DDEF-12EB-E14D-D826B7A72D3A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31668A4-3E4E-3CF9-B3D1-B29E7EEDBDE6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AB1EB88-EABC-0901-B378-AA31206B6E8F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76A24AC-4485-93B6-14AD-91AC9FAD7E94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4D2B76F-6E4F-107A-6F81-3F223B569EC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6977DBD-E879-9A40-F9A9-83E1228400B7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A3C67AB-6FD0-E19D-F1A8-5C3BD9877904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7B093A3-BA08-7F87-699F-09F1075D2DE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00C475E-72E5-96F2-F803-69C4382B457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C5701B6-04AE-298E-41A5-266284D684E5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295EBE-36BF-E6AB-E033-744362F987C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BBF4465-6ED1-33C1-B101-FE0C38110401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63ABAD0-CE47-287D-9DEB-69192433F5F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AF32E97-CD08-173A-431A-9D11C317A0BA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B0A04A8-ED8B-3B7C-8C87-A2EA590204A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FCA29DA-38C2-4DED-62F9-BB043CAA41CD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28DEEC3-8CC0-D05F-40BB-2E36CA11E198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94BBED4-EF27-271A-722E-99A6275EF69B}"/>
              </a:ext>
            </a:extLst>
          </p:cNvPr>
          <p:cNvSpPr txBox="1"/>
          <p:nvPr/>
        </p:nvSpPr>
        <p:spPr>
          <a:xfrm>
            <a:off x="615244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134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399280-66B2-4C79-BA4A-6F55EE64CD63}"/>
              </a:ext>
            </a:extLst>
          </p:cNvPr>
          <p:cNvSpPr txBox="1"/>
          <p:nvPr/>
        </p:nvSpPr>
        <p:spPr>
          <a:xfrm>
            <a:off x="6654802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421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72EA07B-F2BD-791A-215D-1BB14B5E091C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575518FF-238D-56B0-6877-761E0137310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4888100-8387-036E-0152-B02569CD4B8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CAE97CF-EBD8-4350-87CA-99489632A59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70CACC9-A996-C868-7057-44E5828193E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FE58C56-8C37-2D85-F26B-A478067D0C9E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DD6B9A6-34DF-2958-83FC-0D39FCE3DE18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A93315D-EDD6-C49D-E276-466E8B26AB2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44451A7-2985-F0D8-7BC7-21BB22B3351F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B5BDA65-2CA6-D770-5B41-2EB662AEF82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8EC9CA2-1A8F-6B36-E20D-F4FC6BE01D79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66216C-7F5A-891E-941B-2862294D1EE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F8DC4BFC-F15B-DEA8-C25A-39ED294FEB2F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1FF9D333-3749-4BA9-C3AE-D6485B7AE742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972BE858-3E46-9099-504F-307FF15751AE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F7130A3-01CD-EAE8-1ADB-C76FAA55AD4B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C916FAF-210E-7A2E-2F3B-06A8AD15B868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C5C468B-7D11-CA0E-94C8-ACC863FC89A7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5B1B759-EC22-D85C-2A42-6C270A3C6496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BA31DAE4-9547-BCB5-8E44-CB2ABEF9B567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5E1F597-EF06-4A33-EF69-FED97315E7D5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161B2146-B332-476C-CAE9-7260DDB8D977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945DE0F-F198-CAB4-539B-4CFC4EC784D9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1D8E266-C015-2C67-ADFD-BD97FBF81692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211013-7DB6-EED1-039B-D2172AD31163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C9D2587-C6B3-ED5F-1B60-5757184DB32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C52F380-052D-070C-9669-8D40883D4C21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83701635-E75A-F818-1480-4828CBE0B51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C12546A-DDF8-0832-AF45-7D94F3925AB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AD9A1AC-82C2-7397-D4C8-E227318F2210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0EA61CD-75BB-4A2C-3FAE-25DF450A2FA3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1B609D8D-1837-D3D5-2049-1AAE5CE9AC23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B9F771F-5D16-3095-7C7F-159DFE1033C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7DFC9A-0BEB-0936-334E-53D0A02122E7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A7033-A376-6C4A-BF93-8B1FAB73805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5B109F6-11EA-EBAC-3B20-15B6F233BEB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8E4A632-A510-1A82-2A75-CE5FED99CABD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375AEF-63B5-47DB-9638-C36CB33C6E48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DC6D771-1F81-55DC-4520-4C981EC137E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2C0D46C-C5FD-C04E-F532-4F67DB2BB482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2F975A-1B56-5AA0-55B7-A932C62FAEE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2F97DB12-4FFE-5DF2-30E9-A9C474C3B857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39E6A4E-6A83-145E-EDAF-6BCED449B56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48B2243-1F9B-C87F-CEED-3C7C3AB5D12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A30E2C-9A6F-A40B-D5EE-81CCE3C0355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7824DF-90FD-B789-4ECF-3313CA42532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4FFB9DD-24DF-D87C-6865-EB20000F832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417391A7-0B88-4175-D38F-C2A068C2D47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8DF953E-D028-6F26-AC51-45AEAE87639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6B00D58F-3814-927E-A69C-BB7F94AC742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FD239201-AD64-F77C-751B-D8EFE7586E67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B8ED1B4-483B-9D46-A179-6518C477558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3434968-0649-B030-1366-BFDD68CDD10E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318BE57B-A3B8-6EC3-02C3-B04545EE4C56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8119154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096D-1A05-B489-3EEB-9288108EE3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2A4487-27DF-8CDB-9FB5-65BB3106520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Row 6, [11 in 3] must use the 23 combination, because the 14 combination would leave the 14 cell with no options.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EC96473-BFEA-F727-1C08-A95499EEE5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22F6B0D0-7B36-7396-C345-163D0F1C59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8900D9CC-9D7D-6E49-238A-07F376A5B1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5A5C8482-6B66-B504-1108-78793132E35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C2D9BB53-398A-99FB-C2A7-6DCF794A5F7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D14958-80A3-5273-D205-5E0E877108AE}"/>
              </a:ext>
            </a:extLst>
          </p:cNvPr>
          <p:cNvSpPr txBox="1"/>
          <p:nvPr/>
        </p:nvSpPr>
        <p:spPr>
          <a:xfrm>
            <a:off x="3138310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6033FD-8B6B-2232-D48A-8CE02DFFE6B4}"/>
              </a:ext>
            </a:extLst>
          </p:cNvPr>
          <p:cNvSpPr txBox="1"/>
          <p:nvPr/>
        </p:nvSpPr>
        <p:spPr>
          <a:xfrm>
            <a:off x="3138310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53B87F7-2C70-262C-7E77-C6C0AFB63F1C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B06085-5DD5-A82D-76DF-901368B4EF66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DE57BF-3073-9554-45A4-2C588E9596B7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703188-74F8-0CA1-9A67-503B42C556C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23F002-53A7-DAD5-C2AE-D7E4AD6FFD75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F791E6F-89CA-CDFA-41C7-AAADB1715A14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221B429-A005-F8BC-D344-E46D6E1C3AC2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2FF9B04-F9C9-58CA-B3C5-50F5AF1DB3C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173E20-2070-512A-0013-31B235B8D8C2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1B7C22-A91D-2EA9-B0A1-2A81D7B4ED7E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00B3C32-CDC5-CEBE-3A5C-88C4CF4BBD43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4E44CB-516D-255C-AEF5-02120B248059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4A12A1C-288C-021F-CBAC-E1B925629162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D1E2D80-48DA-B4CD-721E-BCACC4AD89EF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0B6FBBE-E96D-3A18-68E6-3F4D5F2710A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4BCC972-94DB-4BA4-95DE-C1CCB369156F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9EF3E8-FCF6-802C-EABB-5973DE760CC3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2DBF04F-F494-5F1B-DD25-AF77E16A98D2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233AE3-6ADA-9277-6DC1-31BE8750F244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6FD3246B-CB74-687B-E007-9251667DD1A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061EB49-68DE-7069-850F-F983C560AE6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A9B1F9A-4DF6-6BDC-F696-482CA2B8363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A24D025-297C-D409-FFBA-8ED73D35780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EF3D136-47A8-BA95-0B6F-4046EBCB9F8E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069CF78-C8B7-51B8-AE0E-390528AC9946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3723E4-4E98-C9C3-DC94-2E0DFA7C6DC7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0CDA344-7BAC-DD71-6CD5-55F6A7462F45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D90237-A5EC-96E8-2421-B784A66F2A4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7E500EB-8D1D-36F9-6B74-AD2C02895C6B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EEA4EBC-1B7F-A727-D3CA-9CCDE1F408B2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A78814-C1CC-104B-E91D-82276B7B9CA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C6CA20-0BEC-7A5F-397F-88A392D8288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02CD1E-7003-A626-3CA6-64B542F3341A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C03CD48-C610-F37C-9C74-145D062524B6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B87EC12-DC17-0D7D-BE45-C06A2C1F56F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75956B5-623F-5557-68FE-1BC5FEF64068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0B60B2-BCE4-1089-F577-91D4062D54BA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09239F-26A0-D15A-9160-3E901C94F0D2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800C7B06-69B9-09A7-F674-C639A210B1C3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04604D2A-B106-A040-6CDA-FCCE90A8E1C1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4A437A-D8AD-D7CC-AC10-AAC8EDB93C02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3FEBEC1-81FD-FCCD-5D9E-295FDB5791FF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51842DA-F75A-01F9-EDE0-534108C28EB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820C1A5-43FB-EF47-F77D-0F7153D8387A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EA1C664-DF26-7FDD-B0EE-52FAD6B722C1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BAEEDDF-3F03-C184-D04C-8A395F83613D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11A5D7DC-3AC3-699B-7745-BE5A5523686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83EBF6A-A00B-98EB-8736-0A48125459DF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800212-02CA-1466-A0F2-CE74517DFD5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7A55FEB-6E55-F7FF-4CE6-9C99C3890859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97C10DD-95C8-BF4B-AB09-8213A58ED3B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E7EC4995-1153-E093-4786-97FABD3CCA9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85D96EB-6472-E199-D365-B9D308E4293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A48C26E-1FD3-EBBE-68CC-312347C9D100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92E399-D47F-707E-01C8-DFDE445852EE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071030D-89E4-FB71-B0FB-193EC76D0A4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5D7E6F8-D7CC-AF46-A1B6-8645729C39F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ABE5FB-7963-AD1A-AAC6-F4AA411489B1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3D4BF83-7610-8DC9-81C0-C78A246E572A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3FD1B4-C35A-1067-3369-E171F68EEB1F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3C1AD348-D605-D6D2-21FD-02A9E000F489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6B56659-4791-7C39-1F8F-ECE1E58F1A6A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0D74027-5AFE-40E1-068E-B8993C55D7CF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E085D70-CAA9-42F0-856C-1F61F4B057B3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0055EB-85A2-07A9-9486-3EB9312F943A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266A6-B0B3-5FCF-784C-47ACC3012E3A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BD006C02-10FA-0260-34B6-4B3DE1ABB2B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CBBFFF6-7D62-D956-DFAD-85F3CB294846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44722EFD-5821-E664-5878-14849ECB1B5D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CA0966A-11F0-9FB8-34A0-0E4536EB1AA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2F4BA24-FA71-45DD-58D4-B790E4AB53A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F21B721-38A1-2530-D4C0-03466C5458C1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B3AAD929-5BD8-CBBC-4F0B-2C799C2B4D41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945BF81-17F5-1C52-1E5B-D4F38255F29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661A07C-1165-5862-CA35-96E4DF83408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6C1FDFF3-4D71-2FF7-EB97-862ED761A36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7246709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0A9F87-080F-A358-A1E6-44EA929F9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9DE1D2A-AA44-738C-560F-8F71CFFDD03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426286D-2AE9-3B7F-D22C-02323489E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6CECF95-7650-FBA0-E4A8-1602D35E7A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AB8DE07F-C1CB-9ADE-9A08-4451C1DA2C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E607EDE6-06FF-5417-C206-A59111A77E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ED2D6BF-CD51-4549-5060-8E7E9689074B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D29450B-D5BD-06E8-491C-D523281B828B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BEE28F-B61E-0B7B-A197-DFA6F9D5C0BF}"/>
              </a:ext>
            </a:extLst>
          </p:cNvPr>
          <p:cNvSpPr txBox="1"/>
          <p:nvPr/>
        </p:nvSpPr>
        <p:spPr>
          <a:xfrm>
            <a:off x="364066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124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F8AF739-609F-41D5-EF19-5D776CD46E8E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F96A891-2D59-DF75-3A67-402F9EBF9A4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1B6E39-FC97-CEC6-88AA-EA05E5B831A0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138B96-E7F1-565D-E278-95CF7AE2B392}"/>
              </a:ext>
            </a:extLst>
          </p:cNvPr>
          <p:cNvSpPr txBox="1"/>
          <p:nvPr/>
        </p:nvSpPr>
        <p:spPr>
          <a:xfrm>
            <a:off x="6152446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2534984-D792-40A0-F7EC-7D1BE8CE2687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EE377A0-EFCD-F914-A9A5-DF17CEEAD32F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67E5CC-390B-4B3F-C419-AC5359B6F500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D8CA4D3-8C95-9C67-4C43-02323D86CAD0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92CCD87-5967-BE91-3930-C5847A878F8A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434AA7-D2B5-48C0-26DA-009CC4DE741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C6EBFDA-6A4A-CF96-52AA-6D82246E7ABB}"/>
              </a:ext>
            </a:extLst>
          </p:cNvPr>
          <p:cNvSpPr txBox="1"/>
          <p:nvPr/>
        </p:nvSpPr>
        <p:spPr>
          <a:xfrm>
            <a:off x="6654802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86CD298-1C43-17F3-7F92-D87913FE2FC6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4050911-E6A3-01AA-1D75-2BD27B0F2549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670BE7A-8C7D-CB6E-5333-0B518E6CA852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D1CDD6C-F0D6-0400-340F-B74D885E0D1D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C025981-E5F2-C4A1-2389-ACECD6EEE45C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D228C9-6AC1-A318-91FD-4A1E9762D34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82AC757-5524-480F-4B1B-F67786AD6392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6219EB7-C18A-1FED-2366-4076FEB6474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6CC4189-CEE5-D0BD-8896-AEF669FCF51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CBD4433-3E85-2357-78D6-47357E1DCD99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914CC04-09D5-3BD4-A567-34A4F880AE13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7E5137A-1E24-326C-42CF-509E80F1415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27FB7D6-68A4-57DC-E6FF-A5EE831FB996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9C74733-6187-E265-E10C-21CEB5DC950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3218B3F-E0F4-485B-DD59-B074470AA1B3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50D6E8A-9BBC-CF04-8004-9F4328232861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C39C270-9A08-8522-FF8C-B93C49734991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C6E75A3-3424-E77D-7BFD-8954164EF794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58F1D5-E059-B60D-AF0E-9D0CD77A8FE1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8DEA38E-ED20-0D38-5E66-EB357A77B310}"/>
              </a:ext>
            </a:extLst>
          </p:cNvPr>
          <p:cNvSpPr txBox="1"/>
          <p:nvPr/>
        </p:nvSpPr>
        <p:spPr>
          <a:xfrm>
            <a:off x="5147734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53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B1DBFE-D770-49CF-5369-0B465DAC6B90}"/>
              </a:ext>
            </a:extLst>
          </p:cNvPr>
          <p:cNvSpPr txBox="1"/>
          <p:nvPr/>
        </p:nvSpPr>
        <p:spPr>
          <a:xfrm>
            <a:off x="615244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457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36C39FC-803B-C810-C384-1F9BEB4DCA8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2C03ED0-B119-2E13-5021-6B4D946A149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42CF913-3053-0353-4266-96D2AE87CC0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054EFD5-B4C8-6940-79EC-2BE00EE1A79F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3086971-DEDD-65B7-0BE2-C192B6592B44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0A01B15-3245-2E64-8BD7-34BC4FA420B3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6E6738F-341A-2098-1FB6-B4AE575950D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91A7F80-67A5-D03F-ADFF-14AEA9273C73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D34F38A-69E1-6E72-A90F-3C9C7384894F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7046DE1-3F30-C907-A6D5-5F443E7ECA60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21D2385-E0EB-B74B-C73E-E8EF7828C6F6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B6D1E5B-CA4E-CAD3-4743-6CF56959666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B3BDD04-E55D-3B64-4842-3236AAE7F76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E2A8E07A-F535-6A7B-4C2F-CB6DA3F18F2E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03D10C-2548-4A23-44EB-38675C30572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E80BFE-B55F-590E-57FD-84E3B0F3DB28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FC1634B-EC62-E676-0103-A7CDB16CF587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CCBBECF-DF72-65E3-D6DB-E9E276F02795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711AEE38-ABBB-9948-E138-5B4B95AFF3DE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E19E2D-DEA9-5FBC-4E46-877690ECB2DD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6AD73FD-9177-60C0-5676-D7092A46FFF7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BD41AF3-AC19-25E7-5F20-4F59E8A3BE7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689E5EAF-F241-BD31-F9BF-6B79F89A4CAF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F40DB5-D3E7-F0E1-1B25-524D88F417FB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3E47868-8412-57BD-AF33-DDB671826EAB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B497706-0077-C52D-53C8-3ABAD72BC97B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20EE28AC-E5C4-412C-0F58-996A91153D1C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1F26135-20A7-7803-173B-30C063DAD3D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361D103-31B7-76C4-C17B-A6D5620B8D0D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2656365-740F-D10D-8B7E-E5CB364EE031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959F99-96F2-A877-A081-EAE2919F16AF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7F3D6-7AED-0BD3-18DD-8753BCDB023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8F85A500-3B17-EB9B-C5B9-48F6967F9CB4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6B2651F-8F18-E137-A719-0D2D4387883A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2EDEA63-CA51-3302-1C5E-DDF12766D767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7EEC3591-5407-2F7C-EC4C-A0B3941E27E8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C5683DC-6871-AB6E-6EBF-6AEA92C43DD0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2C3BD2FF-1430-6E8A-2F3D-7ACC3A08FF5A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2CA4B704-832F-424E-3024-D417F97996D8}"/>
              </a:ext>
            </a:extLst>
          </p:cNvPr>
          <p:cNvSpPr txBox="1"/>
          <p:nvPr/>
        </p:nvSpPr>
        <p:spPr>
          <a:xfrm>
            <a:off x="5147734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35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DA05592E-B309-2DF1-0DA7-98F21E00BB5F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F57FAB47-6445-33A1-C425-D92D34B6CB21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ECDC134-9DBB-74C5-1C4E-FBA7951CFCE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A43BCCF-D199-73D6-B217-6F274708605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B4F7222B-FA2C-FB9F-B50E-9192563F9B31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096483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1923-9776-B61D-58E3-B250D01E6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8FADADB-B637-3D5C-C6DD-01A48DDB9B7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23B14D7-4CFE-F2DD-2C91-280774A000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4B3571F9-5929-CCAD-89E7-6AD7328ABD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09B5C4D1-AB0E-F7EF-28D4-E5503D760D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7D6D4D48-D839-893F-0B54-4B67A49A1B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2551F7A-20F3-07E0-B07A-AA3FA6B7FCF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43E312-57E0-2213-6D48-4243067B2E4A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0F2EBD-6F4C-6E06-E625-D56771ECEE80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E459AFF-ABF0-1688-8C0A-7DF20E72C678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77941A-39E4-E9B2-3B2B-C70273B73EB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41EE73D-E65C-8BE3-2DE5-AE205EA376D9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F80FA4C-14A8-58D1-793C-BA4433C06319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F8E217D-BCD4-FD71-2B2E-8CF514DE7321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BA2BE6-0A66-0697-D191-F123EF09A2CF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74DDB7-9468-FF64-D031-7A44CB9B3734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D2817FE-8C3B-A606-A451-3C7D5ACB1C4F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740CED5-4A01-62EC-A55C-3F13566EE675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03D19A6-A39A-98C9-738B-FA9169C7AF50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8CF6F2-A6B6-30D6-62CA-471F13A9B887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49F4D22-2466-D27A-660C-E5C48E71F26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A0726B4-3CB8-22BC-49AE-74A7392AB16F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ADD79BE-91B4-2A22-0352-2CA6E10D7AB8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0918C29-D8C2-0D79-7C9D-B5FDEDF1810E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7F3B9CD-B0F8-5A9F-E33A-D8EB1A8A1D27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2A58C5F-9B8B-B2BF-5E8C-D8694897A71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89DBB84A-9224-9DF4-A50F-A4103D666B1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6E5EFC6-A621-A603-6DA7-D99F841299B0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62050765-5DE6-2B58-C270-B25275650F0F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41B642-9774-A71C-FBD0-754D99AE868D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11E1D4-A707-0CC3-3A01-3EBA78ADFF5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CD75131-B17F-3713-D529-377A392D4995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89BBD3-10C8-34A8-5E4A-014CD749134D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FA62141-EB21-25A2-F7F7-9883C3229663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F32235-76C4-DE3F-99FA-B637D3EA5876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4E18F80-3249-61EC-BA46-C2FBEEDBBF1C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6516C78-B585-D68A-10EA-DD1494C18A9B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7CCFADF3-61BD-5BA2-835A-D227F4489325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09364D2-1A23-215F-DD27-7C7C26AF17AB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6A7E104-355B-82B9-545C-1978874CC4E5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57F61BDD-721F-9F23-DD42-B420B19D03D8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314D67-BFB8-CD63-899A-918BF5292A6A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EA07A36-241F-463E-728B-B996DCB48764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A068909-5285-939B-A04A-3D35ECB7B4F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E38F0E4-4565-7BF7-A410-1D1A16E1B3BD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875DD8A-E025-F4D0-5DFE-AB502AB2F70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7BE5906-47DC-EFC2-2F45-105EA50D3D27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546E27-01E9-BB4A-E74C-F70DD930DA11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2214F9F8-9E2A-AB7A-530C-08779A86C887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94E54B4F-FDC8-5F48-4AE0-F02E98CF27C5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99DF0B-148E-170A-C1D0-3562DCF6716C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6B39CA9-1344-3CE7-4415-4491CE13295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437BC79-F842-172B-77F6-FC1A3ECFAE7D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BDE5B23-BFED-2E32-0E38-9D83F20952C2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0D23FD23-AF5B-5FA4-F8E1-C7C88E69FB23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A020449-D48F-C50F-03C1-8E41D2E42C64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A7785AA-DCA0-8EC0-4107-6C27DDD5B5D9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D4911BE8-127A-E876-FA6E-A3ED4166D26C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53C611C-1B54-C516-9DE1-D825579B9F95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9FC6E75-EA09-D907-DA64-B7954BB7E0E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EFB5A86-1D6E-D6CE-D316-6B588159320D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A9399C-2B17-BB63-37FC-ED7A3F5CF62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3D8D97F-D088-0B80-2062-AC7204927DAA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2A21DF0-F1D0-423B-140B-631B06206E18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D5AEC977-5E16-FE06-6660-2B234B94E57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F67421A-78F3-3365-DAC4-D451C3C29267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A61CEB3-6B7D-94A7-06C6-042104A299C5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F4E319-1FDB-ECF1-4028-D28020BD1A9C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2C04BD62-BCFB-F090-7BC2-6915FE7F43BC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4F5BB12-9114-1490-BB7B-4681EA82FD2B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BB27FAD-61FC-564F-E745-44881C75BA1B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A70BF487-B777-5C70-8B0C-6B817F737CDA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56F97DB-9EB0-CD2E-B0B2-C3368E1E5EB5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C1B96F21-D17C-C36B-BAF9-8C5F77252E90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DC119EB-C3F0-DD7E-40A9-6239EF049402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B4975373-3DEF-2227-81EB-D0FECA65F86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AC644C6-6152-B96D-23BA-CBF4B7676F66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665BEB-3251-59D6-D613-087713B5CE08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9FB31D7C-78F0-6518-FC3D-B33DA7D856A4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152FBD-7472-5ED6-AEFB-715E55D039F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11E82E1-C2CF-2A19-E060-EF4810FDDC04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2C22763-5707-02E3-1129-CF9E698ACA45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447A617B-FCF1-67CA-86F5-CA2E3FF882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0A495E54-D36E-194E-ECF3-56B3ACB44D20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BE339CA5-EFFB-17E2-E630-668FE9B992CE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753655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8DF0AC-5CAA-63A5-CC46-05C374943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3D72999-34E9-3BB7-A0EB-5D349C13A43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Reduce.</a:t>
            </a:r>
          </a:p>
          <a:p>
            <a:r>
              <a:rPr lang="en-US" dirty="0"/>
              <a:t>Then, complete Column 6.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711D2503-609A-BBE8-9632-CA454254FD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DBD82C3C-C907-3EEF-3F1E-F9DF81672B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D81FAAA4-3F9D-C93D-E6A0-C174C4496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FB713A8-4639-4406-9571-110FE1FA498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3836413-5183-71FB-C23B-BB44D436F583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1963BC-5B47-1350-B4DD-DDB3377E208F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31761E5-F733-FD63-3BE0-26608A14B6F6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E40300-34EF-5CF2-933B-DEF8A826A2B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ED033E3-0792-6335-23D6-6EAA4A3146F1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21CDC7F-31FA-043C-6129-CE4F3BE20215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F351C35-23A4-0B88-FF5C-4823BB5EFC02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B1E6BDD-DDC3-5621-EB54-B6304E90236D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E930EE8-2AED-5DA8-B6AC-4FF9F193F8DC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18F9E28-900F-C410-7803-F6769E6018C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AE833C-0CC9-38F3-0DE0-51C4AFE5D696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2F7BDB2-5A87-1183-3C4E-CA171E647FFD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098FB2E-1750-5F79-6C05-C3CF0334BA5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B625FF-A447-8ADB-C816-1E6FBB05860A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70AFD45-1734-1B37-7825-11BC30B4E255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0D4DC20-1290-1063-96FF-FECDD628EBAD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5074FA4-6B68-4455-9AE1-4066295D6815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92F9435-CE0A-91D4-7212-BF075804DF46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2DEFA84-0A6E-DA92-715F-104ABD642E42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BF4F5AB-ACAB-DB59-9BE9-1D11BF081EF8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BD0C6EE-2C23-9E72-8394-1FDE38A20BE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BF1D0F6-6081-D98F-0BB5-5D157F516281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C1DED19-5631-D1CD-A384-322CCA68B4DB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A262481-932A-422F-C854-C8715018B78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B54C8BD-F788-F120-6582-012F3A5843E3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A01DFB3-88E0-E2B7-5443-B5D1C06E6900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59BCD76-C5D3-3EB3-6014-F0190AA96407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95C0216-88CB-A172-D7B9-B360E58F300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8F6273-BDA5-C912-E3C2-A68D4AD4310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5B4F08E-3CFE-917F-F901-3FDA3D0FB878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5B71089-D8FD-8EB0-E96B-2402A1D3800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2895170-A09E-B8A5-263D-1806A71EBD4E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217C59-8505-0CF4-F2B7-D35FF828C6F2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105DAD9-052E-89EC-A0DB-CBC96A48F09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75252E52-54AD-8140-AF10-8D4A69C1BAEE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3088D44-D5F8-0A25-272D-250284024785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EA48B8B-B439-C317-EF9E-4A1BCB72192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C5700C4-3DF8-4448-776C-DCDEEFD9E0BD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BC25E32-94E0-0BD8-3E5E-31A4DABA1315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2AD98524-40E1-459F-A11C-5B81CBF64646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8A080F-A37A-658F-5934-A6EE07193E80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8B65207-A295-D8CB-92E8-0E3A8000BDBB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6E180B4-5135-C88E-C67A-8E503EA6FE0E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31A1A62B-953D-EB45-B708-981C39E7964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DD45A9-34C5-C081-E038-3807EA9998E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0AEAEF-32DD-49BE-EB6B-FFC299227C4E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BF18DE0-F1B9-8E2D-345D-8238992C51CA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AE910489-33D7-8955-D452-3B9A58050A2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56739C8-9E2E-B317-F7A8-A406CDB39BF0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0C15B0A6-94E0-9435-157D-DD6C7B5F2FA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F0B140-E0A9-E52F-C768-33D5DAAF9FD5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7EB3783-D35F-873E-8A76-7A3EB639972B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261229CE-EAB2-051D-F0E9-46BDDB98920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1552D9-5194-DB8F-4351-DFB930918A95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B275E79-2D69-BB08-39CF-13DD465057C8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9D42896-3EF2-00B0-7195-46176FD4DAF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1CE7954-1CCE-5C64-DFE0-F6D2DD535F67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EB38D8D-D1AC-3C70-4AE5-BF094F9BDEDE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22C454E-2D0D-447F-6B54-7B57E62B7288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1D2D9B01-EA25-6BA5-E2A0-CD60BD16FE3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851428D-656E-F0CD-27CB-78D7B0735ED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83D96E4-8227-BF75-80C2-368FD8327881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A890C4A7-AC45-80E7-20F1-51EE4E0465F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5B5EA3F-D4DC-EB11-D25F-C623DDB24DE5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E2B71AF-0B3B-B972-E793-F4120CA9649C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0D1C957A-9B09-8EA0-FFB1-5E1A24844C49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3003D04-88B1-25BC-752C-7BDBC9ABADFE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E460305-D070-6B9B-9BE2-9023FB7D6A65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B79CF07-F650-6C62-5C0B-678C5F58A0E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CF0767C5-6F6C-2197-3312-90F5AF366040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A24C2C1-635A-6E56-C98B-FD7F93C0C6AD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BD8948D-E938-C289-57FC-C0D87FE46F3A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EED547B-9FF0-937A-1211-572325A5E6B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18A094-540D-9C84-354A-80A4E09D653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8AD517-D34D-D7DA-807F-30E526EA28BD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FB3FBF60-BDAF-2727-43F5-1F8EBF6CA654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F0CE0C6-493C-CFE9-8CDB-5FA88BA90CEE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CBD1D31-84BC-44AA-A377-4B30AD77B26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1D741A0-BAAB-7D7D-8B52-FCEDCF32E8CA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CD370CB-F163-B44F-A5E4-8FDD2DDDADFC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AA92867-B650-EF78-C926-C5CED6361FCC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166889891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9613E-B5CB-A9D3-D585-0B4187A148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6FE51C7-8460-79B3-F926-428BA2F8DAA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Color some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64ADF259-947F-EE85-3605-C957A38AE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EB35A095-1E09-83AA-62D1-50DB30F6E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3A4C70B9-32BB-D507-B0AF-0BCFC89071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C629A65C-3109-40AD-9166-243D65F8C0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8A61593-7BB7-17A9-5467-3F9B5AC61F5F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E659B8F-B3F6-129D-9502-DD65C3A9C1D1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7A8D7AF-4C3F-9108-5705-A1785837FDD1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38838A-97A0-C22B-6CD2-A95CD2CBD857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F6B982B-E768-C2E3-C840-E53876EC138F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834A51-D822-E9BF-AC89-0B64425A612B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C90781E-D1EE-F9CF-2428-3A77D618EBE3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53019CD-2599-829B-D30F-AF4760D994E4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237B596-9BB4-BBC1-FADE-2B8C5E874BC2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1AB9036-92B7-A5D8-D352-8D0016BBF490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21D39CF-2009-AF49-F561-D5CEDD5CDE9D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AABB18C-2285-DDEA-DDC3-8E50DB74F0EA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C661A7E-09A3-1B09-A48F-4B38B24B96C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701CF6-3819-B820-AA31-052A988F67BE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6F13A5-0E19-B59E-817E-B0E618318D42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15402F1-8E16-30A2-B245-90DBD40FF4F0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8AA199C-F3FB-1313-6C55-CE3A66F49609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0A5DB8-E805-C9CB-BA00-26F5E503251A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7126E431-4C4C-946F-A772-F41302DCAB95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C44EEE8-6DC0-640E-76DD-FE38E1A2B365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81A0C17-88E6-35B7-193A-5CAD2F2E2476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B66A408-1905-F798-491A-30F996B3E188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A2A83DF-B7A5-BB8D-C0E9-A3DF829C00BA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5B27D5E-E7C1-E866-3F00-C216A54A4239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63361D2-50AA-CD36-79C2-B791FE27B216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E9B843B-650F-E7F1-6FBC-B9BECA4A7F59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D2AF302-8EC9-2579-7EDD-CC137214A350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BF6626F-4A62-58CB-111E-627181EBBF6B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E15104D-0F27-263A-6598-5C054A42267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2E31C75-FDAB-346B-AAF0-222D359C6B6D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4F2AA7B-13CB-EADD-11CC-DA0A14F1ACE9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B2A5B84E-078C-EF8D-2363-5BCA63023059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6BB70577-B10F-B56F-200F-F1BBA64D740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A4C303-23FA-E0D5-79F3-F8943607A578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2CA4D01E-488D-F123-AF87-6CE4F1C7C749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62D6799-F2BF-FF46-E694-DCA06E2F067E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4492BDC-2FE2-DA8B-FCC3-3823616A3517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4CDB5B8B-366E-AE04-69C6-05BEC2366520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D586707B-A826-815B-04E7-7A6D0CE1D0D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DFD50CB-CF39-EA5B-5EDE-7EA7B9A2F0D9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9088B72-C005-EA1C-EA58-2077945D136D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6C7E3AD-9DAA-5D19-DBC2-4B08C80BCD18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B72E8BD-E01A-725D-80E2-958A6C617076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0F19E3F-966F-5D2A-9DA9-4F607C581D6D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59F0C46-ECC6-BC19-5238-DA29B33B2135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60E165-6CA6-66D6-F789-CB0A2BC63CB5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856937CF-7969-3F6C-AD8E-3A0D23D66681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BB77F1-D126-31DB-7D26-8F708DA6024C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A6637818-8A2C-602E-51FC-45DF1717D0DC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40B26444-A0B2-4126-769F-9FF3F10C7D01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B57A65-C248-67DD-5AA3-823CCE802CB3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FB3FB788-08E2-4EDA-5522-F83545525042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0F1602A-4436-03F3-3E5E-B6945A41D82E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DBB6A4-889C-A629-CD08-CEF3470F8FCD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F938AD-F44B-5D12-6439-5B26344663D5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8FD224-36DA-EEEC-F5BA-623109B8B2B0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605DA56-6805-EA4E-189F-9B1CD88E9C04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6CA5501-756A-1EC2-3C27-82AF6F6C8B3C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B33F9015-D1B1-4D6C-9DB9-F94183C7F87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63DF854-98E8-2409-57A7-04FF53907D88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DA0433-08DE-9974-5596-FCFE79DE075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8CF8C3-E54E-84C9-85C2-EA042C02F9CE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5321291-D400-6798-B66F-9A007F01DC19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A3DE0373-C673-CA30-69DB-7039090D77E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E5CC9E0A-5465-4C14-6C80-ACA18E967664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85D035EA-B63C-EF55-09D9-A1E019A3CD20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8835BA1A-AC7A-0DD6-D691-DA6127F1D9D2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EDBAE1C-011B-F0AF-56C3-0CCDCF536EF4}"/>
              </a:ext>
            </a:extLst>
          </p:cNvPr>
          <p:cNvSpPr txBox="1"/>
          <p:nvPr/>
        </p:nvSpPr>
        <p:spPr>
          <a:xfrm>
            <a:off x="4645378" y="4408541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3ADC6C1-5CBC-2DBD-8C4D-70FB83C04C94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1834ED9-92AE-DEB6-651F-103792B1FE6C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41EEC9AD-B5A9-05CD-50B6-D6830F29E381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4E9ABD-8AE4-0010-9C90-6D21CFB7C58C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101EBAC-D07B-A50B-1DB9-E8CAD86496FF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3FDCAA-421D-D325-A7FE-0B4B263F7304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F0150E-180A-7982-08F5-E83373BE314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0D901583-6393-8163-41FF-26DBD4F8D28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D89B358C-E1F5-9744-BC9E-9497A16A0338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DCE0B9C-0623-139D-D9BB-FA7F65A58DA9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7C224376-9AF2-BF0B-BCD4-41F049A9012D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7377709-0433-0091-522C-DF6E4112227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C14DC67-8134-0AD3-0F36-DB545A1E5114}"/>
              </a:ext>
            </a:extLst>
          </p:cNvPr>
          <p:cNvSpPr txBox="1"/>
          <p:nvPr/>
        </p:nvSpPr>
        <p:spPr>
          <a:xfrm>
            <a:off x="6654802" y="4909484"/>
            <a:ext cx="570089" cy="2308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</p:spTree>
    <p:extLst>
      <p:ext uri="{BB962C8B-B14F-4D97-AF65-F5344CB8AC3E}">
        <p14:creationId xmlns:p14="http://schemas.microsoft.com/office/powerpoint/2010/main" val="25230212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67389-5B7F-903A-70A5-4E99D39FC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AD7F9ED-A710-1C6B-9F7F-8DDE996A1EB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purple cells see both 47 and 74 cells (in green). So, they must be 1.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5F18083D-E229-ECB3-C74E-2C5BED33FA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AF7A7299-6EB7-6B43-12BA-E1313D289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2CE722AB-E6A0-22F1-FA34-517138EFF1B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8B49D522-F84A-9C9E-FEF0-CE2A376EFA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16C7398-6300-EB90-9605-4E561EEFAA95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C450203-31EB-A8C2-4DB6-772481FF9C2D}"/>
              </a:ext>
            </a:extLst>
          </p:cNvPr>
          <p:cNvSpPr txBox="1"/>
          <p:nvPr/>
        </p:nvSpPr>
        <p:spPr>
          <a:xfrm>
            <a:off x="3640666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7C3005-B2D1-1A90-367E-EA2C4DE48C84}"/>
              </a:ext>
            </a:extLst>
          </p:cNvPr>
          <p:cNvSpPr txBox="1"/>
          <p:nvPr/>
        </p:nvSpPr>
        <p:spPr>
          <a:xfrm>
            <a:off x="3640666" y="4909484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38AF21-4BBF-2889-0BDB-3AB3254976BF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91B985C-8EA7-85DB-EDBD-D15253A82763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D001C4D-C94B-CA76-6821-9DFE681AFFB0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DF0C00E-9757-8AB6-5634-C6405C7A1918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9AF3EC-4087-5CCB-9E03-1BB5F74F503C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1989F85-9898-981D-D3D8-A8B2337CE471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3F06726-5260-CF10-0459-3A7AA47E142E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CAC6D4-F7B9-993B-8ADE-48BC00A95992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D26715B-E2FC-C1CC-4228-FB59C72B0358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61E1BAD-410A-0D99-B2FD-7EC8F04AB27F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7B46A21-91E8-0403-2E70-96BBF8C2B1A8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3EA1A0-DA10-FD0F-7302-0505F272F3F8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8AD9E68-D354-7707-37E2-565D354A227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CDE976-60EE-706C-F132-3120D07FB65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CC1C5C8-FB3C-7603-6223-EF85D70504FC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FBAA4FD0-EE02-4573-FE65-688D74933A1D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F790606-AC04-8200-966B-34732B0485FC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529DD26-1728-FA9F-4B38-4743376C1B4B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896D2A85-996D-2FFB-1B35-7F3E815915D7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C66271A-7E12-7E9D-FA8F-1AD9DE095331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6A52D72-FE09-FB8C-BE2A-9DE5FC4B2278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77C7AF5-7F40-30A3-DA1F-A38DFEC700B9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9514701-6DF9-F47C-7CC8-236DE00EA027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1A9BFB3-C550-6716-5CC9-9100E881E625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56AD954-97FD-3D80-B574-03D9E07CAD35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5677A0-BB28-F0AB-552A-1B52484BD095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22A6AFC-F2D3-4E2F-2733-625CDD3EEE7B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8ABDCA42-5CEE-0A03-ED02-4C7A06B19781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C6D021-E098-7358-A1CF-A0CD92E7B46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E130560-FE76-E269-42F1-353F7A1A373D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BA633089-870D-F924-9221-18A21FCFF253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0341169-D8EB-624A-7FAD-711760CE3A32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1FDECBD-696B-B45D-37D3-E9E5BFF21410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5C4602-F6AB-F21F-535C-CDEA3D41364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A95B3B5-B231-90B0-B8D7-B78288673BC8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A6AB0DC-8730-635A-CA98-A9FB0F7B0C98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80483746-D419-061B-DEF0-31E28C809C3D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898F7AB-C492-5FBB-CEAA-515B33755859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44E6420-B079-D8DC-7BD1-8241E9FEF305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3643CF5-D168-DE87-BAAD-C96041E1627C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2E2F1CA-F66E-1349-634D-62EFEB83DE59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B56F62-AC75-7205-B7F1-56C5FBAEE662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B491B65-E39C-7721-2794-F74CA0B8B66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CE80F360-02F1-38AA-0F0B-4F0D3B36A2F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BC46AAF4-E919-4121-133B-63149885A4A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399A4E1B-5E68-16BE-A349-D8920B74B5D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B28556D-278C-C1B4-6E26-4D0F78110686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970C76-23A2-4C49-D299-4B3D94FBE78D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18D4B52-1B36-C3DC-8C69-BEB2475AD541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ACAB37C-BA63-A64E-93A9-B3B7C26BA5D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F84A76-3824-E925-6B71-97E04B00271A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640D3D-C981-772E-5804-FFA371AA8564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5023B5-358C-8978-DF7E-0621ADB40B43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265C631-AAAF-8334-A627-553BC00F6F6D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82C284-BF89-6F92-0D92-4DB48334ED39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A0F032F-CBC7-687C-0D30-61866A537B29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6FF6F4E-F52F-8EFD-F4F1-285CD59ACCDF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D2F0FE-59F8-97D5-D13A-96436E487882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CB69B7-10FC-AE37-2804-4EDB6691847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3930DF-DBBE-C0EC-93F2-D8B0A0899800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97FB39BB-DBC3-BA03-15EE-03690A710E39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9E64B2D-57A3-2FC2-5CC2-8ABF0170F68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FBA4CAC8-AD32-4D8D-32E9-14C6DF829DB5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8E422C-D6A3-D43A-8B62-8470DA91557B}"/>
              </a:ext>
            </a:extLst>
          </p:cNvPr>
          <p:cNvSpPr txBox="1"/>
          <p:nvPr/>
        </p:nvSpPr>
        <p:spPr>
          <a:xfrm>
            <a:off x="4645378" y="3907597"/>
            <a:ext cx="570089" cy="2308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E75EB186-3CB1-1200-50E4-DB5B5CD15CB9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554770C-504B-233F-F796-0398D9C4A59A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0D066EF-B688-2913-9163-2318D4C7D9DA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CBBEF9D-A31F-4E1E-40D8-F4C124ACA994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F63D59C-78E9-4C7E-C8C0-A643C87E94DE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3EBB37-7242-3F39-5CC0-9E02671C6058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BFE843-EF73-4F1D-C996-FD5178E30A26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221A5FC-7198-5414-21E3-9AC1AF831FE2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520D6D1E-2FA4-2798-E631-B8DCC7A28444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6C793D4A-04C6-8662-D4EE-3F7A3D87ABDF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A0D6A67-08EA-8EE7-7247-97AE8A5B1FB0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419172-7926-BC48-E995-87E5081EA25A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147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E9AE476-EDB2-0757-04E3-9F7714884D3C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33DDEE0-1983-B065-2395-396329FAE232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8599346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24888-5257-520D-8278-64C933D8C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BEBC214-5A2E-4AFB-C208-7FB642609E1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Reduce, including solve the blue cells.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AB6E043B-F754-03E2-AB3B-2D7FCAB2F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81D5AF3C-4190-8C3C-8F34-9C0A95571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C4533339-CA9B-E5F4-8485-E20000582D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6252BB92-9712-0E18-02FB-057A998588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1A71B8D-5AA8-8DF4-8343-1D1830DE2BBA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7AEA630-E6A9-1598-4E0F-2FD88BAD53DD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0715FF-6EF3-DD20-3D23-27946E078C1C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8B51A97-B0C5-99C0-1D32-1DCD276ABBF1}"/>
              </a:ext>
            </a:extLst>
          </p:cNvPr>
          <p:cNvSpPr txBox="1"/>
          <p:nvPr/>
        </p:nvSpPr>
        <p:spPr>
          <a:xfrm>
            <a:off x="6654802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D654BB-A8DA-BC06-F76A-75A884D53390}"/>
              </a:ext>
            </a:extLst>
          </p:cNvPr>
          <p:cNvSpPr txBox="1"/>
          <p:nvPr/>
        </p:nvSpPr>
        <p:spPr>
          <a:xfrm>
            <a:off x="7157158" y="340665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4D45B3-A25C-1F8E-CC20-0559D4F0A2B9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86DF38-5B5D-2AF1-3E51-73EF9ECD121A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6D00AE8-3D6F-2ACF-A0D4-D0DCD97EFA15}"/>
              </a:ext>
            </a:extLst>
          </p:cNvPr>
          <p:cNvSpPr txBox="1"/>
          <p:nvPr/>
        </p:nvSpPr>
        <p:spPr>
          <a:xfrm>
            <a:off x="7157158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0BFBB2-C007-01B6-546E-FE55611FB507}"/>
              </a:ext>
            </a:extLst>
          </p:cNvPr>
          <p:cNvSpPr txBox="1"/>
          <p:nvPr/>
        </p:nvSpPr>
        <p:spPr>
          <a:xfrm>
            <a:off x="6152446" y="901933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A41FF9-607D-E4F2-2160-07024F5DEF5C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FD7549E-83AE-1CAB-E22E-97EEFECBECDC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5DD1EDA-A27F-8F00-42D2-9EE698E00D3B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30EAAAE-1A62-C756-98B9-2BB57F82B10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B5ACE7D-B586-92E1-5E32-59354A2BB515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6E16751-35CB-4D26-550F-5BF9851E47BC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EDB3182-ACDF-179F-1C2E-13D12D40907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1F8EF0A-91D8-7A22-2F9A-53EBDF8AEF76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4C8B06F-22BD-E3C2-A821-74CCC6B41421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5A16B32-AC5E-5F0A-F2A8-F76BD055B2C8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268E53B-E8EB-2DFD-6E79-D3E7D9611ECF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5CF333-EC1F-16E7-6DA4-B176027026C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94577E-AD0E-874A-57C1-5FE9FE64699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B6CBE02-DE79-9113-BFFF-55291875B671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99AD52D-14D9-6CC0-B5FB-9EBAFAFEEB78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D42271C-E787-8921-CAD4-81301871AAAC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0881232-5D7E-66EE-59ED-2959F5C42E0D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28E582-3E76-AF3B-38BA-C6C926CF762B}"/>
              </a:ext>
            </a:extLst>
          </p:cNvPr>
          <p:cNvSpPr txBox="1"/>
          <p:nvPr/>
        </p:nvSpPr>
        <p:spPr>
          <a:xfrm>
            <a:off x="6152446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74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DC143F-E706-AE73-E026-C627FF1165B2}"/>
              </a:ext>
            </a:extLst>
          </p:cNvPr>
          <p:cNvSpPr txBox="1"/>
          <p:nvPr/>
        </p:nvSpPr>
        <p:spPr>
          <a:xfrm>
            <a:off x="4645378" y="4909484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F9876A0-04D6-B38D-00D8-F8E0C7AF137F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7B324A6-C667-35AB-743B-CBC69007F7C0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9DE8F89-46F9-E9E7-08B6-0EC5EE1FA93E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A127160-60D6-F695-A731-0F453ECE817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552C47A-BBAA-1F8C-FF12-3DCA0BDCAF5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61B89E19-DC2F-4AE6-4D2B-5565F166F484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E457AC9F-468F-8FE6-4637-8DBB7D60D23D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61C491F-7029-CB2D-49CB-8ACA8C4F0EEC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A8206F-2463-374F-B6FE-E004D125A4A4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FC989179-1193-A387-6E7C-E27160614FD8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BC2EBAC-2590-BC35-C5E9-DF40934C723E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9DC2219-EC74-6C9A-D282-3B04A7B82360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C5FA2E7-14FB-14EC-D525-963A8AB182B5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7F0801A-F597-8C86-E795-AD9839BDF8A1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D49789-DFE0-89E7-2786-0DC6114FADB4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07E2D0-2179-1BB0-A8D3-E147D1653606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0427C7D2-9209-D0DC-9BB3-64FC4E377314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58E81157-317D-F12B-3CB5-492AA31C2CAF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5E97BC3E-7DEB-AC8F-A148-5350ED7E763B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743C5895-8A2A-81F8-131C-627258FDA94C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1451631-4B71-DE4B-8F52-FC87531DE8DA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FA5348B-E668-556C-CC07-4B039603FFA8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C5EDA1E-16D2-9648-92E1-05F00EA7AD96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1574EB-C3D9-87AA-8D53-B2E31D4F4057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D5193C0-E321-5A67-86B3-1E10F62D2A79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FCC70E-6BAA-66EB-548B-C0C08A9180CE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B70F36-0DDF-4A5B-3AFC-EACF127B6076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16F4CA6-FDE6-1A5B-AE23-6C9A77FEF51F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36EDD84-7018-4EA5-A7D0-F6FFB62F5343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E4981EF-EFAF-4E24-4BA8-86DB880137B9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6270A6-0EC6-F744-8889-D1C81648F911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A58857-6696-7AF1-F6AE-72EBD795F578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B155121-ED6B-CB2F-2266-70505EDF5C18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84FB97C-1668-64FE-40AE-2CD6F8877450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A69F5B3-5833-5B4B-179B-28B4D6EF3475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52CDCAF9-6A07-5CED-EBA2-FB4F6255A87F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F2E10C37-4CFE-003F-5228-944CE3502850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96E16D4F-9701-EFED-34E6-7A74B0362486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84DDEB7-5103-E83B-AF46-C3D2A1B8FE2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27DD3540-8036-F2C2-0FEC-2DE3D5DFE8A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92099E6-6FD8-46C6-2A46-42711788DE46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8418A75-70D5-76AA-8BA3-462507CB17E9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77AB2EE-80B8-976D-05A5-21C36F3D0A4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91C1EB54-02D7-754D-83BF-F379671E97E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EEF184BD-31B2-CF8D-2B69-89F580B2ED8B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11E1B217-9CA6-D412-D083-51F0C6B23834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5B1E84C-9E0A-90DF-5D09-08A8ACE17426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66574D3-28A1-B708-B243-4EEAF6DB40AD}"/>
              </a:ext>
            </a:extLst>
          </p:cNvPr>
          <p:cNvSpPr txBox="1"/>
          <p:nvPr/>
        </p:nvSpPr>
        <p:spPr>
          <a:xfrm>
            <a:off x="6654802" y="4408541"/>
            <a:ext cx="570089" cy="2308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900" dirty="0"/>
              <a:t>47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F09E397-2814-974B-ECA8-B8B7E591F121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26DAC168-6F66-ECC0-CB92-F02A936592C8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DAFAAA3-98A8-A87A-30AC-24447D67CFAD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BA02252-C39D-E937-7D20-0F33F254CEA4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8AD844-64DF-B313-0621-20C50BB24F98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6690025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223985-A5B4-7958-C55C-B21DF7DD6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6B11F4-49A1-8012-6AEA-EECB4445FE8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Reduce, to complete puzzle.</a:t>
            </a:r>
          </a:p>
        </p:txBody>
      </p:sp>
      <p:pic>
        <p:nvPicPr>
          <p:cNvPr id="4" name="Picture 3" descr="A grid of sudoku puzzle&#10;&#10;Description automatically generated">
            <a:extLst>
              <a:ext uri="{FF2B5EF4-FFF2-40B4-BE49-F238E27FC236}">
                <a16:creationId xmlns:a16="http://schemas.microsoft.com/office/drawing/2014/main" id="{F62EEDA7-7D49-0DF5-EF66-13C5088356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5" name="Picture 4" descr="A sudoku game with text&#10;&#10;Description automatically generated">
            <a:extLst>
              <a:ext uri="{FF2B5EF4-FFF2-40B4-BE49-F238E27FC236}">
                <a16:creationId xmlns:a16="http://schemas.microsoft.com/office/drawing/2014/main" id="{5CAD4C2E-804B-85E9-5FB4-9CAA58F5D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6" name="Picture 5" descr="A sudoku puzzle with text&#10;&#10;Description automatically generated">
            <a:extLst>
              <a:ext uri="{FF2B5EF4-FFF2-40B4-BE49-F238E27FC236}">
                <a16:creationId xmlns:a16="http://schemas.microsoft.com/office/drawing/2014/main" id="{7523758C-C9CC-EB87-4A21-2579C3838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8350" y="2311400"/>
            <a:ext cx="0" cy="0"/>
          </a:xfrm>
          <a:prstGeom prst="rect">
            <a:avLst/>
          </a:prstGeom>
        </p:spPr>
      </p:pic>
      <p:pic>
        <p:nvPicPr>
          <p:cNvPr id="7" name="Picture 6" descr="A grid of squares with text&#10;&#10;AI-generated content may be incorrect.">
            <a:extLst>
              <a:ext uri="{FF2B5EF4-FFF2-40B4-BE49-F238E27FC236}">
                <a16:creationId xmlns:a16="http://schemas.microsoft.com/office/drawing/2014/main" id="{D14680A8-2872-6F8C-FB81-022F98BBA5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84700" y="2311400"/>
            <a:ext cx="0" cy="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313E254-E17C-DA9D-740C-AEF67D29F240}"/>
              </a:ext>
            </a:extLst>
          </p:cNvPr>
          <p:cNvSpPr txBox="1"/>
          <p:nvPr/>
        </p:nvSpPr>
        <p:spPr>
          <a:xfrm>
            <a:off x="321733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A5AE30-64D7-BEDD-1751-1A59750EA9F5}"/>
              </a:ext>
            </a:extLst>
          </p:cNvPr>
          <p:cNvSpPr txBox="1"/>
          <p:nvPr/>
        </p:nvSpPr>
        <p:spPr>
          <a:xfrm>
            <a:off x="321733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12EAF3-49BB-F042-7032-9D51CB28DB88}"/>
              </a:ext>
            </a:extLst>
          </p:cNvPr>
          <p:cNvSpPr txBox="1"/>
          <p:nvPr/>
        </p:nvSpPr>
        <p:spPr>
          <a:xfrm>
            <a:off x="421640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BECB0A-FB59-75F8-F572-22ECA636871B}"/>
              </a:ext>
            </a:extLst>
          </p:cNvPr>
          <p:cNvSpPr txBox="1"/>
          <p:nvPr/>
        </p:nvSpPr>
        <p:spPr>
          <a:xfrm>
            <a:off x="421640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BA0FB23-3FB3-19FE-2DBA-D3F3BEDE0D48}"/>
              </a:ext>
            </a:extLst>
          </p:cNvPr>
          <p:cNvSpPr txBox="1"/>
          <p:nvPr/>
        </p:nvSpPr>
        <p:spPr>
          <a:xfrm>
            <a:off x="371686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CA08404-8C02-5904-9C7F-82869F837E34}"/>
              </a:ext>
            </a:extLst>
          </p:cNvPr>
          <p:cNvSpPr txBox="1"/>
          <p:nvPr/>
        </p:nvSpPr>
        <p:spPr>
          <a:xfrm>
            <a:off x="5715003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5E4FDE2-A922-D909-713A-FB2E956B18F6}"/>
              </a:ext>
            </a:extLst>
          </p:cNvPr>
          <p:cNvSpPr txBox="1"/>
          <p:nvPr/>
        </p:nvSpPr>
        <p:spPr>
          <a:xfrm>
            <a:off x="4715935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65B4E5-AAEE-9623-8435-CA1D1D735111}"/>
              </a:ext>
            </a:extLst>
          </p:cNvPr>
          <p:cNvSpPr txBox="1"/>
          <p:nvPr/>
        </p:nvSpPr>
        <p:spPr>
          <a:xfrm>
            <a:off x="371686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C5DE64-86C3-D283-7517-D12360C7F731}"/>
              </a:ext>
            </a:extLst>
          </p:cNvPr>
          <p:cNvSpPr txBox="1"/>
          <p:nvPr/>
        </p:nvSpPr>
        <p:spPr>
          <a:xfrm>
            <a:off x="371686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68E30D1-CFEF-F158-D5B1-7FFB72C792DE}"/>
              </a:ext>
            </a:extLst>
          </p:cNvPr>
          <p:cNvSpPr txBox="1"/>
          <p:nvPr/>
        </p:nvSpPr>
        <p:spPr>
          <a:xfrm>
            <a:off x="421640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E92B86-5922-8ECC-E1B6-B3E144393D6F}"/>
              </a:ext>
            </a:extLst>
          </p:cNvPr>
          <p:cNvSpPr txBox="1"/>
          <p:nvPr/>
        </p:nvSpPr>
        <p:spPr>
          <a:xfrm>
            <a:off x="4715935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FFB7809-0C0B-8125-556D-05841A96D0BF}"/>
              </a:ext>
            </a:extLst>
          </p:cNvPr>
          <p:cNvSpPr txBox="1"/>
          <p:nvPr/>
        </p:nvSpPr>
        <p:spPr>
          <a:xfrm>
            <a:off x="5215469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567E098A-496A-9EEA-630A-EEB45277BC43}"/>
              </a:ext>
            </a:extLst>
          </p:cNvPr>
          <p:cNvSpPr txBox="1"/>
          <p:nvPr/>
        </p:nvSpPr>
        <p:spPr>
          <a:xfrm>
            <a:off x="321733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3D13720-E0C2-60D4-908A-73589B1F41D6}"/>
              </a:ext>
            </a:extLst>
          </p:cNvPr>
          <p:cNvSpPr txBox="1"/>
          <p:nvPr/>
        </p:nvSpPr>
        <p:spPr>
          <a:xfrm>
            <a:off x="321733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5D5E4C7-A1F6-54BE-DA11-F1C55D1C853A}"/>
              </a:ext>
            </a:extLst>
          </p:cNvPr>
          <p:cNvSpPr txBox="1"/>
          <p:nvPr/>
        </p:nvSpPr>
        <p:spPr>
          <a:xfrm>
            <a:off x="7213604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69DD3CC-E6E9-A65E-ECBA-A187F46B43BC}"/>
              </a:ext>
            </a:extLst>
          </p:cNvPr>
          <p:cNvSpPr txBox="1"/>
          <p:nvPr/>
        </p:nvSpPr>
        <p:spPr>
          <a:xfrm>
            <a:off x="7213604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3BF9CACC-A54F-499B-63AF-23632FEFD283}"/>
              </a:ext>
            </a:extLst>
          </p:cNvPr>
          <p:cNvSpPr txBox="1"/>
          <p:nvPr/>
        </p:nvSpPr>
        <p:spPr>
          <a:xfrm>
            <a:off x="7213604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50DA544-A5BB-7162-69CC-E6D7FDB83B5B}"/>
              </a:ext>
            </a:extLst>
          </p:cNvPr>
          <p:cNvSpPr txBox="1"/>
          <p:nvPr/>
        </p:nvSpPr>
        <p:spPr>
          <a:xfrm>
            <a:off x="5215469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5832A0E5-3A9D-BB04-6B4A-5608A6A472CF}"/>
              </a:ext>
            </a:extLst>
          </p:cNvPr>
          <p:cNvSpPr txBox="1"/>
          <p:nvPr/>
        </p:nvSpPr>
        <p:spPr>
          <a:xfrm>
            <a:off x="571500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3DD4FCD-2378-DC2B-3858-392A6173E8ED}"/>
              </a:ext>
            </a:extLst>
          </p:cNvPr>
          <p:cNvSpPr txBox="1"/>
          <p:nvPr/>
        </p:nvSpPr>
        <p:spPr>
          <a:xfrm>
            <a:off x="571500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73403D-8AAE-2A7A-157A-501C220D5AF2}"/>
              </a:ext>
            </a:extLst>
          </p:cNvPr>
          <p:cNvSpPr txBox="1"/>
          <p:nvPr/>
        </p:nvSpPr>
        <p:spPr>
          <a:xfrm>
            <a:off x="421640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35C631-FED1-70D7-37C7-0C22AF7B5A19}"/>
              </a:ext>
            </a:extLst>
          </p:cNvPr>
          <p:cNvSpPr txBox="1"/>
          <p:nvPr/>
        </p:nvSpPr>
        <p:spPr>
          <a:xfrm>
            <a:off x="421640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21E22E1-A477-C9CB-5242-9B68DF7002AC}"/>
              </a:ext>
            </a:extLst>
          </p:cNvPr>
          <p:cNvSpPr txBox="1"/>
          <p:nvPr/>
        </p:nvSpPr>
        <p:spPr>
          <a:xfrm>
            <a:off x="5715003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2F52633-0EC3-82B6-1989-2672D228AA5A}"/>
              </a:ext>
            </a:extLst>
          </p:cNvPr>
          <p:cNvSpPr txBox="1"/>
          <p:nvPr/>
        </p:nvSpPr>
        <p:spPr>
          <a:xfrm>
            <a:off x="4715935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B69A1ED5-6CB2-17C6-FD67-A12B4D78A814}"/>
              </a:ext>
            </a:extLst>
          </p:cNvPr>
          <p:cNvSpPr txBox="1"/>
          <p:nvPr/>
        </p:nvSpPr>
        <p:spPr>
          <a:xfrm>
            <a:off x="321733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A5D2175-E5B4-53EA-2E4F-921A169CCEC6}"/>
              </a:ext>
            </a:extLst>
          </p:cNvPr>
          <p:cNvSpPr txBox="1"/>
          <p:nvPr/>
        </p:nvSpPr>
        <p:spPr>
          <a:xfrm>
            <a:off x="371686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99CAC646-F362-8E6B-AF4C-B1592077C07B}"/>
              </a:ext>
            </a:extLst>
          </p:cNvPr>
          <p:cNvSpPr txBox="1"/>
          <p:nvPr/>
        </p:nvSpPr>
        <p:spPr>
          <a:xfrm>
            <a:off x="5715003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8A9F40CA-1FA9-D98B-9620-B56F56E5BFF6}"/>
              </a:ext>
            </a:extLst>
          </p:cNvPr>
          <p:cNvSpPr txBox="1"/>
          <p:nvPr/>
        </p:nvSpPr>
        <p:spPr>
          <a:xfrm>
            <a:off x="621453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1D33977A-E9FB-2A50-5662-4093655F1EE3}"/>
              </a:ext>
            </a:extLst>
          </p:cNvPr>
          <p:cNvSpPr txBox="1"/>
          <p:nvPr/>
        </p:nvSpPr>
        <p:spPr>
          <a:xfrm>
            <a:off x="671407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3AF74B2-749E-26CF-B98A-68950D055F22}"/>
              </a:ext>
            </a:extLst>
          </p:cNvPr>
          <p:cNvSpPr txBox="1"/>
          <p:nvPr/>
        </p:nvSpPr>
        <p:spPr>
          <a:xfrm>
            <a:off x="671407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2E6950A-86BD-4FD6-5FEC-5CF99D7D9222}"/>
              </a:ext>
            </a:extLst>
          </p:cNvPr>
          <p:cNvSpPr txBox="1"/>
          <p:nvPr/>
        </p:nvSpPr>
        <p:spPr>
          <a:xfrm>
            <a:off x="3716867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0936D50-02D9-B08F-F7BF-A960902B62C1}"/>
              </a:ext>
            </a:extLst>
          </p:cNvPr>
          <p:cNvSpPr txBox="1"/>
          <p:nvPr/>
        </p:nvSpPr>
        <p:spPr>
          <a:xfrm>
            <a:off x="371686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6DBE465-CFE0-DE4A-46A2-703A3E19E0BF}"/>
              </a:ext>
            </a:extLst>
          </p:cNvPr>
          <p:cNvSpPr txBox="1"/>
          <p:nvPr/>
        </p:nvSpPr>
        <p:spPr>
          <a:xfrm>
            <a:off x="6214537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755B67C-721C-382E-50B6-E4493FD6E037}"/>
              </a:ext>
            </a:extLst>
          </p:cNvPr>
          <p:cNvSpPr txBox="1"/>
          <p:nvPr/>
        </p:nvSpPr>
        <p:spPr>
          <a:xfrm>
            <a:off x="6214537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8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7E5CC0E-283C-D8A6-AFCE-A8944F4CF7E4}"/>
              </a:ext>
            </a:extLst>
          </p:cNvPr>
          <p:cNvSpPr txBox="1"/>
          <p:nvPr/>
        </p:nvSpPr>
        <p:spPr>
          <a:xfrm>
            <a:off x="421640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9E16CE1-A019-122F-B3FD-16A89B15FB53}"/>
              </a:ext>
            </a:extLst>
          </p:cNvPr>
          <p:cNvSpPr txBox="1"/>
          <p:nvPr/>
        </p:nvSpPr>
        <p:spPr>
          <a:xfrm>
            <a:off x="421640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F8D47D-057E-854D-B9EB-0B4A42A654E9}"/>
              </a:ext>
            </a:extLst>
          </p:cNvPr>
          <p:cNvSpPr txBox="1"/>
          <p:nvPr/>
        </p:nvSpPr>
        <p:spPr>
          <a:xfrm>
            <a:off x="321733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C74978D-F475-926C-E2EA-E0FA6CA1A183}"/>
              </a:ext>
            </a:extLst>
          </p:cNvPr>
          <p:cNvSpPr txBox="1"/>
          <p:nvPr/>
        </p:nvSpPr>
        <p:spPr>
          <a:xfrm>
            <a:off x="321733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A8D4C35A-1C24-05C2-4952-1B77E151ECBE}"/>
              </a:ext>
            </a:extLst>
          </p:cNvPr>
          <p:cNvSpPr txBox="1"/>
          <p:nvPr/>
        </p:nvSpPr>
        <p:spPr>
          <a:xfrm>
            <a:off x="6714071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1537684-6D65-BEEA-0579-FA4297ED8F07}"/>
              </a:ext>
            </a:extLst>
          </p:cNvPr>
          <p:cNvSpPr txBox="1"/>
          <p:nvPr/>
        </p:nvSpPr>
        <p:spPr>
          <a:xfrm>
            <a:off x="5715003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9D72A599-0B7E-4972-4A20-96B660946474}"/>
              </a:ext>
            </a:extLst>
          </p:cNvPr>
          <p:cNvSpPr txBox="1"/>
          <p:nvPr/>
        </p:nvSpPr>
        <p:spPr>
          <a:xfrm>
            <a:off x="6714071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38055EAC-69EA-1AB2-FE2C-6A9A6840217A}"/>
              </a:ext>
            </a:extLst>
          </p:cNvPr>
          <p:cNvSpPr txBox="1"/>
          <p:nvPr/>
        </p:nvSpPr>
        <p:spPr>
          <a:xfrm>
            <a:off x="7213604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97A04F-4310-9FB6-D197-866D8C7F698F}"/>
              </a:ext>
            </a:extLst>
          </p:cNvPr>
          <p:cNvSpPr txBox="1"/>
          <p:nvPr/>
        </p:nvSpPr>
        <p:spPr>
          <a:xfrm>
            <a:off x="4216401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DA6D3D-C3A4-5794-0509-7FA143FF59B3}"/>
              </a:ext>
            </a:extLst>
          </p:cNvPr>
          <p:cNvSpPr txBox="1"/>
          <p:nvPr/>
        </p:nvSpPr>
        <p:spPr>
          <a:xfrm>
            <a:off x="4216401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F94E52B-B888-3A49-24A2-4712C92938D2}"/>
              </a:ext>
            </a:extLst>
          </p:cNvPr>
          <p:cNvSpPr txBox="1"/>
          <p:nvPr/>
        </p:nvSpPr>
        <p:spPr>
          <a:xfrm>
            <a:off x="7213604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146EE68-6753-1670-A54C-DE24DED8CF9C}"/>
              </a:ext>
            </a:extLst>
          </p:cNvPr>
          <p:cNvSpPr txBox="1"/>
          <p:nvPr/>
        </p:nvSpPr>
        <p:spPr>
          <a:xfrm>
            <a:off x="5715003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4B9EE7B-C221-C661-E345-EDF7EEAA955C}"/>
              </a:ext>
            </a:extLst>
          </p:cNvPr>
          <p:cNvSpPr txBox="1"/>
          <p:nvPr/>
        </p:nvSpPr>
        <p:spPr>
          <a:xfrm>
            <a:off x="6214537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1D3A87-5C49-2339-1831-426796B9F897}"/>
              </a:ext>
            </a:extLst>
          </p:cNvPr>
          <p:cNvSpPr txBox="1"/>
          <p:nvPr/>
        </p:nvSpPr>
        <p:spPr>
          <a:xfrm>
            <a:off x="5715003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BBD4DF0-2DB5-CEA5-E037-ACA388F1A0E8}"/>
              </a:ext>
            </a:extLst>
          </p:cNvPr>
          <p:cNvSpPr txBox="1"/>
          <p:nvPr/>
        </p:nvSpPr>
        <p:spPr>
          <a:xfrm>
            <a:off x="7213604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0A47FBD1-E2D3-6B13-2676-7C096BAFE222}"/>
              </a:ext>
            </a:extLst>
          </p:cNvPr>
          <p:cNvSpPr txBox="1"/>
          <p:nvPr/>
        </p:nvSpPr>
        <p:spPr>
          <a:xfrm>
            <a:off x="5715003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2642094C-270C-C613-5F30-FD114EE0767E}"/>
              </a:ext>
            </a:extLst>
          </p:cNvPr>
          <p:cNvSpPr txBox="1"/>
          <p:nvPr/>
        </p:nvSpPr>
        <p:spPr>
          <a:xfrm>
            <a:off x="7213604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/>
              <a:t>2</a:t>
            </a:r>
            <a:endParaRPr lang="en-US" sz="3200" dirty="0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E96AA3D-CA6D-F953-5DA6-16C3B0FEC965}"/>
              </a:ext>
            </a:extLst>
          </p:cNvPr>
          <p:cNvSpPr txBox="1"/>
          <p:nvPr/>
        </p:nvSpPr>
        <p:spPr>
          <a:xfrm>
            <a:off x="5215469" y="122455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0D5DB8-F6BB-FA26-A317-39E4FECC9E5C}"/>
              </a:ext>
            </a:extLst>
          </p:cNvPr>
          <p:cNvSpPr txBox="1"/>
          <p:nvPr/>
        </p:nvSpPr>
        <p:spPr>
          <a:xfrm>
            <a:off x="4715935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2D24EF-9F5E-F475-C59D-9637B5BA15DF}"/>
              </a:ext>
            </a:extLst>
          </p:cNvPr>
          <p:cNvSpPr txBox="1"/>
          <p:nvPr/>
        </p:nvSpPr>
        <p:spPr>
          <a:xfrm>
            <a:off x="5215469" y="223122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B02F25C-7AAD-D1DA-756A-058EFF95BE85}"/>
              </a:ext>
            </a:extLst>
          </p:cNvPr>
          <p:cNvSpPr txBox="1"/>
          <p:nvPr/>
        </p:nvSpPr>
        <p:spPr>
          <a:xfrm>
            <a:off x="4715935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7C977DC9-B103-EB58-5661-F6199610166D}"/>
              </a:ext>
            </a:extLst>
          </p:cNvPr>
          <p:cNvSpPr txBox="1"/>
          <p:nvPr/>
        </p:nvSpPr>
        <p:spPr>
          <a:xfrm>
            <a:off x="5215469" y="172788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3FB7C90A-857A-7CA5-FE84-36F24D6EAAD2}"/>
              </a:ext>
            </a:extLst>
          </p:cNvPr>
          <p:cNvSpPr txBox="1"/>
          <p:nvPr/>
        </p:nvSpPr>
        <p:spPr>
          <a:xfrm>
            <a:off x="4715935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356C9A7C-89A4-1ADC-F957-785D94924BC3}"/>
              </a:ext>
            </a:extLst>
          </p:cNvPr>
          <p:cNvSpPr txBox="1"/>
          <p:nvPr/>
        </p:nvSpPr>
        <p:spPr>
          <a:xfrm>
            <a:off x="5215469" y="273455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7A9D985-7281-7E9B-C8DB-048B5DF593AB}"/>
              </a:ext>
            </a:extLst>
          </p:cNvPr>
          <p:cNvSpPr txBox="1"/>
          <p:nvPr/>
        </p:nvSpPr>
        <p:spPr>
          <a:xfrm>
            <a:off x="5215469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9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61DA430F-D97A-8B46-EA3D-4A413350751B}"/>
              </a:ext>
            </a:extLst>
          </p:cNvPr>
          <p:cNvSpPr txBox="1"/>
          <p:nvPr/>
        </p:nvSpPr>
        <p:spPr>
          <a:xfrm>
            <a:off x="621453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D93539B-59E5-23E5-9581-EFCCC40F3AD9}"/>
              </a:ext>
            </a:extLst>
          </p:cNvPr>
          <p:cNvSpPr txBox="1"/>
          <p:nvPr/>
        </p:nvSpPr>
        <p:spPr>
          <a:xfrm>
            <a:off x="6714071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31B314C-7AB1-146E-5B7C-37B744D3F303}"/>
              </a:ext>
            </a:extLst>
          </p:cNvPr>
          <p:cNvSpPr txBox="1"/>
          <p:nvPr/>
        </p:nvSpPr>
        <p:spPr>
          <a:xfrm>
            <a:off x="3217333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DCF4E52-6FFB-CE41-7011-4BCC2C48B573}"/>
              </a:ext>
            </a:extLst>
          </p:cNvPr>
          <p:cNvSpPr txBox="1"/>
          <p:nvPr/>
        </p:nvSpPr>
        <p:spPr>
          <a:xfrm>
            <a:off x="3217333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7E48D42-DECF-4C0A-6AF4-59BCE872A9F3}"/>
              </a:ext>
            </a:extLst>
          </p:cNvPr>
          <p:cNvSpPr txBox="1"/>
          <p:nvPr/>
        </p:nvSpPr>
        <p:spPr>
          <a:xfrm>
            <a:off x="5215469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A9E7A15-90BA-2B90-17B6-5213A2D15FDE}"/>
              </a:ext>
            </a:extLst>
          </p:cNvPr>
          <p:cNvSpPr txBox="1"/>
          <p:nvPr/>
        </p:nvSpPr>
        <p:spPr>
          <a:xfrm>
            <a:off x="5215469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FD63B8F-65E6-DC79-C2DA-36EF54D10429}"/>
              </a:ext>
            </a:extLst>
          </p:cNvPr>
          <p:cNvSpPr txBox="1"/>
          <p:nvPr/>
        </p:nvSpPr>
        <p:spPr>
          <a:xfrm>
            <a:off x="371686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2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080ABBE-DE4A-B2A9-8FA2-C8C8C5DD05F1}"/>
              </a:ext>
            </a:extLst>
          </p:cNvPr>
          <p:cNvSpPr txBox="1"/>
          <p:nvPr/>
        </p:nvSpPr>
        <p:spPr>
          <a:xfrm>
            <a:off x="621453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5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C5B65E3D-383D-9B8D-D094-3D7C467D9482}"/>
              </a:ext>
            </a:extLst>
          </p:cNvPr>
          <p:cNvSpPr txBox="1"/>
          <p:nvPr/>
        </p:nvSpPr>
        <p:spPr>
          <a:xfrm>
            <a:off x="6214537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C5644DB2-7767-79BC-0726-874D85098C88}"/>
              </a:ext>
            </a:extLst>
          </p:cNvPr>
          <p:cNvSpPr txBox="1"/>
          <p:nvPr/>
        </p:nvSpPr>
        <p:spPr>
          <a:xfrm>
            <a:off x="6714071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D59C4E3-57D3-1C5B-CB37-D6FD29973CFB}"/>
              </a:ext>
            </a:extLst>
          </p:cNvPr>
          <p:cNvSpPr txBox="1"/>
          <p:nvPr/>
        </p:nvSpPr>
        <p:spPr>
          <a:xfrm>
            <a:off x="4715935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B83B0753-F0A5-259A-5666-94D8A738C296}"/>
              </a:ext>
            </a:extLst>
          </p:cNvPr>
          <p:cNvSpPr txBox="1"/>
          <p:nvPr/>
        </p:nvSpPr>
        <p:spPr>
          <a:xfrm>
            <a:off x="6714071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8EAFB0-7012-76C8-9E9F-48D5DDCF41A8}"/>
              </a:ext>
            </a:extLst>
          </p:cNvPr>
          <p:cNvSpPr txBox="1"/>
          <p:nvPr/>
        </p:nvSpPr>
        <p:spPr>
          <a:xfrm>
            <a:off x="3716867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1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DD3B27BD-6421-4238-3A89-A343D9B94C8C}"/>
              </a:ext>
            </a:extLst>
          </p:cNvPr>
          <p:cNvSpPr txBox="1"/>
          <p:nvPr/>
        </p:nvSpPr>
        <p:spPr>
          <a:xfrm>
            <a:off x="4715935" y="374122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1BBED92-C1D0-A16D-58AC-5A75429C3506}"/>
              </a:ext>
            </a:extLst>
          </p:cNvPr>
          <p:cNvSpPr txBox="1"/>
          <p:nvPr/>
        </p:nvSpPr>
        <p:spPr>
          <a:xfrm>
            <a:off x="3716867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7C3156B-AC6E-F663-60BF-8C2C239FDCF8}"/>
              </a:ext>
            </a:extLst>
          </p:cNvPr>
          <p:cNvSpPr txBox="1"/>
          <p:nvPr/>
        </p:nvSpPr>
        <p:spPr>
          <a:xfrm>
            <a:off x="6214537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2548A19-B494-277F-8667-03A11C95EDEC}"/>
              </a:ext>
            </a:extLst>
          </p:cNvPr>
          <p:cNvSpPr txBox="1"/>
          <p:nvPr/>
        </p:nvSpPr>
        <p:spPr>
          <a:xfrm>
            <a:off x="6714071" y="424456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210493B-318F-9A87-4D1D-C12FB45A2219}"/>
              </a:ext>
            </a:extLst>
          </p:cNvPr>
          <p:cNvSpPr txBox="1"/>
          <p:nvPr/>
        </p:nvSpPr>
        <p:spPr>
          <a:xfrm>
            <a:off x="4715935" y="4747898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F0E92BD6-55D3-3345-8739-C4A3EEC6460C}"/>
              </a:ext>
            </a:extLst>
          </p:cNvPr>
          <p:cNvSpPr txBox="1"/>
          <p:nvPr/>
        </p:nvSpPr>
        <p:spPr>
          <a:xfrm>
            <a:off x="6714071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9E280D4E-041D-2C91-06EA-EF31E85B786F}"/>
              </a:ext>
            </a:extLst>
          </p:cNvPr>
          <p:cNvSpPr txBox="1"/>
          <p:nvPr/>
        </p:nvSpPr>
        <p:spPr>
          <a:xfrm>
            <a:off x="7213604" y="3237891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CAA148-CE7A-641D-8D00-2428D56BCA6D}"/>
              </a:ext>
            </a:extLst>
          </p:cNvPr>
          <p:cNvSpPr txBox="1"/>
          <p:nvPr/>
        </p:nvSpPr>
        <p:spPr>
          <a:xfrm>
            <a:off x="6214537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7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09E709F-FF40-9E48-3171-7D03EBF72F4C}"/>
              </a:ext>
            </a:extLst>
          </p:cNvPr>
          <p:cNvSpPr txBox="1"/>
          <p:nvPr/>
        </p:nvSpPr>
        <p:spPr>
          <a:xfrm>
            <a:off x="7213604" y="721216"/>
            <a:ext cx="4628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6828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12903</TotalTime>
  <Words>3366</Words>
  <Application>Microsoft Macintosh PowerPoint</Application>
  <PresentationFormat>Widescreen</PresentationFormat>
  <Paragraphs>2633</Paragraphs>
  <Slides>52</Slides>
  <Notes>52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Jonathan Hardis</dc:creator>
  <cp:lastModifiedBy>Jonathan Hardis</cp:lastModifiedBy>
  <cp:revision>420</cp:revision>
  <cp:lastPrinted>2026-09-12T11:28:02Z</cp:lastPrinted>
  <dcterms:created xsi:type="dcterms:W3CDTF">2024-03-19T02:13:08Z</dcterms:created>
  <dcterms:modified xsi:type="dcterms:W3CDTF">2026-09-14T01:03:54Z</dcterms:modified>
</cp:coreProperties>
</file>