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5"/>
  </p:notesMasterIdLst>
  <p:sldIdLst>
    <p:sldId id="457" r:id="rId2"/>
    <p:sldId id="531" r:id="rId3"/>
    <p:sldId id="532" r:id="rId4"/>
    <p:sldId id="533" r:id="rId5"/>
    <p:sldId id="534" r:id="rId6"/>
    <p:sldId id="582" r:id="rId7"/>
    <p:sldId id="583" r:id="rId8"/>
    <p:sldId id="535" r:id="rId9"/>
    <p:sldId id="538" r:id="rId10"/>
    <p:sldId id="585" r:id="rId11"/>
    <p:sldId id="586" r:id="rId12"/>
    <p:sldId id="587" r:id="rId13"/>
    <p:sldId id="588" r:id="rId14"/>
    <p:sldId id="589" r:id="rId15"/>
    <p:sldId id="590" r:id="rId16"/>
    <p:sldId id="591" r:id="rId17"/>
    <p:sldId id="592" r:id="rId18"/>
    <p:sldId id="593" r:id="rId19"/>
    <p:sldId id="594" r:id="rId20"/>
    <p:sldId id="595" r:id="rId21"/>
    <p:sldId id="596" r:id="rId22"/>
    <p:sldId id="597" r:id="rId23"/>
    <p:sldId id="598" r:id="rId24"/>
    <p:sldId id="599" r:id="rId25"/>
    <p:sldId id="600" r:id="rId26"/>
    <p:sldId id="601" r:id="rId27"/>
    <p:sldId id="602" r:id="rId28"/>
    <p:sldId id="603" r:id="rId29"/>
    <p:sldId id="604" r:id="rId30"/>
    <p:sldId id="605" r:id="rId31"/>
    <p:sldId id="606" r:id="rId32"/>
    <p:sldId id="622" r:id="rId33"/>
    <p:sldId id="607" r:id="rId34"/>
    <p:sldId id="608" r:id="rId35"/>
    <p:sldId id="609" r:id="rId36"/>
    <p:sldId id="611" r:id="rId37"/>
    <p:sldId id="612" r:id="rId38"/>
    <p:sldId id="613" r:id="rId39"/>
    <p:sldId id="614" r:id="rId40"/>
    <p:sldId id="615" r:id="rId41"/>
    <p:sldId id="616" r:id="rId42"/>
    <p:sldId id="617" r:id="rId43"/>
    <p:sldId id="618" r:id="rId44"/>
    <p:sldId id="619" r:id="rId45"/>
    <p:sldId id="620" r:id="rId46"/>
    <p:sldId id="621" r:id="rId47"/>
    <p:sldId id="623" r:id="rId48"/>
    <p:sldId id="624" r:id="rId49"/>
    <p:sldId id="625" r:id="rId50"/>
    <p:sldId id="626" r:id="rId51"/>
    <p:sldId id="627" r:id="rId52"/>
    <p:sldId id="628" r:id="rId53"/>
    <p:sldId id="630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777"/>
    <p:restoredTop sz="94568"/>
  </p:normalViewPr>
  <p:slideViewPr>
    <p:cSldViewPr snapToGrid="0">
      <p:cViewPr varScale="1">
        <p:scale>
          <a:sx n="113" d="100"/>
          <a:sy n="113" d="100"/>
        </p:scale>
        <p:origin x="14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3/20/26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CEC8B-8471-5BA7-A321-9FA968A31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42C8B-F78B-2EBE-4A45-ACC332650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4E24F9-C9B7-C529-BF43-5068A948F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72041-FB70-8C26-1F17-5B9D599DFE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3327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35838-BB1E-1CD0-6C1D-82C597E90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996E23-0395-4A8C-9F52-4AC221329C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B2F901-A528-97A0-9172-85DF1FF7D4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737FC2-373B-8FAF-E283-97A562AC5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3150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12C3E-8961-28FA-B650-B1A45DCC9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BCF33A-CFE3-211B-4A38-E54120A7B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CA3B26-B9AD-959E-E72D-C4D384CE31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9ABC43-50D2-D7FF-2C4E-6898591DB0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7073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C89F8-665C-CE5E-7190-99D64255C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CE1DFB-FC06-C613-BC1B-CC211C6A16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95DE64-6402-D04E-B28E-D4EC0DCCE2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F624DE-FEAC-012E-E755-0E9C789E1C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1146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05704-16C3-E538-A58D-ACD385829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82A65-B794-0B5A-C636-38F2FB5F6F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9E3509-7BE8-9832-2624-478DA6E07B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9CF210-E547-FE22-3F7B-881B4622B0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981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6988B-D31A-06CE-75CD-656D05011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C60FED-4C13-D1E2-5582-2A2B56F6E4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4A79F4-D435-7506-953F-4756FA14B8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64D7A-0B5D-6730-11C4-76EAC1C412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3747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36BB9-7B5D-0E32-D049-BC31E7140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B9D2C-A8CF-1B70-F6B3-A616014888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334657-1701-9AA7-FAC5-43AF50C23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158D3A-1BFD-41BB-D17B-D65BDE8936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3156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8CF3F-7F9B-2A26-10DE-96D4C1609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044BE0-1585-0D53-2567-A161D0644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46A023-9BBA-A1A6-C892-62C18AB59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D8A4F3-A1B9-7008-154F-09EC75175F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0956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C8118-92AA-0270-8287-AE4108E7A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67CD55-0A94-DA52-ADFD-99A8DB2DC9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4725A-3742-FE32-93C8-0BF50B985D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9C093-6657-A249-EED1-A5222E47EE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6533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96F08-C886-1929-B3CF-C96C18150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2547CB-B745-DC41-52D8-FEA1CD99C0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14AE3F-7027-A9A9-22ED-82E054225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A4D1D-0DB2-B040-5DE3-69707D708C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9381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613EC-567E-F68E-D101-08DB508E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CBBBF-B5F7-264C-D7C2-F31F601181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72A18C-1FCF-F966-10B1-B48BAF9215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90BBC-D12D-D700-BBE0-56FCCE5F1B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822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79C21-3ECC-F9FC-6426-B670F811C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34AA84-AB90-AD02-791A-DCD770FF7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4B55E2-4674-476A-9660-D25B93D0E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EE3105-1AE0-F395-22EA-FEEDD7A0FD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0053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E3F05-548C-8D2B-5E4A-D608BFA78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687DB2-A377-34C8-A171-D83A53FE5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911FC1-ED2C-7274-EEFB-9012A1BE7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451DF3-399F-84FE-84E3-FAD41FCA37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1054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80B05-41B6-7A40-D0E7-A748AC6FB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1CDB93-2F33-E38E-2447-96EC65F4E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D82DA4-93DD-2374-FFF4-AAF7102D5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D64297-6A39-1B92-0EEB-8BF90F854C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3989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3B0CC-B489-C8D7-4734-F278881BB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F1782-5366-FA5C-9070-3F085FF3AD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B71C6D-0E2E-0AB6-29EF-260112D40D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7BD7AA-FD21-FA65-4621-63B16067CA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2369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5B5C9-8ABB-2C4B-E763-4249E5BDF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6E8E3-81C2-9FAF-B654-2CAF04A79A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58E27F-0EF2-DAC2-658E-B0C18E324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D5D725-B776-007A-251B-9D4A5F72B7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3239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19463-C85B-A4EE-1517-F3BA0D886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1FCD1-2019-DF3D-41B6-1697D4A99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B97BB4-EDBB-21F4-DC3B-47AEF75152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55EC4-C375-5EA1-4941-352F60767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3140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36AFA-1ADE-9502-B435-7C6995229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7A4F9-DDCA-ED5C-6119-56F5A62360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0944DE-6FC5-C489-2A10-0E3891C3D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F90020-C6FB-DE8E-02B1-829B2F3CC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914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1833E-82F8-7C55-67C3-B5DC7464E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A3CE09-C781-D0A2-BB09-98AE90FE2D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69EC96-5AD3-0F60-F044-910D39F28A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53D18-6E3F-9F2A-0585-A2F73A3E45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912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5E8DD-C0EE-7A8F-3776-15B2AB071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9E75A8-EC6E-0493-F66A-224EBA8CD6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6254C4-DEC7-B321-5E2A-9983D1523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EDB6FB-9293-6836-5942-0E4A1620A4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83588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F88CD-BDAC-E5B0-EB73-BBABF5926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902AFE-0876-0E58-2E3A-E23BF0D5EE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A92B44-0D2D-6889-240A-36E1DF645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3ED9D6-D342-23AD-149A-3B8896037E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4505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7C324-AECF-DB62-0C63-F24068C12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EF061E-1A4C-950F-4FEC-EBFC20D20F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D7747A-45BA-09A2-B627-1EAFCA86D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B681D-7EFC-358D-CEEC-D1FABAC49D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47277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07A2-0370-7B3B-6243-81044AA8B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83C8CC-9F2E-67B3-DD7B-8531EFE6FB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6F3A0F-A304-B6B7-41EE-660B48960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6FD4C-60DD-41AD-4675-2171D72C8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0359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F827-EB32-41B8-FCED-864134E96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61B781-4522-9B2F-7565-160559C79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397E33-273A-D2ED-CA90-F47CD764B9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9BE47-493E-AAFA-AF62-F84629689C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7051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4AFCF-D03F-F472-4D2C-794DB4FFC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7B010B-0291-CFE9-6AAE-B45650BD0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D763AA-BD2C-EFF9-1582-C86F8D8DD7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9BB8B3-DBEF-705F-2A05-58BEEF7CBC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4447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4C08D-539D-D1B4-9F23-BA30F69C9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05D91C-3B0A-0A04-8517-180C6EFC9F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E659BF-A9F8-3058-93AD-4B1A8BE89C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20CEE-210F-5146-0191-F43DBC5DE5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03235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09643-2171-B905-C7A6-0266167F9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B3C321-3394-B217-84E0-2A4B38DA69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7ABB1B-A1D0-0207-BD7E-6CEEC274FD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1C06A-A1D2-BDAD-550C-1FD3B573E4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15049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70706-566C-EF7D-B773-4A62B65E2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34E745-9016-925C-60D9-C617897073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B4BD45-89E2-A5C5-E9F6-9E416266F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EF9B9-DF4B-78C4-4DCD-B9B05C2970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92345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EA45E-901F-E98C-657B-4AD1A7EED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6D6220-6B86-40E5-7357-134E70809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38C376-C292-954E-40CA-47C4DD56BD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6C245-AD46-D231-6CE3-600669170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5777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6DB6A-6D4D-6B03-D00B-E9C74A077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2B4C09-F81C-CF28-C939-1C3F2F3643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3FE579-60A7-2B61-6025-AF649878EE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B72FC-546A-AFE0-F67E-DD0E6C856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52550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C0B08-6FF1-627E-4220-2F363F1C0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09F3C-E6F9-AA5D-DC44-AB14623F89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39F7EC-B572-7882-15FF-4A1B607B7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112F7-2C00-7AE7-D5A6-873A87BBE0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2673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EA638-3F4F-C51B-FC95-14613C53A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69F82E-DDB9-16EC-11B2-458EB363F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6B6219-0033-A778-C1EE-9E90C947B1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EB2A60-118E-4D93-86CD-11CCFBD44E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86018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BE5DC-C2C9-6456-A8F2-EBFF5BB89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4940F0-A01E-EFCF-B537-50FDF65B8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407325-799F-A8BB-4D5B-15EC81708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DE281-1E40-FA2E-BC9D-EBF686581A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15944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A7627-C180-C55D-10DD-B99E1AB5D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0010A7-82DF-A328-6BEA-C2C88A5F1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185255-2F6A-16F4-28F0-61B928126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51094-6855-2B45-0EE3-C940E8BBB6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36407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04BBB-6999-85DC-E020-FF9F05201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BA291E-F2EF-220A-6E28-656DA91BDB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658D43-AF1F-8167-33E0-49DCBACC90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E99D0-DF85-3BDD-C267-1E7F80E4EB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8948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EB0A4-65D2-32ED-D951-DFA248E94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546D78-26BF-3DB6-5503-7173C8DA96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7FD8F0-FA44-E472-05D8-FB2D0EB829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243D7-6205-9FE6-E831-37D8C64AA5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41981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9048A-FDB1-95DC-FC0F-3BE7414E8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ADC5D-E14C-C64E-60BF-56686A2A7E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296B0E-4BBF-D0A3-78EB-B3EC389FB0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8FA26-510B-CED6-3804-4D526214F0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97106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9463C-0805-FF54-D51C-814E669AF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841A4B-D296-6E0B-93D6-3B1742B289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AA6A61-81EC-8E2E-562B-1FE94C781A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3A1C5-E07B-2DA3-31B4-C2AB471D50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54643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6826C-8A2A-AC31-E03E-2A6BD8CB2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ECD7AF-C5E5-5046-27DF-97953E8DBB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C308A-4B90-99CF-B78D-4AA9557D90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9F3176-167A-A1A8-D6FF-359D5639F4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0109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328E7-AC8A-D13F-3214-2E3CF54CB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3A7808-2FDC-289D-0247-C2C41F1488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5E52AF-B67C-DC38-9C65-F6F6F494F9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753600-0818-8D37-DA7D-69CD46542D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00842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25624-8EAD-CCEE-74C8-2CD9EC4B2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892A3D-7EF1-0FE2-03AC-4FABD4277A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9CAB8F-49F6-5A78-D7E6-A926AADF2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2B76F2-4804-2D29-7F08-8C3D8D1FC5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6522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28421-2E68-671A-EC48-09545D5B6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8ADB12-AFF6-F089-D616-AB9E1BED04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3D86DA-BE34-45AA-9503-4673595BBE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A4747-B117-5C2A-12D4-2FCBB53491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36357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3DAE6-C1D3-62FB-160B-B28B4B5A2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7AF728-E863-1A34-802E-D388CCA2ED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B871D0-4614-4418-796F-E977D60062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374F29-CF31-123A-CF82-0DD64C728F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90667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88DEE-21FB-3185-C85C-D6592A09D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25A96F-03A1-03DC-90FB-5BA6D0F330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0D430F-13CA-76C7-1043-47E767B13E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A299F1-3AA6-A80A-53D7-34A59D8A34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51852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800C2-2578-F6D1-623B-22A46C7C5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943E57-C55A-FDF4-F53D-D4DF7EE221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3490EE-3C03-E468-BB18-0B2F9E4AA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57B53F-E047-3D2F-FA93-A9BFBB0355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85374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D08FD-2478-BAA8-C43F-76AF15AD0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8C765A-94A0-8687-3C40-2DBA90439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431316-F552-A038-430D-1179B7BED2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E2393A-8ED1-30F9-8926-DAF44DAC17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53625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5EBDC-3548-5DF8-D77D-08EF58F53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E7F2C-57DC-68C2-8E91-E4BF1D67C6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F12F6-7203-DFCD-165D-5CC82F030E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6EFF54-6B96-8391-AA0D-E069754B1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81965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B1DFC-A3B6-97D5-EBE7-B4E299237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42DB46-4BAB-F2E1-1833-6DBC631486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2AFC12-DD4D-8585-1DA7-40DC7A8D2B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FD8931-24E1-DD79-C356-3D6B814C01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70794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E685E-5B90-F900-2FC7-F4784C641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7A0987-33A7-00D2-B6A2-A8FF958676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A1A9A6-6446-E07F-A6CF-F67F7C7253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C6C8F-13B6-DAEF-54B4-18F2368BA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25777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6DCB8-AB18-D63D-EB17-145A47143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FA4EEC-0035-58B8-08B6-C35569F0A5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93FD80-ED3A-F293-A0D8-E6E9ABAEA7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E8C67-E8D9-A9E3-B80C-202FEBC40C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4698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C27C2-F7A6-636E-B526-B1AF354A5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5C835E-6E4C-B9AE-B941-AAC071EBBE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E48B2A-7968-DB61-FFB3-F57195698E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38BFD-8FB3-258B-4F1A-5FD33D7D98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72003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F4AE4-D3F7-651B-FDA9-2A8999ACD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00B2BA-2D5B-19B9-9F9E-98AFED328C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9D7C66-6B51-4A6E-6B56-468C5AE96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184F9-77E7-FDF2-9316-394C469608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808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7314866-7E3E-8232-B7F9-681E8E8AB3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54518" y="-76000"/>
            <a:ext cx="4853267" cy="537400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3/20/26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B7DD580-B9E4-17EF-B811-30FAAFA57EA8}"/>
              </a:ext>
            </a:extLst>
          </p:cNvPr>
          <p:cNvSpPr txBox="1"/>
          <p:nvPr/>
        </p:nvSpPr>
        <p:spPr>
          <a:xfrm>
            <a:off x="189186" y="354725"/>
            <a:ext cx="171844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u="sng" dirty="0"/>
              <a:t>Run of Length</a:t>
            </a:r>
          </a:p>
          <a:p>
            <a:r>
              <a:rPr lang="en-US" sz="1200" dirty="0"/>
              <a:t>            1                     2–8</a:t>
            </a:r>
          </a:p>
          <a:p>
            <a:r>
              <a:rPr lang="en-US" sz="1200" dirty="0"/>
              <a:t>            2                     5–15</a:t>
            </a:r>
          </a:p>
          <a:p>
            <a:r>
              <a:rPr lang="en-US" sz="1200" dirty="0"/>
              <a:t>            3                     9–21</a:t>
            </a:r>
          </a:p>
          <a:p>
            <a:r>
              <a:rPr lang="en-US" sz="1200" dirty="0"/>
              <a:t>            4                   14–26</a:t>
            </a:r>
          </a:p>
          <a:p>
            <a:r>
              <a:rPr lang="en-US" sz="1200" dirty="0"/>
              <a:t>            5                   20–30</a:t>
            </a:r>
          </a:p>
          <a:p>
            <a:r>
              <a:rPr lang="en-US" sz="1200" dirty="0"/>
              <a:t>            6                   27–33</a:t>
            </a:r>
          </a:p>
          <a:p>
            <a:r>
              <a:rPr lang="en-US" sz="1200" dirty="0"/>
              <a:t>            7                      35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191809-6C7C-1E28-D880-745571FBD3B5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AD79EE-AA8E-E2C1-9DF5-73C2DB3091D4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4D0C71-2D54-93F4-624B-C799B8969522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F317B9-C55E-CF49-E19A-68ADE865752F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D10307-C3F2-3D10-C31C-B41572D94C11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3135B8-576C-2267-764D-6403D51B87F2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00F052-EDA2-E3B2-F83A-75342E198E03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EBC183-FBA5-DE4D-FD3E-BC349DE634E2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24D6D8-6EF7-1190-F8D0-B674594B40CB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B59F76-1800-9FE3-5D0E-56145FBD2595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D3CDF3B-5469-CE66-192D-A79A1E250156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F932CE-860D-AA7C-02DD-740C6151794C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94EEB75-2B35-D3B6-19A4-CAF195E8C458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D75349-B30A-48F7-8FBC-D6B288CB0BC9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5FCAEC-76E8-1578-910B-8AB8008D8BE9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19577-7E48-10A4-AACD-23F1ACAB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96A088A-927F-0E68-7C99-847DBF32E4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Row 3, a run of length 2–3 must go rightward.  3 would conflict with given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607C725-E68B-A8E1-3D60-C91B5A30D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89B26B5-E25B-B1DE-818C-4B6B944FAC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847827A-58EA-2DC5-9285-81DB43721C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E32DE10-A11E-96ED-EBC6-F2E746D138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505070-DC93-E8B4-13C4-12021D12B785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950062-EDB6-01C1-9977-EAA012738C68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477174-A46F-E5FB-2A23-DABDE76D97EA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556AFF-4978-D2F5-9BC4-E5163D0CF21A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404286-7715-DFD4-AC7A-25622882C1E5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E65F7A-1040-41FC-182C-F0FCCD8D7FDA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93F90D-24FA-EAB3-08BB-6D949132C3CC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7B2163-9405-A699-F0A0-E74FE6828DE7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5B8288-7532-FAF2-08B5-8C3F3F1ADB2D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801603-B572-D2D9-45A1-B42D1510F4C9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387F66-19AF-9CC5-5511-094ABE063D10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9DC2A2-6677-2960-44F8-38E0AA63FAF0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A1E217-BE36-988D-5369-D4D5EB5C4F5E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770702-CD4C-A874-DE41-7F7C39FDCAF9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ADA0DB-11AF-BA2C-1D36-52AD221C861E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23C93F-2406-83BF-4263-834360E0937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D664CA-F89B-AE2D-791B-D8F8F815AFD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B89358-8436-7173-9F5A-9828ED5E971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765432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683C9E-8073-635B-7085-E851842B6E1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066D0B8-08DF-75C0-44D3-AB256640138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43588F-819E-9AEF-6B45-153711A8514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AACFA2-77DF-EF40-90E4-EDC4382347E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F7B6BC0-6F23-AB89-DA19-60670C5C955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</p:spTree>
    <p:extLst>
      <p:ext uri="{BB962C8B-B14F-4D97-AF65-F5344CB8AC3E}">
        <p14:creationId xmlns:p14="http://schemas.microsoft.com/office/powerpoint/2010/main" val="3330114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8FE41-171C-0308-DEFD-B77938E0E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DD7F3E-01D4-1EE2-F56D-C08390F605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B0C31C8-5B8F-F820-2711-09F7D3D45E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DAF43D2-6605-08F3-FEDB-BBA99E59B0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3233E69-D4A0-7C6E-82A6-DBBA7F633F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A11CB7A-8B7B-87C3-84EE-85565FF375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C2F5E99-AA8F-065E-E9FC-A8C5FE6CDCBC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7FCB02-5AA8-E910-812D-96BF068155A1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F4269F-40EB-8745-9A7E-B88A0D768D25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96B53B-2740-37CF-C6D4-86FFCCB9BA13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DA0F88-B0C7-C8FF-D4F6-34E1E700207C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7ABA50-C444-EBB1-3116-399F862FDF43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12B343-C65A-8BD5-1DA3-641330B246CA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A8CCE8-BA96-20A4-6B0F-E7FD44B07871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248737-B388-3F81-FA7F-CA5F6D353819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F21FE6-CAD5-758F-399E-CBAD80913633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1C83B4-179D-47F1-CF49-9E15B5EB775B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C424E2-5768-955E-C6A9-F751E59A7220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CBD627-1A1A-8C80-3A65-4776845B9464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C7CD78-DC87-5B6A-863D-1F7EC2BB8AD0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271FFE-102F-35AF-144B-5265623C55AB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AE86E5-1E6F-3A55-5273-4844DB4F0C8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DC9231-063E-9065-31A1-04AD8D16DDB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7AE012-FC20-F357-E4FD-44B956635BE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7432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89F0D04-AABC-7A6E-7F86-58784504949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5B1A2F-0DD7-3EC7-A771-6CB7A9F09E6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A12BB2-19B4-2876-037B-E73862474FC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9BB402-A967-797F-DBCC-64252A86F9F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1F3B41-90BB-E5A7-2C84-4832CE30C57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</p:spTree>
    <p:extLst>
      <p:ext uri="{BB962C8B-B14F-4D97-AF65-F5344CB8AC3E}">
        <p14:creationId xmlns:p14="http://schemas.microsoft.com/office/powerpoint/2010/main" val="2796090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5CD6C-F47C-0A69-7813-A5DC1B7D4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E66877-3815-5106-C56D-23A7DD6751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Column 3, a run of length 3–4 must go downward.  3 would conflict with given 9.</a:t>
            </a:r>
          </a:p>
          <a:p>
            <a:r>
              <a:rPr lang="en-US" dirty="0"/>
              <a:t>([18 in 4] could be 2358, 2367, 2457, or 3456.)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4F4ABBF-16F3-D72B-3B7F-5A0520632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89776DB-F5B4-55D5-16B4-4AC3A8347B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6EC18FE-B5F7-3113-B25F-0630F5B402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B5A7596-EDF0-1A47-FBF8-A16AFAB827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591834-6195-57CE-B262-E7D5C8F34E47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F91940-CD08-BA57-5ED1-F6DDB67DBFA1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BA84A1-9471-0E68-4558-E7B755D194FE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FC1E27-A372-40D5-B6DD-11108ACB3ACF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6CDD21-FC8C-06DC-1C60-897D9FED0584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CB8E0C-BBFC-6AA5-03FC-4378E014A903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14C574-724E-3C64-0D33-E67E982024BF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4C1D70-6191-5FAC-3278-5C639BCAC2B1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B2D904-64EB-D640-8023-E0AA2C87AE15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639414F-096A-6E83-AB65-DBC55394A3E7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43558B6-4103-8A6D-A075-E63D9D70324E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8971F2-FD36-D171-2832-3802455FB802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9F7BA1-313E-EC3E-7D52-3DEB007A7A48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E564E4-CF99-99A2-494D-FA84E2807360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DCF216-811D-4C26-E323-E214BE39458C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0C9CDC-90CB-542C-8DBE-3F05EC87C9B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0FA404-D7BF-A66D-80EC-35A457DBDB6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620AEF-10C4-604A-83C5-41815BDDAAF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4641EE-B445-30F4-F408-0AC7C7985BE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41A5B3-FE63-A6B4-E9DC-C7706C3C966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FF2565-FED2-3CC1-58C4-9B5DF716685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E24619-7285-942A-0CAC-DAFB592BA0F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37170D-3473-B429-8C8E-47072E3596D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DE5AC6-0F83-2D63-D0DA-D897B21A943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45DA9C-2D37-EA3E-FFAC-5EEC40FBBAE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85F7FD-6EEB-D09B-5AF3-690CC08ECDB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C3E505-3710-496E-E10D-FA6DF481591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3FDC60E-11C8-DA78-33B9-544FC1F5252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94A5694-8A46-96E8-D232-3FDB90B71CC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7E6A8CB-5AB0-4D0B-9BC0-D90595942CC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44BC96-3B9A-70EE-24DE-757282FDD28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</p:spTree>
    <p:extLst>
      <p:ext uri="{BB962C8B-B14F-4D97-AF65-F5344CB8AC3E}">
        <p14:creationId xmlns:p14="http://schemas.microsoft.com/office/powerpoint/2010/main" val="23949208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4AEC4-676C-78C0-BA63-784325304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E98EA1-9CB0-2008-6E14-B178A8DC9A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Column 2 has a maximal run of 7 cells. By Sudoku rules, it must be 9 on top and 1 on bottom.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177D6FF-6CB5-4EF2-67F9-753C6F52A2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C4CD6D2-97F8-4881-8F73-67F79AB09D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F69AEFA-84B9-ECF2-0465-73BEAD1089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995D39F-408B-05DA-AF8A-029AE42E0F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7ABDAF7-D0BF-C7F1-AEC6-4A217D62682A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B4CA6B-6EFD-357A-FC62-4876FDF35F84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140003-256F-9E35-0D1F-71CC8CCF2930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204E61-6512-2498-01F2-F529B4DC6F3D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BA889F-2236-0EF8-EEB5-019728960B4C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F42FA7-A1D0-4BF6-F230-70D5E13A2C82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23DC5A-596E-C8BE-851F-D316DEC45877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B3C456-3694-AB22-91F4-A7940151878C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CA9FC9-31E3-8CC4-676B-B89DF2F6F764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360678-4741-66DA-E94D-5AA8BAAD1E26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4AE3DD-3596-6F20-9F7F-7B8BB3249318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3E3E469-44DE-1CE1-C803-D1DE1F4EEA64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D8594E-1C4B-BBD5-E45A-951BAE3C56ED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C6FF01-F4E3-336A-9669-06E40C70ECB7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5558C5-4126-96B9-EF00-552CE6E515A4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111D78-6DE7-7A89-B22C-0CB3FE76B6D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6D8399-43E5-607F-0516-87CBA102BEE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E3126D-4CB1-FB81-EDC3-484AAB80399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6D7C49-133A-4485-B65B-601FFD1C3D1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520B307-A62C-A1E4-BCCD-B063877DF24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5157310-5ADA-A518-655C-06093C84E33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74ADAEC-29A5-0163-673E-D83EBD0F9A2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8B95D0A-D074-43C7-5DD0-2B22755B2CC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4401788-EC15-276E-33D7-F798200B6C7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0FABF2C-8DFF-A35A-9E18-82A4F690D60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6DA98E6-C61C-F5AC-A081-1490A3FDE92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862C36C-6868-F9CC-3059-D8A53FD94AF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B5D649-03CC-17A7-4A22-8262B8DD8B4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68628E6-86B0-9E5D-514B-EF741FED45E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4ED42B-9CF1-17A4-6E3A-7A9030B351F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00A055-3521-D433-ADF3-A4DC9B86CDE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EF2621-3BC5-9638-A113-8D4F8031308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43B6D39-CECD-4E04-269D-B7C0DE1F46E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8F8C24F-0C32-A014-F426-F6E7578D04A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8E2AD36-2533-8238-7815-3B76CA055B6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943B403-B62B-7D87-9DD6-DF6F4167A90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F737036-2653-E406-2512-DF1D9299E47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EBE565B-70B7-C8A7-FECC-6529470ED86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9221A3E-54B1-B9CE-ED79-E21C3FA70E7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946030-F709-F722-9527-83516888BE3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5141CF6-5C8C-B4C4-C19E-125C6B33F1D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90E6B82-72B2-EE3E-5076-DB3C5F04796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FA0B5E1-4646-86E7-BB18-71EE666BB88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70DD234-0650-AEE4-D34A-83D5CA6E07A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</p:spTree>
    <p:extLst>
      <p:ext uri="{BB962C8B-B14F-4D97-AF65-F5344CB8AC3E}">
        <p14:creationId xmlns:p14="http://schemas.microsoft.com/office/powerpoint/2010/main" val="2596817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40EC6-781E-9C58-6D12-4AECF64AB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FE54DD-4E05-FCB6-F784-C89E2FC3DD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Column 1, the run length must be 1 (not 2).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4755E71-30A9-AD63-1687-4A129EE69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CDC7EC5-F328-1AA4-C64D-9745BA1C02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E4221C2-8CB2-9D42-68CD-5A3E077CD9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FF126A7-97D0-AB04-50E2-F408F1B6DA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1871A6E-439C-F40F-CB5D-9FEC3D05BE03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616BD3-5E27-5964-C6E0-10B285826F18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3486C1-41D5-B4A9-93B9-412DCC095E9C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6102B6-C77A-4267-2EE4-05048D6D225B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19FB49-9EDA-DCB6-F2F5-1911F0FCCC11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50AD17-0B90-2180-D701-E906CF0BC645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BE7B9E-926E-4E0D-3A9C-513BCD82AAAC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80AA4E-D038-450D-5CCD-FB5F099D4D6F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854812-9CF0-DF28-8F1E-A3CD88847920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579FE8-1A76-7CA0-0C01-2541D17E0D1A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D0FE7FF-A124-ACF8-E785-0D12A6CE3B9D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FC33379-FB1D-884C-73EC-F636E01089BA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D15872-A9CA-A3BB-FF5A-F47D3441CA1F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FC8175-847B-7DA0-BAFC-912B36393B8E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7886D21-EE27-31E4-FD2F-0A070E728BA8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231499-3A74-3B4B-3545-877715D71DD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12A316-3C0E-964C-F7E0-6E91EFC2D8E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38F456-8B14-3440-E786-410CBFC97CE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AEAB9B-919C-E152-0934-E45DD5935F6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E808CB-1F2A-7DD5-93C7-3E58D92626A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F649597-0EE5-E129-1A0D-AD6DF8056B6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07641F-BF35-A3CD-C35A-EF63E467CED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B1D480-3603-4FEA-E16F-05610CA1502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ED66E3E-C7A8-861A-62CE-1DC3C575343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FD08D0E-830B-DFDF-B099-7C678CE1B27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56792E-BD16-A72C-A260-C21D6826824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33CDAB1-9111-36AC-4339-F56E60E2099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8D54F8F-D256-0616-0DFB-8E87E9D7387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FDF823-B541-F2B3-BF53-9F7E3300D6D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80D259-969E-63A6-3CDA-D1E83D97ED2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193E4F-C244-2902-2740-9B06239EE07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AC30627-15C7-20F8-C0C5-87266B6F89E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7861020-450E-5949-7A38-7B97457444A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C886DE-07E0-4063-58E8-835CFC62936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2AE65EE-B5F9-7A3B-844E-E83A8B94F9F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1670CF4-1F2E-ACC3-A930-C903BD4BD3D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6191EF1-9EB3-09A3-8A5E-66082F65CB3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DA65776-CAB0-EF8C-CBF6-0848271ABE1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3E5DCA4-D300-7A0F-C711-F19F65151FE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3E770F-63D7-92D7-6B1E-0F19E84975A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FB348B8-54E7-C30F-9680-D589C1AB4F6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7088C9-596E-591B-9CD9-CBC07F55AEB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4E6D5A-5787-3FF2-0095-0D55B22F239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649CE63-FEE0-8DB0-4E4B-3816A5F7145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E523F3F-E641-8470-25C3-558BA271400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7F5540E-B679-B629-A045-9B221992421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A5AB8A-1CA5-B074-93BF-710D787FB00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50611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534D4-95E8-C572-9720-1B334B6EE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059277-FDA0-8B54-F43B-543B4E4859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44C0265-FFB2-F601-23ED-85BDDD761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6B0577D-CBB9-BF6D-CA35-68E1C95BAF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1E7B9F6-2BE8-52C9-FF54-1F9042616C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FCFB97C-E309-DE5B-403C-E7A591C445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2AF6203-D10B-BB35-7523-492C8E54DF3E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BC9474-222A-66AA-676F-361ECF8947A1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446EB4-7E8F-E5D1-046F-3A7AB399F8DD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B71EB7-270A-E880-D900-C208C171A140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65C0D8-CA1F-5CDA-7B89-62B013768C75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F7CC84-7433-79DF-9691-AD73FA7ED45F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69BBB7-CF31-9552-CC67-D9AFAE6A00EA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4AB82E-FC81-57CF-18D7-39CA6F9F2A92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07BFD3-16F6-CA82-2A0D-D3FAF7EB8DFE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4625EA-0B15-AB0B-9DB6-B4DA9E6738EB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770229-885E-63AA-8F47-7EA40B9BA87D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F1580B-2AFB-F925-F524-11E78767485F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B78949-2BE7-F60D-27C6-6EF9570A4EBF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F97B4A-9AC9-7996-BCCE-5E6F5F03651B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D63A41-E20B-D8AA-E3AA-9E60D90FFFE2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7083A4-8C63-7B0C-130A-6D177D90C57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3D878C-F54D-8F89-5E6C-AAE20CE263E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8C4F6A-FD30-A222-55D6-7CAA643AEB0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71C41E-0F8C-A82D-CBA3-B1D1DD69E02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49FFCB-6053-D863-3435-495B0706B9E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D02A670-5F6C-C489-B082-94EB5FBDD4B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FA3572-CDA6-6E8B-8E0E-11EAB63E2A9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FF8A06D-1A82-FC0C-EE3D-17329E6B71D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4EDF5F9-C1B5-E2CC-7057-F8E94C90EF7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65DFB29-FD2F-A8D3-8567-F1510F6F8C7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E9FF89-C159-BD9E-5A33-380C7FB48D8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972CE0-5CA0-BE99-61AC-0BC0D9B4BE6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0593485-C13F-AE2A-7129-596032262F5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E0A2087-C09A-714C-3582-E354BA5AEB4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97A2E10-E731-6720-E64B-E5DBC1483B2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FB3D499-AA00-9109-5205-518DEEB369E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1EE220A-6736-C4A2-1736-90559D2BE69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90D7543-64A0-22A9-A619-08C18B9442F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1095E7-89B5-5926-2C84-46DACDB1214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174AA0-5AF3-A512-B08C-BBDDA4170D0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D0BFAE-03E2-50F4-BE65-EDA2D296197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2F30B17-9909-61CE-4219-93F8C06FEFA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A8C2C44-0024-2BA5-7FC5-96C1E4F7D82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CFCA180-D1AC-0BC3-6F10-83D31DE60E8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4CBAF0D-897F-D188-B555-78F27FB7A3E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CE5D7FE-6708-4C02-484A-2AAEA2D850D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69C0BE3-6487-94E0-CBD9-AE6A31CE29E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EBCE863-C90A-11E8-F340-F845DED604C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38D5E06-082C-706B-D365-E2F1BD69DF7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E17F3F-4F30-41F5-3737-8B69C356048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ED8774D-5350-F4CF-2C21-FE851F2DAA3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99881CE-C6D2-99A4-AADA-6A69F338744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795641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6F85A-F28C-9E0B-C2EF-AC4B3DAB8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C6EA68-3CEF-25EF-FE52-E622F63312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Row 9, a run of length 1 must go rightward.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9B73268-7565-ABCF-B3EB-6DB64D4EA5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AAE0DEB-16EC-F5D7-C6C1-501985C60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27C7547-629C-E276-EA18-8A9F8951EB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ACC62F4-92E6-1FAE-4904-6EE05759FF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EFC19F-C0DD-4A77-CD17-3EB34A93AAF1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72AD36-BD4F-0681-C325-8CB8E19AC327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92D8EA-6791-5841-78D9-0D2384EBE4AA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EA19CC-A33C-E9EC-E407-204E5B5CEE1E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3D7A8F-68F9-ADC7-5FDB-68523FB3D952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DB367A-8D4E-16F6-807C-B82E0CD68BE9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7CB869-723E-A31C-3DFC-4AEA5D28A375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8EF320-9A47-BAE5-4E23-135BB282C0E1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87662E-DCB2-D7D8-A5B8-061911D09592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BAF26F-44C9-324A-E3CE-D5571978C4D6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35B95F-7DD1-0138-9B3A-EBB39435D5A3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B6E4A3-338B-814B-1C6F-79D60C5DF9A8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2BA475-45F9-986D-0C03-E7C4F1019DAE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C4EE68-8D9C-2618-C13D-EC0F0B51B39D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0507911-D783-5886-E325-6C48577E0CBA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297D50-59BB-2A2F-AFD3-49FCC16DBDE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74ADB2-50C3-9A54-B4C2-14AF09318B8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C4C065-6EEF-534F-C6FE-83F3BF1FFD2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F0BA27-D5EA-6339-A5FB-31BFDEFC67A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97B896-CC28-660A-8558-A93B61D98BE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900D9E-E2C7-2878-0E1F-E60C27517F7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65BFCE-9686-6D0B-6165-F8C83019171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DDE8DC-86D8-7D26-85F7-7B63BCFE7D1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674B23-5172-70BF-1ADC-EA1B09DF77C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DA090E-0CE6-3DE3-C56B-3BDCA33E9E6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FCDA40-A719-C589-9C6D-7F94CF0D6C6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C32ADC1-CFD7-0213-F2C6-4022F6D2AC4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6460F6-8F1B-1567-4ABA-65CD8EE630B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0A453A7-D94F-3E22-7447-DECFB55044E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51C57B-9F75-6A6C-44A1-952284694D8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9F5A1A3-78AF-0DA1-0D99-E49AAD978BE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376A73C-6DE2-56AA-72F4-69F617269E9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DBA33F8-2E0D-6AEF-2D9D-9CE3F35E7C8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D5F6947-8822-548F-FCA5-EA44DB5308C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1313F7-47D2-DD9A-ECB9-26A7FE67FA6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224636-BF87-AEE2-5737-9E532732983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89A2D1F-4128-9930-EFF0-F4668D65356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E1DBCEE-15C6-816A-ECD4-B574A2F1C4E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FB4417-97F7-21D0-CE56-D3EA4AAFA25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56D05BB-0BB9-85B2-5BEB-1BE4DF12075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DD958A3-3E42-1298-C00B-460EB0314E1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579A29-FFE2-FBA6-950B-E979A06AF69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8B05C63-E594-B75B-1CC1-3FA44DAFE5D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7B7EB62-8353-E3E5-EC4D-393F018B20A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6357D52-CADD-2A78-1631-5BC719C1B93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60EB742-FF33-B2A8-2560-1A6BC2DCD01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1C0DDA7-C464-7DF2-547D-0B97E0A4537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9F464DE-3BFA-1E12-3215-6BB45F9F552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D8D307D-0B28-FF2F-4EED-34F19832171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D27B7A8-7986-842D-EFF1-1B753E1CA08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97A925-2E5E-061F-C6D9-D40839CEC9B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B759AE-6030-D7F4-D1AE-6058ABA9FA5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46FAD5-846E-3E33-30FA-9A07F9AD1CE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238995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5F27F-D810-C51A-6FE0-6E5D9031D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A18F270-3E6F-03B9-40C9-362723D9C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9918A9-699A-14AB-C961-0FA3D6E4E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BE57739-1BB5-C835-6CDC-F10639EFBC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00C07D1-70D2-6AA1-09E1-75B38681E0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40320C1-66C2-3708-7EDA-6033B81221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6F2D502-7592-7200-24DA-D5DFEE3BCE44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34DBC5-7549-6667-BD80-E90089FE063A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E12DC6-1F05-2B74-DA93-58EE093776B3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0D5349-6313-B19F-2827-D4A99EC7419B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D5FC40-0693-C86C-C291-A9A573A5A9B5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D3FE72-43B0-7CA3-BB52-88F0B4B0850B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9DE260-0AE0-87D1-1B96-57A12D29EB09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4CE876-F91A-9E84-24CF-D88A0DBAC600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AB609D-82A6-5CB1-8537-10063CD73B74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877CB5-C408-11FF-451D-9A8E5466CB41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9EBBE2-B967-060B-DDFF-483D9886009B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40C011-64EA-4D95-FD31-D575DA992B36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EBC2C8-C349-4295-64B2-D6C8B7C424CF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D6BBD3-B9F9-E840-ABC6-6290AC53DB65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E2C2D3-32F6-A401-E2C7-0AD1BF0BDE2F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9CEB5C-EFDA-E6D4-B024-4C1D5CC2DA7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2384DB-1531-6771-7C9A-3B1C9284424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5773BF-8AB2-1265-EFF3-E98A5B329BC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93D70E-48D1-A879-300D-589A8EE385E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516FE2-E07F-28FE-DD7D-8E3A7264378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AC2CC0-6D63-6420-272D-EF5015C23D6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23B443-C75E-B466-98C5-A77338F25E7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814845F-5DBC-DC7F-331E-882F500C950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912CA79-60E1-BD13-4C0C-9EB9746BFA7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5A0FF94-9B00-7285-D656-F99CD8691F7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40CE52-0F45-88D4-10D5-35B322D7687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BD349B-7F48-E28B-84B5-75C7E373BF9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CB29035-9588-0F42-8D0D-5AFD7370729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3FE7C8-0779-9F3D-6E7F-07516D84F00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81DD73-CA1D-88E5-9B8E-2D1F77D0AC4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BD6706-16E3-529A-371F-C64A51EA98B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2B3B81F-750E-E68E-F46F-F5BC7C97946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D283E69-5994-9FF5-B807-1D38E611C13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A3C90B4-D28E-4BE9-2003-8CF96140CDD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4967A3E-2A30-51C6-F0E4-EEE76E06F18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50C63B-44EA-6996-9662-E9C5481B514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59F3AA4-3AB0-30D5-4E40-606D3C9CDB1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07EBC9E-12AB-6464-9880-4667E632FDD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33D72F6-3C20-5764-029E-C9044FCDE60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26C3555-9B10-5E2D-BE76-44EF0E67317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41A503B-5F51-BE7B-4347-BF768D4D0F5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5005380-4E10-B795-7E92-1C93144632E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1AD75AE-846F-2051-843E-40DBDCF64F1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6FF0BD-37C4-D9CC-4B51-3EEAC74262D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557029-4598-2DA4-F403-97690E22A5F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498B6D2-5B09-5E51-EF80-0157B35E3CD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06ABA33-A45C-F40F-7A87-EFCB54176E3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5E0EF7-A056-B7D1-6BCA-1C6AFC090A4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70C49B-F065-8C6F-DFCC-C16D4A721E1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CABD65-E090-8DB6-43B8-C3BD744456F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44AA83-554A-06DD-88E5-0611D89676C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5937E4-17F4-76A8-192D-78CAA1BF89E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22A25DD-30D6-DE3E-075A-9925165BB03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887110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F61CD-68CB-36A3-562C-AEE7E11D1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061381A-0B9D-08DE-F55C-D0A7BA1016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Row 8, a run of length 1 must go rightward.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93BB4CC-883B-A28A-607D-C98E00981D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D13B3FC-C4B3-777C-105A-040703345D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D08E47D-927E-D1A9-127B-F523C9F168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A449090-EEF4-D652-B811-70B895D9C4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2C70C4-C3D1-8D7E-057C-6D2043778AF2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9BA555-2D5E-0B74-3E80-7CD2049C4AEE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DCEECE-24CA-D933-B184-34E57108E902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25F1C6-2265-A1F4-42CA-3E2E5EFF13EA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DFE2BD-FCBD-28A6-9C2B-1599F6690693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97933D-0645-22A4-0557-6BB235D552E1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7EA5407-2A77-BC6F-3A36-E0E56CDFA882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033A4D-9F50-DFF7-ABF8-458EC80ECF10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7C9248-1D14-9B4A-6488-B83B9EA1066F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88552B-01F4-A613-E393-6D6D9E2D901F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E2C6B93-A0BC-34CA-7428-D3C44A33D76F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6C39A2-B9D1-BC09-454E-2A956110380D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DBC20B-A65B-A954-B35C-774DFC791056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B3E9B5D-85AA-FBB8-95FA-E4EF6C328925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5B6C34-0921-0D61-F14F-508B78D4A3F8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C83F55-2E9D-F6A8-70E3-475406CAF86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CEEB4B-1032-2EE7-B93E-2DA2929AED0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8FC7F3-90B2-5176-F9BC-10BCF954EB9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329ECD-E4F8-0EDF-DFA0-70AF56B416B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D3B053-D419-46D3-353F-C39AFEA2F2F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E9ACCD-6608-BEC6-7E78-AD337004E96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B757BF-B549-D5DB-521F-ECCCA76510D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3A2079F-9926-D13D-0220-D505C4A6B6C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553846-3C6E-4FD3-F384-54828C5D77C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28F5107-A556-698F-E810-6B49C56DA99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2FE8B89-55BC-8D97-DC86-142E44BF101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30D0C86-7D85-2894-6AA3-24DB65DD3AA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4CBDB9-9DCE-4ACB-1A75-F8BA20541FB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5C9B3EA-A975-8DFF-27F0-69BFF400EBC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137AE59-6B61-7CEB-B65F-64505BB26F5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66E758-1E15-C808-3BED-351C9B6E3B3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A7F814C-1104-8402-121B-85B8031CBFA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CC3264-456A-69A6-455B-6CD9BDC9A45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F91CA68-E048-4125-2D86-A42AEE43B38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9BF3B84-A744-B3F5-9AC3-ECE384029E3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948833A-627C-284E-195B-650069D3502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D20A2FE-DE0D-5819-3E35-ED657ED4752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4C8E46D-4282-1F5E-D018-7547FCA9DD0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B5542A6-AF56-0AC7-81F1-869F282C15A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D69190A-4F8E-E3E7-9C6F-2D8BBEAD129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E47A654-7822-64B1-99CB-849221D17C3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E5C6BFD-257D-EC09-C5E1-CC49746248B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4B7977-E1BB-DE9C-71DA-3F3355A250B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D8485B-F4C0-51A7-1EE2-8225AB1563F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1C3BC1-DADB-6950-DECB-874D8DBC4AF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758D8A1-6C46-5580-EED4-C567F5EB75E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990583-E7F4-AB36-2B9C-4E03F77164A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08AD98-3E5D-0267-4A46-DBE1244DB93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9F1C052-1284-3671-B23B-0ACA1C7805C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860667C-AC4F-9576-9BEE-EAE03D6935B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42591B-36BD-6CD5-E4BE-B97807F42C3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EB502F-8F12-F65D-F579-4360C54CD39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B559B6B-C492-B359-2F0B-460BC5E6934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F9F26D-1354-A1CD-7C06-FC419F02AA9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89ACF95-A5B6-4A20-E066-159C057196E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60005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6C4E0-12E5-E86A-F587-7F57A3D74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A8B339-DA3B-8E74-C2F1-8C41F7F4D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B3BDBAF-53EB-1D55-611D-A79B18498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095195F-A98B-6086-213D-9C6D498EAA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859A5D5-9AE8-A697-9654-114F4D4E82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90DEC3D-9C70-4BE9-04E1-E58AC9BEB7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1FF25FB-3766-87A4-41B1-1A242A9D5172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DC9DD4-1D4E-5A0B-E9CA-17FC7DC7C1B9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F9E03E-3D72-3BB5-4C18-B5F61F1BFA14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11BE0D9-4378-5844-0E5A-6F94781EAE44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2F30F3-44F8-6BC2-BA8E-E2810C85C1DD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24E0D3-5B2F-4291-AF46-CAB88D143165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143FE4-B5EC-F99B-4973-86CE3E316766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0ED30A-B0B8-DB26-123E-55961F2EDF7A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5FBCFC-8CA1-2F50-89F8-9F250687B3D4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E27D8F-183A-080D-ACE5-848A3A423BEF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76B114-BE66-2600-4DD1-2050138D1964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694765-B207-263D-EBD9-4FD10A9FC712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AC71C4-5A09-DFD9-3CA8-2583ABA7355F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709556-5242-4228-9672-7C1FFA1D9D17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345F632-631B-7AFB-7C5E-C4FD1A0BCEBF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A56B2B-119B-6768-0B6F-7295E8F079F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3CFE16-5C06-43F7-1E08-70907D78E9A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425CEE-843E-E5CA-4676-28E07C83B44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20878F-CDE2-78F9-EF65-94C2AB51B74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3D7999-518B-C117-8482-F2416FA6D78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C01162-6325-2998-4DE2-61D72016AD8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FF41137-FC7E-9CEE-21E0-FCB675C6116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C99D5D-E212-E990-33B3-3477015F3D3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3719E16-7008-4FF6-7710-8CA8F237694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679E54-CBBF-8954-92F4-F8F418242EA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F230C46-6E2E-C374-FF5D-A933B71218C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DE566D4-DCE6-86D2-DC2A-1E6EA1A2C7A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5BA2F7F-D8F2-B15A-DF06-FEEE673E145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0E7B5CA-EB2E-F27B-82F4-C9E10AB2A78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A735CC7-E44A-1D27-557F-616F0F4B0C0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26EB4F5-F411-D741-2DD2-18F4E4546F6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D821C84-68A8-003F-84C2-E59F0560FCA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66CB54-9DEF-E508-C7AC-FE92C171737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C15C0D6-2C9A-50EA-3C8D-3EF5C7F30C2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2A17617-53ED-D11B-45B2-EE248D2634C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6975B7C-BC58-3BF2-28A0-D9C35D66CA2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57A775-0EE7-9896-69FA-C402F06C80C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0FAE867-0C58-F59A-8286-582137D066C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D9F5056-DD9A-CB3F-5D81-0BE72638DCB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FE4517B-A5E1-5683-60D5-A9203992B36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1687881-26EC-375E-32D8-BE2735F42AE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12CDF4-C08E-711A-970D-8163AF54AD9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3478CD-F300-0573-EA1F-2B40A4C3B33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7AA6775-FB63-3EDE-363C-6EC371DC1DA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067E8BE-FAE3-6FBC-7E5C-0D3DF2A1A51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AF8AD94-6B67-E07F-F67C-7CE84D2920B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6B9CD5F-257D-2674-B9D4-5DB0AC878FB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0E484C-D1AF-BD48-AA49-E99C8B3D1B1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BB46C3-F28C-EE08-0DBF-CCCFC903915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B3ACA35-16E1-EDE8-ECBD-F5E33056DBC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C2FA72-0B66-A671-1956-9AA78F062B5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6B96A62-5E65-4A76-7BA1-1B36E4BF6E9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E2C31B8-D0BF-5E21-EEB4-26C432A7AF2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90F60D8-EBCC-2CDE-F614-EF87CB97A5D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544995B-F276-DC18-EC6D-15B346A800C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40164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F26AA-26F0-62F0-0EA9-0D4556B4F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469F85-938A-ECD7-5396-5D9AAAFDCC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Compete Row 8 and lower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9FAA3B1-C352-961C-8BA3-D52A58EBDC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405E834-6C89-8C0C-D2BF-85C1DF2F96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2C33C82-8F7B-EC47-50FF-46953BAA49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90B3D98-CCE3-C09E-E024-95F6DF3C2F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CC36811-DA0E-9728-FA33-4C8B45CB8FD3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B4593C-FF7F-A461-60F5-6A074F661B31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774641-F89F-4C97-FBDA-2984545BFCB9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84047E-2B5F-6232-0034-544424961D65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66820A-2B64-FED3-B8E5-D27318B14AD8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008698-93F1-DAC6-0628-682ABF42607D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33A950-D63A-76F9-457D-BA99EE146F4D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129AA6-F0F8-F14D-7B94-60D9A2D92CD4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DEFB4A-B022-742A-57CE-346731BD0D5C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07FF0E-833E-2A6F-2CEC-B831B37FE9B3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59ED04-E8CE-6114-C2D9-6B5D7E555D38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0189A0D-77A2-495F-2ABB-3085B025F3D4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C66E37-BA2D-2A6F-0495-352C010647B2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512605-C8F2-8A5B-D5F5-BA1C73BB20CE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BFF44FF-8BE1-16C9-7DA7-DFDC6A042BB1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23B187-EF59-4989-4758-5E85047A155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C8C1B4-DBCA-FD5C-B900-B979AD9B312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73BA70-348F-7F37-1CC8-84C98312406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A76007-5386-F04A-57C5-3EB2EE03B5A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C961DE-747C-BD98-AFD2-A6FFEDB3E6E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CB53FF-189F-C77A-2102-FFA63F1FCC7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D8D2E7-EEF9-DBA6-4CD8-F36631C66C9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00D74D-A933-0E4B-7F86-B2F20869223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112E6C-9FC5-8504-8D91-5A555627090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73EE986-180D-5189-4669-3A298066416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CBDF9B-C5D2-9FE0-8317-BDF0AB65C0A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6CB489D-624A-8799-907E-967F94C73B7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DD01CA9-FB3C-2D77-773F-CD5A314F3BB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4DFBE8-8223-A8D5-757F-C352208A4F3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336E17D-BC94-F5F5-93FA-512B06F60CE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5F5EC49-63DF-89AE-7EE3-3DDBE5E8354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F3A090-3415-C687-AB99-B2C21A12A9D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0E74F73-0FE0-B071-61CC-CBA0D3B730D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8F4BD5B-00EF-43B1-248B-C5A74798989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56D568-A93B-154D-719F-2DD548CDCB5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598266C-173F-2373-013D-E7436D6989A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7E06BC7-ABC0-0EC5-76E1-C3FB5DFF336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5FE9C57-D9A9-75D3-A20A-2647E44CF65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7B14E02-3BF4-4828-3912-1CD13A8B443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D5CDDBB-1DA3-15F5-8973-89980A6BE4F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DC0A659-5700-420B-11F4-40B8BF3CBAC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6FD8E1D-161D-AE4A-E997-47611951DE9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BCB1270-850F-D397-CDBA-0223EFD2686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F813D9-3638-80F5-11BA-F48DC152466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5E9ECD-5D9E-CDDF-09F9-08C9E4DB015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A4DD0F7-0986-2A44-AFD8-C31E19D5E9E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60836CE-7A4A-E692-092B-03AF0DA6C16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4EEB02-3FF1-7FFC-D5F7-BC08D3DFB42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33A930F-AC13-406C-E724-BA44E2C9EE3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AEF2EF8-C759-CED7-64D9-640B5A0E0F6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76017E-39D4-6111-2077-7D1614BB841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2DF3D8-0B9B-1257-ECC0-B07DD3401A8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923476-AB98-18EC-6D73-86EF6174138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930AE9C-9AFD-C6C5-F6CB-3A9CCC3C5F5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58E3F94-24DA-1FAB-6FDD-AEE76F0013F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4D00BED-17F0-97A0-AE7D-4AC8B583085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820F609-234F-167C-BE37-EF2C98B2A78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41BC29C-C816-FFFB-9C95-A1BFEEDB927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558740E-5C35-94C2-80F8-39EDE467A0C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AD98E03-22C9-C8D7-98F7-AE259E3FE91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DCBB67-E657-C505-5CE4-DC86F0E6DF2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CCE0F36-5AE5-9C19-BDCF-2FFF5759939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</p:spTree>
    <p:extLst>
      <p:ext uri="{BB962C8B-B14F-4D97-AF65-F5344CB8AC3E}">
        <p14:creationId xmlns:p14="http://schemas.microsoft.com/office/powerpoint/2010/main" val="21910505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56316-1A34-4C7C-0ACE-8F4D3A2EB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3CBD4D-9ACC-806C-4261-26F7C8DBB0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In Row 7, there is only space for a run of length 1 (not 2).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763239-AF45-D841-7A7F-AF589E2E1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B7FB0BB-3752-1933-A70E-7F3CBB60F5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F8FAB34-660E-25B8-7998-F99FD9D86B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430E81B-DE72-E0A9-CF1D-ED59083D6A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C7E0A0-14F8-E21E-8F98-444CBF7A5442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4EA8DF-5677-966A-4382-E39E3FE9BDF5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F40D6A-2788-F4F6-0A38-038EDB2CC5B2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26A647-DEB9-BE3F-F997-5C6C7AEE71C8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FBC04D-E17A-D88E-8D72-3330A3DAB25F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4B691F-CD93-4FAE-EF59-6A2534A8311B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D7BBE8-923C-1F35-1F27-AC6D1536F6E2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C841A2-5C84-67DB-210C-ED0DE73A930A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DD656D-8ABC-E4D4-18BB-E52FEA94A0FB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BA444D-2F4D-2D0B-B38A-AAD15D64A934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3C7DBF-3858-F045-676A-F4C700807DCE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3A97F5-7094-A16B-5884-2B93D4B001A4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64F0067-4B60-4DAE-B615-C774F536529B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2071F6E-3F91-3A1A-4A65-222FC3B254B9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8CD1570-7C2C-6896-4762-71FC732AD6DE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E12872-93EB-26BB-638E-2A1136B0FE6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1C52B8-A980-0F36-210B-99C5E93A9BE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908F11-AB52-AA10-A119-352AD412DB1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90A22B-03F8-5559-5D69-D450EB050D3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7781867-9CFB-D593-D7D9-FA186212022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1AC334-5582-3F5E-8C8E-AA68CBF52AE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8402260-67DC-7C06-00C8-0D0582ED713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6BB5A0-1637-2558-7BEC-4854BAEE9BD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B2B2399-59BF-5AC1-CC4C-CC02B4E0218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8B8E5AC-34F2-CDA6-7C48-92D3CAE276C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B1B5C7-EBBD-3342-3648-40BD3205F44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D843C73-121C-A274-5C3A-042B5CFBE4B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E364F2-130D-F822-F0DA-FCE281F5577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8294ACA-7812-DAE2-3A0D-1A81F59B294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2C3A8DD-E973-7906-B7DE-40809F0E30E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F589E1-44EF-AADF-34DB-E1CB265EF3A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40DF0D-C0CB-E27B-6755-79CD7A57739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0BB1F77-0757-85BF-8332-9F6FBEA0E6D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4E82877-7A7A-6BE9-D987-930EC5E4918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CA21CB2-6B21-4082-4B54-323048A79C6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CBE542-3347-245B-BE29-6FE60044A12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554F5F4-8741-D2CB-04D1-51C8AFB9408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1DC9610-0E83-6B12-14A0-BBC4F05DABB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73C9054-2382-3BC7-B53A-A1A5FDCFB08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690403B-4ADE-7ECF-4D41-28CB4AC9706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E12C8E-6E1A-3460-971F-5ACD48B0E71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F3345AE-C4B3-2C48-B16A-6D0BA5260B6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ED83E1D-902A-7D1C-4E44-AC195B45C97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628C27-8170-53A2-BEAB-5F6E0A7AF6B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5D60485-F2D9-410B-AD7A-3EE6EE284B7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BB43C2F-8741-0742-C429-BB7E60BB5CD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8AB42F-13D5-563A-97DA-0022113F29E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66FFB4-592F-93A7-9E30-3FBE6B737CF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F36FB00-F691-CEEB-0524-093484705AC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6CC578-9258-913C-EF98-34B16A2509E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DD5D23-270A-1F0A-6E38-FE6EDA766CA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3C1A76-6A58-9953-D5F8-F6F91A02C46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D4196A8-78B8-5603-1FAB-A8E2BFCCC15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D1765F4-B912-86E1-478A-18C4D3B64D4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789030D-1802-E66D-695C-A007BE5C7B9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E8629B7-7F61-295D-3911-20F8D784C13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3A9F283-32C5-30D3-DE27-43762003701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2043C27-392A-09AD-B037-D2271D87E62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0832A5B-7D6D-3E35-5636-89D978191DE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F91564-97D6-52AB-1ED1-E9FCE97D471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4B4EC71-E8D0-7E0B-BD80-8C435704172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BCC35D6-E642-0447-40C1-C1C578F6860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5EB99D-9ECD-BD3E-DB41-A3BEBEEBA6A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BA76581-1822-329B-1980-CC0C4DF1DB2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594843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69D96-0A32-5F80-44F6-B3BD5D30E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1B3EA8-241D-5938-1065-23A73214A7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61D8629-79A9-FD95-5A4C-BB118DEB71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7820D51-0962-179E-F69B-3CE3CAF870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5C653B1-E2A9-B508-8FE4-62C6DF634C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A734384-5F13-E89F-B9CF-09381A5D6A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43B5EF8-ED12-2CF5-2673-46B1B64F42FC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A09F0E-0C42-7B77-D9CA-AECD356EC43A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F4109-E109-00D2-6D8A-EBAC84A8D6A7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BE2CEB-74AA-5B38-396D-413333539B06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FDE9A0-A955-0CF8-9F50-7DF5103A618A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54AB3E-9F94-538E-E3A1-DFD1738D07BE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BFB-8CC3-0DF4-5949-E5560EE3AE58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719934-BE4F-C0CF-C8B2-DA9C6F831CCD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6E553E-179B-10CC-E659-865FB9FBBBC1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4C3D1C-0644-C163-57A7-BFD346B2B928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9A4771-205A-0150-FC4E-AE062FA7BAB1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D178A9-0D63-839A-67A2-9D5272AC42CB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2677934-3356-08F1-9AA6-613889F1168B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092739-E79A-3438-E1A9-F59CFEFB5BA7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5EBCD9F-69E6-A2F8-13C2-F6EC2759C799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0C8864-820C-2FD5-5D9E-0127635D517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D79CD8-E7F2-5262-3795-A0F366DD32E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36BDEA-53D8-26CA-E875-B56B723D917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B7C8E6-97F3-3FB7-1A50-33A2430B1D2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A3BE50-FFDF-E30A-D369-DD66597955C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117D21-874C-2950-7109-18505135A60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9776915-D9CA-7A1C-EAE9-FA44461D4A0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4A9B9F6-7003-A786-936F-792260F470B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D51869-0803-AB98-A2C4-8FD5EA07381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78786E-D8C2-4283-1043-BF465222497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F2EB617-6A92-C2E6-3D46-F3EB915A227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2B79CE6-355B-C513-D5F6-F3514E77722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2394B1-F08D-5127-4A2B-3D95B382D57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A8A7E4-8759-061D-49E2-DF789C6414D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073209-4CF3-60CD-4840-D06FFAEF031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073B9BA-F095-315D-D5C8-E9631A2ED7B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EBACF5-0749-BA42-6758-AD0352924B4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9D8BFF2-68CC-D15B-5727-450F8AC1187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F3A9012-2A25-174A-560E-0065D941B33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640DDDA-AB1A-A09E-286F-F9E0857C488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6071FDF-5933-515D-EEEA-2C0574E3167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F900034-B433-0D52-E7E2-D5B4FC9F856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1A61E7-2C33-5059-8944-EA619AAD7ED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C1533B9-6D56-DFDD-FF41-FAB2C95DED0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50E1A0E-D07C-4CB1-09D3-C75A702C2B0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FF86F89-324F-4C60-1BF4-067DD281D6B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0CF9A94-B44D-7D3A-A223-459F26E677B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A45D95-A763-A614-0C69-8A88930242B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7D8C71-DCCB-2A31-27E2-3B89C10E2F0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8233D8C-AF5D-5314-C1A2-207E59BA4AA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84ED06-C34B-D93E-6324-8832C911319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21E43D-986B-0D8D-66AE-73C44DE57D8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2AB161D-8BCC-753F-01E9-324858C6F5B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FA834B-85D4-C449-53FF-EB20D121826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9735126-43BA-220C-E63D-0955698DCF1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A92A71-ACD9-CCB6-629A-9F571CA816E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2985B2F-BDBF-5E9A-35E4-B214B0CB37E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F4A16BB-CD1D-702A-E785-201566C7423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05EDAF3-874F-70DB-383F-4103E0C6647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6DB010-9A6E-C053-70AD-420A97BC09F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9197816-814F-2ADC-CF31-26DB78B9085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7B9266-C5E3-4FF5-9086-C601636C0A4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DD70B1F-F427-5340-873E-31BF1DD1194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ED193CF-82A3-D9A6-563B-124565BD8D7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A20CCEA-0428-C23C-C462-C7525AC80A4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01D7723-03B7-1E08-7126-A40E6066E58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4148BAF-B440-688B-727D-178E0F0F3E1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44FD0DF-D4DF-6640-F0CC-E9CDB266CEB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9FE444C-2F1E-5C65-57E0-8647116E83E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8835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9EC19-0007-A25F-1FC6-890A676F8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A405EC-BCBB-9C5A-8416-5D560EE3FF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Last possible 8 in lower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A5CC14A-B2AE-2B89-79CF-B1B62ED3A9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8BC8126-65C4-A74E-6600-B2C8DC391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9DD45EE-67F4-1137-5565-51087362D3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29A5253-45E8-9369-833D-4647199936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678814-7AEC-E31B-9EAF-4CD829AA3001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7D5DD-159F-AF47-A7DB-4C52B39C8FA6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4C4122-B39D-ACF2-F738-D4C082E98477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68576-FA32-AA7D-6138-9D69C29A6A13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B8E1BF-3980-5D94-F0F2-AAC57B874B2C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0D57F6-8C5E-CAE8-2FC5-1DA30B09143B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48E1A6-95AA-A6DA-7DEE-05741DE7E3B0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1B37E1-F5C3-8C3D-CB3B-3405702E4A04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8CF8E5-CCD0-C225-E5B0-72C5CB057FA3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0598A5-7034-A11A-BB4D-5A0D7A679589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FA4B29-127D-3D5F-0854-D684BC925EF0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F2E80B-C02F-FE32-765F-32957C687FDD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9C0D4F-16B0-5BFE-6FD8-F2F8A0B9C11E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98FD8B-3C74-6AA1-DB4B-657D9CC655BC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2E7974E-430C-A2A9-489E-AC302F9D43B9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3C4B68-555B-60B2-0CE3-25C577EAF9A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3CF807-C266-7B4F-8C01-0B8B8ABD134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8499F9-3D84-55C4-01B1-0CA98C7EE88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12B853-99E5-887B-78DA-22BDC175D2A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BE897C-6F99-B0FD-9FC7-9407C0F64A7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D0E729F-5E68-CA2C-BB25-75F9AC62EF9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0BCEF6-94AC-545F-B1F3-9CCD3F8A32E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989DE5A-FC87-08C1-84AF-80B0B0B5D00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4C97303-AB43-6BD6-436C-AB2936968A9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09E270-98E1-52B3-A5A9-1234B3EF0A3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203045-38A7-2897-3701-1AA1227957A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C081113-27AE-9349-E09C-084BA2E8A93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6B6640D-42C8-1E48-DE8F-35381BEEFCC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1270835-D244-4438-BC6F-98F4A465C0D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C0BA7FA-7D0B-BA7E-7391-D52DE4702F6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547369B-F1D1-42A2-2D78-80B0C595EBB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6546ADA-6500-6D45-4897-2D737562EBF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F0070B-1EC0-029D-8722-8CD8C007655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85FAB22-1BF1-6196-9880-8879CA744DE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7E599D2-99C8-CE3D-31B6-995B492EBE5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C2749E8-5D53-F185-45C8-E326F855BED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6268456-A4C9-BFF1-3C34-8CEB2C38CBF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E87223A-7AFF-DEB6-4AAF-B8BA25C9707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5A4DD56-045B-DDF1-C2C8-785F2BA3CCD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B2A11A1-4CE6-F4C1-6E5B-CD389183906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D51435B-A3BF-2A95-EDD8-C7EB1989100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34BF09-C076-3536-CEA7-BECCFD1F2EA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DAA572-79F0-5279-6D68-798794F9F8E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C0C36C-E85C-EB16-7783-DAE0012E3CF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A4AEACD-20FE-FC44-A949-CDCC51199DF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9052612-C4D4-30E2-9A0A-187957E5FE5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7EC9071-D664-7E12-C8F8-5CC29F9D6DF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7AD6BD-3BE5-EDC3-FA1B-DEA4013B69D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E2B2FBA-62F6-ACB4-6C7B-EC20027D9CA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1EC194-CAB1-13AB-2542-E546739A352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2D9D1C6-1622-1096-4F2F-C5F9D48962F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294C24B-477F-BC6E-8147-7CE43F27D2A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C7D2BBE-5382-6B5B-C882-7AE5A1E90FB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AA19EDD-7727-9453-89FF-F0500ACB686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5196F7-A032-22F2-EE68-C8FF3E3DE62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4913BB0-DE73-CB60-0AEE-84215CE5A75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3EA6CB2-1AAA-8918-BAA9-B88C429466E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2380A6E-6AAE-103C-6CF9-CC53D8DA330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61AABEB-530A-A921-D54C-1F40E853877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0F54079-4092-72DB-5145-FBF03C11DFF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093F2BF-1AB4-1C79-C142-74F006DBE42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CEEA6FE-E2E9-DB17-C591-32D1EA95D45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A267216-5001-91C3-1CD4-052A2A10338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C4FEB13-A6AB-F6C0-087F-CD5E55D373C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60118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A3710-05A4-92D1-17F8-0F6DB5CC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D56918-E04C-8879-EA52-508470D971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1B407D1-0D0A-AE36-ED7E-1E8C4E389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4873C03-F993-F5EF-7439-81D72F91DA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2FB67BC-C3A9-5D63-D593-0E2A153FC1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783D3B6-7A75-FF12-CDF3-136497AC0B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A8732E5-4004-41DE-1E6D-FAF12BE1CD8B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53D543-FE60-D100-EF3E-6D7C9E8606E7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68C6CF-907F-F45F-8F12-0B76D1B785D4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AE06AE-962A-26A3-11EC-F043A32DFEC2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173309-1F03-34FF-5D93-55E91A78896C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9E4CEB-DAE1-B5DF-3AD4-230B9283B3EE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52421D-D3BA-DEA3-0628-A438C3B54E17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A030116-6F72-7B6A-410A-CFF9796A84F8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069ED2-A3F8-0326-BE8B-88B451C375E8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0F2020-039F-214E-5CB9-B39232BDDE6F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61E326-F355-91AD-B333-8657A6EA6C04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F43656-372D-9927-4B39-B45162DF9B87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DEF4D6-35F4-94A3-B2CB-9E7269C0ED7A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B03E8A-BF1E-DB23-D06D-CEB3A19FA6CB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CFC35AC-8592-3E97-7D60-5A0CFDA3CDE0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A38095-65FD-8F06-D90F-5098762DEDF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AB6C89-D5B2-D721-4D16-E9A1CC08061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FC69D2-D9FB-59BA-8814-2CDB0E5E642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46858F-094E-9833-02FA-792595A5E5C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840008E-67D4-FBAD-593F-C1952C33170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0E0CC5-6B8B-C7BF-5CAF-3FF9E9883E5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FCE1BDE-20D7-DE61-0076-32D503E3911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3B14F1-B33F-127D-FA67-D3444C28729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A723542-19F8-9DDD-254E-ADE31F9FF22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0C15C2-5282-D9DE-2D3B-54FBD7B6B27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05A8E4A-4ED6-A0AF-2F31-A23F22A899E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B8AFDD7-7382-91F1-83B8-F5855589582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84A565-E2C8-ECED-16C7-9AF97770C4C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96ABC5C-3911-252F-1486-B759DEB2FEB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58E6A7-E022-3DC1-6A5A-1D06431EB03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F502C7F-4264-B132-81AD-B6AD7AADC7C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A49D944-59DC-DE27-2880-0D2CC133A59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BD78800-E4F3-254D-FD7E-3A3243A89EF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483F563-FAAD-6766-825B-E7FFC08691A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E13606D-CB2A-4001-BE49-3DD083E100F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DA53870-2F8A-D12D-238E-04FE27AE7C2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298B5E3-38FD-5280-6108-3F7A80504DE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7793A49-9042-7E84-1109-9EB0448785A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B2B051B-8866-6F65-3EBE-7831DFBD46A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D497E-267A-3192-186C-17A7225124A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556B64E-BA65-E025-97EB-D64FE7FDB6C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FC2F80-C0A7-ED8B-2CFB-BE7ACC3CCD6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F2D008-0255-DEB4-3647-580F5147837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911E2E-5FBA-D51E-EC08-B51ABCB8ED1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E6E7F12-BA0F-1561-BADF-94B9E571771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0B619A7-6C6D-1D15-7DA5-0AD52A5035E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65FBDC-820F-7DA1-78EC-942650AE765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F5C864E-D2C3-1360-D63E-7367A4D516F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1236163-BD53-61FA-CCDF-58666729475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523413B-8449-05CA-DD9B-EA9BFDEDC1B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6B5667F-055A-9AB2-CFB4-E742778F6E4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7A9E1BA-0CCF-87EF-B096-E0329649A34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1AA107-3C54-D5C8-0846-55B792B3556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8B8D010-3D2D-3D33-53A0-D0DE8A9EF7C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7AB90D-2589-DC46-7BD0-7C41D22CC2E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04AB030-34CC-1C22-5B25-492AF57070F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AD59EB5-256C-A0F7-DCD0-A68B4A83D7B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62FC2B-F520-77D9-E36A-619FFA09E93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AB1E2C-DB9E-9E4C-FE18-929820FEEDD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2CE21C0-6433-9AE5-27E1-148BCAEFD44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48ED2B6-E309-A641-AE79-5AD5D0CF725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F9E63E9-2BF1-9CE5-255A-170011A263F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03256A9-BB8E-36A0-8FC4-33CDC24904A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F10EA7A-7D8E-EB4B-1499-605CC0DA21F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9774974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3DBB3-1D1A-5EF0-6E1E-EE74D9584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72533A-5EE6-BAED-EED7-A9FFDE29D4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In Column 4, a run of length 5 is precluded, but 6 is possible.</a:t>
            </a:r>
          </a:p>
          <a:p>
            <a:r>
              <a:rPr lang="en-US" dirty="0"/>
              <a:t>45–(1+28+9) =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3B78A5F-55FF-D9B2-3A8B-BF9FCB566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08BACC8-8572-E77F-2672-54C04AAB45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CA4793B-E5FD-3332-443D-47F3229CD0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26A74EB-7CD3-E4CF-4426-760879AE79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EB159B3-83D4-97F2-ED73-D20D73487F78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110F95-0D15-5997-B27E-C113D7964383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E39701-75F8-E705-090A-2709B7CE59F3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E240F0-470E-9873-4043-572EC56CFEB4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0EC555-7A9D-AB7B-9DEE-89BF385FD9D3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E49919-3D23-ECC7-B23D-780ABF3C68C9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2FA8AEA-0179-E720-E59F-D796F023F2FE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8420D5-E29A-FA1B-0E23-4AA51C1C91FC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A6F462-90C3-B8B7-64D9-93D1FF55D651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9930F1-A3A7-8B2E-D6F5-90E511458AD6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E0E4F1-987B-C11D-A9BE-7A5988880780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561602-4DD0-16BF-BB99-1CF491564E91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97B3B6-F738-2F81-1D2A-F8A3CBF40ECC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D8972F4-E098-3FCA-90D9-9519BD9CB7AA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8AE357A-E80A-E3DB-CB45-058BF6451993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AAC7CB-9DC0-7825-C368-C706EAE218A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3B9EAF-A7C0-97AB-04C7-22244304E03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2043EE-2F4A-4506-EFD6-D50507E1F23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642800-09B6-0728-629E-D071755D1BD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B5FB85E-EEB3-ECE0-218A-CAB6E453117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62C6D0-62C5-E1B0-08C4-A544828EE8F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7B8B0EE-C5CC-E2FF-31B4-966B662FEC3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B1C2DB-BC01-FCAD-F643-047913DC0EA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4AA655C-EC06-3C2A-9440-2F428B5B2B9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0FA5C2D-08BD-F8A7-09FA-9ABAA70F6DE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868FEBB-6303-9818-5974-5468C580697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053D747-7EAB-7A00-6B36-A68FDE40184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E0205C5-5F6E-1F49-619A-BECE28DAD69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0A1929-D158-0301-3365-F0FBA253A1D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108DA8A-6E93-9441-9196-27C43975D28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C97743-C640-BE5A-5A72-0DB782F100E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063DF60-8A53-0842-9167-DD0BC4B3B11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DD64EA8-9401-5E2D-84DB-645C6798AD2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00BCA90-D32E-FEF7-FD63-24E084E7D15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4DF8F7E-AE39-515D-49FA-DEFE41454A2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AF65BC0-CD1C-A041-6ACF-33204EDEAAD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66CD31E-08C7-7904-B55E-BA7C4B769AD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396D9FA-6A0F-5A71-DD61-6DF4392E398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1EF8314-6A72-0980-FEDB-6776C28889B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2EEED55-B854-2695-8CEE-EA6A683FDEB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2C02F1D-D174-2EA8-779E-74DD5290F94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C62B3F-AD8E-39CF-5B76-0E3656F2C3D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8D5524-FEC7-FA37-18F2-83227CBE1C2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BA9493-CF1A-A6DA-8597-C53716279D2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436B8E-823C-19A1-E641-0BCC12B6BAF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437A577-2DD8-1308-CCF8-7B8B05E6DDE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8C1F13-0113-50FD-FD2A-EE3A8AD921A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1156C1-6F57-CEE6-8B65-69FF89074CA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2D10E3F-A23D-F3F2-2588-0459BB162E0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292763-6672-6A61-4D88-DDB278075ED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260CE3-94AE-3734-FBBB-C5FB64B912E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F2A04F5-89F4-6433-61D5-05783E12B16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D644E56-1841-B44B-9972-CC0DAE8C585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D1341CF-D57D-3F15-B858-11E90C27A56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B1B47E-88A7-50C3-95F9-42DE7BC6E1B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C2B516-A0E8-EA9E-1EFE-81B9C3EF5D9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F3554F0-03F8-7050-B221-49D26D5637C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BA080F-8152-9B93-9190-CA72814088A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AC7D611-D262-5A36-E09F-A30C32CFB8E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1FE006A-5F88-30B4-C9F1-DCB3E7A341C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2E0D018-B9AC-CDA9-4F5D-101A675F295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D3584DE-6167-8A98-6C7B-F474C931F96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851D1AF-4D78-FAD6-1F1B-DCA177E28D8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A859D44-0293-4140-F82F-00A89BEF4D7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369731-E3B3-E5A5-9079-FDACED789AD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7782A08-EE2C-2503-C358-EF5E5E0D7F4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9576482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E2F6C-0C14-267E-5F37-89A38498F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470A31-64FE-1C27-F241-F6097D7776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Complete Column 4 and upper center block.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C9F942E-19C4-B38D-4398-C205AC9B9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751653E-3182-AADF-4F67-85786DA692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6D4B211-B718-EEFA-B908-3799719A74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6C225A2-DCA1-6FE2-C112-06D5E8878A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3C84AB6-7635-4F5B-5AC0-8882BCEB1866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49D0CF-B2E3-E6FD-4644-3CBE5CD4AE8D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6D5501-AA55-75FE-CA1E-726E8BF59933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ED76F7-7AA1-545A-B32F-B1FD85B69D4F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4961B7-F229-0C31-95BE-9941E7612612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EAFD23-DEB0-94AD-C3CD-AE836E638150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4C408C-38B2-3F04-A3C4-12CA1C1EEB04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EB4369-0AB5-BEFF-019D-46AB24B53643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81B4F8-33FB-7258-ACB9-01CC7EC3C970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E5838F-38A2-71B3-7092-96FF7E9D522F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75AC4E-4600-473C-C839-2EF98A65306F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5E6F7B0-7599-9FD2-5A28-360C6D022794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E9F6E5-C8B7-F4E7-6C70-3D485E9B29E0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0ED003-0220-7150-A1E8-FD07F3A65B38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0D3B2C-DEE1-8AAB-F837-E4DE9CFED3B9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7BFD3C-D0CE-FE77-673C-7EC4D5EAD01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F5C802-6D67-82BC-304E-F7BE144F112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DA99AF-3809-E095-290A-1697B54CFAA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8848E-775B-5F3A-2257-0826479C0A6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8682B66-3065-4F95-F844-A551FA058E6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89EACD-B39C-3BEF-2245-85085EDFF64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B0F5D2-D91A-2CEC-7427-4E7DC0A6489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198DD7E-C3CE-B78A-A032-16417711FFF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36F19E1-5BEC-3EFB-7950-2CFAA152A3F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3332A22-8D6A-54E1-1F35-4845F5D705F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E7F3725-E427-1A04-2A85-00E5FFFF579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C32E5D3-1458-A889-54B9-E23279DF4BA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E51CEC0-3608-CDE3-C4B5-5686EF3A4AC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AF6FDA-59C4-9A77-1260-72D27CAD032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9FADAD2-C745-0C36-867C-CB9ED272BEF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35B3E0-FBE5-B30B-1567-805CF5FE93A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94CA3BC-DFB7-B02C-BE86-833E39E8164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6BED3FF-E5E4-8AE9-D9D6-17AD06F95C1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3E3E9B6-45AE-29E1-984B-FF2B85B6598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0F8B236-890C-13C1-6DCD-3D5B7C2E5B7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75B5A18-61E1-6925-7D9F-4A3A92C2C12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1245532-FB45-54E2-2CBC-7B832D1E3ED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29C9D95-4995-05A1-3A49-5DE714D738D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F668C59-BD99-479A-2E7C-C93004FDE49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6F5CA1D-EDC7-1819-556D-16CD42C9C07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BE41AB5-1F0B-BA4A-55F4-491F409F873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D2F830-89EE-DE0E-D5D1-A0E9CE28A49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950B61-751C-7E92-F18D-EF1E7D45C16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3D2793-3890-D95E-298B-1A920D173C8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B240C0-FEFD-15B1-8C20-0A655F0698B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E862CE-7CD5-866E-66D7-C84768DE393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212FD66-04D4-334D-3FCF-BB60C12F126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D37D446-687C-DB8D-2513-1714A2A207B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496D4AE-A6C9-D44C-2DCB-BE6401EB052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873314-A92F-61A8-8251-A6D011B8982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CAF97A-7B0D-D6E6-5EB0-899DF754F69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399A014-2047-599F-7790-38D2C1B9245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928D911-A189-020A-8CEF-79DEDF0E15D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46AF09E-F52D-8472-348C-178A664BAB9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27AAC7-A0A9-1635-4F67-F4BE62A2DCD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5F3C6D-8285-3430-299E-A164B82F63E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40D5C87-B568-9576-1A24-061BBEA416B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B83EE75-6953-7339-B491-13E3F00C275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5D8171D-8505-0371-19A3-5AC7AB68ED4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A7D5AB0-3F26-850B-9A04-FCE9C980456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6951FC7-EC75-5A42-A1CE-06056A8B495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A21F5DB-2F1D-A28D-9BCA-FC9AC60BBD8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569F037-5488-96BA-E9DE-7370798EF53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DB9E7B6-E46A-FF82-1FD4-C97F31EB495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88C92BD-7D90-BD78-8177-0BFFFBC3775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BEA04D1-FAEF-FBD3-9836-D2BBACDEA27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096DD7-0A73-2820-61DF-831728685C2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96E8D5D-C6C6-7B2B-CB09-E3AB5136F87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BBCC4A6-BA2D-E05A-3622-99CF4CD17A5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D63AD30-F05E-584C-A197-6934C5D3D33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4F5A244-5933-18A3-E0B9-C29CFFFD104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F2FFB9F-AED7-3891-2BC8-1CA16576F78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</p:spTree>
    <p:extLst>
      <p:ext uri="{BB962C8B-B14F-4D97-AF65-F5344CB8AC3E}">
        <p14:creationId xmlns:p14="http://schemas.microsoft.com/office/powerpoint/2010/main" val="22888142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C8A37-1FA3-13F7-DF69-6E2FB99AE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A5F9BB-A89E-8DC3-6BB0-A35AAFD2E4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In Column 5, only a run of length 3 is possible (not 2).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F164E81-22DC-3560-6289-97A51B92EF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B40F23B-8D84-28BC-DBDD-4FC09B003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CF83B02-813D-9612-D9DE-42F8A01CC7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0D5AEC3-53EB-39A3-FCE7-E06284225F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D53F55D-A39B-654F-E814-043FD6CFB10C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03BE51-EC16-30B7-0AEC-AA587461C52B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7783EB-4370-D6B3-86E9-DD56FBF645D6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7BC15F-4EE8-F913-461E-192055798220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F9BE67-287B-B733-B19F-38F3DB58D0A4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FC774A-21A3-4EAC-07E2-5AEC6FB8BBDF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8E94E1-AC03-150E-C82F-9FAA824D806F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0130D3-DC72-3866-A4C9-EF00473E708A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8A080B-F531-7586-441B-D0B88BBC9532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1D3F21-C472-D5CB-8227-1E92B1B56740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493852-70AA-6011-67CA-39FB2709CFF3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E329EC-186F-D284-08A3-70410D530B21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E6865D-D31E-2D8B-4040-60B89FD4062A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518A8E-67DA-4843-66AF-F08439AFFB66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BECFF6-21B2-A9BD-3B6A-44F1D500E9D3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5B51BE-34FA-5A34-6C79-041438B3729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80D2D5-6A6A-879C-13F5-CAED1D2A53A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53B1DA-1DF6-5AA6-2243-29C3B8D1D4F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F723ED-68B2-D528-F3C0-16583F24128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02C918-AFD1-6063-CBB2-48003F4FA92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3966F6-EDAC-E5BD-8BF4-CFDC6778689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23D007D-FAB1-516B-7045-5B663FC245A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EBEF28-F7AC-C8B2-723C-D03186B3406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2DE6AC-0B11-DC22-4298-3FAFD4C3C36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98583BA-20C4-AC5B-B106-10F12703722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A6A9740-8B76-6012-D051-9F918376451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BFED76B-72F9-BED6-1F45-3F140198040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E8FDB96-6C9B-9762-297E-3729277B7A3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950E3F1-71E8-1582-B334-28769F0EE8B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0F58A4-8AAB-AEE7-171E-2C83B15CD12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6FDC0D5-0752-58DA-547B-EBF90C10B87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A012E79-68BE-6484-3590-C739CF5D0C0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FCC273B-F95D-25B4-2ED1-0DAE9E60064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09598E9-1E81-C6D3-4657-4042EFBB08D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E85A509-05E9-24F2-2A4C-AA191104235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F7C7835-F34A-F137-C8C5-A5B538A2C42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1A7BCD3-5FAD-165F-5AC8-7E0533132FA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1DE7F03-015F-81B7-073F-5532626A132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708C88B-2A1F-32C3-F97A-289139C375A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7D2FBBF-49A1-1EAB-11D0-4274D22B6E8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ADA970E-A776-574D-1BA8-95FFD819B1F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C718EF-63CA-EF4A-B525-AC49B594435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7A6DA6-D377-3274-AC1C-C1C2B707D58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5FC6185-8A6D-0834-DE16-30D8A0541E1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E2F2E9B-9F4F-FA25-A0A6-E117723B171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19CD738-C01D-6D77-6FF5-301C04A96DD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65A8DB3-F00D-7B67-E101-CB34625ABB8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F386023-BD07-7919-F471-E21AA16242F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A215A93-599C-BD76-606B-A0DF9FDFF94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A87177-57EF-F8E3-FAB0-E03233ED612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B0A433-9FCE-E26D-C632-FE99B419B60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9D2160-40A7-B98C-137C-866C6FA2FE8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70A06C5-5453-8C74-C3D3-84C08741207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C81A9C0-7E42-04C8-E2E7-4CB313274D4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762811-60FD-4370-995E-6F147BF7ADE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05256A7-EC24-45FB-ABE1-666184AC75C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1130F2-7A0F-3AAA-8FFF-236317B639D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99D67A8-DEC8-E2B0-7CF6-626F1967218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D367ABB-BE97-41C1-01FA-5D8CFA88D55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2F6511A-2E63-E7E6-E87E-F711F1F465F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64E1FD4-4FD4-6533-06EC-55E005AD814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5151423-D318-42A4-A0A5-2C7420EAF1F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033E713-683D-BC87-0895-A3CC0AC6A4C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337EA45-C16F-AADC-CF13-51BCA4916B2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FFF9E65-EF14-389A-05D7-39F67483670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4651DE2-E7BF-0FF7-B334-0D5D01A9747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1FBDD9B-E2D1-7290-272C-8254C67072E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21462AB-D34C-799C-96FA-F9C0B842211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B20040-969D-33B0-873B-9AB40C11887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9B44896-C437-6A14-4CAD-42BCEA25192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CCF7AD7-D3B3-44A0-97EF-C44697E1D3D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E700F18-5587-DFA6-1278-AC74A2F7E66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8E01E8-ABB4-1699-6073-C8C9DB45F7C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7895389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58EC5-DB0C-CC86-EB3E-63F7D21A7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DC55D4-098A-36A1-5F21-4FEDA89CBD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3673145-5DAE-34B6-0DB4-BC1F68C05B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B4ABA22-7769-61CF-EE7A-15FBFE363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43B6B0F-1353-4FA2-CAD2-1B3F525EEF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D69575B-7326-122A-1F78-C4674E2A00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6FE83B9-46A7-CA97-C6C3-9F569B3C1AA8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964579-D688-1D98-A9EF-D3053A434079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68DDB7-EC01-73D8-DD19-D66F7B666785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197655-FAA6-634C-4AF1-7D80D8FA493A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9144F8-5EF1-F28E-6661-BED8C4D41DC0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6CBE59-832F-9350-88F8-B450A85AD1A5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27EFDC9-07CE-5C92-801A-C2B06E3A9FF9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DB2E13-DE9E-83C0-C20D-7E53CCFF8B94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FEC10F-2E19-D08C-DD9D-3E7C104615DE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967EE1-4DA5-416A-45CA-A750C53E83D3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971831-B4C9-A3DE-0BF7-8B09DB5F92EC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2DA26EF-84C7-83C8-4C31-AB3BA4513ADD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60060F-4E82-89EE-5D4C-617C5E7F8DF3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74554E-7058-5D40-0369-7D24BF2D1B6B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695F333-A4A3-B206-EF30-AEE23E620802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AACD61-9FEC-EC2B-AF72-8DDC5C97F9A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A6FF6C-8D70-B1CB-A3F0-AB7CF87741F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23D9BD-DD8D-6BD6-D9CB-61528F6ADC9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B19275-81D8-579B-46AE-6F511E15396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21A230-20BF-6489-78BB-C03AEA53203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7EE14E-E0D5-6988-6AA2-05B3B272460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D0CD42-5141-D67C-D947-EF911CB17E4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2D7B18-3E5D-1380-731A-9B61B4DEF1A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4A4234-9C57-F5E3-B048-17EF695300F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9761A31-3509-465E-1D5F-52659A31165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DEE31-5220-48EB-36C7-E0859D9DFCA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AE62DA0-7E9A-947A-0A29-ADF254C76F9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0993E4-EF1D-DB7C-E3DE-3A4740251F5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7E36E5-55CD-B8E3-5894-A8278EFE666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A20A5AF-6B7A-33CE-F54C-0444DDB9B75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8715404-822D-D158-AB93-6CE9C2D5405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99CC5C-4C50-3258-CFD2-2CCCBCEAAA5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520B3D0-8850-4478-C003-A636E8DBF60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0C98A81-4685-F55B-6E72-B57ED0068F2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3EBAD9-7539-3830-3722-418AC4A6CAB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F76196F-11C7-E0D6-E67B-4C03D17080E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A562DB-5708-621D-3BE2-531068B312A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A1AA6FD-CD0B-BBFA-EA38-78AC8970AE8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FA6CFE5-A536-969F-E96F-448C4331E54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FCC605-C0F2-C90A-43AA-5756A23099E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91E5A7-919F-8E23-D539-7BF2A693AA6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B2D857-271B-2D6F-26A6-21A2BC958BA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D2D354-A651-5BF1-08F3-22D502EC25D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8C45E-1D1D-56FF-C263-B1E89668865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0963604-FA7C-2A69-5E7D-69C5E6C82EB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E23189D-129E-69E6-90C5-E0C913AD29C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7E947B-95FA-932A-8170-D2563BE8127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AC3443-99DC-CE89-BFD9-784AD961E85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916E3AB-CD63-290A-66C2-70541BF7FC4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38057D9-DAE7-2654-4388-F024E23B35B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AC364B5-3E2A-3FD5-D744-DAFC2A49001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0A1C419-533D-4372-6049-8EC6822A069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207BCE0-8AF5-DD87-A04C-4BF3477D80E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A72FDCB-2C2E-3CE1-34E9-E4B01BE6BB5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851C7CB-A901-3C8C-846A-31CFA4A7EB6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C5A3DC-0C30-D584-F29A-92C4DA45631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CC451EB-2734-11AC-19C0-5394D7B6EE0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8228B2C-978D-2AB2-6C6B-3A5B26EA73C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D4D9D9C-6952-41A3-A515-ABE3E899349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BDBDE4A-A856-56F9-527B-FE777F82DCA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8081EBF-FDAC-D3FE-72E4-E3D28F385F0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F3561C0-1E8F-C521-8D60-4CA7EFD0813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E152602-CCDB-D195-715B-4FBFEA18B7A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87DBA0-74EB-A292-5ACE-7FCB0207A98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5D7D850-FBC6-8A22-0B20-06C46743E47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B965C6A-5AB3-B3A0-1C92-02F0C66039F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7832D3A-8660-AEC0-272B-2E8CF40C0C0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0E2B933-18C9-2ACB-6D48-ED123D90EE2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D9B2621-E016-25C3-3B80-622C10A7AB5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D102B39-39B1-EB41-A2BE-5A09488650B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E3BCD1-1CDA-E1AE-8780-D328FB04018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E430883-2BCC-DFB5-CB6B-2730E2E8A29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228F619-A2CE-3EA4-81AC-8E4F5285951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6047556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EB85B-EDE3-2266-5716-0A72A63B3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C3FCBA-3FDF-95D7-9188-0D9B8AD95E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[13 in 3] -&gt; [8 in 2, no 1, 5]. Only 26 fits.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30A382F-E615-EC74-618D-FDD03BFECF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C56114-D345-9EAE-AB2F-FDB1F906BB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AF4671-9807-F593-7DE8-1FADA7BE87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C88ECCA-E524-10C9-583F-8700689E0C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0180362-B42F-E18A-7F21-7FD6998E2671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AACA92-AC36-6259-706C-6F79A6AB5016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1FC3EB-A6B3-59B3-2F65-39DDA4246C0A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616F3B-D956-D2C2-48ED-1925E828CDBA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4CFD0D-C4DA-63AE-7E18-A2CA8FBC2046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5AD58-E2A4-439F-87A1-4B1D9DE60AF6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568EBC-9DAB-BDEE-BA9A-BB01C3660FC3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18F3E1-458B-3A43-2C72-C8D8E3315B5E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333F28-E504-B907-A866-325E7A078F50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0C0DA7-E101-54D8-5011-1A2B2D39CB4C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4E5086-5738-AF39-D707-3E459E3F91C1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920721-049C-6833-A962-5D3B01DF693D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1F7E4D-7F44-6914-29C9-2C8B6E57AF91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A7406A-9305-2A4A-94AF-5C0141BF9323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EE2064-A1FB-21A4-D59F-6B99F7A61FBE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4B4879-AB29-B852-08CC-BD98BF92361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CF4183-A27A-9FC9-4CB3-47E981B62B4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437309-7A19-5BE3-1458-151A6714A20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EEA90F-86E4-C28C-9D63-1224FEF7D81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29FB6F-FD1B-3E89-4C7D-34992096E91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D382EE9-2889-F64F-2AAE-3730F1C1C98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05250A-DD7A-9DFD-3BD0-B8D95D4B8B5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A5C77B-1C32-052A-8A7F-A6F79C4A357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9B965D4-9B58-EEB6-4010-AE02E885209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3FDA641-375E-9DD6-8499-08388132616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5E16177-68FD-75B6-9FDF-DC3C17BA58D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96A1FBF-4107-9115-06ED-6AFDCEF0350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200E838-0152-D561-AAD7-AC26FD6EC66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70E3C7-5E53-F689-4D8A-EC523357C49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A526DF4-E5AC-A48D-EA3B-D80163BF132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7D50C7-B88F-F0A0-C9F1-D9132F50F02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03B55CB-47F0-96E4-889B-3E8C6B935B1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A9084FD-5429-CB28-113D-531A1E9BDA6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B15C7A8-CFC9-C9E5-9DB8-8804E41C3AC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588CEB5-78D1-7907-B011-67BC1FA0E04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CCEEA9-3401-4AF0-CC35-1DB92BE9898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70AB81-31D0-3CFE-55D1-FBE4B9A37D4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F7F3FE3-C296-C511-AEDB-99593ECA3E7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6EB3E9F-A3AA-E763-0C50-6374F843476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E9DD2EE-CF75-688E-43F3-3C9D7E55FE6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84E9A9-7117-CC2C-1F0F-79F5784567C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80959E-BC74-0E47-FB84-0841225BB34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2FBE2C6-F297-3030-AEBA-39BA39CC821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A85126-DD6F-B2D0-D920-4F6D3186DC8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C50D3BE-D29A-8480-B7EF-32A9E25255B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88E81D-8F0F-606B-551F-10BA7051A02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99D0A1-A491-D6A1-EF25-216F4DEF682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9A16AA2-5AC1-C3C9-8499-3F85C05F8A6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86F89E9-4AF2-04B9-80E8-800621CA890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7F3B589-58D1-25BD-C17B-70AB1F04CEC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6C3B357-8734-E815-2BAE-7BB616E3941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8EF20D3-9D95-77F2-D37A-EFED215F3F8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E518F7C-5CD5-77A4-611E-D0659E30216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0B307E5-2E83-5BB6-65E5-1AC66BAEE81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FFA2A6B-07AE-CCF1-F406-4E69DA8903B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B60F2F3-223E-AA50-05F1-561B9B93821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8591F9C-B1EE-0111-F722-C6291B57B5D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AD20275-884E-1C16-E2CD-865F8C4D56F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978523A-DAB2-BCCF-7387-4EB12FEEC8B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9B968CF-3DDC-CB86-E045-846B67EE5C3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30F42A0-694E-E0BF-BDCF-DD7F5A067CD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CFCDAA6-13E8-F8C8-875A-98726E97720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2BEA38A-061F-9784-0FEA-7B0F912CFB1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6B109E2-899B-C843-9F3E-06D4BE85081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3705B3A-2007-F920-FDA9-0CD7D4A0935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361897E-F0DB-D4B4-1315-3CFABF54AC0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B111C76-94A2-24BA-8F76-9B1D14B824A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809CDB9-0338-4182-2A51-94649E7D5A5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1992167-550A-D6B9-D54B-C6851D82B16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8A4A77B-043F-D336-66EC-B342995CBBE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3F2E1B8-7FC4-6FCB-C1B0-0187B85C447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2794CB3-B7E2-15A6-D2C1-07B580F937A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460BAC-2785-402A-C78E-F1CFBD7073C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44D5514-891B-555B-4D38-85103F42B6C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7632038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BEDD8-BFED-08D7-BC93-8947C487F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9DD5B5-3A7A-8742-3911-F467B58A2B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0175D2C-307B-0F49-2F15-EC1F3D7D4A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A61E2F9-CF49-703C-397F-E6A82166A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09479C9-E55A-6F0B-4C22-95DEB491D0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45B5EAC-5BA4-272A-1E3D-953AA3660F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3E401EA-A1A4-B9C3-429B-0421405027AD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D987EF-6C39-C941-E27B-B2EE802A7D43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4FBBD4-DAD6-A819-C055-B26C434695D6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0A534F-D805-188A-4B0D-23BE80A0D6AB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B66DD5-76E4-9DBC-F102-80319E393C36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BC538D-B546-9480-8EA6-6C1A8BDBFD27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997FFA-CE24-2CCD-404F-770635777FAE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5044AA-23B0-D1CB-7083-0FCA83B30B04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9D458F-A0C4-D577-D178-42D41D456DEC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9708A2-68F8-629D-7B82-D0C4FCA480E6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C78980-201F-8611-1978-8D217C6D5FE8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607F0C-7812-86B6-C2B0-12ED9B742A31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EDBDA0-B0D7-96B3-1EBA-4BD06E99DA74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3864705-CA36-B586-4A81-E894097CF9AA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9B5990-2864-A463-E8DD-51CBCC0160F0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36BD78-9AF3-FD86-4043-906A17EC505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24BBD0-2CD2-9AB4-6AF7-305C427D293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720473-6A7F-5166-34BB-EB58C85C932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CC1F4F-7AF1-710C-3423-59417CC5F1C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B635BA-C6A4-E53C-250E-856912ADBF1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F8565A-38B9-3F92-A493-2E63C9CD65A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F12968C-325D-C0EC-B49A-580787133F6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1EA92C1-40C4-55EF-EC60-C3365259109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DA041E-B5E4-26BB-1DDC-5D1B511F5C7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8D0A69-E876-4A90-7BA8-1238D4EB047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303443-81AC-8C2A-981D-34E20C52EA9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8530D36-AA06-EF87-7FC8-DC1953314DE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9C02C2C-1A7F-CE96-33B6-9FDBEB9B921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137DD28-AC2F-3E2C-F20C-AE0392B98FB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E7A3B75-BFB8-DB8E-2A1E-97EAADD79F2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D1927BE-CCDE-42E0-0E00-D5CA44D22C6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C2C4338-C689-7BF6-2B25-C9F80D8EA13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2544AA0-ACBC-DBE6-8B6C-DFB401DE59A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2F15C6E-8530-3BE1-A668-6AFC3C4AEF7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ECEEB12-82DC-B8A9-3DC1-07C789DC4FB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EA6F46C-CD81-66AC-E6AE-21CB3C5393F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C612548-1021-2F35-595E-306C3E0B450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E60A180-9BF3-F25D-54BF-CF01BA77143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0F73B98-F3BA-38C7-73F4-E3C39A7E722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BADBBE-75B9-FBAD-7EDB-4F20D558221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8BFD796-C834-7699-D97D-C8C5CC56B1F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C721F2-C4A9-0390-639D-442BF774E82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F7199D-3331-76DE-0CC0-8F3A08E15D4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FCA0F3-35C9-197E-9EB9-6C928BD00CA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28B06EA-0B2D-E73A-9DAF-7D038E2C1F4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D6A534A-29F9-E636-1036-1F2F339869D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94C5760-19AA-457D-A93B-4D3670CF93F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08658A-C1EA-5A53-DB26-6ADCF30C1F2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4786E43-0E81-044D-77A7-EA5F284F5BE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5F76EFD-33DB-2EE1-F312-7EAA7CA8A3B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6C0C3F5-A4BE-B1D0-71FC-D8198EE2203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FB9F944-4438-A0C2-0048-6A5DF2C2E69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2BA0A3E-4FE1-AC10-79FE-B68424B2B31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BC05E8D-22CB-E61C-1DDA-28590635AC3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B5723A6-5C0A-1C96-269C-486A209EFF7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4BD361-4162-D034-96DA-BEC6EA28978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73511AE-1D7C-8C42-C46D-78CB67C845B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7119A5-86E6-981E-4B46-1105145E068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4C8FE-5924-7D03-AFB2-BEE522B6B0F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5E5B2AC-EF93-DF91-52F4-84FE9E60EBF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293F495-A627-9DA6-65FA-5FC4DF3BE05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2B8FDD2-1193-16A7-4D6E-6ADDFC20E11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863F844-D2C0-99C5-747C-281FACDC0A5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6293857-736A-CDCE-829B-D9BCDAA8BEE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BCF9920-7D0F-04A4-3D4E-05B2EDC4FC5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E79B9F8-8079-74B5-BC1C-9BBF3C56ECD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AE82ABD-FF7E-FCD6-C30F-64B289E9F21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CE968E6-FBF5-1BD1-9289-6F2EC36B74D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9888771-B844-390C-5D38-D592F709438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AE190A1-93C2-1A1C-EABA-A22BDCADFF0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424E539-71B9-394D-602F-B3DF171473E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35E59BA-2A79-870E-D324-42D936FB0E9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B84D8DB-4660-468B-A570-7CA9CBD1587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87ABEED-5EC8-BB4D-DBCB-ED2F6FC1EC7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8404849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58370-5FF6-2B70-7C51-954A7CD8B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161DFD-5CC1-A041-2AB8-CAB89D4B75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Last possible 8 in Column 4.</a:t>
            </a:r>
          </a:p>
          <a:p>
            <a:r>
              <a:rPr lang="en-US" dirty="0"/>
              <a:t>Last possible 7 in Column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60E360C-9E23-13F6-D0EE-C04A0E1BF4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DB0A6A0-31DE-9BF5-6535-361F5A0439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2B94A6C-0FB7-B556-4A29-B3BE5993CF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2205150-7ABF-9A80-DB19-CE0D10F30E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F3A168-4110-1C61-AD52-2EC35C1DD48B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869EEB-20ED-A571-9F9A-18426C089F2B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8D719C-AB02-A976-3273-F520C46A89A8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70A11A-C011-629C-1F37-182AA3BBFFE7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7A3DC2-F13E-751D-3207-3107420DA485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2DBF22-CBD5-04A7-E4F0-F0B3802B764F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95354C-C21F-60D4-A6AE-B9F98ED98053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19B061-1B6A-961E-D3F4-A5754810EB62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29C903-1D3E-8312-AB95-E5029CFA8F49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C6FEB9-5E6F-6F3D-9D94-C559E503C175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5C396A9-5A49-5DE9-79EE-8EFB59F97CAE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F31425-98B8-160C-559B-56E2AA26EC57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4D1ABC-81A4-A85A-AFB5-AEBAF9EDDA85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5A848FD-C9DC-A382-A1DE-9481C3FECFCB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016E6-58AD-511B-64D4-008CB6BAC313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E89A43-85E8-854E-5DD8-C1678BAAEA1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9F6885-246C-5A3F-DF14-A1578DC96EB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6D7578-AB4A-3796-6B46-B089F91A10D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953795-DC25-2C1E-07F6-0337C81E578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462CD6-4FF6-5451-2437-B70AF51D343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2582FF7-5D13-50B2-9B2C-C39E5274272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974017-9090-07B9-9A6C-C2D1AC9A7AF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9D605A-1884-F6C8-A7AC-6AC375D60F8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62B40EE-F16B-140B-47C9-264FBF80445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B495E7A-B413-8418-9F30-8B005F2EC99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2AC720-68FB-D5D7-7129-6ADCBA79B9E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6335A07-F93D-62AC-1ED0-300175E26DD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3D06E61-ABBD-C462-EA8A-32AA1D20D67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9956400-EDC1-5E5E-2C9B-DD3063598CD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6550F32-221E-C5B3-A644-4FC122AA5D7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BA4DAD9-3F81-8F0A-EE14-8DC0BE9B522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9F75F74-AB8C-3597-60E0-02D7D87052B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C7939C6-2692-CEC9-E2ED-79132F3C93A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40657B5-72AA-3B2D-1A36-6315F1D8742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6986627-B946-3E51-2CB6-44C0B09CD65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BBC9C3E-9934-0616-5941-5AE73F118A4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24CA5F6-41B3-903A-ACA5-7069595B96C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8F1565D-6416-5B10-17FB-76735AD8E6C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7DFC0CC-B27C-BA1D-309D-3A919C989AD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1B75F6B-97AC-EACB-FFA3-AE4054C9127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F3DD542-BBA3-D77E-144B-7159B38A3CB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11BBA2-5CC5-FA98-2C44-C99165F0361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356AF78-4550-961D-EFE0-95C8DECC420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E9046CB-040F-2406-AF11-B495605A2EB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DCAE701-B72B-D6C9-024E-3CF7E2350CB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709340-3A29-E5B4-5E4A-969F2B36AC2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62E88C-9153-CF48-12AC-A855AE255DB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75B3D40-C95C-820B-0245-46CC9D8EB9F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B59E45-3F6C-48A9-14C9-CD7AA4E5DFE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FF0C36C-07E9-CA89-C0B1-FE348157440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16AF2C8-4786-5973-75BE-5888F573DA4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F237180-0DA0-86C6-A3C5-9B87C35868C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3AD8042-F7C7-E3C3-72B8-3FD6FB7ECF7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FC0D074-2E72-58D8-F62A-B72CC3C5146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D8ED13A-4C89-26EE-929B-2A41A504171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78589CB-8458-2978-19E7-D66DA084096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B8C2FE5-8323-6ECF-A671-A61A145EE47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90C379D-42EB-2287-8C08-657C546B511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46D001D-DDBB-2BBC-1E4B-1F26073563D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E88C95-AE87-0249-8778-F5A8D7F5AC5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860D54A-FBF0-20E0-693D-948F94B607F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4B08D92-D381-C833-CBF9-CEA43A8246C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5EACBD-DC4C-D424-963B-DB99B112F6A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DF6D11E-E6EE-E3C8-3F5D-9C660E633C2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9E4AFD7-5E87-523F-0C2C-2B672DA7E07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49B552F-C496-0AF0-516D-29DBAD6A93D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D18BCB9-1A84-E833-E1EF-C060C9E0F26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C1C77F9-CCF6-C305-22A8-42ACE2AFE8C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02E5F2-E944-8005-A324-DCC921EABB6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DC5C0F3-85B8-224A-A689-1B0A37A2E1E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91F50B6-5AEF-AA40-E680-1E7444A505F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FF86330-AE9F-53FB-8059-41953921D3E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9C1CA4-4F57-D36C-51B8-B78D8E91BCE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844ABD9-67D8-2C64-AB3D-0C37D40DB07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0376464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D252A-496D-91B1-B41F-5AEF1A5DE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B1203A-FC10-6A5B-575C-D587D40E4B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Reduce, noting 348/348/43 triplet in upper center block.</a:t>
            </a:r>
          </a:p>
          <a:p>
            <a:r>
              <a:rPr lang="en-US" dirty="0"/>
              <a:t>Last possible 8 in lower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96A1F93-DC5B-379C-86D9-974EEAD06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F66B1AD-035F-EB9A-217B-494C06EA64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3758B70-48D1-CF0E-8900-E11C9A3630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EF907F4-FB2E-F64E-73C7-67AB18089D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272F8B-AA91-FA85-5528-7ED7E84C6F1F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EF0603-E545-14AB-2450-BC756B268A36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EA5042-2FCA-AC2E-FFE6-0CA1787CAAD3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370256-3677-B265-A1B1-53ADF87F7539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64D915-1A0B-4C25-97C4-5E9BBDD17384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D9B862-BF98-A5E6-1A28-ACD3DEF809A6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A2579C-A0D2-7731-6DDD-254F8BBB5B22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1140E4-9796-340D-5B1A-D88DF22ED16A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4A93CD-F2AA-DEF6-AF7A-CA54B08CA31C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951013-7923-0FEA-BE8C-E2382D67836C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2FF6DD-ABB1-5768-C2CC-66CB5B87C369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898EF2-C950-FC94-9F45-8BB7F9C80CB2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76AA3C-A958-D1F3-75C0-96D4F9BD3AAD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2CB6C7-1BAD-9B71-7474-4621428C9D41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3834A3-E3B8-D893-2DCF-57AD09318BF2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05B335-89E8-74D3-3455-749DACC8107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C35C28-8B67-D6D1-E28F-CCDEBF80C8C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6547FF-5211-A0AE-3EF6-8502A09794A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80D66F-E7CB-97F1-1169-BA9A9C32840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A1385DF-DB36-5B19-9050-AB71DF91864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19EDFD-7B47-B6CF-5F52-7F35379A215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07578F0-BF73-16F9-4C64-115828A9964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2993532-17F8-D973-9A7B-CE10D78C047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DD8AFE0-93A1-EA61-7F0C-965D1C80902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04BBE68-30B6-5021-F491-AD4071FE440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9B0F99F-3FAF-0591-15D2-7071EA19B08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7175D3C-A723-AA53-A9FD-98B68920480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B66B09-4A53-A7D0-C55A-E5CA9C8933D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B8FEB1-13BD-579F-B6E3-15CEA2F8B84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49D7003-4839-FCF9-45C4-B1ECCD55718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8606DB1-F4A8-00BB-6ADD-87C4D0EF61E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9DA06B3-5E36-7BA8-CA49-049F401419A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357C313-F145-6BFB-24D5-953649FF155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EBD53B7-FD54-5EBA-EC51-018978E3F4B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50B710A-6C92-BAD0-1953-8EC2AD5551E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4DC675-B0DA-8163-20E2-0DE4EEFF211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5AD840A-8FF5-EC63-7D18-8A2F91EAC89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7CC0769-A76B-5DC9-1AC7-D669EAE75C3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CA04828-4B8E-19E4-2B28-0A3FA8B7ACA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D6460CD-29F6-9882-0E9D-15884B44067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DBCA82C-185A-327F-1C34-11229550D05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CF2D2A1-FCAB-3ED7-B229-E1B2B3DC797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6FB1F5-5CEF-2D23-0944-71F8B4BFBA3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A0F0F21-8575-E42A-E680-AAD7A5D2F8B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16C962-503F-A63E-67B3-7B8DD1F8CFE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EACF80-DBEC-73CB-93D2-B0088EE62AA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28E66F-524D-D471-DA9A-66DDABEADB7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5654EE3-F508-724C-5704-518325504DC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67928DD-B464-BC7E-5280-86098610369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10656A-E42F-3BCB-FA35-EC2EA4E8E4A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913E26E-DCC6-55B8-CF77-2420EC912AD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F04916C-0350-D68C-2779-4EB01AE0730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A93F999-6A0A-36AB-5D83-F9BA708C0FA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3F9DDE7-D2A7-3A06-E8FF-2CF222C0550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58884F5-5369-6FC0-23AE-FE53B9D556D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82482DC-98D7-3E2F-EDEA-B3511356E1E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1E526B5-00DF-0878-A41A-5CC6D2EE00F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E2E264-A5D0-B5A4-0E40-C86A20190F6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464931E-59E2-F0D1-52F7-70DD34823F3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72A762C-730B-825E-74AE-C2A06221DE9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E0E8480-8B40-5E28-B82C-B054946E3A9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AADE42B-EFF0-DEF4-DA4F-EC4EED40D87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24704E5-0A31-32FA-8DB8-331CC1DB9BC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4547CE1-F8C7-6FE0-B7A4-265A391ED0B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3189B62-A0B7-2EE2-DCEF-C86A4EC5E46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CB2140A-B5D0-07EF-FF93-6804FE4AE90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925A8C6-4E88-CEA7-2B4A-86BFEB71F74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A59C573-5FDB-5ECC-DFE2-E4746533BB7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74195BB-DA6F-E5A6-31FA-D259A17F5C5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F8DDC9-8B97-DCF4-25E1-DF27A2C8C37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94E17B3-72D2-2A82-8CEB-04EE4E2A220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C5F22D2-C91A-6A29-CA33-E4DCF205DDE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03C5606-8246-5F77-E77B-B36FC3EB9E9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88740CB-1B0B-E85A-A68D-F28DFF763D3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2764944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45829-4967-5712-8A3B-8344EF6D7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EDCCC2-E847-E75D-0833-130E86245D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In Column 6, only a run of length 1 is possible (not 2).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1B6EB7E-B343-A5EE-5CFC-28F89ADD2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8E3A618-2BF9-99D3-7553-8099B1DC10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C019DA3-4AE0-B75E-0AEF-0FE363ED06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282B61B-E220-77A2-9E04-977D823FEA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ED01756-2FAC-5DDA-9B25-01B323B22716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07D030-6FD6-1778-FA01-2CCFD778E690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80152D-CCBB-D4C7-0A0C-086E21BA868A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EA1BE7-B724-43EB-3710-E8FA33F437B5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59EB2B-7F1C-8E30-2E33-365A9812F0CC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439A02-246B-2322-6A19-0555727F9852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F429F2-79EF-3074-0636-FCD05E5E64D4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7FACD7-B8F8-6FC6-5C57-BAB70DF01882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4ED1E0-4E3D-9341-958F-52F350F0A59F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FAA8DA-C2DA-3CAE-E66E-E0DD92C91081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D9C57E-1451-D712-7764-8A42E59AFA36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5448B4-76A4-7828-ADB4-664CC17A7936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0CA604-4C35-EC71-69F2-445EC0C8F51E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0B03F2-C3A4-5B4A-10D1-F0860D6A2C76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017155-F862-6FCF-FBAE-E4D7D37D1C8C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4B9A52-2144-C673-5BCE-4F3BA3F5559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39F7CD-7480-BB4E-CC0B-F57359E7B10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2C2F5A-ABF4-FB68-66BE-1640E5B6927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157588-89A0-F16A-382B-1C9F656E7FB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FA1F45-638D-1DA0-F41F-68135B3EC1C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293CDF-C3FE-4F8A-1A3D-DD72AD3E640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A00638-4266-A3CD-1974-D87A00279F4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64E4B23-8147-9571-5D67-C95014607FF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C689DC-D0AA-3C1D-6FAD-34284979440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74CB54E-FEC6-3837-78BD-BDF4D86C880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68AA28-6500-B036-CF64-8B58625B693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5498946-CBE7-D54B-2AA8-296D18DEF40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271D6F0-181B-7204-E55D-91EFBC4F267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54F54E-6659-CC45-A338-FDFC29054EC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B41044-8E2A-7732-DB98-0AE6E45398A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FD1E374-FE89-619F-CE01-A84F1434177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833BD89-6178-37C7-3890-0BBDA67779B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8C87146-C46F-B63B-414F-A60B378A8D4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8097791-67CE-6EEF-1852-3D9C04B61EA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00D23E2-9EE3-2D2A-74DE-CBFDF3F9147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FEB57A1-5452-EA39-414E-6DBB8646EDC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987266-EBD9-F9BB-75E9-8BC55768F56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F967C4-4ECC-5D17-7F68-C76B139ED7C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1DD9E2-B69B-2960-25F3-B02A3008634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D62E52B-6C36-D9D0-1A54-72D83208779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6443688-6352-D9F0-4FA2-8357D354151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949435A-FB77-1C9B-F9AA-1CEFE6CDA7C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935112-6C8E-E034-47EB-C3D61E6B58D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C3A66B7-AAA8-F659-DCAD-8567809D8C7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9619B9-236E-A9AB-72B8-FE2174CD731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180B5A-D86E-9745-4171-F837E3D43E5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D83E89-6556-01FC-AB0E-47A73C09B52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2C217D4-2654-C027-F4DB-EF30410DF89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C85C75B-EF00-871D-5BF5-1282075902A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766774-23B1-3B66-7FC2-3AECA112EE5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ECA543-D1EC-BFC5-75C2-667AA2CC149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D03F414-2DB0-A2EA-BCE6-B5B8B813418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55977CE-D3F6-C485-410F-C8F6EDD5E1D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B3982A6-E1A7-3790-2470-56E81057402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5044316-11B3-7D3E-6A36-19BFF72AE28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80F3D53-490C-A94F-F8B4-F6B5C3881D2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0E39E2D-FA27-0A62-DF04-D159F355871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226565B-4295-4F0D-D0C0-C59BB6631DA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F14F482-6656-29B9-55DF-16878118192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C6A780E-3D12-9F86-9976-14BA18E5FEA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F8B7EB5-8077-1EE0-7BEC-59851A45ADD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37BE3BD-AA4D-8CCF-4C8F-4DA10705ACF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3116AA9-F239-E049-5D3F-A9A8F8CA285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BA78CFB-95EB-3EAA-430B-534DB6979C9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CDED164-FCDA-8A64-B76E-BA2E8117FDF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3DACC3D-94E7-B941-DE9D-AFCEE20FFE8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C9D8CD8-4FBE-BE7A-A7D7-51F180F6EC9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8BABA5A-51A3-990A-1C14-303C183E3E9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AF83C38-98D2-6C21-59A4-075E58802B4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2BE76D-1863-3CA2-B7D1-4267A1D274A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229D5EC-FC35-C4A0-16E5-A9087F0E1AF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8A29BCF-C777-CBBA-E585-D65795047BB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CB392D8-A220-DFE1-2EEF-7BF78E6CE15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D5F8F39-7BFD-1597-0C7E-1C7E8EAF4E6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CCA59F-6A91-97AD-7921-504885CAE4C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78EFDCB-2B68-DEB6-65B4-E00111B29F0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0744286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36127-8B8C-67C9-69EC-C9EE535D1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C0C411-5054-2D1C-00BF-C9BDFFD9D1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FC7C277-1161-3E30-A547-301A9DF32D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A60A74E-DF78-27DF-9EA2-98C7361E90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EDEFE51-7C78-B9E8-AACE-978A1DCADA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BFCADA1-A6A8-1ACA-7970-C40FE127F5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92A5737-6A2D-8975-3ECF-A5FDD15BED97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15B1BB-176A-CAB2-CF7A-652C1066D80F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91BEF6-D16F-45CB-7E82-7675B3D9BCF4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8BE0CB-C61A-4A57-926D-29CC63C148D9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C2E86C-639F-AC15-E31D-0D751640F235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BEB597-A712-D746-C6D2-F0CBBCBA3B9B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6C6581-EE49-0D13-7960-0F1CAE52E9A2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33E885-62EA-B33F-C889-349F068F3B4B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A21352-5D97-522B-FFD7-82742E3D65E2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FBF3EF-9D33-50A6-A34B-60F0CB75E4A6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BF9BE3-1EF2-09D3-46AC-D1B7473E2553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FF9F8B-A29F-A0A3-5948-931AE949AA47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20C3508-D944-133C-E5F7-6FF032472716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8951D5-2C8C-4D74-8CF6-B081D535B443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2C3E37-CDC1-ADFC-F000-7D878EE45422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B516CA-87F3-0793-9F5D-0656404EFDF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ACC7A5-BA7F-AD1A-6D1D-86B5CA9E447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0A0D5B-DD10-7D50-D8BB-E9D1F4788F4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1FD050-08F5-5AAF-BF62-7159628673E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3B24315-3273-5174-99C6-A0CAAFE718D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4D3B9E-82FE-35D8-E017-A33783AF33C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4A2F79-9EAE-2C0D-7998-C0F11448760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CC5E6D-ADAD-6614-7CBC-80D6EEC6562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4063A7-A071-935F-ED0F-956AE54C6D8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D5D50FF-4DCC-C4E5-6F4F-FCB87B1CEB2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F4D7245-84DB-6DDF-4551-EBAA4320850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774E7E6-6826-F24E-0B52-6182646403A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BB3EFEE-93EB-DA7D-81E6-1318F212116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EC150E-42F0-4168-8659-91A9A90A603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D6114B3-5840-47B7-FB31-01EB569B325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5FFEEA-B7AD-D9EB-9E3D-01F6FF12535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5726DA8-8D8F-C189-9D56-4C4AFC79F2B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DC9505-0D03-1363-2028-EBC879E9237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0B401DF-58A0-4116-9350-E8D5DA0343A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E8C00E8-1912-DD4F-CCE1-0A574BC33C5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BBA26FD-CA25-FB9D-2EA4-B47C6109727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65E85A6-3055-54D5-F67F-9D34C5D9CEC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1850F01-32EE-C5CF-74F2-49A5324DCE1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B77CCFB-5013-4253-A62F-FF20578434D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8B35A25-248B-00EE-C54E-95F9FC4378A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1E8F136-315C-6F74-8348-E299BF36A9A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74DA826-2B13-D443-46C6-67180245A11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B99E0BD-FD8D-15D6-ED26-725D7549FF6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2F85C88-1FE3-A16D-26C1-4F4A369A7D0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DF57C5C-E4FF-2593-328C-97213C72522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B40952-9904-2B21-B711-19273E2D9F8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B53B82C-A3EA-7F0A-2591-43DFF84AF27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4F6D60-1CDB-FC34-1C73-C10B630D479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9C4EC49-5DDE-325C-6CA6-750A986CDE5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13D431A-934E-831D-DB9C-3B232D5E187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EE926D2-DB87-0531-0343-9EB30171E43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FC513F3-88F4-CBEA-882C-CFA25A55B51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D2D5032-B149-886D-21A5-5675A051B5A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EFE1975-CDB2-0C8C-F674-F397538F460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C2E3E53-4E12-73EC-FA96-BE50FF39568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6B91F44-C819-5AC1-BD30-DD0040E04BC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0C09726-2FBE-68B0-274E-12947CF2674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8045AD4-6BE2-40A7-0245-8AD8C67A871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C459E2C-FD67-24A7-D8E0-1D9C53B24E2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90C7112-0B91-4882-FB0D-3EE8C9E47D0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9779953-14D5-C284-DE90-C04938FB5FF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2AB62A9-3CF9-96D2-C1D6-A156BE704CF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41050FC-F7BF-79D4-E91C-C293711EF18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A67192F-205E-2ED4-97FC-AC80FF2BD21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4F23768-A6F8-8ECE-450E-29C7C4F1348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A576FC7-F279-7CE7-F4A3-031C392FD4A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045B476-F48C-5061-D2C6-F17325CD7D5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5F57123-5D3C-C634-CD15-EECB026A3A7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DB0805B-61C5-8CB1-106D-02020732378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74081FA-DC63-C90A-B58A-52AC61668F3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57A4BB-1671-58F6-60D9-D095A83BA35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6B3C730-8C4C-1422-3F3B-56A51DB2AD6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A41D5A4-3C9F-AC02-7F8F-E4942D07A0C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656BBD6-3E78-3D7A-633E-8A57642815C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567261A-6F44-46E7-7720-0557087694F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E3FFDA8-DC1E-5535-9E4C-0361DF55A11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140446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12554-E8BD-EB59-9436-8FFC9176E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8A6321-2055-8E12-ABA3-5078487633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CBFB827-24B1-A151-ED3C-63349BF58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281D62A-25E2-9EE3-D318-38E87AEE53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497967C-AFB9-5D26-F8BF-BE5273377B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1C96CB8-53EF-CFA8-2B3A-8CA92CDDCB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5C22FBE-533A-DE83-0E29-90C1E075CA56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F50C9E-9757-9AC4-8978-3BB054C8DCA1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10FBBF-043A-A27E-B724-2778BBCC5641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675B40-3B14-68B9-F91B-896ED6E6EC19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CBDA4F-3425-BD79-9945-D5B045A7F9F6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EC5B6B-5668-DE0C-424C-ABA5AF4D6EDE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28DF64B-CED0-CCEE-0C7E-2D9B829AB3AF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0E39DF-F44F-20F4-86FE-311531AD0B63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5A4307-A8B9-0C66-C0C8-BA9D8204F524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3ACB9A-1023-0AD5-2CBF-A87C0E764D27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96CCAA-099F-19DE-03F2-92F3FEEB1198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3D4DE5-FA02-BF4D-0A97-D11F881BC77C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A0508F-CECE-9245-EDB3-E1F81E139BA4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15A329-62BC-FD6B-6F93-103560638E95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31B36B-FBE7-BA01-B27B-4529BE95B97E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BB1703-B7E4-AB9F-7159-514BD3BE618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8D57E5-03A0-733F-FA31-84F7265A230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9FBDC4F-9667-C435-D06A-E0EA1797760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D192B4-A49B-8BD2-B6EA-0CA476D3B4F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B93EFFE-7152-4918-FCF1-E6FD49DDC21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B86110-6083-0DA7-7385-D0BE0C29AD8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581682-8D01-C2C7-0103-37167F47B51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237403-C867-D59B-4258-F617C2E9994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0A5AB58-8180-55A1-44E7-5160AAA6290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0E3C57B-D12C-9C8E-FB30-B228AC76774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0F1645-4F15-7C96-E648-1237D9BDAD5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ED59BD4-F885-0876-1F69-5021F2AE3A0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2–8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F6CD1EF-A939-F072-654F-F48D61207A3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52C835E-629B-043C-9FC6-A8FCD76B0DC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41E7F09-2061-15CE-AAE4-DEA974B4161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369E411-6537-8A7F-7FFF-1C1A4897CFB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FB2EF40-3624-F51B-10D0-08230AD99EC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34C924F-C0FF-0894-DBEB-BBFD6D97327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36E5CD0-0DCE-D24B-D160-C77F8652614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9A5D9F3-38A8-EF7F-8818-4E67B8CF4C7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ACA14E-014F-6529-BF93-BC570DE6B06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DBA787-6ABA-FCA0-3774-D60EA79D3F7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3402A6B-D221-4624-D8E8-92614E822F3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142021-2E99-9DAE-46DB-49061DAD089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78D9D0-9084-E7F6-56A5-908FDE5C9B2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33A020-4847-C472-66B7-EFE9F546968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73A532-85DF-CBD6-E574-8549F7E2657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DE7B5E-0C69-3FD6-07BB-1DB1F48965C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55311E-BFE3-692F-4357-734146F0974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EA3C419-1BD1-BF9D-2B8C-9AF997FE2FB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0DB7D69-F45B-BFF1-484B-37D3BBAB1B6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C244C11-5C8B-4D5F-A558-27ABF0710706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688A011-693F-3567-FFBA-9EF42DBB409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780007C-B42A-B733-F995-AF69F9562B7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6A3B42F-6E4C-7F45-282F-2CF5F1C0E4D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ED77A7E-A314-DCBF-6872-28A39BA76E6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9A68BC7-EBA1-D98E-FCA7-A964975CB11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7FB75BD-401D-1165-8074-44D41FE0DCD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55D2B3C-1F61-FD37-EDC0-C491977DF5B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00A05E6-3576-93F4-B80D-FEF8EA11BD3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D9BDCC-913A-2BAB-D404-BAC887E0A93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A7C06FE-077C-32EA-8209-78A13F28679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F4C756D-524D-8459-DD7E-74E54935218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236297F-F351-CA91-F6DB-DE58CDBD5F4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C91D49A-0435-8003-0E3F-7B2D4E72DE6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D9CBB56-69A1-240A-3B7A-06B760A721D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BD3CEE6-E53B-0E43-B3B9-4679768723E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243A395-D6BF-118F-B64F-6A1ABDD1FCE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2A728B1-247C-6A6D-B34C-F83C265372A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09A0406-217A-47C5-ED63-4A9E4E580D9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5C02E4D-E2F6-8D6F-E5A0-ADA464796DC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D86A065-598A-E45C-D366-FE244EFC2D1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4ACA95-2891-CA85-26BC-FA8E3A01F56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CFCFE4-6FD1-5E4C-2CB7-09E0402BBFA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882A1EE-A33E-B74C-09A5-CDA1A3D946B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1DF465F-290A-3FB4-4BB7-D71E71D37A0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21742AF-6BB1-780C-A0EA-12305D11904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12918C5-70C5-7375-5720-ACF1C0F0EE9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A85739-DD62-9073-5A6C-49874981892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663C898-7081-D5D8-3337-91C480CC458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D43C80C-E170-3414-F4D9-AA010FB4E42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2417143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ED19D-FCB3-16C0-5580-4B2422CAA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142839-DE94-C03C-F74E-C184712128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EB03187-244E-006C-666F-D53978E6EF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F717431-A6F8-0694-F10B-5766D8FF78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36E2ADF-9407-A978-BF78-60F4C94C2A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4586207-CC05-DAD2-105B-83A7582A40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A0AF830-04B6-F0D9-7AAC-3BE051378487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15EA5-2B1C-BBEB-0756-3703F8AA778A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7D6B6A-648A-2AEB-AB0C-E4CECF7FB62D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1C8A8B-65AA-8623-6B3C-12801F5A49F3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DC6173-052B-FBB2-3808-96B8CECB4EAD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F655FB-A36A-150C-8EF0-EE3A8FF80F64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A5117B-CAF6-6ED8-DB12-6E2380971322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5D63EE-8C37-8DD1-917D-43054E44C894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31536B-FBA5-B660-5D79-432203B0EAC6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48C5ED-9556-507F-EA4B-00BC5C8AF3CA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F375C1-05FE-242B-C248-FB56418427E0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D77978-CDB5-550A-19EF-392B61DC2D44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4420D7-C93B-4653-167C-13253481F9DF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38490C-D097-7EE7-78D2-B1BBB49D3B1E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77407E-3999-37CC-E9AE-1CECE643C6E9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853085-8968-1297-8D4D-7F04C8423D7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C34896-5062-708B-D1B7-CC6D94CA813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DAF64E-C842-B5D0-3A5B-8998C973A34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800A75-B570-F449-B665-89097958526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A12FBD6-627E-517E-4EBD-795CB1B956F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2CF45F-C460-3BE9-2F6A-99983F96D11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2B3F968-E475-D299-F6A6-4DFE078F8A9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FAC010-4CCE-5110-686A-551F2F190F2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000F396-C932-11C1-A9F2-F2D43047415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7FF29A4-A293-AD9F-0FA3-F6EEECC7E10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DB89D41-B26D-B9EB-77DB-4E8E871405B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1D5AA9B-6C53-8789-2686-DB5AB096E3D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863E0A9-FA4E-F5B7-5040-ACB50BCF216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4FE959A-A22F-D979-BA5B-D177ECBE5ED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325AA3-E985-8737-D04D-005370A2188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DAF19D4-B42F-0C5E-667B-ACCAFF6282A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797F178-3B7E-A243-3998-C874DBC9D01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9C1EFF-0AA0-23D2-8597-04F22B716AE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E1A86D-2C2B-55BD-7769-F6870B7699B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26DFA78-9009-347D-3C58-7AFB4D17E80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0431DBA-600D-AF90-2DF6-22C5404AC75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EB37C64-EA77-FEAE-CC50-9A6E931B3E5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C772080-B5BA-F01D-1082-6B3C0F415EE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C452F20-EF6C-23C6-FA1E-9ADECD7A6D3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E043E85-11B4-0540-5404-84B36D6C5CF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0D5F47D-AF39-0FC7-37B5-E8DD9630E3B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92151D-94DF-D4D0-5C7B-5EE8E4D3F0C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E09F41D-1C21-93A1-BE15-598107346EA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3393F2F-8C4E-8A8C-CF41-88E6D98779D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24D48D-FD1B-9947-1821-A03F3FEF866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71C3986-A53C-A234-B67B-2BDD589A7E5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BC65294-DEB2-EA92-125A-674B136AE3B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C8B1684-A293-E245-AD71-490F5C2283C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48AF164-B951-5E0C-ED54-CA9D432B093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EA05FF0-1F81-3172-4891-103B8AE41F8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DCB3B9-D4B7-CACE-532F-5E9AE0497C6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FB5642B-9A26-55D3-D19B-51B295067AC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D3C3620-3882-536A-0D57-FC235903CE6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333229-2C4C-692D-656F-A8EDB5DCF4A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9F122A9-5BE3-4E9D-CC23-3692198283D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E9BA762-DB81-D7FD-2193-E6A71608490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828C81A-64D6-15D7-6DC5-7D285037602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0078631-2893-4799-9EAC-2DE30F6397F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6613FD0-37D8-5F99-971B-FF1A62476ED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493788F-593C-B554-62D2-44C7807616E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942FEDC-746F-2EDD-A6A3-B8D83C852ED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480181A-0D90-0A72-1C8B-0257E1A4EEA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FF961BF-FCA4-A613-6F02-0BE968EC81E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41AE4C8-7184-6201-990D-F922B6049C0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8A2211D-DD5C-6D8B-7861-8C513DA9F9E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34E0430-09C7-3C96-935E-E7BB20C8C44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FA7D189-37B7-6356-AE21-7195582A79D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EE33B1D-2824-0B46-72A2-8A2C18FF30A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1BB85A6-BCF0-7553-55DE-FF53A5A00C8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A07B30-63FA-F4DC-2F2E-ECF490E2BA1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23C3DA-9FB2-721A-9186-4B7697C5D7D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1F4DAE0-1BA6-37EC-94B5-A0451465452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3089DCB-6158-3C84-BB7B-8190EAF6917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12106C6-2F17-449C-16F5-B9B667522CC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CD970F4-9AAB-DF87-96AF-142F97F9EFD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71CF4AD-AEE5-7C63-2885-E0757620F2E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081778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17952-20A1-4724-5CA3-C8876CBAA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C7EFEF8-03AF-C23F-2559-775ACE1064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2EEAE60-C7DD-36EC-6EE6-BAE75F8B63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B28156B-570D-107E-973F-11BCC93279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8389F6B-5B45-AA06-5CD2-3275FF1712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C2F0D6C-581E-3955-F7BD-7192143C8A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89CF30-B756-439C-6BE7-E99E33DDCE4C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A9B439-92CA-58F7-6D07-1B600685F640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F05A23-B349-3234-251E-4FE850AD3E5D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24C670-B00E-2B6A-BCDF-7770B115E4C4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7AB52D-3EBE-B921-A157-93DDEE83C033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1F1F49-4003-0AE8-4406-758639BE9FAD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7246E4-9C15-A09C-9B4A-5141868DAD26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857ED5-F9FF-2679-8520-B69C8D9B17E9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A08788-8AC6-3EA5-8BAB-46D6D23F0826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825BB3-72CB-2E1D-45FF-97007FA5970C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722C33-2B2B-7C41-78E1-49EEBF0D0DA4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EAA7ED-738A-87C6-D6E9-2B60814D3C70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9F76E8-8E37-27A6-AE04-80643E02C7BE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C27A94-C7A7-7FBD-3FF1-8764E463BFAD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5478F2-ABE5-35C8-93A4-B774D042E09C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58E4D-D141-55A6-B7E9-1D57CF5BCD6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48C98-AD69-552D-C890-A3CD9E68AA1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0A22AC-BE6F-BEAE-B561-BE635E8DB18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F422DB0-E415-9522-634C-BC839370815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C3421D-81A6-8A43-2F3F-CBD69D6B801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E344DB5-5543-ED7B-784D-F8A89F8B234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31988A-D6EC-AC3E-B24F-3DE023DC750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53EE391-8D8F-E4B1-7E09-D917857BC62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0EF4D05-09F2-0C05-F3E9-E24CFDFB072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437CAA5-AE95-3018-758E-295570F3467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9AF933F-FCDE-1C1C-745A-84AE337F31E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E98D11A-58F9-206A-D658-1B63E1FC59A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59A8329-E57C-A6D7-2C27-63F97749271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49AB626-C11C-55B4-4DC1-48A6EAB9F35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8C3DCF6-2FAE-C154-0271-6B75594D421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4DBB42F-5DAF-18CE-CD56-2E075CE2D6B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E5B474-3342-5556-96B2-9B3A6DDE163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E685F15-6FFF-C83E-1B5B-43806691B07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4E87BF0-F61E-4368-FB03-04388C01F3A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BF44666-B326-F73E-6B6D-F4EB5C0A889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70F83A0-86C1-205A-8166-2D737FC6DA6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641E1A9-3C45-359D-B91C-F5511DC5EA3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93BD34-2BED-39BB-2B12-3043613861D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A1D206C-3F96-A530-E4F5-7D7FF2BD196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5679A3-105E-0E4D-E16D-AA1EC2BE99C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C1D011-B928-14C5-2DED-C0A35DBB716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28DD68-0D7D-F3F9-2CDB-F29D252E569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A23146-2244-DDC1-6DEA-EA300F01645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5FCD9B-4E47-270D-0B97-3925A17FC09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A74099-C6A4-B5A6-5F82-49F17C5939E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1CFC114-7331-7979-64E5-6A3905DD3A0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64D12D5-EF81-0C96-2956-5FDBF0F7E0D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6356EBA-09EF-1526-6FD5-690CA088292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472D7DA-6D88-9C97-1291-7A85CF74DAC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237FBB1-1932-A27D-8365-07321CE1581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FE1967A-895F-DD53-C982-CCAAF007709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DF858F0-60EE-DF1E-B8F6-EF3E75559D4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AB7C75F-DE51-D809-218F-3775F01FD06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AAA34D-3950-5A54-7C8A-1F735BCBC48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9B62110-DA0E-3C03-C8AF-F24A9B9017C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8BEB293-1926-ACBD-E4B3-3B6EC628BF0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3CE807A-0AC5-7486-277C-70AC5777FE6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C7443DE-293F-1136-0484-AA0E99949DE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4B244C0-9FAE-9F9F-287A-7665AEDA585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D9D646B-A09C-85F5-9407-CAD4F293899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9D56C04-D9BA-E72C-00EE-1791E2AC64D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5EF0B94-99E1-C130-51CE-E00303A1B02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9BAB941-E861-B9F4-F278-5754E275E42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1A86234-127E-C90C-8760-4A21E0CB370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2DF5A88-6ACB-929A-9804-92F03BC7B4A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5213DBE-6E63-A6CA-BFD8-592C42A3D7F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A5D6ACE-D765-5D16-AF80-77253210DD5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EBC1BC-C616-F190-1B8C-1D47F7B176F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DE6D91-3D12-0768-F5D5-73D68EA92FE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7D5E2A4-D181-31CE-E3F5-BA20018F177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FB1B47E-73D5-D995-50FA-2141F05ECBA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7155CAB-6C0A-05FE-2B84-07CE98DC694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CF93021-AEF8-0FD6-28D2-D1605DC664F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3C5258C-BDAE-B2B0-E22B-06BAE1201E4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63E6E3-2F8A-BD1C-D6BE-2250E2F3ACB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2A8E1B-2B94-8521-BB44-1802B2EA73C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748160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7BE4A-6287-CF74-41B7-B47DBCB6E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8DA6FC-CDA5-FBB9-FEBC-A7B588D2D3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42EB5AD-FCD8-D1C8-E31D-E17D284D98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FF99942-125D-7DFE-A033-68DB371C01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CB2F50D-BA7D-54E5-62C9-172BA9C6CA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39A6A7A-F52C-C548-69ED-79311B583F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7BFA91-DBFE-D62F-FFB7-932521A63975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C93F6D-7CB4-6EAA-4D6D-96F9577FFCA7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7B7195-5B49-5F3F-8558-AA22AABB31E0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9FDD01-BF7A-0C77-BFB5-D37B09860515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7E358D-F699-81B4-2D09-3074738A0A6B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EA33A5-E356-1410-5AD2-8FD58B31BEA9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275492-F85D-5C9A-937F-81AAF9D52067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041AAA-32FD-8A3F-DF59-83739764C414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ECFF65A-3AE0-9D56-284F-63D8DC58C9EA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45AD8B-04E2-C093-39FC-6B8E542FC695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325D2C-7516-0421-5972-9DE77FB052FD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90E477-67E9-5F57-8417-432B4C6A2656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5EC452-AE18-455D-5B12-90BE93F17220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99934D-EE36-D8EF-0CFA-F8CE0FF8A58F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ED47D3-8217-E681-A784-CF5183976280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FB4ABA-A0D1-80FD-592B-242857D833D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B241A0-0831-5E18-A4C6-2FBA3294710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4B0A43A-90FF-B307-1DC6-C8BFE83C5C0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7439221-29B6-3FFE-CA9E-A23C16A44EA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EEA22D-C11B-D377-02C3-98CEC78F983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7F71DB-ED6E-078A-E0FD-5D1AEACAAA3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121898-AD99-D556-27E9-EBD84F2B7BA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328AB8E-49C6-0B87-F505-792EB087261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E75FBA7-E8E8-8CD0-9642-BCD5E9C2007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F0B37DA-5103-546D-B9A5-6F3B6003807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0F32AF5-E5AD-F95C-F87D-DCA48B9A7FB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9322DC6-B8FF-4A90-CC84-7603A203B91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77C531E-0154-7CB1-EF4D-8053F752987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7DCA332-B2CB-47BB-1511-64F315C794C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B1B4B04-D660-1308-22A5-C6538A74FA9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FAF431-33FC-EE72-7EF2-1220B2E7D48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12B4F68-8947-AA03-EC25-77F5305AA29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294DBBB-F0B2-86A0-D244-B5B85F5D694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AFC448-5FF7-2FB2-B95C-29FEEAD552A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D2FFACB-A67E-7F7F-DE92-122EED5836B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7ED9795-2EA7-F8A1-351B-5CBF6EFEE9F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221E888-640B-8E59-7387-35BDD1A3C0B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077429-3AB0-57DC-2F60-80009F5E353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7FD5AAE-EA60-8300-30F5-8758DBD24A4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D0C610-A08E-DA53-A7A9-5A302709DCC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C3BDC2-95A7-D9CC-6BA5-27C8E692C06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95246A-1D09-528A-667E-FA5F8A7F92E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860663-AEAE-F080-AFF5-10677CAB2F0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44BC381-D319-12CA-3A06-36649A3C9FD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500744B-0212-EA4C-6B3B-444C29375B9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DD0FB1-E377-E180-D188-F143651F7FD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F47236A-26F5-F1BD-338D-CB063A12E1B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3002D1-9DBD-8496-0979-29C5E96B830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DA88B8C-2A07-7185-4DAB-8106346DAB0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B916D66-6ED6-C62F-2CFF-FD230B5B16C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D3DFCB4-1DEB-A20E-C7C6-65616BB1790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0134E96-9898-E6CF-DA77-E32AFE45817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F06B323-B675-512E-0F3E-C4BB792C361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DB08526-0434-2D14-B8EF-5CC73A5081F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236EB92-8BBE-455D-AF3F-04FD4BD9E6E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CD1EA4E-53A8-3912-3C09-B73F536C86E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7434BA2-6A23-3E7C-6434-B23B2A43302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756D80D-B216-08AA-8964-E42197408A4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EC8C7EF-5117-7F05-16E3-E19D3F780A8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86F4062-8ECB-7ABB-1B00-13570EF421E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BD975E6-77B6-63C6-9639-1D1713E3DF1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67EEC4A-08C2-29A1-9215-D109A35724F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B5AE592-EB5E-31C5-9190-319967C2E92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234F9E2-1FFC-2AD7-3A1A-8DA812331D2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87CD866-0077-E85C-5B17-32B75883F7F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671320-13C0-4561-F0B6-5BD1256F0AD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50DE010-1917-707E-6369-0B42D56D523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BAD9F8-B437-C50E-B91E-1615D969B7B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02270B-AAA9-995B-EE17-F5144AA70BB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9132BCE-F3E6-4785-F815-C7E02B199E6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533B6D9-C935-55EC-F563-E65E7FCB4F9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CA1FC3A-8572-5012-1F8F-F562936EA39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DBC23BC-762F-9050-7514-9E8A8CB6BB6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EA4A530-0BEB-BCBF-9403-514949EA352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C82D92-383A-E7C6-DB50-C8BE7909BC9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044993-8B2A-14BB-0920-6071D8D67BB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2284939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16DDE-8EC2-A02D-187E-B5EE981B4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8D6ABD-6A7E-4E20-B0B3-4B14BC1A78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In left center block, 3 is in Column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4CEB3FF-7C86-525F-DDDD-07286BA45C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15D1429-50A3-268D-344A-040E6BB2E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50BD0E3-87C7-21A1-F8F4-165D475B8B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0DEEC6D-2381-E155-2C5D-56B87574A1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F518988-138E-8AA9-5D83-BD23D6683D82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55A30-5086-BFD9-ACA6-2C3A2ACFEFC0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6081AA-B758-08AC-80C7-DCAF80AB47B6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B1E616-59F4-6237-ADC5-D95EE0682834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400F07-C920-23F9-8504-D822944FE1BD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603026-5E53-F6EA-23D8-8E09094B870F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D24DD2-A5DE-B6AB-7B75-063DE98EF424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98FF90-A664-38CB-CF76-E03924404955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8632B3-94D5-0E25-1657-6A530939725B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BF6180-4C60-C75B-E2BB-D9A6882824F6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A6D3CA9-6E36-E97C-0A31-5B810346441B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175C371-0F4D-4D1B-A371-4A142E3CCA60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9BCD6F-FA05-B325-99FB-63DFBF4F9D69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54E2DF-97C8-189A-A92D-70FE445C861F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F85524-7780-074C-FD85-0B7C2ADEDE92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5981DA-F305-9FB7-6E7F-DAA57DE35CE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A8DCA1-2CC9-B290-9A4F-EF1878CFDA5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B06E09-3A95-89F8-101E-7D6432903D1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ACAE36-55AA-A0E8-EF25-3FD6606E453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4F0522-A2CE-F072-5110-1CC53D88921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8A393E-1FD8-3447-2AD1-EBA4EC6F9DE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CC9C2A8-919C-100F-8A16-2EEF4B7F2D0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5954CB0-61E5-8358-09D5-B5B202F8862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3AFEC8-F54E-87BB-3B7D-9AC52ED656D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6AC1B04-E400-F30A-15D8-96962CF92F0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773F4FF-2EA8-5226-252C-1E933B5D928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6F766E6-0983-A40B-9E07-2CDBF57F86A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C44BB90-7DC6-9083-DD5E-791868F94F4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1EA024-DB6B-490E-E683-EE4363CE5AB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AE5FFCB-6E9A-2049-BAF3-7E56DABCCC5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0C01EC-0EBC-DAFB-9B71-F2D64A0362A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9CA8A0E-D9A3-4D11-5C6A-F6E912A684A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8207604-33DF-9032-9F78-EB077A21965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9DD9CFF-086C-2631-7E18-9D6E1E28C65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548DD1C-32D4-1C1A-F758-F5D5832802D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F1A41A-8745-A7C3-F16F-42323A80885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DAA2F66-B567-5A70-3EB7-9B300D0BEC3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140F982-9019-4A7A-85B5-C6338F89E0A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95F1D00-7CB5-4CAE-42C5-52FA13A1166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CF25EEE-D44B-FBBB-1CC9-6E53CD3DE85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FB75B1-AD39-D8CD-E805-55FFD18357C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DDDF8C-9344-8A9C-7088-81A17A01AA8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BDB19B8-1C96-28DC-C3F6-18E3D23140F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545159E-E048-0087-C38D-F617C398AD5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48C1008-67DC-9A43-0335-CA10095E96C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DA19506-C8FA-F8DF-FB34-3E4883A6742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93912C0-37C1-A8D3-5A0B-E5530A2FBD1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37EF5B-1A36-86FD-47E2-6100A8E21AC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BE9974-749A-1361-E967-21E6FEDAA04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49C6655-8E93-6E6A-DAE3-9380055F0C4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7E6EAD6-7D4E-4880-F831-F21684F3DDD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A57473F-0E3A-3C58-E23C-F2A3F78B3E8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0642192-56E2-5F91-C0B5-EFA744E5B61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61FF121-FAE2-B4B4-3E84-9AD54A584BF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74478A2-7712-77FB-A413-C5C98FC925E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3448434-4769-A184-5103-7EE92E1C559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193C8AF-402B-C982-A0DF-2CEA5E94B15D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35AFC4D-F5D2-8DE1-3AAA-3DA68CDFB1D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C977C99-26DC-6954-BB3A-EACD0A2CC18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C154948-A194-4AC4-E5CC-1B5B0897E16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F535D9-2B5A-038B-F102-BF370853A9E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FCD6EFC-D87D-D123-F31B-4953358A213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74FD1C9-C8BB-B153-303E-B1DEFE8B9A1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D2587CD-41E1-C6CC-85BD-B41536F8DB1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87AC823-5215-6024-DD03-4532E53EFEC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9F2BF0-53C2-465A-0F75-08E71F22966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7D64615-D0ED-A3C5-39C9-5929A8FB5E6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4F4F3D-C044-5F69-DB0B-AEF45CFD7DA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965A5A-7B68-DB65-D735-501188EBB40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C7ADAEA-5870-BD6B-EFE2-8DA6D4CC3EF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9F6E2DB-07B4-74C9-17F4-9F82BA5E51C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E40B8C7-CEB2-B1F8-3AC6-E117E830E2A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5F8C7CE-5EE8-8DED-C096-D5A8C0077BB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394BD45-3F22-422F-A7A9-F2C28251D2D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4C6FB5-85B8-EB4F-8AD7-E41E00F9193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5BDBB8-B761-91A1-ACA6-5F2CB601003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903095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190E1-3B7F-7BE5-890C-D72EA8EB3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A21903-CC8F-E5D0-FF14-64DC21AD7C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Complete Row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F7D1768-4222-3A71-37E7-B7A04FDE41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18A43A2-0EAF-924D-8263-CF8BAF4476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D767FB8-60A6-4B49-13E1-6C03520A7A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165356F-7EA4-CF25-DCD1-75DA744FAB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39BB4DF-0F30-1A79-03FC-3CFFB1A07B45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716F0-72B6-D659-EFEA-F15B398DB5BE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752E35-54D7-6162-74B6-D4BCD223BF7E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9F6B72-5B6E-28D9-E044-D63AB4DEF9E5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B9E424-1B45-93E3-9C18-2C7F00A0B143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9933B8-1196-115A-64A1-87B7C1D61C7D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CCB63C-6C4D-E8C2-5D65-D73D83477D4F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7C23D1-23E2-CA8C-F266-2503398BE611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52069B3-BDD4-4700-7A73-BB98D6F33AEF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A469227-EDB8-9FC9-AE74-776A9310BA54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59DCD6-E796-DCBD-B09D-F34C8343040C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D8C054-2F32-88F4-3DC8-E8E49512F623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4E7283-9A72-F10B-E09C-1AAA61D45E96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7AE755-4047-0166-442B-CC81F728EE41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989CC3-0DDE-5BAB-8943-16E27F16351A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1B96E7-4AD9-2F69-66D6-706165F6D19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7D9D56-BD43-A003-F8E5-E2BDECF6D58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84D300D-6FAC-07BD-6254-740BF98DF12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8519897-2C70-D8DC-8E4C-9AFBED9D035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6B23489-2471-416A-4C3E-DF05484BA89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92468E6-654E-B62B-E78B-901FEC03982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A4F3BA6-A4D6-6196-6201-B27830BB531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CE23C2-8A51-55A0-DA69-433AF62D369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7B88484-5D93-1F45-0059-09791E4365B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19BED8-5B7F-B048-93DB-DC264EC4394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936AE6B-D4C0-54B6-8D39-AC18ED408B2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134B29-651F-35CA-8218-C8B27083BA5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7B25C9C-45DE-CE19-4A40-4279476F1F9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0429B61-75AC-65FC-EC2D-9F1EF147AD8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1A76E58-64ED-D6F1-A9C5-2F17C4316D9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93B5A52-7B24-F23E-367F-CF8887D42F8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062700-4F5D-443D-2173-97E51DFBDEC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AB5F4D5-A1D0-C64C-D974-2A8D566C86E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7726D20-546C-4C88-84D5-DF7F596AAD9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A3F116D-E3E5-FCB0-BC5F-9BBEBB224CD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F9B017-DC6B-7B68-997A-DA2F0E176B8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1EE8774-A70D-7C5D-E570-0CEE5373B0D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B68C103-8898-9BF5-1555-E6058916DFA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ECF2E72-4A3F-F0E0-7F83-3AA50F0C5CE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DBCD07-84AA-6FD8-4343-241775C64E5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7E5A34-72D5-3663-B936-C3259BE282D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D6713D-B7B5-82EF-8FF7-6343F1BA0D9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35A55BD-53C5-406D-9BA8-66DBA44AEE1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F6442BA-673B-5FBE-9FAC-F1E92954A39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26948B-FDE8-8F9C-6BA5-6B951E6494C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0A26E3A-9CD2-D746-4E10-69A93DED73B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1FBFF7D-6A24-14E7-C07F-1DE85926252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01C71A2-DD28-5430-1A0F-4F9CD7D04D7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6694A1D-3250-0191-010C-1D80A1C004E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969F368-0280-5531-10B5-DE66D966792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96E1AB5-AC54-C66A-6E44-13FC6CF6ED6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73786DF-74A0-1F17-F99B-7FF7F6CDBE7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2798985-3A97-D1FF-40E7-8C073D94420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519619-E37A-6AE5-4513-959681DFEE9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D14DDBC-D848-A5DF-6A21-4E057EE7F84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76A0559-A38C-82BB-9BE1-00206D7CEE9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A916B9E-8E88-3E0E-5358-14E446F987A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4236C7F-AE12-D339-0FE1-053D26B9720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C1D1ECB-3026-5ED8-151F-BC3540C4BED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A31CBBD-6BDF-5641-2BDA-7BB7B268A1E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ED3E964-95EF-D134-18C4-A25B7AF0D5F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8A6A47A-0987-EF92-66E6-21496513702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35ABD8E-101E-8AB6-C302-3E2905E118B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D8982DD-1A54-2F3D-6ED3-815B06858EF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8C8BB08-13B8-A94F-156E-833ADC42462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D530BA7-CE2F-7DD4-60CF-BA6AC161F39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4A4AF40-0155-913D-0015-5511485CC0A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57DFB8C-A7D4-44DC-394E-38667FE074E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E972A5-5DD4-5AA0-EEE2-31231F386B6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062046-1054-43B4-CA4D-597118EB6D4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5E8FBE-9C0B-8E57-9F9F-0425FBE35B4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0393494-A40E-A6A7-15EB-256157C8418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06D2744-8C36-DD05-BFBE-3C2FA223FB4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AF455AE-3204-C32A-83B4-B62CF9892C8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C6E769-6D05-9460-2E4E-22F6F6E4D0F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8CFD3D-5FD9-8383-51F4-D352C0F8DF8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C619C34-4EA8-B6B0-A874-F2E9726EECF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AF2F01-0657-B3EF-C770-314456F3AA8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638D7C1-F47D-EF9F-668F-2D2228DEA13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</p:spTree>
    <p:extLst>
      <p:ext uri="{BB962C8B-B14F-4D97-AF65-F5344CB8AC3E}">
        <p14:creationId xmlns:p14="http://schemas.microsoft.com/office/powerpoint/2010/main" val="2389868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AC438-34D5-3629-FFC2-D2E33DA4E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304E28-9745-3F00-5A93-E65C1A7508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In Column 7, a run of 5–6 must go upwards. And 6 doesn’t fit. Note that Row 1 fits with a run of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C59F24D-74BA-A722-4F04-162CF1A45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2F78E8E-7760-0691-35A2-3321C41DDD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053ECFE-2D9C-A903-D11A-DDEC13F145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A9AD8E5-8D77-51A4-15DB-2BD8735D13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1A94F4-A44F-585D-8B1C-3F5853D71C65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78F38E-62C7-49F0-3AC6-C90C09772F3A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9CDF3C-B248-805D-7E0E-6226D9D67655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9A521F-2E53-3D64-222C-15FA8657E58A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B9655F-FBF9-B3CF-0CE8-669EDE4F9CB5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6D8FF0-5DF5-CCFF-B6F2-63E729D6D07D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12F8DC-61D2-D1A1-E56C-6DA3DB293580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6A487B-7F00-0A41-7AB1-D41FC2BFC1CA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B9245F-433A-5A95-7918-71D0A43AF354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095B5C-D4E3-C55B-70BE-DF714DE32D0D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E9891F-3BBC-4DB3-1F02-E101F8E8424A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B38824-F6C8-C289-E762-D7958AC55A37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35069A-FA90-35D9-D49A-CD8EF1F54CF1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0F5842-588A-D42E-F6AD-6557E6760E9C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0CBC32-4F34-2941-0CBE-223F30FC9E52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E3F2F-8C5D-3B3A-5524-9AE3D6BBCDA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CA9480-BA7A-1DB0-A9AE-18F39492089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AFB40A-4E04-082B-7AD9-914C4550FA3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FF6AC-3650-DD52-E459-3E8981F7DFC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B2C387-99F6-72D7-7135-4FC11DBE0A2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7A7216-DD15-F9C7-456B-6D1B33518AA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FEE5A5-4470-6BAE-633E-9D5F38D7129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94132C4-5B01-A8D7-773A-9CA07777A1E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46E4B5-7438-0E2D-458D-12F091DB18C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F48234-7ACC-C3AB-8368-21F265A558C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DC6744C-A049-B0C6-2206-DED629E69D0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DD62F24-724F-F82C-6542-3E06E060B4C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CCC74E2-8B0E-74C0-E95A-79FECA96632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BC020FB-DF3B-D4BC-7323-4660E0DE097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403FDA-1BB9-D01B-B015-BB4FEEBAA3D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EF4089C-10C2-3F08-ED4B-7B3BC2293CA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2C74C81-B1F2-F2FA-C373-FAA6C1355CD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275CC6A-449A-4CB7-B441-804C54F2D85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88798C-ECF5-3EB0-857E-D6703374D6D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6A04A7F-A8BF-021E-F6F5-109327EF91B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23E236C-089A-01D0-A7FE-CAE65AC5101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B26E8F8-0FDA-7022-8464-C696D041F3A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2416D9-86E0-4E6C-DD2D-491C30AF91A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72C4E7-06C9-4E44-B11F-61BF5DDC37B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5E9615-333F-930F-D123-C7B751414C0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EF334E-609C-BC86-4BC7-321E15AA707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04A8826-E72E-3A25-ADF9-814C7233D73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4C5AAEE-5F91-F09A-439E-6BB3579E24A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C5132E-AC54-6291-826B-5534E0D6676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80A68F0-4D1E-F871-4FB0-BE378F6A5B9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4B520B-B0DC-360F-492A-65894EC8AD7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EA804DD-C914-2A54-6FBF-3B4B09A6001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3FCA329-A6B2-E12E-9569-1136B93C09E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E658A76-5EDF-F5F9-4A95-65EB3CAFA85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45646FC-F035-4D18-EC91-FD1F647853A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87745B3-1D67-7BEE-77D2-10C75669AA8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1DAB47C-6542-07B9-EB4B-B263407B9C9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5D7C769-98D6-094A-359C-2817E79F973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A87FAFD-0D20-4B11-95CE-CEC540412BF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191973A-746C-685B-A114-B82424A06EF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29D601-2766-81CF-735E-B89DC16F18D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1DA0ADB-9E5A-222A-64CF-E7BE4102577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713395C-EFE4-D389-B18B-C57AB07149C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B44D555-8DAA-691A-9068-F4A98CA4E63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17B96CF-D6A6-A558-AED8-CB7BA765402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C3044BA-2FDD-20EE-25EC-EBE8A50BAB2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A86BF4A-DDB6-8D6B-E105-A1BB889450C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6A9ABD4-B128-3811-BCF4-D0DA3340D5F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CDF8C11-AFC7-EC30-9475-89B3FD7255A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0277640-AD05-71E4-F96B-FD01C4F6DFE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9C940D4-8B84-F636-0C7F-654ECFF10F7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A2BBD1-ED9F-1F63-C6FF-4046A3AE9B4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E787E9-D07F-6F40-1A66-1E5D48776EB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FB21185-284D-A811-BBC6-1140406A285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1BB44E9-0605-6627-B0B7-5B57D9D6E8D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7F38E28-8131-E465-5B06-12E0868C27F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3AF85E-FE95-EEAC-927E-8B046512A48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AAB225F-1462-5DCD-36A9-D7F5695928B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2E026DD-DFFE-61C1-FDFF-3AA198370FF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2EF128-4C7F-03CF-E445-5E4413F4D40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ECAAF5-5357-0E08-6D07-46F9AE00324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1BDA55-F423-DBC3-96F0-33D3ED4CEA6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E6EC402-3190-4FD3-904B-505081A4CB8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C79D844-D18B-0BD1-6CB8-2873FF96E10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95A77F5-A110-974C-E8AF-888C17578F3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</p:spTree>
    <p:extLst>
      <p:ext uri="{BB962C8B-B14F-4D97-AF65-F5344CB8AC3E}">
        <p14:creationId xmlns:p14="http://schemas.microsoft.com/office/powerpoint/2010/main" val="6152743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2F826-EE9F-260D-AD79-2688FAE34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606C6B0-AA5C-B2BE-FA08-BE03AD55AF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In Column 7, the cells outside of the run must sum to 45–(10+30) = 5, which must be 23,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4A95F3C-2EEA-4A1C-0E17-0756E3265B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D5455D6-5DBA-BAA2-680B-479758F610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1723F66-46FB-AC61-410B-F7F3883544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62B7FD1-D7CA-3F86-7134-2F9BFCA3DA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7788F6A-D38B-D601-D982-B807374FCD83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A10AAD-5DA3-6B67-7FDE-429E5F579ECB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1BDE41-B613-44B9-9307-8A48DDAC04CF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7E5062-B354-89FA-6D2D-BBC36B96D3D7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B904F5-02C5-247B-693B-7B8152028956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25F856-90EF-A737-28F9-6744C85E9FDD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9A735E-46CA-96C8-E3BE-CD38EE106718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678A90-5F06-B48F-D527-1729A3235B78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AB0BF3-2AA0-1383-8202-CBC35CA89CA7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8608EF-D8E1-C031-EF12-1D518EDF8D44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0876C9-7A10-1979-072E-4E095F71C2A6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FE83D3E-C8E9-B55A-3012-53C89A241AE5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DF5866E-1B7B-6F29-1E01-B789B13EFBD1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F9FF43-3A35-6E16-6E08-0CACFDC97619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BA2C0F9-0E7D-3181-B433-4EA5434597AD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0193C7-1157-0DB6-DCDE-970228D316F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60B9CD-C09A-6B46-2A7E-1ACD041049A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4DE55BE-D936-D0DA-BA97-E697999D70A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E4177B-CD39-028E-F57B-F582B057F0C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46179A-BDAA-9447-79F9-3B46B18F5D0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1705FF-7786-DE1F-532D-03AE828A0D3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03994BF-1E35-72C6-37D6-0C5FFE55E69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6DABA1D-FDF2-40E4-CBB2-9F06455CE0E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0CBA0D-74C5-CC6A-0BE1-06CCBFF64B2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472120-0D6F-28E1-916D-FEB4B51723E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462B92C-C053-473C-00C2-C880AA21B9E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7935292-221F-D52D-F2DE-7232BEB8773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E3BBD0-8DDD-70BB-9AD9-2EF004C69B6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723EB3C-45C3-5428-353D-290C3FBE1FA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AD2906A-0BA1-A85A-4D44-ACDE433D307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F89EAFA-2757-B305-1091-C03AEBE5241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189EB6E-B832-8A78-3025-AB8168A0479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6A38065-B31B-2A45-8BF5-A0DB2E0F817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7ACB8D-9ADA-07DE-3121-CB8F553973E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26885DF-854D-77AB-4567-94037CEA444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8EF9F9-591B-2388-EF72-B1004D84952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ED4B338-FF52-BECF-BA73-3DBE9E807AE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8AE5092-D4E6-2394-D56C-65F387039CA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C4B5AE8-FD30-E61B-2F86-17F5590841D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FCA637-6CB4-A048-4993-B81A343666D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D67089-5C02-F97D-502C-6AC545F7554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102BB0-9D2C-C896-DD2B-1C9C1186F6D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3958C63-E933-C1F0-97A9-DC18F47667C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2DABFA7-6555-4C57-E5CA-C0C1459EE81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14ADE80-25E6-20CC-F437-B282DBB4C28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67BEE58-2EB9-C0C9-E977-9C38DBCF394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1557853-0BE7-40B6-6B8E-959F683ADE5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7A98C73-E698-95D6-5463-E80DC8F7292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BF925E4-5A9F-5912-C10B-F6C9017CFD7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895594-99F1-95B1-FAB3-8866E3A9BC9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E5EF392-D683-7CF3-4422-5DB686372EF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3342AF2-4DC5-F4CE-179A-DCE4B789CA5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6821A35-683B-BBBE-4678-BA396B561DA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D903BB4-AF16-5CDE-918F-E6571030ABE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7786DB1-0FC0-FB2E-D3AC-AD19AD31F9B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6030EC8-06D2-FC2F-3A56-9DD262B1ED1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1960A9B-F52A-ABE8-8375-D14CFFFF524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0DA81BB-5344-3A3D-6489-706D3114A29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8EABCEC-3BEF-2608-3321-BC1967220BA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542590D-D1B0-472B-03B8-04325EF6AB7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5ABD1C7-9906-3062-66A4-2D19415650A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9952812-F91D-23B5-AD13-EA56E0F5020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FEC79D9-A843-4E4E-9D2F-87F702FE8EF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365E8D-A6C9-6415-E3C7-A0059B930FE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5B9F48A-A73A-785F-20A7-78D935A44A4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A7D0CC-AB5C-5140-3B0D-F1B1A4F888C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E68A284-3ADD-FAA5-E7D9-8CD61D431E6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B70D964-9BF8-A344-7349-034571E1EF4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BC1FEA6-C26D-5E3D-B655-C9878AE3C3D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F60C2ED-A10A-85CD-B84D-EBD9724E04B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8F38A55-4B6E-5C5A-3C93-65C6598CF23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6D1F580-E216-F95F-4732-18934374175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D12CA7-6C7A-9F18-00BF-C05F4DD3B59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84B97E-3E26-C08A-07C9-235BA944101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018805-91B0-A2BB-4CDF-D279FA65908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5F1D1A4-19D5-BFC2-BE3F-03A02E17ED4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1378DBC-D61F-F226-3C2E-D28B99C3C9A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ADAB420-0728-C283-BEC7-2D1E77FB26A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9E32E8C-F4C9-700D-016A-C54C5F8FE02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246F6BB-8C3E-7760-CF44-A58DE0A28BC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</p:spTree>
    <p:extLst>
      <p:ext uri="{BB962C8B-B14F-4D97-AF65-F5344CB8AC3E}">
        <p14:creationId xmlns:p14="http://schemas.microsoft.com/office/powerpoint/2010/main" val="13403087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8F987-D94F-EBFE-0388-0073B917D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D1A0CF6-37CC-4440-76B6-78D24E9132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Complete Column 7.</a:t>
            </a:r>
          </a:p>
          <a:p>
            <a:r>
              <a:rPr lang="en-US" dirty="0"/>
              <a:t>And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791965-E049-1E0C-B56A-543696F5D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6C662B2-F596-5B4E-6900-847B92AA5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7D84532-AC38-4699-D51B-9BC1F18A18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EF1189A-8564-5E1C-4C06-8B0B875110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CD5C287-A071-29CA-2134-E97409FE85A3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E9B019-7288-B5F6-8933-9F8C08806CAF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B58793-0F4D-B961-938A-54EBE4B5500F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62B902-0421-ACC1-D7CA-D8ACF1D8227E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FF6634-4F93-F9F3-454C-974708DC851F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45C855-62AE-D551-9083-28C7C36512BA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35C82A-B3D3-1912-7FE0-9B38DED0AB73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0E5278-FAE6-9D67-69CD-4EAD1C7FC6F0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03EC6B-AD9E-BAC6-E311-CF29709E0166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A149C0-B285-E77C-DEA0-E2B0161DD8E5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37EF1C-675C-CB66-5D9F-3E4760F6F474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88CD92-A07C-E128-C283-E900CA7E3F1A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902994-DD7F-14CD-941D-8903F0A9A537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C325BB6-4078-6942-4A2C-E9B27B24BB76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008FBE-0F87-FBB3-AD0B-42A89467D36B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529503-5F1C-DF65-1C1B-630DA3085D5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378D87-9860-704D-0F07-133705AA34D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4E4869C-3DE0-47FB-6EA2-228BA2B4CEA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7E9F42-88E8-2715-E9C6-B35830FD2D8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B64DBD-9C58-284A-2D68-B3F2EDB3F3A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219D1B3-6A70-1BA6-0313-20CC0D697B8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C90E683-E66B-40B9-0DAA-64A04125525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1AB699-26BA-C8D1-0886-913DED89FC9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E452D2-0F59-6A15-CE3C-CAE8CB32AC8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CB6B0B-2345-8624-E02C-2F3FFDCAB26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4DD241-F307-0AA1-19E6-EEE86CB8BA2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C75B087-95E7-AFE2-7B62-E44C5A29B82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6F19073-573C-AACD-DE25-9BF659715F9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A211E79-2492-0FDF-DDD3-FCB69C3C1AC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246885F-A9D4-9FB8-536F-94B8DD288E0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8B97182-788A-7079-6505-1B0314AE055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9EABD47-8A36-76A4-FD83-A39E7A7B6DC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5453368-A9AE-84C0-B73A-AE63CE94637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59BCFA8-CAE5-E2C1-9BBF-157916EB9CA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5ED2A5C-31D8-6DE7-DF44-7EC7F969A8A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EA41F13-39A2-3162-3B96-CA7456A1867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DF5D1BC-2918-5C0F-DAC7-633E42BAB04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AC1667B-B4C7-8D08-FFDD-73438783912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052BEB6-7644-5D23-7F93-F9468097ED3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1C0DC7-B1A6-E134-7504-1C1126E685F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82BC0E-15E8-3D5C-FF42-5D9D6665633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267C3D-97D7-101B-7859-A30354A8A24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1BB10BE-EB11-0BB0-8699-0FA9CBB3240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D9D801A-FB88-2816-8CC6-72EA15C2670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388E12-5FBC-E564-50FB-C8F02D64C09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908E615-6707-854A-E9E7-45DF8FEBC3C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FF0B1A-DD8E-F2E7-705F-B6123FEC137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A41F34E-39F4-498A-A16C-5A2BE82EEFF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176AEEE-A2D4-2FB7-BED7-F8EB0719868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94452B5-8BDD-4776-75FA-1E075622A10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E9BE6FC-800E-AC68-8A4A-899D414F901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304822F-1154-0E5A-0AAE-67FAF426012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948EB6C-8C9E-067C-EEFE-37126982EBA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7E8F90-9F7C-9296-A9FD-5DB5435E380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CCA19C3-4542-8928-9062-E2015D4001F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923244A-7E60-5840-40A5-5C9A12E3720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BFB922-A16B-8B3D-4B4D-2790B3AF160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BDF0D9E-75F0-CC85-13B3-6FBB5B15921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05A53C9-03AF-2982-074F-18247DDA54E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9AEDF07-AA74-EB9C-62D2-BC661FF26E1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9DE34E7-6666-D6BF-8E5B-8C72188EE1B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9E9F7F6-B9B3-9496-335D-E85DF1CFD7D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AC685D9-8742-FF86-3588-E81E8264FA3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B47055-C78F-7300-A21D-9429BEB2601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D42D1D-7998-9C1C-AC88-05D990D5CDD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C162306-A46A-5A7A-3ACF-F44FE2A8E84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9C61474-D066-DD2E-9DEC-1F55D8BE238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2B46311-6CB4-D126-A441-17DE788F0BC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091232B-42AD-4CF3-42FE-8B65B678EDD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C719AB-855E-BE26-AF04-25B1432361E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6431C78-A03B-9DD3-E63B-6D2E48E24D7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76B251F-A152-4F4C-26C0-A687F00604A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33C5E2-C5D5-D34D-A865-4FF3F54FAC0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B4D609-B1BF-4812-1DEB-D3936CAED37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49874C8-BAC0-18BE-4084-FF138DD3BBB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9A32477-A8D1-1661-A4CB-9C07EEC60E3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4DF5F05-7B54-F248-F94A-3A1FCB6784F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027B635-162A-48DB-C58A-6F89C5B6F95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7D79EC2-3C31-A022-D19A-15E2C5BB16F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F0EF4FF-3C82-78E3-5CEC-160DECB31A1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6D051D1-5B5B-7F7A-BB10-A7EDD93479B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A21AABE-A6C4-ACF3-2514-EE107C63845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849AAA2-A50F-CF7E-87C1-41E1461826D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</p:spTree>
    <p:extLst>
      <p:ext uri="{BB962C8B-B14F-4D97-AF65-F5344CB8AC3E}">
        <p14:creationId xmlns:p14="http://schemas.microsoft.com/office/powerpoint/2010/main" val="6696567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7B89F-7725-618F-17B8-69A31B3AA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CE6CD5-1AD7-D45A-F9C8-96FBF06D9A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In Row 1, the three cells outside of the run must sum to 45–(10+26) = 9, which must be 234.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02ADC3F-D7DD-619A-CDE3-4D9C398DE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02BB18B-ECE9-3CA4-930B-62E19DBE08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887D1C-42FE-B8AD-1D62-DB074F7645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6A2E1FC-7888-DB64-12E8-58FF8E99AA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E343FB-0C40-9B81-1181-79C65D735DC1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A2D536-76FC-BAF6-E9BD-4A6D60DA1425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69B1EB-3396-84C8-9E47-12F7CF2B2D01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C5EF6E-8668-DE7C-7FE0-45460CF0C97C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29155-5E79-88D2-5818-505D1ECB1430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7CCBDE-4A79-5166-4CA0-5579EA61C46F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F0BF79-9224-DE1A-0D17-C81C8BE68278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CD0AAD-7640-CE51-D661-A574E969A34C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118CA3-E69B-C16C-3A72-7496A5957B3A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EF0505-87C4-FCAE-0702-D6DA58C31F60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1122FF-44A3-7218-7715-2DB46B5D73E2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B8A690-117B-C83C-E919-09094C7662B0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6C13AF-598B-67F7-139E-721F36C4BACB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2B593E-0DD6-69A2-07A0-ED22325A8943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737DD6F-2441-25C4-6601-ED4BA178FCFC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5641CB-99EC-38AD-93B4-F9D2009AC87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6D913B-C788-8DBA-A430-6336EB67914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56238AE-873C-2708-1490-EA5ADA061B3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5E3443E-A1CD-DE82-E788-C0280893668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ECF0DB4-72C9-DFF0-0BB0-792A20D0899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D70B7F-2757-80A8-41BC-C257A34D655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DF81AB7-647F-5572-1D8A-A84D8C05D54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2E43DAA-40C0-8AB1-BF0B-1EF6F298E13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40BB5D-286B-7013-CB99-600C70B8ADE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064F14E-6A80-63E8-004A-C92D979A919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7FED5B2-27D2-2C84-4F87-67FC4B09967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3004434-799E-B271-131C-A5D74598B56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733F924-C321-DE1D-3BBC-D15EB524A62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964E80D-F6ED-7BA8-12ED-17CF9A3E07F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150E692-1752-5F7E-1BE9-B7FD2CE58F5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056F489-7DD2-3257-D5C9-0579B5EDD4D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EE5D0E4-BA50-592C-3D1D-F8E1D710B20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1AD87F-089A-CB08-A6DB-D3FD2FF7843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A11D084-7DF8-1330-3375-E161B09A99A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671A1F2-BAF3-9648-0320-D7CC512A38C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15E5E3F-FD4E-B534-9A93-BD8F6F6B2BD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BDAA2E8-287A-B6B3-7DBC-899CD1BAA57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AB7A29-4FA7-81D1-7B46-B444E3CAA4F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C9666A1-DDED-3007-20CD-7CC591E290C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7C99C5-5E29-4169-5C36-E9FA6BED57A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A75839-E402-5460-02BE-296E36E5FB6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2140D2-C3BD-A91F-3460-77F059EDEAF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DD8FC48-15F4-7E7B-AD9D-56AB5A089F1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1AAB50-7C12-595F-351F-DDDCAFB9597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A0474B-4C29-9099-6879-4EF4B151239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AA49AA-A563-C8BF-04B6-ABA182929BE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7BFDB82-D55F-4421-3351-D7BF0F94644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5F3C4E2-41A7-47BB-B418-84564EDF991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FF15263-5E51-1C36-8384-596CB15CB29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E448F28-717E-4577-CCDB-493B24D870B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700B88F-C5DA-F3F6-1AA5-7AC378038F1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4660E0B-2817-690E-862E-F4F0BC8078B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B7AB805-7774-9A80-1F7F-98471EAB2E6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95F891F-68A1-6C7E-5EAD-971713C81AA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091CF33-8B42-B8CA-A673-B1EFCFC6217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815B0CE-424C-5FD0-4329-3F1F6BBF139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E34BDE-11E5-145E-1318-F91109DCE72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43920C0-5D4D-D33E-7BC7-1A1284F0F26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EBBBA35-97F0-8EAB-B193-92FF1FF2006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108CA7F-0EEE-A00E-162B-FE972DDD889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0631A9A-FD6A-EB02-598B-2823C7EB168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AD750E1-CD74-B848-EFCD-56D067CF185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2BFD5B2-0EAE-EABF-ACF1-67850BF3266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2D76E87-1D89-1F67-EFF0-9E6D5A1AD20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B29E41-13EB-C8D1-B7C7-584E517B051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2DE4F21-CE24-6553-7D80-3518F3CF222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2163F0-BAC1-B03B-FD9C-1120C0BDAD7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287DE16-979A-B767-90B9-788CC4660E9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099FE3E-FC84-F064-611A-4D405A40391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2D399B6-01DE-6626-488D-B6590DC938D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31E2EE2-2C30-BCC5-3ACD-0B61D27DAC0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855FC2-FEF5-6E04-E03D-1F86E39869D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BA4841-61E8-4FBF-73E5-9FB71B8D9A9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3D18AD-7061-8E29-294C-1879FC2B667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945603-1408-7D91-5175-F00B6509781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DB58AC-A388-5441-318D-4C288AC16AC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A29CED0-9126-0CB7-61A5-215AD477036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5CD2A3-4786-2E48-3E50-547FDFC8BBA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D5BAED6-1D12-D548-AE45-BC0BBD39B42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A5B5469-8457-6413-3774-09264F3C2C6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4B4DA66-2714-8FFE-4E9A-B3AC09F9BE9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2EBEB3A-BCB6-2A71-3358-4F3B5502855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94039F7-119E-C4F8-233C-D318D826958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D8594F2-FEDF-974B-2627-5FF2641849A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1E95AFF-9515-5975-1FDA-CEE721DD4C9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</p:spTree>
    <p:extLst>
      <p:ext uri="{BB962C8B-B14F-4D97-AF65-F5344CB8AC3E}">
        <p14:creationId xmlns:p14="http://schemas.microsoft.com/office/powerpoint/2010/main" val="8948461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51865-063E-FF3D-ADF1-081FC9BE0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658803A-8EFC-6384-1B7A-4DE375A66C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8235102-CF46-A261-4E3B-636AEA312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0F13E25-F700-F650-920C-4D1808D081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9495712-F4D0-B4AA-B953-26C2AD5092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3C08672-E5E2-11D9-C5D3-5B01FA1803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F7D9F4-11DE-8834-9891-D54074E617C2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BE0B96-A4A8-591D-E68F-47E734507B4B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0E935D-0DFF-4AEE-C1B2-FB244BD16FD8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C09C87-40DA-FF24-8165-23FD23EBA9D9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BD3FF0-CC74-055D-7B52-572EBD0FECA3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7476B0-D403-60B2-5A56-DF64ED4B3D4C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A40B79-9B4A-8AD0-6145-8B64CA20E04D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EF0DEE-8702-8979-E1A3-386C09C5B05F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B56F17-8C4C-FB63-760C-5ED58F7DF6C6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CE4521-C8D7-9D09-0A52-D35E7182ADFC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15A154-9A52-800C-4E7D-4EC214E7DCB9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5F2D6A-977A-F9AC-4165-CC0D161EA4C9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3FDDE4-AA93-415F-E565-DDED107EBC00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6DCC88-91D5-0F75-86C3-9744345B6A20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C8FBB-DAAF-869A-0611-73DD619CCF3F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9DBF8E-0D77-40EF-32B1-69ED5A522CD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69117A-7CA7-83DA-639B-BC61B4E75F1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38A0E1-C1EF-BC51-6F30-4F2B7D8CD0D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87F936-05EB-DD00-A386-88BD505455C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3375E4-FF8A-12DA-97A8-7CF482E1A00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6A3C926-3114-8A3D-B508-B2A4A96F442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28B21A-E660-A8EF-91B4-082FEBADA5D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15A4141-5577-79DA-6AC3-C2884A548D5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E058F04-57DD-9189-C44A-819E6661C26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7E3400-3555-7832-7F2D-0C3F56591B4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EF9024-E9DF-B730-CCD7-6E2EF9D0ECE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799302-F550-67D8-B8EF-7B619996DD7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9CC6343-7137-901D-72D4-EC97D5ADC74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379676E-A57D-5DB0-88AF-A119C685199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918142-9950-D2F4-BD1B-2ECDE8C6160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A207A3E-5931-8114-0EA4-C3CD98BC81F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CEC3BC6-3F02-441C-01D4-E88AFB08CDA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7061E78-0329-4C53-5F8A-E509368567B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87251B4-626B-F4B2-F2BF-19BFEC7225B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3091D7C-CF85-9DDC-1B35-40A03418F78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BE227E-B904-2D78-A73B-D0410C9857B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537F2A-7F4F-528A-CF31-DE5F5BF79A1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46BB4AC-F99D-2B82-DD3B-1C5F8051958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006F2A7-10CC-1E1A-CBDD-A6255854477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805D64-02A2-824F-C741-13EC23A7051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13605AD-10C2-2DB7-44FC-70D284CA723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6718EA-634E-43AB-51F6-CCE8930B8AD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678879C-B618-86EB-8DAB-669D3320F1D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0CC186-CCB5-0170-8191-D7F13AE97E9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E4AC6BB-0B77-B24C-AB3A-D1FCEDED412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7051AF3-4CE4-2F6E-DB6A-490037E1541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D87E0DE-8609-A108-85A9-BF98D7B90F1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95F4DCB-39AC-FE45-8D7B-7651E8EEE36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07FD501-BEB8-0B7A-99A0-F64EBA79C2F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8C74DB7-233E-7485-08D2-8C7DC06405A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1572624-2E39-7960-A148-371F846633E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607EF03-1A48-4FB0-29BA-1CD2F4DE655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7E1BA8-22B7-7C12-320F-BC22A293C2E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80120FF-95FA-4287-EE9A-2489678A9EE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0C7F1BB-D863-0E9B-4D76-4FF03CC1E8A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BDF92E8-7F1F-585F-610F-7014367DE2F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7AFC25-09FC-57EF-A8E6-29F2A86CBD5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D23171-4D53-926D-3D9B-60937F01B73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5836C95-EAFE-417C-C8EF-B16DF9C142C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50CBF2-AF1D-F954-05D8-A97468552FC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EB1376F-41D3-148F-2AEC-AED63217B19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7C66B14-CA16-AF5E-DABD-D40B0801362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08E747-CDF9-5F38-43F2-B18A4AADF08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C9DAB3-2482-786E-7106-9CA4C5C73F7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C974D86-4132-56AD-FCA0-94A3AE0128A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CDAFE39-D6F2-B0AA-1E97-FC731665997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4CDC742-D23D-2D78-6186-9A4178EA524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79E45CB-883A-149C-1D76-DEC5D0B97CD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A419B3-5B2F-607E-7DE8-C6838566E2D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088DC7-863D-8EF3-8711-32D2D1E1D78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EB7351-F876-DA96-5204-4A983121FE9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6680F94-DCF9-428D-8831-304B3F6DA62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AE28E8-ACFA-64B1-4429-21D453F25F2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056DDA4-FB91-B9FF-133D-3A3E3D8C3A6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D5CABB3-9603-067E-E6E2-BB5CF5DE800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7FA57DE-94DA-0A2C-36DA-CD3D731B53A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73BFA36-AE90-B61A-F92C-19B6A1FBF30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9309182-8687-8BF8-1090-A7A2A44E512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BAE9B7D-2728-E991-5A0F-91030A70728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2051955-29F1-9E58-FD7B-013E496384D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EF991EB-4F38-6DCD-65D7-4664CCC7D75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273806A-E54B-B84D-E079-F4E18F62E6C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3EC6584-90FC-5FCA-787E-AEC25D88A47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5001D75-ACFC-B38A-CFA9-3BC694D6A44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3DD066C-EE88-1075-B711-CF71ADAA952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</p:spTree>
    <p:extLst>
      <p:ext uri="{BB962C8B-B14F-4D97-AF65-F5344CB8AC3E}">
        <p14:creationId xmlns:p14="http://schemas.microsoft.com/office/powerpoint/2010/main" val="29185902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24EDA-0506-838E-63C2-F992B9E61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F7D9DD-1DCA-3F16-4C5E-3325A1DBE6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B48A078-75CC-88E6-D3A9-C83B643FD3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F292EC2-96C3-EEC9-29A4-72717AD63B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BFBEFD6-400E-C09F-5D1B-0888AB4338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E08B5BD-9F23-B287-A7A2-44703EEB39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A8D8EEB-D4BA-2617-668B-69F04B8728BA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3A6D3B-1103-F131-8A8C-2092E2B65E5E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F785E6-4800-56EF-0C96-C35618EE3CF3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7D4078-3148-A90C-7B15-766D3F2ECB47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393C75-30CE-A4D3-2AF6-8ACF8FCF13AD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C82106-675F-D7A5-8AAC-1251E53A6C91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6B4DCC-2E44-53F7-7FD7-AFE095081496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57658C-A0A5-D4D9-563C-E4BA96B2B7F1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056221-D1B5-B735-F646-2AB8D62C3443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AA25CD-9DF0-A017-2EDC-3D3D7B1C03BC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F91624-9DF4-D9F8-FC82-8AC07D98435C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1DC8ABB-682E-FD0B-7A33-DAF4E982C0A8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7C0A87-849A-053B-3392-9EC453454FCF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7E91E0-D949-13AE-2643-E4AEF013A620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E8E9B8-0FCD-1CBD-F944-604B1B3FDF35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7C923C-63A9-F9F4-D747-E3A37365585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293792-E28D-39FD-2297-57DAD5ECA89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2D28E47-0B49-5391-0CC8-EFCF0B27495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690EFA3-FDF4-BA08-7D21-7331AFD072A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D8A55-0ECF-9DA9-E305-F7A7BE6CBC2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997476-E21C-F183-DC72-4501F908901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7DBD4E-57BA-94E3-146F-66F09DDF37F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482CEE8-6052-629A-E4A0-D603CAEDFC0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540B48-C0CB-FD1A-D51C-058021082CB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3A1CCB5-90C7-36D9-C6E6-D8DE56E7F7F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3BE5412-2DAA-C6BF-A587-C0B91213088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D11343B-ABB3-7D6F-0EA1-C35FB224BC9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530FD6-B06F-28A0-CA8E-E4B34C67CEC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59ECD64-6AC6-9AEE-1256-C2651C02554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D7A96BB-14C0-1F90-7B7A-3F641A47827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780D252-8EA6-E246-3F35-E3DEA5D74FA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AEEBB7C-912A-AFB5-32C7-37084039DA4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D43139C-ABFB-30A1-F1A8-7781747BEBD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B0F4D5A-3EF8-B3CD-EF81-24A18096A20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A58FDF9-35EE-B3D2-6A35-3D22667B422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7E8018F-1313-1D81-A88C-F76CEF1DEF7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A122B5B-D041-10E8-1A22-41B8AD12539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B57B62F-5ECE-036B-6837-341D36E2B94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1261B17-A2DD-0072-B512-7F965BA2E28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F0F94DF-4F0D-23CF-DF59-F2E79E2DEE8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BE47A3-B114-1BF8-E4B6-B2A6FC0E7D3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AA6FA2-79B3-F208-2F63-065758BE204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B4EA6C-FE60-E2AD-3556-4D58F43421C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2008A5-4AF2-08A5-9F9B-622762C86CC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7555CD-8E6D-AD17-59B8-B129F9EE728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91DE87B-61AD-ACF9-1F59-8CA9CB6BCE6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FF2F0DF-475B-9A63-2B00-CB7A4F9232D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494869D-39A9-CBA9-B2DA-27B95A52E28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7B5B16F-A2E0-7971-193B-9B5F404B61F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BD4A3AF-ECFE-EB40-CD38-21916871357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ECF37FE-77FF-515C-8C78-9EEB5A5ADA9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F61EC9-5CE4-4AF6-6417-3CCAC16F8F8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5BE790D-5E15-D89A-541F-34AB8ED553C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357D922-9436-3D06-139B-B508858A2E7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5EA3325-535B-3FF7-6C2A-1A281CE64B2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B91A076-08E9-50FC-BC4E-C2767928DC0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C0F5D9E-7FD4-D1E6-DADE-7233238C967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41FF1A3-10B8-4D14-7D95-6703FAC2D46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159AFCC-A7D7-FA7E-0B13-6811F6B9791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A5B33EF-DCA5-265C-43C4-D23DAE79D11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8B7E7E-2E5D-FB92-EA1C-DBAC214911F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E7E1B8-CD8F-0E30-635B-B6F1CABFEEA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7C2C9CB-8C7D-8360-91DA-6D77C3E2243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6AF9F85-B097-D745-A131-9BDAF9F608B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B0A05EF-D5D6-6255-7774-68F1E28A671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B813300-4032-B8F2-4AA9-2B4354D812F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18F1BB2-8EAA-96E3-2A23-1BD23B0939A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9B23F6-3E21-0B58-F368-EF872AF2BBC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0F0904-430D-31BB-3337-859DB342307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7166B30-9C31-FAE9-B28D-50E6C7E00B1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E48E7FC-E186-49A4-17E0-1857FAA7E9F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C6009B1-0022-E608-716A-A752795501C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6904E1B-CC14-B43B-1061-69A450D27DE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9BA6D93-39E5-1B90-198E-66F2BB54FFC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37AE4F5-7D74-A3F0-AC8A-1E222863CC0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80DBC6F-9676-DB12-223E-E3FD4764700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65EABE2-A1A4-148D-5BB3-167EEBE6A73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2E94E01-4B4C-C9B6-6876-51F654800C3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3A511F1-B017-D25E-0E89-8A3C2ACF149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4B633D1-62ED-B0B5-603B-C5E628A8D9A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262AEC-EEE5-08CF-BD11-3C783EB697C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B52F1A8-AA5B-F66B-CFD6-49F8F65AF25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F69338E-1315-998A-7CAF-9E558C46B9E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34B429E-7713-44F4-C10B-66002364145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343F5FB-0133-7541-5E0D-CDB6D7BFAA3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</p:spTree>
    <p:extLst>
      <p:ext uri="{BB962C8B-B14F-4D97-AF65-F5344CB8AC3E}">
        <p14:creationId xmlns:p14="http://schemas.microsoft.com/office/powerpoint/2010/main" val="16135222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5BA35-CB95-D833-E092-F609F6312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89BE8D-FAE0-E488-340B-1DF16302CA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And last possible 8 in upper left block (and Column 3).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248AB85-AAC9-17C0-036C-F297652458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026BD54-B927-3CBF-8916-9992863E4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3C639F2-C755-1C25-F568-1CC659A671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39B5664-6499-8A91-F60F-1457C77A7D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C18DB53-0203-2EA0-503A-51D36A458F7A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914038-301A-F63E-CE6B-782E5CC46C7F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398A72-BC00-F915-3E25-B8FB2D93D51B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D78FAC-ACCC-74D8-E76A-C717FC552003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B436C-404D-A035-C5A9-9A95785C5834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605F3D-0369-05C0-BA99-BF2B14355B3F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8752C4-DE49-87E3-1ED5-34E2953FA50F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A25E24-54BE-C9CE-08AF-FC76B4475282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7A15DD-11FC-FC97-7D20-0705DC40D52C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1A139B9-C3B5-F85B-BB5B-8709FB12EE19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615515-1902-7E13-BF0E-EBA4BA20C384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62CDD3-F22D-3C5E-0E63-36E49F2D1211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4836204-855C-FF38-08DE-4D21AC6BA1F8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CCB331E-AFD3-A2B8-07A1-56E307D9B53E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5C6ECB-780F-9467-23D2-E97151D41CFF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AB2387-6546-50A1-9E20-E1F397E7D60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63FED5-3237-8C04-8F91-902D754D820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0A36148-C5AD-A345-B0B3-8663C9A2D94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7AFDBB-90F1-DB91-2CA5-0DCA3E938D5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EE85C9C-B415-068F-C9F4-3203DA095E0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C78AF5-9DB6-E729-55EF-9EE56987E66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21B6E8-8244-D23D-70B2-64F0C7EA871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F9AA211-0903-C730-BFF8-6C16C66A50A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636C7B-DBF9-AF65-6772-FF939EC0865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534E7E-4CBA-D503-DC0D-2EE9866E147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F34147B-0CCE-4EE4-B94D-B0D54F1702F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1DD7E1E-2F3B-49EE-F82B-E02B4642CC5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9C4BF57-06E9-370C-6D28-04F0F3C0C1A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BD9ED59-D43C-D3A3-3032-14D9CBDC6FF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F4AF94-C31C-A236-13D9-2AE9F8DEE82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24FE585-69DF-7453-FF2E-9437C3C69EF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25626B-3E9F-A571-4C45-4F5780E0B54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36FA6FA-76BD-B8BE-F028-66B5D61D5F9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E03F24A-1B4D-2B82-14C4-39DDD34D188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34A992C-18FA-E500-8C18-5F2E7570CEC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02CB56C-B2ED-5EC2-1867-D3C57861E39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18509E1-AE07-12C3-1AC7-8D55F23A8F1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1110585-7C5E-0975-CAA9-7BD61C80AA2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F1EB9D8-9A08-207E-2F9E-D8B2A49B975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ED1EE5-30F0-2DCF-7372-D920E7CED49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73603BA-F291-5B81-45DE-C47D3EED498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3A9F499-BDAA-605B-D4DD-451132E062D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762512F-D08F-1020-1AEB-EEAE206E13B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16B3F1F-17F4-6890-2654-CB93C865869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6DFBD52-5848-5019-E796-EF04192556C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F09D2BA-7954-6792-1671-C21BDDAC345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0D09D3C-8290-3C3E-3BD8-79BC2902E8C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641A21A-6CD7-4344-F9F8-F024ADE74F3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BA5313D-1760-88DD-70CC-951D0DF4F47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73EC4DA-035B-60EF-3F74-5DBFC2AEF38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CC02566-2541-A079-18F8-007AB1ED523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205BDC0-3D16-68F8-67FE-E08C2AD485B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79154C0-00C8-193A-9F84-0BB885742CB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55B99C6-8E8E-352E-ACF9-69CAAD615B1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E7AFE51-615B-5E6D-AF14-F9FFE44F480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03C1E46-2CBA-1D97-9E31-7E44007611D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0012AB9-A152-8C50-F8F8-ADE4D05F3D5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22049B-1D37-6075-911D-CE45A781752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F8A2428-CFCE-6203-9559-15560A9B513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6474A26-2D52-6989-14F9-10A835FA5BF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E222D38-7608-FBDB-D011-381782FE5F6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0BBE1FB-5B4C-7446-35F7-49BFA3C5A61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B3D12EB-F53A-AC14-B416-ADF7A3B1586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E5291D-37FD-121B-A12D-3421ECB7E31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D31994E-5474-4FAA-7A4B-BB326244C15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01DFF62-B5FC-2B67-BADF-625E49C0568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6E575C-DFC1-E002-15D7-11A0416DAF0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AEFE88-9715-002A-799F-3A00455BC6A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1F9DF76-A9E9-E614-6DD3-DAD5512E945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1356DF1-7885-DDD6-76EB-13FF21E0273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598194A-3384-6895-F103-0A81791E520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6A119B-10E1-17BF-023D-EE20391D33B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BC2495-B37F-1AE1-EE1A-8958DD14F93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94BED07-9A69-DE7E-B188-E6DD7290C18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12FC87C-4B7C-0C1C-F074-787C835F2AE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624EF97-1862-98FD-8F91-E59B10E8841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FC75857-54B6-38BA-9506-3BBF509903A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30039C4-B651-9467-CAD4-1BD9A48BBA5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EE1B629-6559-AA0C-D841-4B17D90DC3E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6C1EC26-679A-4617-24D1-6DEACBD6042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2095AC4-A7CC-2D42-32F2-E4B1BB59667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76380D1-8E26-8FDD-0852-27C7E82BD23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6FE6016-B3B6-98CF-BCB2-03197A57554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7777135-2390-C1AF-2A83-D2A37EAD0BC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BB8BF3C-0458-75C7-2DC2-EE54215B689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</p:spTree>
    <p:extLst>
      <p:ext uri="{BB962C8B-B14F-4D97-AF65-F5344CB8AC3E}">
        <p14:creationId xmlns:p14="http://schemas.microsoft.com/office/powerpoint/2010/main" val="14041485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9E9DC-E285-5DF3-5539-9D68E8D1B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6F1DC4-51F7-44BF-B100-2269FF27E4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 (Note 57/2457/2457/247 in Column 2.)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914168C-B153-3C91-D68B-CB21F61C1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B0ACE47-FE32-9262-B783-35199F653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215D430-A115-696D-7A08-1DB709193D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3434BD4-441E-5648-972D-78B60F0C19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6EE824-609D-CEFF-DB6B-2A69C16AA973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0C4000-6F5B-4434-F213-D5FEB50699EF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BBFA73-DFED-25FB-7F24-E0BEDCB4AB5A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9E217C-393B-D4FF-870D-4613BE8244AA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AC9B75-20E9-7EAA-35EC-FE813CE816ED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25FC2C-0C02-04C9-8E64-76AE61DD3979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D093E4-BA89-D525-CDC4-6D6B29F5521F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249E0F-8D01-2500-87F3-ABC92339F6C0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2B9E3A-5CCC-E169-5A7E-112F98E4284F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6EA594-2960-2B65-4192-8ABAECBD0C27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FA751A-A5F9-96CC-9742-21CC42C24015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C71C00-96AE-11F6-1046-AF864BB7B49F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7A682B-B876-F153-6074-CC5DEA7A0EF6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96F799-EEB6-6341-310B-2E7B58F9310C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A292CC-0FA7-4965-3C9B-2D599567C02A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AEE858-7DF3-7F24-8398-29067F116DE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3619B0-2BB6-FAEF-8480-96A1F878724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2F763F9-B650-9C79-FF8E-F187AD5BB57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FCE646-C9AB-4508-3B17-4F410268405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81C622A-A9A7-B233-DD73-5C75681E92B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4E72507-CF45-B046-C822-0DB35CD79B8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0301428-36DE-BAC1-3088-C06459C82C9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932C104-29D8-8AB7-27F2-D0DB76EF1EB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39F217B-94AA-F724-432B-99B7419EE12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AC86F2A-9E05-29CD-4C04-2F3CEFC8C98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C94034E-BA80-E7E1-6D4A-2D9DA0784B7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ED9BD30-B8B6-5F89-44EE-5D592F20793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2B5A955-74FF-4189-25AC-8D167247C79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E7FA28-3421-8CD4-DEF2-C4473ED8978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F131891-AFC4-C1F3-2FF9-C8BE5517235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ACB590D-9D5F-F280-CAB1-E97002993F9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9589D25-9E15-28A5-9191-FECBD676B46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273AD8-719B-11D3-D347-6C60A3553F5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F4A2EC1-5E8F-9D6D-01BA-72C6187DAAB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F2BA0-96F3-93F6-A6E0-8992472934F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63DC062-EE9C-F180-8A00-A7C87855DFA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9BDF2BB-59BD-C2E1-F4EC-31F5DAC8739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AB60D3D-AA24-4883-FBB2-FBE77C0F7F4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78FB312-4AA5-FAB7-2F4E-F527B2C3B86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0F9797-B8F6-5F27-BF30-1EB9067BF45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5F5DC10-DF73-12E6-EE11-E8111778A54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8D3BE95-1DC3-3089-2151-EC7300D2565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B827E94-FA1E-1984-6AB7-E6E8CFF7629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CFFFE3-7EDE-4E98-564C-AAC48A2713F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ED7A59B-200B-D755-A19E-A296E103803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6717C20-4826-D4A5-898D-2E9D572ED80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366E10-9196-3ABB-7A8A-D35787A3565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C3B8770-1E06-BB20-03A1-C8DE4578DD5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0B70B1E-E34F-0D3F-78F8-7478963D676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70A7868-BBD7-F2C5-FD3C-B0DA4180E86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DDF50BA-B05B-E2B7-F407-E3E3E11F8FD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862096E-970A-9F73-CE49-1E9E2BA3C63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F426ABB-B4F5-6339-5474-E88D050E00D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480C719-2F7E-31CF-862F-13929EC9FBF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99B4E30-3BD8-D9CD-51D6-8F731306E5D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A6070C6-B42B-B1FB-20BA-382642131BF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011A1F-70A4-898E-BC39-199EFE5F975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5145E5-8572-1906-289F-2826F935F40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4AC8A1B-27BC-B64A-B653-382A1ECD6DE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E7A62E0-57E0-4F6E-DDA2-C79E29944E2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2E0D98D-D312-56DE-141B-CE004458EC4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195EC59-E31E-0242-0530-0A37C296BEB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EB71069-3EBF-AF89-F492-2D0D91B2E87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EC4D0FE-9FF5-10CB-8F42-719F6FA7091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51D63A1-D638-68F4-DE01-D291D4D1F88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107E3F4-756B-8125-8568-C280E1A83B3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635F87-2494-6543-26D2-E7D01E45CD2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B02412-5610-66C2-A8E5-F293B5151A7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2B16023-C033-0D59-1A82-675C5B23670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DC315CA-FE75-E488-DB0F-C4614022A03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91A9456-3218-13BF-7592-7C60E66C43E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63C22EF-2DBF-F620-DC14-B54D0388D8B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14E443F-5B73-C458-FB0B-5A6F4D6EC05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48A5F65-594B-9B67-7863-53EEF08E19B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53E2E63-4349-DAD3-0D7C-FAF44EEBBB0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7166649-2DA8-7CAF-DAD8-338F29C91E7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AAA057A-6EB9-8FB5-A6B8-F28BCA5ED5D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D4C61E4-F215-94B8-01AA-80A06BC1AE6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ED830DA-5E98-9B41-B9B4-BAE3F7D650A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A449859-14D7-4E67-9065-698EF9A2A99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200318B-E242-3928-6C79-B445F3CDEB0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5CF1E96-C7AC-3F8D-908A-01C081BD3A2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F90F40A-163F-798D-43FB-74A9CB9633B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67FC891-FB34-1F5D-5F91-59B96AF87B6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0BDB1EF-76F7-0EAF-1C2F-1F55F807581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</p:spTree>
    <p:extLst>
      <p:ext uri="{BB962C8B-B14F-4D97-AF65-F5344CB8AC3E}">
        <p14:creationId xmlns:p14="http://schemas.microsoft.com/office/powerpoint/2010/main" val="41936017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239C8-B010-A0DB-9BC3-26FE5341B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8CFE5C-88DE-A18E-833B-71E0A5E377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In Row 2, there is a single, obvious path to 11.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EA95A22-A8EF-DCE4-9985-776CC4D24A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27A7D77-7EE6-A2BC-7EA7-A3F0E809C2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9EDBBA6-A8D0-8A60-DD69-E630A8D653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FE0D678-390D-79C3-85DA-A37BD32DB1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2E09244-4855-BCA9-3C91-6DA33D370330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DBF3B4-3995-566E-397F-109A0D9E339C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E5D41C-7CAB-ACC8-649F-CF0CF4598484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743204-442C-F63A-905D-458669EB2554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E4C7B-266B-8309-DF16-0249D8BE1E0D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B33B94-395A-46A4-DAF4-CE16801B4919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39C32A-F493-6197-5695-545D2A64B45E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43E6F1-A9D1-C984-30C3-92F0666BA4F7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5F1C0D-048A-CEDF-1A72-B755F40A59BF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6C4A85-6BE6-4E9C-A382-17E4788609CF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533505-CDF7-2D32-710E-E53AADA84A7D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C76AA1-662A-9F53-A852-35ED9A30FC3E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91DE34-838E-F6E5-E9E0-BE18B9DF9CD4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05290CF-85EE-B74E-CEDD-C2F7E27D89E4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94DBEB-D1B5-0165-D702-C73EE3030A67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B3894F-EDA3-DD1A-18F4-C8DF68A9CB1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8F7CBF-C680-A619-7093-83CF8A72606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F8A194-E740-DD74-01C9-1A6770918F2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AE215C9-9167-BA1B-7280-DE0FDE11512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1E0FFC-8FC4-8F20-BB7A-AB256ED66B1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C5DBF4-5B3E-B167-C3FB-13635A2A197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3DD44D7-9D41-B50F-F2BA-870C2188A03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0C8CD50-E654-AC53-5FDD-8B5B4F23C4C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4A89C4-2F94-BC19-5F84-EA5E97AC7B6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751FCA1-9AE7-CCBA-B24F-FA75EFB6CE5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96384A6-065E-8172-4EB5-F778DE07F99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0BBF9B1-7D52-8543-8FB9-15F2F852653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B38945E-1F4B-9BC2-E81E-2E8FD8943C6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F09C196-1FD5-A470-81EB-FA8E87271BE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5FF0707-CEE8-1321-9ACA-1589614B0DB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A84FC91-01E0-5998-7F3F-F0D40F255B0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9EE53CE-E598-3F3D-EE3E-B37E0111543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FE5CA6-CFEB-6A3F-327C-37604229ACD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351FA3-BF8B-BF91-E54C-76239F0B75B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2F262BD-03E2-247A-4ABD-D151CE913DE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F5603B-EFEF-4660-114A-84FD0AEB108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956E2F3-58BC-1528-DB83-79C893E8877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9B98A47-5E08-0207-6E11-D7C00B6B29F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5762B57-4C98-0104-16CF-F11D72FC20A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A9853B-493E-B733-CDB4-E67FDE6B4F3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42241E6-B37C-859E-D15C-2796356C4DD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6BFCDD2-009D-106B-D303-17BAED054EB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B81590B-21E7-1725-C2E6-0215DAA3D35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DBEA7E-6487-0F65-AA0E-1D0FEA9CD95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2D2EBB7-F76D-AA2D-1831-53DBAAA89A1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673F09F-2F29-A46A-41E7-A0868B1CD74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2675A6-FD25-970A-D263-0E07BFB044F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A5D6EF3-4F16-5E1C-1DDD-F2BA0027E05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AC4F5D7-59F4-6F3D-D9C5-288F465E2FE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DDB8FAA-378D-7E0E-EEC0-43F637EF786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6F57FE7-987B-C28B-F8C7-7BDBDF241E1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B4225B-4BDD-1F21-DA40-E4D96318ABB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BA30B6F-EA0B-3C78-7C1C-43D9879DBB0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84B0158-4C47-B61E-4479-954B0DA05A4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C192FEA-7A9C-A272-6536-0B8AD0180B0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92BD564-CC6C-3609-75E1-124435797AB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8D3EAC4-8031-EEE0-5C1E-3D3CDBA06D0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CFBC150-64CA-EC89-D72A-DAFC5AB3A3D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7876E5B-3D8B-2E21-80C7-9CC1B210C17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03CAE1-1C39-038A-C7BD-B810D9C9FB1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B4F583-8841-C1C0-82B9-7C3E6FC04DD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5200AF2-DDAC-1AAE-15AD-A47AB39D5CD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058A141-235D-ACD7-83C3-5710C1EB2AA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AE0B5EC-847C-0328-F181-A9A9A958C3F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3997ADA-A2C5-FFEC-7D67-D12FEA21E6D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FD8AB43-715C-4D81-47AD-37528A94232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70DE92-7961-FB38-0C45-809F2004856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6E1E4A-E98B-D6E4-9764-8C1A87BACE0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C58494C-6087-082F-BF56-F0B006E23D7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D8E5804-EC43-9F59-F173-1AC2BF94943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860598F-21B3-7493-3A7D-3933F51B28B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0235224-E6C8-2FFD-1B90-A803E8AA3F2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5BBF7BE-BAEE-B4B9-C862-038728D1C0F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FBA1DC3-DAA4-1FA7-D662-80326C52090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DFB46C9-AE96-69D8-5249-00708B3BEB2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B675BBD-89B3-2251-6025-06E307DD37A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6CE6AE7-993F-4FFC-5A20-F7B996BB6BE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9C7262E-AE0D-4CC4-04F2-0A6C14296BB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40A463F-80EB-D076-CD31-1D7A8153C54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3770E38-D272-991E-9346-F9C140CAB2B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596AF5B-0A56-3B0E-CA33-8B2D90923E4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283983-4D49-2BF0-92C3-632F12D17B0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393C676-FABF-E94A-FB44-71C9BC80852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BE6B6E5-8DBF-FE1C-A7B7-CF25FBD43D2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B39B964-4C20-385C-EA3E-54D6A5A7B97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677A452-D411-FD7A-39F0-4B667AA411E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</p:spTree>
    <p:extLst>
      <p:ext uri="{BB962C8B-B14F-4D97-AF65-F5344CB8AC3E}">
        <p14:creationId xmlns:p14="http://schemas.microsoft.com/office/powerpoint/2010/main" val="27016002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CC6B2-F9CE-76E2-B5F8-7EE8A3998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3681BA-EFF5-92C4-24D7-1B4132A084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Complete Row 2.</a:t>
            </a:r>
          </a:p>
          <a:p>
            <a:r>
              <a:rPr lang="en-US" dirty="0"/>
              <a:t>And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77249AD-24DE-6331-4C77-47147DD44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394C4CA-1D4A-4FDD-FB20-9ADE114327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FF5DDC9-3898-C109-5D52-94635C2140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36A7BC5-AEC0-2400-6304-A09C97F10F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6142BFA-3002-C95E-89F6-70699052F05D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4DAD83-4FA7-E136-34E0-9374DECD77D3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300E0-F571-DC4C-DAD0-51024D1D24ED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CE75DA-7B05-F9E5-8313-BEE130B176F3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212447-4DE4-256F-2EE2-795D645CC6BD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16DC01-F272-C233-CEF6-34641BFBE18A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C6E03-F576-7BFA-B69F-E0DAE72BB63D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48DDCE-B648-9733-123C-072082EF128B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888ED4-C36F-312F-E51C-0D884300DFA4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4202F1-0739-2D54-576C-9B7BC25D607D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47E674-3EAA-BB03-55E5-B1CAF059DCB4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DAFA545-6ECE-70DD-E1E3-0DC20EB36818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62C2CC-FC92-D6BF-44A9-CFE6558540FE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E618D1-E8A4-180E-4BBB-36EEAB7493A8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492071-8F82-968E-62DF-A6A7CE68A0BB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6D4D97-E00B-60D0-4BCE-EA14DE6DA2D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B76D51-5A5E-262A-B720-366C0DDDA08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744847-4765-8C96-E0E3-A4F72472168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0B34B4-A9F1-2BCD-299D-F5448D98657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4BE9E06-F6DC-C404-0C8F-782E47FB6C6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5A19B7A-2608-72F9-1422-C0234EE56D6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26A2D5B-3622-7310-822A-272DDC8CCFD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ACF00CC-2F1E-B7B0-848B-1678077AD73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51B20C-A1C8-898C-262C-2E456334A7A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C86D7BA-0EF4-A8B1-FD62-875DD4379C8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23A2C69-8944-6120-36C2-CDA3DBCD6B0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02826FD-24CB-CBDA-557E-126DFB7FE3E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7D26B4A-122C-0664-0A1E-DD81B652974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0A636FF-A1A7-DD53-5A78-F0239B5ABE7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DB89E26-74EC-AB8C-8BCF-FE3CD2B51ED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CD01F1-65F9-5683-60A6-BFEB7802250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CDEBCB6-E995-73FB-E7F7-195659CD652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05FA060-B260-3919-BF77-D017C4D4B90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3DF9191-6AAF-6476-788D-C4E6D9FCBA2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C733AA2-D5A2-B0BC-B7F1-FBE29420133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F22C81-667D-3BE1-239E-852EEE39483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191602D-E77F-08E5-D47E-B6400110503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85E94B5-E269-CD2F-D2DE-221317EA61C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4251816-BAA3-DA43-E1EE-C07B0A23316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5120BC-1106-B60A-6F50-49AF90113BA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C02EEAC-D900-1198-C644-0A0CC6AC463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D35197-2E21-133F-C31B-407FEBA62C5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C57B425-98D3-1911-6FA2-314E4CFA54E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4B792E7-AAFF-6759-E1DA-9F9A6E32725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B619943-C469-DB85-9971-3007B960C87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4428FD3-CF1D-4965-E06A-AC65BF01BF0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7860A78-8D86-1A59-E5D9-66D66F33454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19ADF2B-BF76-2D85-2E0E-43C28D4EF57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40183E7-8D18-BCDA-D9F0-3ADB74CCE47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CE616BE-4F11-A1DF-9164-51BF3561400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A74DD1E-3E0A-85D5-5DF4-D3B4C6ADFFE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2D54FCC-EE8C-BB8D-CF0D-353FBDE91BF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CDFC958-EC0E-902E-F5DC-EB84134324C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6741657-0196-83A7-39BA-CF2FB812273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92BABA2-CB09-F369-BCF8-9F3B55DF7BA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E17038F-A6DE-97A5-26CB-FEA377BF3B0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E27A80-C081-8AB1-68D5-FD8BC26B202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E08CB6B-DB58-77B8-E332-46C3D6460AA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74F37A-FB03-FDDC-728E-961E341FB75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7FDE0F-8D4B-D01F-6805-14DA7FA42D5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77BC7B1-D6FB-6BEE-B431-7B15CDDAB43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65DA506-FD2E-DB17-B622-400C6F3E03F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3EA6122-5AA9-28C3-521A-44572BF5E96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9A0FF02-88BB-3F51-F0F3-6E279780A54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BD1538B-9C87-96A4-48A4-33192CB1474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7E5249-8AAA-B780-F4BD-307DDA44065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48F4B2-4AFC-9246-DB0A-278253C8A49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56113C-946F-6C6A-30FE-FD4D124098B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6FBCA42-4E0B-EDFC-4718-5AE37A6635A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0B4F49-AA56-B96F-FE72-385974C08A4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A06AA9E-51B7-0243-E755-762C298E6CF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3E51991-9D04-E0C0-E926-5FF85D72EC1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3133A9B-0F9B-D764-C472-79B5C939767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AC2F85C-D854-FD76-263C-DF770B98EFE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89E5E4D-FFDF-74CC-7817-0E9B6DA6E3F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6A47A13-0DCD-188E-D81D-8967C859F27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5668359-04BA-BC2E-E9F6-A1AFC36222E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BFE70E1-6D75-963C-AD24-102752D97F5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798A508-59BB-C8A6-6FD4-918F07638E8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87C26E6-37D7-4FA4-F05F-70C75408280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3B4F5D-253F-7626-D886-30E11129757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561BA3-AB66-97DD-0327-1549C631349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F4F43B8-85AE-2915-FFD6-7DB5812FF45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69B2DDD-8FFA-0574-0EE7-DE67D06CEB6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95CED6C-43C7-CA55-B8B3-48CC6A91FC6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3C6CC66-A920-2C5E-F0FE-B4EE7B4D429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5805993-71E8-578B-0235-49A0EE4C1B4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</p:spTree>
    <p:extLst>
      <p:ext uri="{BB962C8B-B14F-4D97-AF65-F5344CB8AC3E}">
        <p14:creationId xmlns:p14="http://schemas.microsoft.com/office/powerpoint/2010/main" val="337300273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66874-619A-5A7F-929E-FFB27258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8EED88-5E00-535A-D64C-08BEDB1450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6E95467-4BAE-F8F1-449E-0CBB50761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01AC075-82A6-0F4C-41E7-F2B8CF5E53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AC9F414-CFB5-F8F7-CB32-8C4C369189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EE87948-CEBB-00DC-60C8-99115C4AB1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37D2E04-0B7F-7751-256A-30C830A64345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BA3794-1BE3-5BE6-A307-60F10553EBFD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C19EA7-C58B-1DAC-52B4-F63F1A63F666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B310C7-9D75-DBF3-C9ED-7814CFFE82F3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7D64F5-951F-3D80-07B7-403009438220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DD341E-9342-46D9-011F-26AEDFA972F9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CA3C253-43B2-FD60-A7E7-7A3CEDC68450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7E3097C-9F32-04F1-1FC8-5AA9570109D5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7FAB1D-AF97-9B41-1D34-41AB3F1AFF6E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485723-DE1E-D070-DD49-533291B2CA90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04F6FD-9B08-3D17-33DB-AD388BB58B5B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BDC89A-4A79-900B-FBDA-1EED1F63075D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54FC71-4A0D-9B92-2933-F5FE73906CF6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26B8665-13E0-B7BD-62D9-C53EFCC753AB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6339851-914D-6CC6-817B-B1E5D4347A57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1A236F-42EF-6AF0-B47B-EB90EB1E598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CE536E-CFDF-FD00-48FB-0DB4F625B32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802F801-4132-A12E-374E-17245837446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6A6504-E153-F1F0-0445-78FE09A7527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EE154D-CBF3-7750-3CC2-EA085C2BD20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AC2BD2-AF50-F63D-28A5-5719DECC0BE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58AC84-2C3D-2F05-0AD9-D960945F119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7C0A820-1951-022E-DB51-BD2E681EFF0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42D7455-6A91-6426-B465-BC52BBDA926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5CC8F1-348B-2CD5-9055-55FF4202894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40F6075-0DCE-9583-E225-FB43D2555D4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D870549-37B1-99BA-13AB-9DDB5F85F63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1F1666-E590-560F-6614-F6C9A9DB9E1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8B3BEA-BD7E-A061-B0E8-38F33656121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655B979-D881-BAFC-F668-EE12491A770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723D379-841A-A0D7-3587-A54B8A7DD65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E851795-9131-B44B-247D-B56148254C4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EB7772C-174A-3FB9-7083-AF44824CA30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97A39C4-9571-EB9C-19D5-7C33749CE1C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27D2FB6-958E-BB59-E885-D5006FC0E12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0F9BF1D-EDDA-FB38-EDA2-D865198F29C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05C6BC-46F4-8676-3D9A-DD360B0409B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EFAA46-D8CB-2C3A-7CD1-709CE8C8A24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9360E0F-F73E-E87D-14A6-DB89937FEB2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750F8B-7D3E-8514-4EEB-1EC46428C95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245C815-C141-479C-E24B-A7E3B545AB3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5683E0-9CC0-136A-C1DD-52694A70B2C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919AED8-3BBB-6A2D-5198-95E132C44F7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09889B8-DCA9-F953-5FBC-137BE9CBDFA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8FA7ED9-BCDF-E9DE-152E-2A0C2F63FEA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9BCFB6-E739-CFC1-6BCA-C6AA075EFF2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78129F8-FCA1-9B36-8518-4337D44406C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C63DA8D-1869-2458-BFED-72095747D30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30CEFA5-10FB-C1DE-39D7-1279EAF9A51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6519F30-C731-051C-5130-9D78626F9DC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B701457-9BE9-5460-EA0E-798FC17B782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CA2D436-BE29-8753-675F-09CED74BAC4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D778087-BCE5-A663-EB8F-AA106ACD7F5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21FB3E7-D27B-ABC1-B96D-0F764106AC3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9B07B1F-C0AD-CE54-A83C-86FEB55C71A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40AF4E-BFEE-7128-BF19-150D7019F93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7E14934-F55D-4724-8E89-7894F6CBB85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636647E-1916-4156-168A-F4AF3C24BCF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92B530A-39B0-D988-3297-ADFF6884289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432012-CAC0-D4F5-CF8F-5740A505104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217B6DE-DF66-88EC-7A07-9818E81E0CB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63E1045-B699-C28D-0ADA-EB5F4837D25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F05FBD2-91A2-B4B0-C699-7C80C935B29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F64FCA4-B4B0-6CF9-5885-A71BB4C734A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8232AA-FA17-7940-CF6A-EBB4C5977C0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B691DF-7870-405C-E7EA-5B81CF5C3D6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657D09-77C0-922C-39F3-1B7E40D8AEC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DD9B690-29C8-D889-18DA-C9268D88315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0731CB6-A46C-798E-E8C8-D739FE672DE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94B93B8-290C-0CCD-C4C1-ECAF55F8CEA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8D2C11D-7555-902B-217C-E4C49793C3C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5856A97-8463-8DEE-A360-D2CCE387F4B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1FCF3-5A40-5377-8F56-BD8A2AEADEE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C2C7CF6-1F6F-8D5E-4F4D-2CE531B2924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CD4167E-7C1B-6C34-846A-A1224E0AB38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5849453-138B-EA10-696E-B76CB0DE70F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5313896-7AB3-D6FC-A5C5-622495719EF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B2BCEB-4E8C-E1E9-CF6A-F41EC8184F5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D473EF0-BEC3-7269-830D-5813F7D145F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8F2628-CFAF-C0B7-F180-2756B6A17DF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8320D8-3833-FFCD-9CA3-A1208503386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14146D7-A00B-0967-AE38-FB09449B249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29AEC3-3A03-75F9-CDB4-216001BB2CF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F0D4C1C-3A33-8D40-5EC6-241C2027FDE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775A0C4-02DF-061A-9FE2-D3BFB46A4D8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8EC8F06-2694-8ED9-DF60-4EA75940C2B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AF2EB91-7912-786E-4CBB-6B5439B3FE1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</p:spTree>
    <p:extLst>
      <p:ext uri="{BB962C8B-B14F-4D97-AF65-F5344CB8AC3E}">
        <p14:creationId xmlns:p14="http://schemas.microsoft.com/office/powerpoint/2010/main" val="4723739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34C89-321C-E32E-5E2E-19784E3C3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8EE9DF-6DCD-FF11-D93D-C4B4254D41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9E4F74D-EEA7-EE34-461F-058450E3C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228CF41-8A65-B27A-6377-CD0EBA3C0D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F210DB1-0392-EEF5-AFCC-1E4B1CF914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FB03FB9-51C9-C4A9-D1D7-AF32D4747B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8AED59-DACE-E444-C75D-4945FE244068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A44DCE-0B8D-B4EB-0F4F-66996EB1D765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498A45-134A-5BC1-8CC2-5A460F177EC4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FAFD1E-32E1-FFAD-A1CA-66D0301C6AC0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6D475F-3934-D65A-FB73-F912F884430E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37B282-4629-58FD-B7C4-9CD7306EB86D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3CFE7C-2453-2A2D-4A37-B1B779BB0AE9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8C782C-18E7-83DE-9233-565073780463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8CDA1C-8D6D-AD5E-151C-FB0C6DE89110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CE9326-38C2-F76C-A565-C0781470EE37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34D6E7-C273-A39E-4809-DA40A007E4B6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4874C1-13EC-FB21-4912-A3E74499BA60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31B0FA8-7276-882D-C45E-8572995D1E72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41DB1E-DA20-C5A7-D4C4-7C60801586FD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38E1B11-4A00-73D7-E71E-E303B1D2576D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F8ADE9-A084-8BE8-C8C1-EE352370953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5BA1D-6600-9B4D-ABD6-7C316E9C0B4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EE8BF4-7CDE-47C2-19E4-32F1642FB8C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4BC67F6-57F8-3B6A-CE53-9795E6C4FDF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BAAEA34-F441-034E-5407-0F41B91456F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EE0005-D975-AD9D-004A-27AFB5ACBCA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C13354C-F0C4-F4E4-5200-F7934894416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E14B5A2-7525-6141-4541-CA6BF65EDBD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6C5029-FECB-4CF6-72DD-7371F11B51F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FE1DBF9-D986-15CD-22F4-806F6CE4623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724580C-B2B5-BA08-273D-187F92B2369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F3ED498-CB42-579C-03B2-CEBF6D684F6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098E7C-0609-0107-3A06-08A3F72BEA2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7FD8A26-826B-4288-03E8-C0F63C871A4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EF61139-C3AC-21CC-4F32-E2A8187E668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F67FBC4-57AA-4DFA-5422-F7819D92017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637DE2F-5FFD-C0E5-073A-15052ED3FAD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B59DE64-1821-1071-4AA4-E4B4B7DCADF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DBD2B8D-BC3E-257D-E606-A1FE921CD22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5D8F63-443F-D6AF-E2C1-0E9473B8229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AF748F-877E-B3A8-DD61-F71500A8253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D66BED-5D81-8283-61F7-837321E7631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987670-61DB-7165-0048-63DE51BA356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0085ABB-3F48-BFA5-4EE7-E2CFD53AA35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E9ADFC4-1A8A-0164-7F93-862768751DF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48796A-611E-4648-1516-B56A38DA0E2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D854712-8E65-FB6F-7D70-B724587A9FC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9A61AAC-2D93-4B09-81C8-41027A11CD0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4476E8D-9E76-A5AC-1053-190E9C8EF15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56CCCB7-25D4-E870-DC7C-096977358EE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8135D8E-95A1-206C-DBA9-BD16E175C8D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E373097-5E8F-4025-20BB-B6B8D4EEA1B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19655D-C45D-6A72-D518-5D8997E9A30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164BBA0-E32B-0F02-4B68-50F8BEDAFFD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127081A-2C3F-6A06-AC97-B97365E92BD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7930CCF-E1EA-0037-7593-513382982DF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D51A578-DB19-469B-A3E1-1BF43F17843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A957B50-88B8-2EF0-92DA-A3A3D7C8586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EFEB412-036A-6048-086B-30567FCE042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BA20BD6-BDBF-81CE-5080-F5078994E39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C72329A-DD87-8E80-1FBD-513CFBBFFFC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6154B3B-D33D-24F6-E871-16996B9FFE1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B6ABDA-C256-E068-4524-75D1BCF9347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683A373-433F-73EA-2E28-5852BE06643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0572B6D-533F-B756-841A-0BF34BFBD65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F96B6E3-F6E2-E4C8-E110-FA56DD9FFAA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0E80CE0-778A-D704-E09C-CA543B059A9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49E340D-3972-26C4-5FDE-5DA85DAF6B9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54C64C8-1219-4DA2-6006-D9E8946640C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9A6D83-260E-700E-1102-D10085535E0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B0E3A9-D998-8113-C2F7-B24FA9BC1D7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81613D5-0450-0E90-AA5A-2BFFC94F28D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C32C992-5D64-9FCB-D7EA-FA6CB26FD96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3F4DADF-6411-02B3-106D-DDFBC2FDE0B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F1ADC80-347E-BFF2-7AC2-CE6169BA319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45A8767-0DF7-FB96-08F2-2804E078B91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F49DE1C-0323-A002-9FED-D652B1E047D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5DDD397-D0F2-B894-BE19-167FB9C89B0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BCB8FC9-32D4-3349-DCE8-D0E8A729723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397FB01-6F61-779F-4050-49B28C64223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87E3182-30A2-7F09-8134-92E7F53DC23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442FF4B-7B3C-4EF9-E34E-8C50917D04C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CF70809-7D6A-DCA7-CD1B-8E3B0AD4436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EF45F8F-4CC6-8686-FF38-1DB10E4C4B6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ED140E-75FC-F381-8E8F-DBFD2815744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6A9BF3-33AE-30F2-61B6-1289B05AF3D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7645F23-C927-4865-2282-FC574D3B98C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8960321-82D8-1D49-11A9-01ADF8AA8E8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ADF45AE-70D1-35A9-AE6F-D5B55A357D4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DCA7B41-5195-1071-573D-A15EE692354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94BDD96-6BDF-6FCF-3AB2-6A57D993537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C26D677-7D24-AF7B-A3E0-C92EEFC290F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</p:spTree>
    <p:extLst>
      <p:ext uri="{BB962C8B-B14F-4D97-AF65-F5344CB8AC3E}">
        <p14:creationId xmlns:p14="http://schemas.microsoft.com/office/powerpoint/2010/main" val="30875452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89DB4-65F1-59C7-2F71-DD180A632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D3D87E-60B4-E04E-0C73-F044AA17E7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7A14CD-1221-B01D-2098-D9A09C89F0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09FA5A5-A3A7-4805-0F67-F5A43FADBF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CB3AF6A-3C67-42A4-BBFD-9BB94F4A97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65E2435-D430-FAD9-E686-EADA54FA7D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0BD4D44-51F5-D0E1-18B6-4D725AC3B81B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6073D4-5A92-1D6F-1EC0-F65FFC96CE16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27FFC-DB72-5803-DC19-F9296C3C1FAC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7C420C-CF53-6831-5B49-9E7D6D4307CF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4A512E-4501-8778-83AB-6415652CA68B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2C80D6-05AD-150C-92CE-8C17C868F5B1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553795-245A-3FAF-422A-199E331657C3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400DD3-A5E4-5587-977D-933355E3A5FC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A7C2F7-DE5F-48E0-0C46-A5DF94EF445A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7EA34F-A7F3-003A-B7E5-6ADD935D4366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8629C7-AADC-5F17-1D61-F9F59D61A7BA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0F7DB1-2464-5D15-C7FB-030DE7991A9D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E70A25-9903-3A06-290B-D031D80C68AE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86FEC3-19DB-D0EF-5900-E919779CDEE5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6246FF-AA02-0292-79DE-45A5F17F872C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DD7D68-EFE8-8E78-8F8B-47F93E66F28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5A1EC1-841B-4918-F21F-7A9A9EF06A5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705BE5-B875-A014-804C-C9691A098E6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F249880-DF46-1D18-02B7-6B95D4E9D7E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2E1847-BE07-EF38-B2CA-F895D524828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F066CAE-266A-35BD-2070-8DE65056BAC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A2572E7-A4C6-E9E6-695F-84F66A928F4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0CF078-95EA-9306-7409-E0AA7217213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85F922-BAA5-88E6-A14C-C0B0B312614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C76E5A-B427-FA4A-C9D8-E084E81B91B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12979D9-1589-D743-F780-C44A4119B3A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450288-6892-5E74-2A2A-DE20D7773E0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2CE054E-49B9-4059-714A-A6A8ECF98CD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2F51E2E-7A0C-328A-6035-BAB11EF23ED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A2C18BF-015B-3E25-B3E3-CF7AC138EA6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18FF5D1-5EB4-9085-BD6C-69FE8F23358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6EFB3E-7DB6-CDE2-7412-7A0CAC5014F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4072E03-3DC6-134A-3042-3BCEC0E8159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679160-C5FE-2DCA-EEAD-E984AFEDA7B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3FA3E02-5C4E-6C4A-B5A0-D9052F7D85E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B018F9-2622-C43F-930F-A5B2E5D9D3D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8B47647-E02D-0D19-5BA8-BAFE206B592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6C7C83A-9EC7-05A1-1C3C-EA25E2B5D17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9CCF99-9E59-27B0-663D-A096C8CD33D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C18DDB9-0155-6E35-F407-215775BD795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0C3CFC-AAFD-1742-1644-D262B099CB7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54E90A-0816-7BE9-2C27-31408EFA095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21E5D76-C1A9-0DCC-C0DA-D1EE9D4FEEE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69345DA-B959-C9A0-331C-C5CB7210EFB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654CD8-BA6E-4E3E-4853-E52E865453E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E48CD96-ABBA-E1C2-7B6F-18EF32F0BFD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26E45A9-3B42-2989-8722-71807B6CA59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819997-BA5C-F567-CB62-070E170B7C9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63888E9-3650-5EFC-8740-DA7DC935906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092ED8F-5F2C-A7D8-F58C-752D872A151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38BC27E-9E98-480A-CBCB-847AD1A1266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AC05AC3-9F44-6B82-56B1-C783CEDDA8F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28A3398-3C6A-CC5C-0671-3A69A609C01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2862BAA-BFCF-AED3-7E80-46BE2A3DAA0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7A00389-9954-3C1C-89BD-3EB4DA31A4D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B0E20D9-7B0D-9C8B-8582-051DE1B9BEE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6D2A680-6EE5-92B4-5101-8210B84CCB2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FB9D525-24A8-9B80-45B9-23512A9B970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C4035A4-DF7D-D01B-DED6-4991F0703CF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D2E8EB8-3DF0-03C3-CE9E-1964558C9C4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D75DC23-1B0B-1427-0405-00CB5A9EFD5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8CA87BD-31E1-656A-9A7E-766E2DD9F5C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23B3C8-8898-95A3-B938-5C00D9173A1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9B5CFF-C52B-0015-A5F8-8982DFE590D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ABCC127-10A8-BBD7-136F-DF5E5540013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09CBF46-D3B0-78C3-3CB0-E498C45F11C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6BF0D8D-2CE8-56D8-C4A2-FC273A8BC3D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A6F8C24-7968-EC67-4954-D65A37FC2B1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C5C8AE8-99B7-309C-4FE4-E271087E825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F7D14C7-3C04-9A95-A10C-A4C4D71EABA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667C766-312D-7F56-F2DD-9CCFCB644DC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9A7A7F5-40CB-817D-B84D-12990A3BA85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69DD44A-94EC-1E9A-B8BC-AC80FEB990F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31226CA-0FAB-69DF-6DCE-E6FB305D989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FDDCE8C-0720-44F0-A00A-40B11F5EC59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24C3CBA-9CBE-7A3B-C000-8342A7CA914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E17EB09-D681-4395-9CA6-52589DB1BB6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611DF0-7CB4-1B90-E081-AE005ADD7C0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2F45A3-CF25-1752-1212-3349174C7C2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272EFD5-046D-8554-B5EE-936A7921796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AFD67AE-9BF6-93ED-CA46-F747771B83A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853BF6-3CD6-1EB0-7AED-64743333B06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163296-6C89-F16B-6E7A-F015FA48B31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8256E03-D383-96D4-533C-2F9B7164F16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A2056EC-6BD3-3FEE-7800-32F1CF1442C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DC6F99-12C5-0D8D-25DF-6197C7B5EAC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3EC0863-361A-0180-58A6-04A4EC95F0B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</p:spTree>
    <p:extLst>
      <p:ext uri="{BB962C8B-B14F-4D97-AF65-F5344CB8AC3E}">
        <p14:creationId xmlns:p14="http://schemas.microsoft.com/office/powerpoint/2010/main" val="28691947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794FB-C166-6B12-A091-0EA5B0644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5B29D2-B500-839F-3B2E-1CC74EB6C9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AE2E50-CCB4-79DB-7CE4-8293F3AA1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5E5138F-106E-2FB4-31EA-86E49D081D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EADA9F8-4509-5775-60B8-E3CFFCD4CD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0FD0716-2844-EE2A-F233-F4303500A0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125F8B6-2CB2-7EFD-31B4-3251F6AEE98E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96CD5E-9920-0E2C-A82E-D055328280D0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E9DE21-2DF5-95C7-9696-ADBD2D1B5E59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12D9A3-9290-3512-B9FC-436D9E19269B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27337B-3025-D977-6975-6E96AF1A4463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CAF262-8B71-724F-73E3-DC10AC258A11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918BAA-D2E9-722B-53EB-771596D970C5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FF1019-B1EA-0AB6-693B-5851E73D42DA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93F921-7C0D-109F-CD22-F2FDA64DC56F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1E4EA82-3A52-A543-61FD-B97CEAD9B62C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8710F10-8613-5D30-0FFC-0C3048957805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F9267C6-396A-5FC1-7120-DF46B80FEACE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016DB9-9312-A48C-0ADC-FF91C9B3107C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02E943-C257-7C7B-E12C-6AD73BD3A0DC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E012B0B-BBEF-5D4A-AD72-D9D4208DF9FE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E3F9FF-BDDF-F2FA-C7E6-9AD9ABFC363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B49D20-4B2B-6404-3056-23F678E7937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361919-07DD-1F83-5E05-0AFF0FD4ED0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38E481-96AF-B924-095F-FD78E53D4F1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A242B32-089B-E60D-3E0A-205FBF093DD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4046EB-FA28-1C06-2DA6-CA8BAA4C3A9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102B27E-55B7-E6D6-A8BA-55900B52D61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95C7A32-19AF-8DA2-E3E8-9384C87FC86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A522644-2F58-60E0-FDBA-106098968BF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4BFEF4E-AD71-6E4F-63C2-EA26E5F227A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1F8A064-4C2F-6220-F4DF-07600C780B5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7C1E1D4-C1C0-904F-1941-DBDF9FD9007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9F2B700-10D4-8CE3-E782-EA41C88D546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4C637C4-A1B3-8D5F-7D61-C05BAEC7D98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7A872FC-8B8C-2A6F-0CDE-88BCB6E4BAD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C1CBEF6-EC90-DF0E-717C-14534DF1B2B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01BC16D-8ED7-A3A9-9DC7-100A8C8319E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C95D0C8-B2D5-DFAD-282B-5A05C372490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50B69F-E3F0-DA48-26A8-68EBBABAB13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8E5EA67-2479-9670-500C-05B4BE63F4E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BBBEFC-F87C-7623-624B-AB55F7CDF3B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9F30826-4F28-168A-72D9-860A33D893D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0E517A-5743-F420-1135-DF04FC0D3BE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11631DF-E28E-5A18-83C2-619CBB980E5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89807EF-A8A7-FF83-1EB8-0C4AB114B2E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886786C-CE91-D3C3-3520-39468E9A3AB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FC58344-7476-2D2B-DDDE-58E6DF517B6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83D9CE9-8507-BB29-46CB-D8D3BD16E4B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B07998D-FFC8-FB86-044A-B2096F2EF85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7A61E5-479A-492A-580A-CC4EB8A3D37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768DF33-566F-3649-762A-E56A0E64ECE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107A139-7C90-3C47-9CA9-10A88FA5BFD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BF2873B-61CD-087E-B78C-D6457FC34BE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9E3B476-48A2-199E-2018-C16E2030F7A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716650D-C2CD-7096-770B-5CFA093DFEB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92BB4F5-71F4-193B-56F8-13F199E2EB7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FD54AF5-C8F8-B2B2-F9D9-74749EA0E18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631A2F6-D123-3335-192C-363DDE8D317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CE35FED-271B-025E-8440-C8BA3F921CA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4833921-6C0F-7C63-AC26-3B344B5A10A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CD9D230-3512-A1C2-B4D6-B170D0956C8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D5EC15-9528-B8B9-2D5C-81957F86E5D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BED26E4-0D91-63B1-D9B1-8F6ACCFA91F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4E4E783-4DB2-1B83-FEAD-EB7C3B64C8F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76A270D-3A51-BD42-AEA7-794A0DCEBD2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62D8C4-6C6A-2690-F84B-C09579ABC24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8F4EE5E-1A63-0823-2574-A1854748A3C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BA545D-CC7D-D132-2088-BA329E3BBE0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E8431D-E6CB-EEE1-044B-C71062BD0EC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B2CC537-0BFB-EB03-66F7-5F6F28C4E93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38BAE59-C0B7-D613-49CA-FC3BFE43776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D09889-A624-78CD-C005-5B0D79FE7E0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2C07C20-2973-E573-34AC-D4401FC42D1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53AA958-4DFD-296E-6644-96BA01B2BBF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7B6C318-32B7-E5DB-58D6-3CD11070B4A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2AC78EF-8A66-FF52-2EA2-3A21A65BC58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D55F570-E731-ECA5-3E96-07617F68294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184311F-C618-6AFA-0637-9034FFBF728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8F698CA-B494-C979-6926-54617C319DB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B687242-4CD2-D7DB-A927-A7DE9635C71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8A37B7E-FE83-A0E1-EE25-A9E7AE1C2C1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1390642-7A2C-DD97-7CD7-00E4D20DE93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E7E49E-7FF9-0B31-C3D5-82CC6CB8D17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C0E251-0333-41C6-F05C-A8D0598A608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DF39D97-4EA3-67A7-5009-20D408E1E73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C89444-E242-F856-4775-C0F763958C6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3922E5-C892-BD3F-E1CE-F768034821A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B728830-159D-7135-313A-959C689A658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B033B0-542D-FC03-5A51-EDFCC44E8AF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EB6F7D7-A1A4-0EA5-ECA0-FEC2051FAFE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5954BE9-FDD8-9A4C-44F6-8B3EC3E5FD3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786F735-F9EC-4807-6F58-FECB40A0DD2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</p:spTree>
    <p:extLst>
      <p:ext uri="{BB962C8B-B14F-4D97-AF65-F5344CB8AC3E}">
        <p14:creationId xmlns:p14="http://schemas.microsoft.com/office/powerpoint/2010/main" val="284133731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B80B0-7E9E-4713-CCBB-3905D7CC8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374CEF-826C-524E-8FFB-FBAB79BD5B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In Column 9, there is only way for a run of length 1, bounding a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AABC522-31DD-58E7-2BE6-5826B524D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E03CC43-C8DC-578C-5DFA-BF9DC3FC29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5E15760-09C2-7CE3-41FA-DE8FE732FD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9F4977B-019A-0806-D886-9E6D689C24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9783242-6B6F-9FCE-CBB0-FC3CE2E5C525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CA823E-7622-13B6-E385-534C0FC5C157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CA843F-BCF5-B592-1460-845D8FE0491A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F83CA5-C93A-AD98-42D1-5997C41F5189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BD9EE7-12DB-4935-6D34-F5B6F7E878D1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4DCFD4-ACDD-8783-BC12-13BDD897545F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41E5ED-1BF8-5902-5226-3BB30F32D266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A77C7C-1E37-5CED-D3AB-7180CFEA0C12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0D30592-319F-E093-D23B-41D97C5B07E1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346EDD-CF21-D515-7A01-F8F818E11E60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0F8334-1BF1-9E2E-395B-B62A88F91A1E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C10E9E-AD1A-BB91-6681-B3F923340328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39BB061-CC19-70B7-AFB6-D52385DF8F8A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43009A-5E98-DCF1-2EF5-C4FC16C67599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218F91-8D94-80F4-4664-0A0FEB668F58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7CFA97-D79C-1AF3-1A37-9BFF0CD75D8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47759-5F76-09B2-BF23-11899C82616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41403E-3633-A011-D5E7-D5415FE517C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B246A6-AC28-F130-2B51-90CA448ACAD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BB19B44-C831-96A6-92C1-13087FD79DB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08B010-02C1-3047-3F89-38318D94DA2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D9ECDCB-78C3-498C-99A3-9183A23C3A2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590659-6553-1621-CFCB-C72D99D7758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9C0551-57EA-230D-15E4-72583E07079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EEFFBBB-FC18-D80F-A30F-27D1F174086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78AE1AE-74C4-F0CB-91CB-6A0B9E83639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72AA530-8AFB-1919-CE54-0108880FAF3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6198AA9-EDA2-0FA1-C1C0-B89648AE28A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6BD1886-A8D3-55DE-AE61-0D18F6C3DA2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75A23B7-3662-528B-B161-1CC41B89BAA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0CC4F7B-95D7-5893-F128-6A5C75A2583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7CADA29-7A3A-8EFE-FC99-31231CF1B12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6B47F65-9C0E-D22F-B286-A0163D3B36E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0259604-4CDE-8B6B-34E2-342FBE34668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F420EE8-A6AC-E187-E606-0480129F78C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DB35290-9536-DF7F-5F48-AE0812C9733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89ACCD-0E7A-62F8-03BC-E6BB403E407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7A85C8-2154-D89B-B790-323B70665AD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2951DF4-9335-E328-82DE-7E6D6DA1066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A8DF79-E1AA-B1B9-2BE8-998BB491D7B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59E26B-7CCE-0653-EB03-03501F730B3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909FE16-C76F-698A-EC79-5749C8A66EA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0DD2CFA-5D9D-E0B6-99AD-2F90E18D940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F6BAEA-0CF1-0650-285E-C4A4D92582B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25EFE26-B225-3AFC-0190-DF8D7806CB3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3EFFFFF-37D9-3D94-7238-D91DF3BA3BB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C41B0EA-280B-8721-018A-56E1118C7E6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E4CAD74-25FB-5176-7D8E-AA41CB4849C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1C6B5B7-8977-4878-6152-E6116898FC1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C4A72E9-5DCF-DAB6-2BD3-E8DAC0D4F14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FDDEC61-F29E-ACB7-6195-C7A497E49B7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86C199F-A75B-62B8-8C72-84B7F3F0C1E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27BBA8C-9B95-CA73-AF47-36729FACD54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103599C-20C1-6F21-4323-7D916824759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849B435-BB1A-DF00-7E87-8853EF5FDF4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559582-5479-1773-1365-A484F17C301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0E4C420-8CD2-20D4-0CFE-251A1A2DEF4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4D16B67-034F-6C23-318C-8EF1C9DB68E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F9A0A8B-7EDF-3BBE-5B9E-FD223F512C9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FDCF91F-BE74-6693-B705-A19CAFDD55B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0819411-9F08-9FE6-EA99-1810A7033AA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59E60E1-AF68-250C-C2D0-BCFE05AE684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072A13-D70F-1629-9B36-BF64C574063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A5A431-EC5B-3E38-8C3E-AB0829E38A7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9D40D91-4965-0234-878D-C50D87EA581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B4A2A4C-4AB1-CD4A-3058-F728E0766EB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C6A17CE-4F56-74A3-7F29-1AA8576E5B7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24CF671-28BF-5426-701E-929344B7D0E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E224374-D1A3-5C3E-92EE-3E899B4278A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609F0D2-3F62-169A-6D19-6EC7050BD7E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759D83E-1959-991E-EB3D-5C0B4F48D0C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991DFB5-AA28-C859-B310-EAE09B4C87E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329CED5-C810-D1AE-D72D-5CA4578BE2D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4E4F56-6D87-F742-A44F-14D27466531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795DE68-1E10-4699-85F9-61420D4905D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ADAD46C-D3F2-3DB3-9276-BA99433587B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C0B52C8-637E-59F8-0396-31591ED34BC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122E064-7FFA-75A7-9FA9-6DAE7AB2638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7A3F3CD-9E64-60B2-18EA-45B6FF0955B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2688B85-17C9-495E-9FDD-2F2FBE7DA10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346469-A8F8-A1D3-27B0-8A9ECAEB337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F4A812F-33B2-1FCC-B1A8-32BFE3E92F3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935D6B8-3533-E389-410E-F638DBE47D0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992B4FC-3E8B-A944-4CC0-43B37C25E14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8A59C11-A71B-F3B6-A261-A3F200546DB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D924AF-C26D-D656-0329-28A0D930685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B43B223-5781-7F46-6CF5-D914670CE38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24578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51EE774-6297-046B-0C8A-EC1F309D99C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C7119E3-C15A-EC57-3B7B-39D57EEE829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1879467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DC03D-9211-B992-E605-78A7EAF66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7FDEAA-BB55-249D-01E3-15B72F7477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Complete Row 5.</a:t>
            </a:r>
          </a:p>
          <a:p>
            <a:r>
              <a:rPr lang="en-US" dirty="0"/>
              <a:t>And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CEAC5C8-202F-DEDE-8777-0D6C6C13A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1DA1160-548E-CE28-2B14-E17F95408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9860468-C98A-A610-6A2F-393795702F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9564F0D-08FD-4402-6C63-D968B2803E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0612841-37B9-724F-4DDC-A9C62D839672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7C535B-8621-0280-63E0-E53A600D62C5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5CF6C7-3C6E-453B-1467-4E82046B4DAC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E1C617-CB21-FC40-755C-2D64F0EEC62E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6D9D99-EB36-B9BB-B1FB-F6F2B740644B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29A7416-A6CD-7986-A598-E48C485FD2D1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3EBB7A-FF60-9F6C-098C-C2D3E8A9BBBD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F80FD5-DF94-C12E-2243-0689228BBB9D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A5A12C-5910-787E-7067-EEF65C23F2B7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835CC6-0F1D-3D17-BC7B-2F5F4CCEE714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5181B4-23E5-9007-FBD8-4A054667AD2D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A4B9EA-FA72-45D7-F5D8-EBDE7F455593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3A823CB-8E2A-8091-4B0B-37BA37134C9C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9C89A1-C4CE-3341-503B-891F3F93E98B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FE250CA-97BF-9476-338B-E7ABD613738A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7FEF56-A39B-7FDC-4F98-C1522D588F4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83DCFC-F602-F6AF-8BDD-34B3AAF8001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6D0E3FB-D7AD-56DE-62B2-456D03AA815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CC5281-0CC6-A1EA-6082-7A4D7025A96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111D7E-0707-875F-2810-24134074DE8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928BC39-9294-39AD-6915-A715DDB9639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242CA8-647D-9831-BB82-15308F7DF53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4D6EF3E-45B0-1C2E-A3A0-A2683A703C4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DB8395-7907-700C-49E3-22C7E5F2D32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6B326A0-EAB6-9196-1F06-1B124862979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FA59887-75DE-BA71-055B-57FDEDCE832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97BF41-253C-F6DB-A78E-ADFA7A7E567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18D47E-9698-46C2-D9A6-2314C2D6AA0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2EAEBA3-9ACA-C9DA-F65B-F7434501839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044FCFE-553A-643F-B9B4-4BB3EA5AB51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5C12236-DDA1-0BFC-2CD6-EB45E9B04FF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92BD978-C2E8-C53D-F73E-8200508297F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2ED0216-2450-7B7B-A44E-F4EB907607E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E3C4B7E-9E7E-DFF3-E92C-DD2406F8868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D9E74F-CEC6-3EA8-5CF7-9F223C4BC97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E570C60-C9A8-2726-2424-D7D88DAE279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B200D1-8C1D-3984-3385-7B2A1889FAF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49EFD05-1D9E-558C-D505-4143F1BED35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2DF8BE6-DD57-8D04-84F7-74D029CB870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E80CB23-2212-1ACE-CB21-3E895B437FB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03F1353-D3C5-DF48-F60C-7E48B07DB6D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A33A87-CA8B-8E2B-1EFC-5E5C3420241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FA18DAC-FBD4-3AC1-8BA8-E3A36776987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D4CAAA5-6FA2-3C6E-CF58-6755B357EB7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DCD78D-5725-E49C-29B2-783C9E0E1FE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A322F3-3811-820E-5AAC-EB926481711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1FD17E4-B996-4AB4-4118-D24CBCCAA56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71ADDA8-8DD0-39A8-310A-4BF65F95D7D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804B021-93D3-CC7F-BACF-C20593D742D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64385EE-1140-7874-C6E1-2CCE00414CB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28BB4AA-D986-3F9B-CEE7-ABEF1604522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472C82-7FFA-0D70-A3FE-A4A49E32B97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8DDFB2B-5BC0-4ADB-8C31-AD18A78E4D4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5ADEB3-BEAA-23E5-1EC0-672DC3DE64D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67CDD8A-EF49-5B67-F5BC-6FD9BD9FA86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7396A92-2043-7A6F-9803-B5D95511B53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A0DCAEC-2FF9-2B65-ADEB-DF6B33E9663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F6EA923-2689-2D58-8069-4719A7B2156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C414112-5890-E7CA-18F1-1E157924933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04298DD-4E03-7E88-E5FF-0CE73E894E3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332D47-9715-A98E-E724-08EFF083A8F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DE7FCC-3A90-0DBF-762B-BFA5AF5BB2C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9153394-37DF-47A0-D4DC-8AEFF5F2F42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40CE3E4-480B-9914-0EE8-DCBF6F405C8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90B4684-EC24-A8DB-D108-62AA0CEA680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87ECADA-A61E-11D7-2221-54843DB14A5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4524BDA-E185-F22B-1317-65208FCAA16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FAA8347-5687-7B5E-131C-405EBA8F6C5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C0D7599-5EB1-C02E-6A66-89A3CCA8601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EC7A557-D117-B9EE-9621-EB13CE141AE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0626E87-2DC2-9F12-C96C-01FBE5771A5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F7FC08D-0DBB-DDDE-8208-3E0D396DD29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FA79921-F67F-30CD-8782-29EDFE9242F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A072ECA-034C-6EB4-91DC-A3EE40F9AC2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6A5365-FE7B-6FC8-9485-F638D936078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A0BC70F-A62D-6769-B5DF-4CC91C11B06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66D7CC3-63C6-746F-0BD3-1C149167C81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2310DAF-917F-8656-6767-F30BB94CF32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109A161-9200-10D2-7CBD-5C4B89F178D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356081D-3693-F8F1-CABF-755A1171D1D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64A873-A372-257F-A154-E21E54CA579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0029BE3-FE87-14F9-E1CA-9CA7232F747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70C6944-1B4B-58B7-78AF-AE8D9D337B9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CBC006D-EB67-395C-E94A-76F2127A302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2578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18C6ECB-EBCB-BCBA-11FA-0498F5CE30C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C983241-C980-4A4C-8241-0273E4A0FCB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4C63294-F631-3DC8-1477-DF7B8C730CE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FCD6D22-8B93-08E5-193F-0E4156B7CCA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8C3BB08-0445-0056-AD34-62F47A89D91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D3D3F6D-9981-B8BC-00B2-F0B5A96D138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09303245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F84E1-230A-5495-5216-2CE2F5E0B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02A479-0128-F1C9-4DE6-768F990FB4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D7F50B5-A3D3-92C7-5269-99C4ED162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AE12D0E-6725-0916-035D-EBA25B31A6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E76D07F-876E-3F0B-4457-8D358970E9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73D81AA-4CD2-6254-4002-BCDAF38108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E7D05A2-0719-4675-761B-A97CA74F59BC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720338-E23C-5583-8395-952739603A74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1DFF7E-020D-3CB0-2473-04ACF5CCE331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194699-6631-9F2E-BA92-FA62930E916F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427359-F6F0-3E4F-7A1C-33B54F571D94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E333D6-44B8-FB67-9C7D-7743709D5A90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4FF6AC-8D8E-0416-36AB-36859C36DD56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E0A71-6F4E-25E0-47F0-CE567A7FBD30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E240D3-E74C-0DE0-5CAA-99EB8CD6FCBA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48EBE9-3CD3-77C3-45D9-9FC95ED4791A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FC517A-0B2E-1595-E8A5-DDC9C5240D69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28DF3D-BAB4-EC0F-20DA-4FB865F82E16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9DE8FD-4F30-2E4E-26C4-9DD8DDF132D4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1C671B8-EE2E-2A45-FA6F-16C721C50FFF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061084-8138-19A4-EE2D-3E3CEF9EA825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4EEC6-8309-069A-FFA8-0AE08B7F768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526F52-ECAD-1101-8633-1E023E8D737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C41C99E-4AC0-6CB7-D392-BB6BF6F0C67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E65325-B8D0-9E7B-238C-8CC55373D5C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52469E8-5B2C-371F-C5B0-EA6E1F8BD42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7E146C5-F24A-0AEF-5218-716D912956B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514EA56-9C66-CAEA-EF5D-7C330A2A70E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2AC497F-0474-93F6-66E7-391227732EC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60763C-11F8-91AF-183C-755CB938DDE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259B424-93F5-BBA4-586E-FCAD95073F9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1DB313-F1A8-9014-4EC3-DCA7B4C4D8E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3E40CC4-7071-9AB8-1772-7D5C530BBD2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79EDD32-0EB1-4AF7-0B7F-802FB89E1A3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8FF5AF6-7BD2-E81F-B0ED-563BDF9CA06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FE9DCA-1AF9-2EAE-ED1A-681678BE394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EF3074-3441-A16C-35E5-4A97A97486E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4B2DE91-9D66-75B1-CE97-B2D5AD45ED4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EDE5ECB-9670-7FBF-5446-17B64EA90E3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4AA30DB-7166-1405-F4B9-B746ACAC769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20C18CA-5D5B-4590-6151-CEF4E30775E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18E4BC8-29E3-FAC9-81D1-B0DCF68CD9F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8440DF8-B9A1-9EEF-7C38-2F635ECFF87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D66D9AA-1A28-14C3-67F3-4BA78155659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E4FD682-E897-E081-6216-EB7AC0201FE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91FE11-891F-1372-BE49-B9E456CBEBA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28C651-4845-95FA-EDEB-49B3F7E2C55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A5FFACE-FC4A-74D1-02EF-56647219947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E2A58ED-2A5A-4E09-C107-CAEF1DAA786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59A5299-282D-3348-4CD6-FE71819C62A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A590B21-43FE-8E02-6E87-C8F0FD38BEC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A622384-E968-BEE2-B4AA-F027579857C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B3DE1C-95C8-2093-5547-CD219011A6F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D053587-16A4-AE42-8448-8F09F38C8EC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B86696-A000-F383-DED1-7DE74323222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044545C-ED3B-1354-9D93-A29C490CD8E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BFBF7E1-D8FD-7C56-83C9-B3617CE1278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33DE77F-4964-9F03-DF1B-D8DF4A4C090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BE5EC8A-D0E8-7ED0-C364-8C014B23244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6ABB053-35DA-73DA-B53D-D4C81D97A22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188D50F-3165-7226-311F-6A0CED3C94A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964AFF-DB45-FEAF-FB2E-805D2798153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800CC9-A1C7-7F0D-7BC1-504A248E379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74AAB93-C22A-ED3B-0EB3-4B8C69CB8F5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D03E460-E7CD-2195-3AA2-C462588643F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68F830E-23FC-1BF0-7B84-53F63FBBFFD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0A2484-4C79-D77C-9C17-0A403B8D245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DDF8402-0DF4-6794-B096-81310C23524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8D831F4-14AF-7AE1-3D2F-39ECD12C0CF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CBC5E51-CC59-587A-92D6-D505E01AE4B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490F36D-D27B-C725-6E06-FC6464B021C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1D6482C-39F2-75ED-B1C0-520FD4DB505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613C79D-6BC2-127F-C275-61C370F157C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F9E753A-0607-1D6D-EB91-95CAC9B6778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A7E44BD-09D3-1B6F-F692-A2818570CB8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588B3E1-54C7-9291-8918-4B06B9B8DB8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5BC11A3-2BC1-D40B-306A-1734F0CA831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834B8F-75C2-0909-F422-6C6D7297F6A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770DDB9-FAF9-6E25-CFE1-2C0192D2B9A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241BF7A-6D49-DE99-0764-07667615A2B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CDB7A9A-CA10-1999-BE5E-271FD331D59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8CB3DFB-033F-C9C7-D500-063053F0D3C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3ECDDD-85F3-F1BA-D47A-1FC03E0D297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B50AFC9-C4AC-A34B-1B59-8505D14C922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A38BB4B-FD54-62F0-4827-A10615B930E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15E88BF-B9EF-8CB1-074A-96D3ADDB586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D96DF7C-E9FE-9116-2BD4-CBA8785FBE0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D945071-F90E-5753-A1D0-232324942E0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C331369-39FA-7678-1D7F-5FE634553AF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C4CC3F8-9F26-A5E0-FEFB-5515C6D1D9C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47C16AC-EC07-839D-9B74-8BD2AA2D271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E29D23C-F164-A716-6E4A-18CE5C451F0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1123449-5B83-3B83-EE20-B1A209DF7FE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8ADF0013-07BC-1252-3157-D273BE86A7A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3180243-C3FA-E792-DF2C-E325D4302B2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7C432D9-724E-D268-FECB-F86BE9058A4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691726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CB344-1F1B-5A3E-31C6-A86ABA80F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0D7553-B876-91E0-F310-79711B807E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E53B40B-F28D-104A-6953-67EE2550C6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BD03704-9FF9-F596-F739-A1457CCA4D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60B28BE-D308-92B2-95BA-EFD8E044B6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938BB32-823F-AB9B-3B53-FEF2A9C970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E3C0CA9-C721-FDA7-166C-E07C47A3D532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DDD5F7-863D-507D-9D5A-4BD43D8E75ED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AABAF7-A3A6-DF33-769A-BAC2E4998124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C8C049-F01C-2EE8-30CD-E660A1147A74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5EF87A-C752-5AEA-1632-7C3E2C7BE362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D3191C-BFAC-A3CD-FCCB-9DF687C35201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C32523-A5A7-CBB6-B71D-389F87FBF49C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958C9E-9BDA-184A-089B-138E13E18A88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59785C-3999-94BF-6848-770E1C5A80A3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16C7C19-1948-49FB-A25C-F367EE7A6404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2598D7-B69C-F41D-E5FC-F62792AE12B1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B0F71D-F9B3-8E07-BEF8-2BD55D2BF0D5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3BFF10-63D8-FEBB-6204-11B33FDD0AF6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7813E1-75F1-443B-C2A8-F5286355DAE6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4E7B13-5A3A-774A-036C-2A6842EFB821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53D50D-A221-622D-0077-04441B0E42E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BA6BBC-878A-1BBD-0815-9261D22BCD8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D6E9170-F0D2-2FB5-5E69-22C401A3171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AD5E8F-3324-09A9-825A-643BCBA398D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3B2320-B13B-7973-3001-09095731DA5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34D1871-5741-4561-8001-33AED9AB7BF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F7AD4F2-8702-B750-BF07-CC6D970B1C2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306F2A1-9334-74FE-84B4-3C1B2FDEF80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E91331-3FD4-A2C5-2703-3546438CC8F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ABD2B2D-AC01-05B3-795D-64D3DA78C33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189B85-F7A2-34AC-9B50-65772734F6F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A6CB26C-1032-224E-ADB7-478ED53D381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3C1B856-3694-631C-2604-ED25442E812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42F47D8-237D-9933-726C-079986058D6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C77AEB-8B01-688A-E968-82E139132A8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83C3642-FDB8-F957-3BA4-421F7BDD072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C84CF4C-C41D-B605-9D40-A0802B7388F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8F2F8E-3E49-23D8-1BFB-912D3999D77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A6DEEA4-051C-356F-79D2-8469808A806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50EB521-D679-C3EF-1BEB-1CE39B29147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91DC392-50C3-B900-26E6-0CB0BA8E4A5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CA9F14D-527C-31CD-9010-40BD203290B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1F5A9C6-A2B8-1129-DBAB-0A39987E863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949725B-C010-F1D2-2179-DCDA6665B16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1B167DF-7BE2-F1E2-7213-3C0B933F002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2C96797-C2DD-4767-857E-EFC52E6B73C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FB075F8-394E-7523-676D-F958D7B68CE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9143ADF-B2C2-98F1-BE86-92AC5972F9F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5E9838-FE08-0F4C-643C-5338143DE59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A397253-D269-E14B-AEAA-87DF586ED8C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954E95-37E5-60B7-7AF3-81D37DC9492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EC45D09-C2A1-C747-17B8-481AC7B7F48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ABDFEBF-F0D2-BEA1-CA85-8120EF67BBF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016AC2B-1805-0138-A09B-14EAEF554E4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0E30713-8A9B-EE74-9A0B-F4289FE1C5B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51A933B-3668-9DD5-BE6E-B82750BCDFA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12E769D-0D7E-C3AA-9D9E-57F4604A06A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DC44D1-3763-08B6-DB09-93B4D482DD7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977974-22AE-474C-F68D-64934ED734C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930166E-7DAD-2EE5-ED79-6F6FDBA3AF8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5265152-6616-AA0A-F924-0D0726ABF8E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DEAC84B-FFE4-52BF-1384-08B5EC5A361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6014DD8-992B-96B3-59CF-AB53CA06EE7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C69E3C2-DA05-4B16-6A49-C39819DCB10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CDA0F62-27BE-4E89-8573-82D80B8CE34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B2423AA-CA2B-3234-F0E3-9933F4098A6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A2B0D89-882C-7D0C-33D8-DE27E7D7D3F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BF1E526-E5D9-1675-13F7-1E8FD497146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1D50E-20C5-BE24-BAF0-60870B35469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738682-C8F0-C137-73E9-2E40F0DB612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C37790-13F9-4EDC-F904-4ADC0F42883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E864611-3C2A-6ED9-B993-E31C82C1A08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65BF7F5-A1DC-B0AD-42F1-F262832AB93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125A7-7D48-D35E-90DA-3C952FEBD69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6FC0EFC-B192-5482-5603-EF9474DB523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4709493-65F4-0DF5-6863-70716BF311A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4312F4F-42D4-7E24-ACF6-2BC703C5C6D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E5291B-0437-A3A9-139A-358C8226DC0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E87AA7-B453-835F-8C57-81280F4F4EB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06770F1-BF2C-427E-4692-C19372909D5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5E453D8-A525-4602-CE72-C08ACEF0931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0BDFE41-5DED-4A3A-3A03-1DA0AE34664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D326230-1096-9DE5-9289-0D1113A815B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91C5D34-80F5-7DAE-4700-32BD8938FAC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E5ACBF9-49AA-2327-748B-A8978418A6A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AD6AB29-332D-35D7-7851-4759A64F342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4334F50-2297-5659-9487-DE16D2F0934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7894B7C-FA85-D81F-2800-BD64EB874F8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C88E100-CA27-11F1-9BC8-63BC9E69B7C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5161862-6286-2C8F-6D36-DF6D3DCFF62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E64DCC8-32C3-C5EE-2198-0BB59218430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D12E4A-F880-A58C-D064-8A7E47CB114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734AAB-FADB-39C4-9522-56D2FB0CF98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5AB7CEC-71B0-49C7-99BA-A329A369274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E0E2C7B-E85E-2564-68C8-5A6CECFBB0F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333697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07F1E-6FB9-BDFD-150A-AA0831D90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6E907C-B604-7339-CACF-B752A8EAFD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B8B7614-7B50-FAC0-2209-CA057A3BB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3A7F878-BCC3-3A7D-A27D-4099AE5F46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E9D7CB2-4C4A-637D-3FA8-7A444014EB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83F6805-EA02-6667-8066-069163FBC9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7AD0D5-B367-6332-6BC5-C49B0E9728C5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13EAA4-3E97-54F8-27F2-6B606C8AA2E8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8BA78B-4EF7-FEAE-5B44-9D9FC6727B7B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DC9843-5DC0-8FE7-97E3-488E2E5C814B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7A765A2-FAD1-A266-3C49-4ECC93FD454D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04B7AF-A834-30BB-3F8D-A981FFBAAFBA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3FE77C-4AC5-91D7-DCDF-C08A81353E40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289086-D4DD-86A3-1403-F791F3FE79AB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890CCA-90B6-7673-7248-E1DF05C2A051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22EB2A-22E3-C6A5-72F5-E7DACDC40339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5EFEF9-7ABA-52DA-8458-3B28E66816CE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8E9C92-54B9-75C4-FE46-65430747BF0E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DC4945-3EAB-CFFB-89FD-8DBE731BAB51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A0A57A-494F-5CC9-68B7-FE1BD6588B0B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078399E-7D9A-DB43-682A-5D80F38A8C31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D09FB4-70E7-2482-9B27-B40CE51F3AB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33480E-BBB5-DFAC-68E9-332222B5C03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62F88E-845F-D7C1-F457-2C206A9187E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CD68CE-17A1-9A25-7452-93F5F237D5E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5704AF-4B35-3B52-2676-50A212AC9E6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9E970D5-74D6-2E8F-AE54-F5A16527923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8D2737-1366-4583-C0CF-0B87C325881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85C94A-5E9E-DDDF-029E-02D6DC0F45A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E128794-385F-1395-FC9E-1412A5EF162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74CB226-5DE5-735F-9D3A-A3A5EBE5D40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3B01C64-D4CC-0B05-20B1-B726C5120C9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70FC32-B11C-7AA1-1D6E-D6E68DDD4AD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A44D90E-D331-3822-C532-A1964ED8D62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598CD22-9896-7FA0-719D-C0F970BCC50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4C361FC-AD3A-3C87-7D94-ACBA958FF4A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33AB540-2AFA-3BA1-A5E9-AD18A08C23A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855E47A-BDB2-F813-E007-9CB5DBD9E5F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E1B1920-9533-0F14-75D5-F53F9FE6F7F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A31BFEC-F390-8C79-C378-9B2B881E269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D14D4CB-2739-F386-F46A-9F5E55F09A6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341FEDE-8293-F928-28AC-8E860B283E0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B1BE9B3-4FE1-7715-C3C2-F3E4CF5F6FC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7100A97-C4C1-28BD-3142-AFE232377FB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B8942E4-32BA-AE6D-6F04-8723B59E37C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7A1DD5-B76D-2B0A-8EA0-994010D98F9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012DB93-DBDB-B7CC-F1D8-02A3FB21049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7F0C07A-D604-AD50-4A4F-8B45621518D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D82313-422B-C04D-65C6-2AE5EB9E435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FFB664B-1466-EA6D-FFBE-612AAF834B5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A77F2EA-4878-20DA-69A6-E2E0C40D7EB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55FA6C7-1C49-8A6B-4E1A-7F68685E4F0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129597B-7C77-7A2B-0346-380B3523C21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6BFAE9-995C-9164-FAFB-FC883C25486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3B7328-CADD-0715-069C-97B14F27CBC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BF3AE1-4877-4CF3-01AA-B73D46BC065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565A173-D1B0-1B23-FD0E-941969D81F7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57BAFC8-DBF0-3E26-FB75-66E021CB8B0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3C1103C-79E1-7A70-D423-C15C6AFDD6F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BE7A9B6-73B9-D119-1847-687C202396A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B1EA595-4ED0-C670-C30C-8554227BB1A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4B78840-271A-95EA-3049-9E055016F45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72BB886-DF59-AB23-F224-0245FD040E3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11DC931-18A3-BD0E-EAD8-936BE4C288D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6C97EEB-BB43-BA91-8AA8-7C1D56C1738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C6C3380-436A-85F9-09C2-88D695499C9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C30C82-3AE7-D0D3-6EAE-3B51AC56C2F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E8808C-F87A-ACB8-EE8D-BB8D5220D63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4A2FC81-C3D8-5908-C212-E28AC052D1E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E4405B7-E5FA-80DE-61EF-ADD7DF40C92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553C7F-9E11-6520-C306-E6FDC084E3E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459A8B-8DB6-DBD9-35D3-580B076D9B5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A1A46-584A-52B3-F0DC-0B202E6689D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52DC3B2-AEA2-9080-FDBA-6C196AF26EA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736B7F-7B2E-7C6C-59A9-19F9FA17D72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47E9D26-6B66-9729-9A9F-183B300F988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85C447F-85D1-5A68-8DE3-E03E6735772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30E5FD2-1216-8220-7895-64C1BA1AD5E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258EAF0-2EB0-E40D-F798-11D2638211A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3331F0D-0D11-990C-3E93-3AC222673AB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EE430E2-FBD8-5F37-5CA7-7E449D754A4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F94C62-394D-C54B-51A3-1583CB0474D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2BDB555-A8B8-95BC-1926-0393AE76786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885D257F-959A-5ECD-6DCC-9531DA9B903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1E9F560-52D5-BFE3-E48B-7B6A72C3C35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637F829-35E3-81BA-7EBA-CB9B58FFCF9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E61ED7-3AB2-4C3A-839E-C8A4B88A51F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6B0FAF0-B880-B7CE-836E-B9CCF490087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24FCE54-3BCF-7362-D794-72A6E3B3405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235F99-DA27-EEC5-B4AC-4722A4E0A89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3B123B-0A6B-F341-80D2-540B8D29635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750173C-B79A-6FBC-EF0A-7CCF8763A90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366BAA1-7002-0477-EC52-F36326BA9CF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4FC4370-0DBB-37B6-9444-46AFB19B82F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CF08596-2C25-B38A-198A-C7CB8E07DB6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F09349B-8213-DD78-ACDC-70395036B7E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035580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68A0A-739C-0597-5D9B-8BB255996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9C095F-BA22-94AD-2946-435BACBAD2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0CDA214-B094-9988-181B-1246E1560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996DE17-17D1-CF5E-F999-2CE492C0A1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85920C5-8287-98C4-AABF-4CF47A3A01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2EE8871-B6AC-A1B9-C20E-179EECCBDA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B2B180-9FD5-4D8C-F5DE-AEE83EA3A735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0317B6-5AEF-119E-674E-B9B761CD499E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C4E20B-2926-AA0F-494D-289A5D7B8565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4E038D-2E56-4E02-DBB0-ED4111088B21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492C79-AF01-5584-DBF3-F1DC472D06BE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7AB78F-BD23-0E2D-22C9-8C2627946E8B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21934D-3D1B-0EF3-16D9-7A09BC166720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0FBB82-5E4B-AF10-B6A6-18C997874CEF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6DA373-E854-CDB8-F0E0-D54D9609B6F3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D18AA4-4E03-C53A-0C7E-5AFBF7154509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835AD9C-D270-1FAD-C3E8-BA27E6703F10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2DD478-F853-F853-E93B-FEC5D59F3D36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B8E1C2-BC9C-88D5-FFE1-03C4C0057B2D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0D2872-EFB7-4143-9FA0-B55B195399DA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ECFA924-759B-BEA4-072F-8FE48E6651B3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56A3F-02CE-CCE9-6A41-3C9AFC024EB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06572A-7A93-CC42-3AE3-17AD29C2B2E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16950B-6308-A27A-83C7-2E9722CA6FF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4D5BA3-6BE2-91FB-941C-561A0BFBDA4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4F1B1F7-4558-44F7-C8DE-24F9791448F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ADDBAD-3438-76F7-A43C-AF5B2C40763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7D6B6DD-E90E-5C8E-C69D-6190DABBE12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DD5D918-74CB-B726-A40C-8B9462A56B5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1CD80AD-8BC2-D14D-1565-F5BAABBEE14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D22E5EB-891D-89F5-51E0-D3B413A7380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20E944C-B096-5CEC-2600-2D5C96687A5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4B7E479-B1A7-14CE-9229-608A12F659A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6867C1-FFDE-4E5F-7705-DAB157BCE75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7163CA7-F91A-805B-7674-F20E9D837D6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65CF81D-FFDA-9E6B-89F8-40524B2C22F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CF2932F-1475-74B7-9A9E-3510B07F89E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E8A4C42-0070-F5BF-2EBF-1F88BEE2BE8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1C3C92-7C70-B132-C221-C771DE7258F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BCD891E-FC7E-1049-D229-777C6A1D67A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52C5D2F-2F53-350D-F711-8B6F60EDECD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BC668AE-168A-8AA8-3528-33E0F9BDF17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37B2AD-EEE9-81CF-D2B4-58F0652434F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45E5CFB-5E8E-695B-2A98-2D90D46BF1C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669969F-CC16-FCD9-2518-DBBBF4352E6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1B2B89-A709-CCCC-7AD1-572AB64AF88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C529CF-81CE-83E7-C03D-112012CF104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432D475-D815-1ABD-BB3C-DD2CB387F47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C5FAB4D-8B9A-922A-74AE-A4D0162BB8E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9EB86F-C6E8-F6A7-B9F2-F66836E4DCF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18075A-D6F0-574E-EBC3-FEBC97B51D8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279DDFA-8DF6-D02A-B761-CEC17003D18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8D247E0-609C-8009-19AA-E1CB7D62C82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48ADCCB-BF77-9980-5175-9222A6918FB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1D616B8-E7C1-27CB-9977-D869232DB0D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449CC94-8C15-FC5E-0BB4-46D06BD4744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C6F53D3-40D2-6B96-6EE8-B1F4C92B4C6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28CB98A-FBC7-CD66-DD2F-4DD0F4A22B7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0C10563-1275-2CAF-2757-763EB581D98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1C0413-5DBD-800C-05CD-B2E2C0C85EE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023239-6387-E348-8F0D-18B14B0AFFE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13BF616-91AC-3E50-381B-F4F3F49B698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C47956F-FE7B-0662-B8AD-F108FEC8EB1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9D393B-A0C6-C891-A0E1-123B0AFF61B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30FB5D2-A964-A6FC-8B26-71BD8A88332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B7AF57B-35D9-D8EE-BA40-5E30C1B8EB7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C2B48A1-43B2-429C-310B-CDC13D3CC96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078EC87-F539-7146-9883-9AD2FD7BA7B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A97B920-E30A-FF7A-19D6-6A88AF35454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C1557D1-D327-78D4-946E-0462FE9BA99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E9D9927-8BDC-F932-CE06-1D548AB460C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1777251-5296-BB18-9F12-E612E22E019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A93D5AB-289A-3825-5E7A-2955BF27F9E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FC5EDA0-59EF-17FE-6CEE-577EDA2C981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6DD5F78-78D5-2D54-7896-F081CA1BC9C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C7E3A62-33C1-86EF-4730-60B81B8D2D8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32A9E78-D923-A246-921C-8E13516F20D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CB4235A2-7879-BF56-DD47-62A0A914808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F24F4EE-1D04-66BA-9E61-20D16C53774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B2CFD10-C590-2A32-6B50-BF6D1A39BB4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4ADFB55-76AC-446D-DBA0-95198D83D7E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71AE7E-5D01-6F9D-9BDA-96A0F553ECF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7480E99-C3C6-4266-AF0F-E64CFD1F2F2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24A5AA-369D-AECB-384E-1C3F5EF9D26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9F157AC-4CAA-2B8D-58E6-12D69A9966B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74049E3-1A56-E854-E669-ECCA0CF0251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FEFA65-60E2-FC8F-9317-2F72904D4F8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223BB1-1CA2-7BE3-07AC-EC8F4A05D94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7E1BC36-09E8-2FE0-4212-FDE04BD5C44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4B7EBC2-0508-DB1B-43FA-6B3DE460E8F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8274B58-29F4-C1A8-7321-15D77E62C3A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C627293-703A-A7B2-A7C2-0E59E03C56F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9A88F91-DC1D-2C88-0171-8BCA50B405A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2E2BE404-3A24-9EF9-7190-5C369479B2A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57126D4-7C65-F7F9-F8DE-E9934B81C79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E852185-96DB-5862-18EE-8ECECCF7BBE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85022576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8C44B-9D91-A200-2699-18C9D758B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15FF0B-AC0C-FA49-0AD4-95CED4A7C1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611364"/>
            <a:ext cx="9445752" cy="1018036"/>
          </a:xfrm>
        </p:spPr>
        <p:txBody>
          <a:bodyPr>
            <a:normAutofit/>
          </a:bodyPr>
          <a:lstStyle/>
          <a:p>
            <a:r>
              <a:rPr lang="en-US" dirty="0"/>
              <a:t>Finish.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2493F84-BF50-A066-1E33-6ECF3FAA51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605221-C8DA-32B0-E45B-3E72DEC240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374C3EF-D5FD-B9FA-C689-9262CD1FBC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EA8252A-E8B7-4126-A39F-626AB16A97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EDDB58D-E152-2CB1-285C-9061AE8A90D7}"/>
              </a:ext>
            </a:extLst>
          </p:cNvPr>
          <p:cNvSpPr txBox="1"/>
          <p:nvPr/>
        </p:nvSpPr>
        <p:spPr>
          <a:xfrm>
            <a:off x="2215054" y="819807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4–5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057352-AE4C-A60F-A352-844A33EFD34B}"/>
              </a:ext>
            </a:extLst>
          </p:cNvPr>
          <p:cNvSpPr txBox="1"/>
          <p:nvPr/>
        </p:nvSpPr>
        <p:spPr>
          <a:xfrm>
            <a:off x="2215053" y="13269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955F49-0A38-84CF-38C9-983D534DC233}"/>
              </a:ext>
            </a:extLst>
          </p:cNvPr>
          <p:cNvSpPr txBox="1"/>
          <p:nvPr/>
        </p:nvSpPr>
        <p:spPr>
          <a:xfrm>
            <a:off x="2215052" y="183405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5E1ABE-DCF4-65C8-0F77-12BD30DA8354}"/>
              </a:ext>
            </a:extLst>
          </p:cNvPr>
          <p:cNvSpPr txBox="1"/>
          <p:nvPr/>
        </p:nvSpPr>
        <p:spPr>
          <a:xfrm>
            <a:off x="2215048" y="386255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41293E-F386-4015-753E-4492A9B2530A}"/>
              </a:ext>
            </a:extLst>
          </p:cNvPr>
          <p:cNvSpPr txBox="1"/>
          <p:nvPr/>
        </p:nvSpPr>
        <p:spPr>
          <a:xfrm>
            <a:off x="2215047" y="4369675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B23A29-2DDE-0378-D245-552D1887968F}"/>
              </a:ext>
            </a:extLst>
          </p:cNvPr>
          <p:cNvSpPr txBox="1"/>
          <p:nvPr/>
        </p:nvSpPr>
        <p:spPr>
          <a:xfrm>
            <a:off x="2215046" y="4876799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7E1FEF-03F6-5BF8-2F76-44F6098AFE10}"/>
              </a:ext>
            </a:extLst>
          </p:cNvPr>
          <p:cNvSpPr txBox="1"/>
          <p:nvPr/>
        </p:nvSpPr>
        <p:spPr>
          <a:xfrm>
            <a:off x="3129455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DCB2FF-7DD4-A9E5-D6DF-CDD61BA17ECE}"/>
              </a:ext>
            </a:extLst>
          </p:cNvPr>
          <p:cNvSpPr txBox="1"/>
          <p:nvPr/>
        </p:nvSpPr>
        <p:spPr>
          <a:xfrm>
            <a:off x="3633624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DF4CA5-2D24-DD79-7B4F-3B6FFEA0AFF6}"/>
              </a:ext>
            </a:extLst>
          </p:cNvPr>
          <p:cNvSpPr txBox="1"/>
          <p:nvPr/>
        </p:nvSpPr>
        <p:spPr>
          <a:xfrm>
            <a:off x="4137793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3–4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06C457-B89F-1A5A-4843-AEF06567117C}"/>
              </a:ext>
            </a:extLst>
          </p:cNvPr>
          <p:cNvSpPr txBox="1"/>
          <p:nvPr/>
        </p:nvSpPr>
        <p:spPr>
          <a:xfrm>
            <a:off x="4641962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9E2F54-FBB2-202C-8188-F58FDF9DF74B}"/>
              </a:ext>
            </a:extLst>
          </p:cNvPr>
          <p:cNvSpPr txBox="1"/>
          <p:nvPr/>
        </p:nvSpPr>
        <p:spPr>
          <a:xfrm>
            <a:off x="5146131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2FC8F6-CC3B-8152-4624-0B58AED21C3C}"/>
              </a:ext>
            </a:extLst>
          </p:cNvPr>
          <p:cNvSpPr txBox="1"/>
          <p:nvPr/>
        </p:nvSpPr>
        <p:spPr>
          <a:xfrm>
            <a:off x="5650300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1–2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CCBF07-FB15-BBC0-E261-B8D20095BDA7}"/>
              </a:ext>
            </a:extLst>
          </p:cNvPr>
          <p:cNvSpPr txBox="1"/>
          <p:nvPr/>
        </p:nvSpPr>
        <p:spPr>
          <a:xfrm>
            <a:off x="615446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5–6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8591744-2509-5D3E-D1FA-0626AEFB33DB}"/>
              </a:ext>
            </a:extLst>
          </p:cNvPr>
          <p:cNvSpPr txBox="1"/>
          <p:nvPr/>
        </p:nvSpPr>
        <p:spPr>
          <a:xfrm>
            <a:off x="6658638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2–4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144F82-C693-A72F-E9B4-1AC0DD027A34}"/>
              </a:ext>
            </a:extLst>
          </p:cNvPr>
          <p:cNvSpPr txBox="1"/>
          <p:nvPr/>
        </p:nvSpPr>
        <p:spPr>
          <a:xfrm>
            <a:off x="7162809" y="5242031"/>
            <a:ext cx="591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073536-7D4C-1DB9-AAF7-D4772AE21F1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4FCBD8-1326-E7B2-33C3-166CC265317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F86757-E5CB-731E-3836-5936C3C8281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D2CD3D1-F111-BF90-4152-33F4975089D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832E007-1E3F-B745-A1E7-AE89D9D7761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1038FF-71D4-BABD-FE16-A05DBF378EB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58FA75-543C-902E-CD15-19773119590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62A4D8F-F662-514D-49A8-F405DD672BB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9C8D2BF-ED4E-11D0-5B85-EB49FD5ED79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6254010-8809-C41D-CDDB-70F54C7776A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DB65EFE-AE66-CB02-6CF9-02D1C320001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C64DC1D-C038-1ADC-89CD-05226A07F06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F6A0EC-E1F2-DD7F-BFEB-F5012D87A4F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C5BA26-D0BF-B070-49AE-1A7E1DAC3F4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8269C80-C877-034A-E3DD-93F170B7B22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E533C51-BF95-6DB2-848B-FECF875BF61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4EEF1-A757-A728-A82C-5B57D82B55E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561F82-2F96-ACFB-6F03-EE7078B2722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994FAD2-ADF6-903C-6EDB-511EAC33755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A4BA3E-1AD8-66A8-3C02-F3FBF5E0924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EB51385-B325-3CEC-95DC-0119ADA2759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7B4FBD-4F3D-304E-EA78-A465D94B1BF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6D0981-FEA3-4CF7-81A9-767AD711C9E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032BFEC-27B9-6046-2E4A-2B79B4456E7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7E1C63A-B527-9EEE-EF10-53EA01F2A4A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D736C40-146A-1E47-249F-A687483A58A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A6CAE13-A6F8-6991-805F-139AD80229B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16BC419-6DB6-62D4-12FA-22C5268FA60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63595A-4223-987A-5DE1-E04C5A990AA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7AEDF7-B2F3-6C49-EA84-F86D94DCF90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16B9EFE-78EB-670B-190F-73427418D12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B4BF0F-514D-8C13-5F79-2B5EAD01734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810AC8B-66F3-14AC-3529-C3C989999D2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85E944E-19EA-9B28-BCD3-689C9DAC270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FDAE8EA-42D0-40B5-7D3B-9D6F262F34E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381850D-5035-691B-A7E0-47B8AC732F7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151FABD-79C6-3F1C-07BA-C912A0EEF81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71FE36E-A30A-8C0C-F548-76CFC81802C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B4EB3F-B940-072B-5253-46A9B5CB5B0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722091-E1AF-66C1-DCAB-9998E49D6C1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46BFD25-BADA-ED71-AD05-C40EAF44380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7654C50-6DEC-B9DC-92C1-8EF4A2BC0B3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40D11C-8155-64BC-80E6-67F037721AA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549AB65-EFFC-1A07-435F-E4C6952B035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061D601-9504-789A-4D57-AB9B2DE85C4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EBE810C-77C0-93EB-07CD-F5FFF2ED07A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3142832-4138-201A-FA2C-D44CC3BE62C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EF524CD-E75A-3C5B-660A-7E3222D80CD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0E4CBFC-8491-4F08-C750-D8606FE75D4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291F8B6-DD7F-6968-5273-0D24C19C0B7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BF9D46C-2550-23F7-6509-C622BAE1E54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9F1B86A-1A4A-9F81-6C07-2E677970428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35F6BFC-0D70-A803-20E1-ECF34944D8D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40D3063-089C-A364-542A-873A22C31FF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8E4A761A-AAC3-7742-8AAF-2275B005273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E544C45-736D-2AFF-B304-3786B79E22B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FA2C572-6D3B-203F-7F48-208FA738CAA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10288AD-05AA-F689-821E-3D95C13121F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1AA38AC-64AF-7C7D-0E86-E1FC8C0BB2A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918EFAB-EEA0-2B69-B920-A05D191F00C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0266526-706D-40F9-A792-8BE64916628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8000FA-B3BE-40E0-03B7-1B22948725C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D70A94-97F9-ACD7-A50C-BC61CA39453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441547C-F4E9-8D76-A7BE-FDAED03C6E6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91CD81-069B-4FE7-8A8B-AC674AE229C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413836-6570-619B-22BA-3B406FCFDC1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5C13AD1-A28C-A5A5-36D7-78146EAB5F2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340526D-9283-954C-BFCD-07F5CFDFDEE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887CEA5-766C-51F8-FA9A-D99D8BB7476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995C1BE-4890-388C-2A93-47253D43166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82AF9DF-5003-5700-614C-7C82F87649C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E807D5B-D300-95AA-C3CF-5673EE8677D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2CB4B5C1-3139-39BA-B6D1-829C9442B8D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46BA818-53A1-1C3F-48BC-550AB5B11DA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49C9B40-E52C-DB26-74E8-AAFF3E52171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7EF21B-D8BD-45FE-79E3-EF5FEC132DE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682947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10135</TotalTime>
  <Words>4355</Words>
  <Application>Microsoft Macintosh PowerPoint</Application>
  <PresentationFormat>Widescreen</PresentationFormat>
  <Paragraphs>3897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423</cp:revision>
  <cp:lastPrinted>2025-12-02T00:08:17Z</cp:lastPrinted>
  <dcterms:created xsi:type="dcterms:W3CDTF">2024-03-19T02:13:08Z</dcterms:created>
  <dcterms:modified xsi:type="dcterms:W3CDTF">2026-03-20T16:25:22Z</dcterms:modified>
</cp:coreProperties>
</file>