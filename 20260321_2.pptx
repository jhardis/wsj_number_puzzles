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457" r:id="rId2"/>
    <p:sldId id="531" r:id="rId3"/>
    <p:sldId id="532" r:id="rId4"/>
    <p:sldId id="533" r:id="rId5"/>
    <p:sldId id="534" r:id="rId6"/>
    <p:sldId id="535" r:id="rId7"/>
    <p:sldId id="538" r:id="rId8"/>
    <p:sldId id="577" r:id="rId9"/>
    <p:sldId id="578" r:id="rId10"/>
    <p:sldId id="579" r:id="rId11"/>
    <p:sldId id="580" r:id="rId12"/>
    <p:sldId id="581" r:id="rId13"/>
    <p:sldId id="541" r:id="rId14"/>
    <p:sldId id="542" r:id="rId15"/>
    <p:sldId id="543" r:id="rId16"/>
    <p:sldId id="544" r:id="rId17"/>
    <p:sldId id="545" r:id="rId18"/>
    <p:sldId id="546" r:id="rId19"/>
    <p:sldId id="547" r:id="rId20"/>
    <p:sldId id="548" r:id="rId21"/>
    <p:sldId id="549" r:id="rId22"/>
    <p:sldId id="550" r:id="rId23"/>
    <p:sldId id="551" r:id="rId24"/>
    <p:sldId id="552" r:id="rId25"/>
    <p:sldId id="553" r:id="rId26"/>
    <p:sldId id="554" r:id="rId27"/>
    <p:sldId id="555" r:id="rId28"/>
    <p:sldId id="556" r:id="rId29"/>
    <p:sldId id="557" r:id="rId30"/>
    <p:sldId id="558" r:id="rId31"/>
    <p:sldId id="559" r:id="rId32"/>
    <p:sldId id="560" r:id="rId33"/>
    <p:sldId id="561" r:id="rId34"/>
    <p:sldId id="562" r:id="rId35"/>
    <p:sldId id="563" r:id="rId36"/>
    <p:sldId id="564" r:id="rId37"/>
    <p:sldId id="565" r:id="rId38"/>
    <p:sldId id="566" r:id="rId39"/>
    <p:sldId id="567" r:id="rId40"/>
    <p:sldId id="568" r:id="rId41"/>
    <p:sldId id="569" r:id="rId42"/>
    <p:sldId id="570" r:id="rId43"/>
    <p:sldId id="571" r:id="rId44"/>
    <p:sldId id="572" r:id="rId45"/>
    <p:sldId id="573" r:id="rId46"/>
    <p:sldId id="574" r:id="rId47"/>
    <p:sldId id="575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27"/>
    <p:restoredTop sz="94568"/>
  </p:normalViewPr>
  <p:slideViewPr>
    <p:cSldViewPr snapToGrid="0">
      <p:cViewPr varScale="1">
        <p:scale>
          <a:sx n="113" d="100"/>
          <a:sy n="113" d="100"/>
        </p:scale>
        <p:origin x="14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CEC8B-8471-5BA7-A321-9FA968A31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42C8B-F78B-2EBE-4A45-ACC332650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4E24F9-C9B7-C529-BF43-5068A948F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72041-FB70-8C26-1F17-5B9D599DFE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332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35838-BB1E-1CD0-6C1D-82C597E90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96E23-0395-4A8C-9F52-4AC221329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B2F901-A528-97A0-9172-85DF1FF7D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37FC2-373B-8FAF-E283-97A562AC5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315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12C3E-8961-28FA-B650-B1A45DCC9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BCF33A-CFE3-211B-4A38-E54120A7B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CA3B26-B9AD-959E-E72D-C4D384CE3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ABC43-50D2-D7FF-2C4E-6898591DB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07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C89F8-665C-CE5E-7190-99D64255C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CE1DFB-FC06-C613-BC1B-CC211C6A1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5DE64-6402-D04E-B28E-D4EC0DCCE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624DE-FEAC-012E-E755-0E9C789E1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114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36BB9-7B5D-0E32-D049-BC31E7140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B9D2C-A8CF-1B70-F6B3-A61601488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334657-1701-9AA7-FAC5-43AF50C23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58D3A-1BFD-41BB-D17B-D65BDE893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315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8CF3F-7F9B-2A26-10DE-96D4C1609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044BE0-1585-0D53-2567-A161D0644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6A023-9BBA-A1A6-C892-62C18AB59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8A4F3-A1B9-7008-154F-09EC75175F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95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F437A-BC09-CBBE-2C2D-129C24DC3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6E6913-AD70-F92F-681A-71EC4AE01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A351DC-B20A-0974-69B3-47B79ED0F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ACBAD-3EE6-2289-9DD9-75BEB29D0D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5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79DB6-9D0D-5BA0-9CD6-50618E604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3C7E86-7791-87EA-43DD-3A935BAAA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CCA7AA-70ED-C0D6-646B-BB96028E3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62D37-6553-E82C-0E86-B4620C94F2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072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D2FFE-34A6-EE64-C32F-5B5FD0190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DA4F37-F885-E294-72E0-AEA974677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08573-87A7-FD80-99ED-68B27D6D1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8CFEE-B9A8-E95A-8441-DD182786C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1786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ED9E5-90DE-465C-05CF-855719C4D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F7EBC5-F579-7B7B-C382-4EAAC0C80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F73F44-1418-7DC7-0B97-55E921C7D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6DB3F-814E-0B09-6E2D-6C07DB90E8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1820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41ECC-9DA0-1CEE-46E0-896E4AC56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905BE0-257A-DF59-96F2-EAC0E0147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215C0F-7FCA-B59E-697F-B2890C248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739DE-CF3E-A5A0-9AFC-9AAF2EB85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7555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5DBE1-7BBA-C61A-43FE-24828832E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96284B-4991-AE63-9907-4EA319F7E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6421B9-CECC-101A-BDB0-166EFA27E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CBA3D-2D59-EFE1-3F7E-EDE784FA28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443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86F43-8770-091A-8042-9BAF3F80E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64AD01-2779-3EE8-C9CE-BAE0C2E67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C3FE7A-B34C-C99F-6037-E805D7E21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5ACA3-BA99-E7B3-320C-A93799AC4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515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12386-6847-9B89-7EA5-434334AD0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D2A750-FF69-63CB-E05E-1BDFF2AE7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FDF4E0-B1BA-817C-CD01-5954CDEA1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4FAE-E5FD-4FBD-C761-F2F173B73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9588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7E89D-FB64-FD89-B3D4-18CB779B2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BBBC82-B821-1B2C-1713-41C7EF0EE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7DDB6-596E-0D59-E6C1-8048BED72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75936-0231-7D97-B477-DB7CBB036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441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7B848-3059-39B5-99C6-E20F7B84C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5B3C1-021A-2E40-A270-62A7A1DA5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BFF6B-9377-F14C-4B91-51E89A06D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79953-4476-3C57-9B24-534058CF85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1778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0CB45-F6D0-A86A-FE2C-4A31F2A65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3BF873-3323-3BFD-FAE6-BCC1FB0B2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5EFB8E-1E17-3D81-D3E2-07274ACA7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9C7D3-BC6B-780B-6F0F-2A88ACF3D0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8478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0CD77-1F91-167F-E5E6-405AB7F88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57E0CF-4920-B452-ACD1-E882D6F23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ED14D9-B1F2-D5C9-0BC4-8DBC72571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5429B-4DE9-3449-4D16-BA4478911B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628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AA80D-0CA1-2B92-CBF6-124605AA3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8C25F-5DE7-6E87-2AF8-870143E4E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27CD9A-396A-8158-ABC7-DEABCD839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CABB5-E27F-56CB-8133-016BF9E54A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1327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FF145-4609-D6FF-303D-CC00A6105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115E9-D57E-C47C-885F-4A420FC5F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15530-3BE2-1CF6-B10A-6D00E40AD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E1F83-1BA6-B8CF-1FD3-5D13F5789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101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809B7-EA02-C60D-3B5A-A79E4D149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B0F07-9CFE-10CF-8AAD-C5631903F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8535A-678D-702E-3A3E-AFD01D9A0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79A1B-6139-6464-71C5-1549A8C33D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98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D196B-C145-C5A6-F485-88D24394B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B2691-6AE5-5C1A-EC47-6C8C35BC0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1266D7-7475-DB3E-1049-AFCE37C9C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ABA24-DFAF-0B3D-B5E0-2901E1A25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754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5059B-D749-F431-D6C0-808613AA1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822EF-82D4-4896-8382-BB013E567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DAAC40-70C8-3F00-903B-FEBECDF6E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8CC4-A494-E807-AB9E-322AFF656B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7416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91B39-854F-F865-7C80-1502125CF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5017E-B9CD-937B-622E-7119C9222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1F020-CDF1-F053-57B6-27922098C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911BF-DC13-EB06-3CB3-6F3D3D7B1E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3179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99562-963B-CF6E-3BDA-C107394E9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5032EC-F164-285A-ACBB-1754DB426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61A41-BD62-5EF4-9FB7-386EF5D60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AB7D2-00CA-AE74-82DE-CD47DE8CD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7786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46EFB-6901-0A04-0568-23795D685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6C046-1C2F-3DB1-2B1A-73BC48A20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6B050-BDA2-D238-CF2F-1CBBA7C55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DB97D-82EC-B071-B9EF-38D39D0BA3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0052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54A62-17E6-2229-1393-2E9CA6315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EAB411-A573-5838-2872-72591E7A7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5EA9CD-6039-BD36-5DD8-C60502262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0973F-4D26-D61C-1154-8F63B3777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032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A4E49-10E9-6732-D1F8-52E736D57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EF2A40-CCE6-D872-F8CA-2658FCC4A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0E243F-F3A4-91F8-BC1C-75D18AE48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28E2C-56DE-F2DC-DDEB-69FAD365E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107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1959D-8AEB-4115-C60A-97F5F5352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375D1C-1224-BDD9-903F-589810455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791B1A-5CE7-66C2-4D57-F62ECDED8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52DA9-50FB-ED9C-4043-363F3BB64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1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F0248-02F6-7E99-9ED9-296813C18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8F6ADE-FB20-8199-16FB-7DAEAE49D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27787C-2A13-7AD0-4A99-4FAA9DA53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3518E-AC8A-BA4A-8B6D-747B85AC46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924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E6A0B-315F-DC23-CE34-5E330530F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974DA8-64FA-FD5E-16F9-FBE5C23B9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54EED-8445-CB83-3B07-8B19119C2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6608C-3DCD-2A6E-487B-AB97F47166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7697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0FB71-A325-8916-0AFC-BAD5FC993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CFA7A8-7811-7DF8-179E-B444F00E62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7DA33-9929-393D-73A0-F4B10F0BF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EB030-D955-1F89-6D5E-A4554BEB52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0628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14502-5550-4B01-2616-72DF15FCB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359DA-5CE5-A8ED-D75B-A234207F8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8DE69-1122-2179-FD18-1D4A179F9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F4261-32F5-F7F9-598A-17755D174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57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29829-74E3-8A91-A014-9356C814A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CF99A2-3B70-B14B-1524-89FD4A0EF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72732-586D-A593-9719-887C071FE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26062-B3B2-75E7-A9A0-25378C0EFC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9748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71C12-6DE3-9105-3596-8D5BE44A7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70A18A-6437-3535-79E6-C544A7697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5E4AA3-C653-18E2-BC98-5C94D65AE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7D3BF-D542-C122-0D55-C4F347CFA7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8268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EB891-A7DA-06F5-EE37-D3F2F4A88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B95B22-762F-716A-84B1-878F9240E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7E477-ADAE-2F6A-B106-AE2E374EC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3C8CC-F7B5-9704-7825-80665EFE89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962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C63BC-E7B2-7C20-40C6-2D4B3806B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C3BC35-2A9A-F959-C54E-DE500F9B4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BE11B-E370-3025-406A-A60E32E6E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179A8-661C-2709-5AE0-297D13D2A2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19892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00998-54FC-40F6-5EA7-5DD09AD2E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F2453-224F-45D6-EBFB-4BC3C2F9C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4AAB7-18A8-F58F-7419-1919A45362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57607-CBF5-8B6C-B071-9D56F1B57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27140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360C0-E035-DD2D-5815-F627E757E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5A7E8-C818-882F-272B-A3F89286FF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FD24E9-506E-6130-D624-BDCEB2405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1BA2C-EDDD-B6DC-44B0-C401FB4AD2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667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16580-BE2D-58B4-359C-9B6A0972A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B4A825-8377-365E-E63B-78CD7C50C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55CADB-947A-FFBC-5D90-913BB55C2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99EFC-F438-486B-D876-28FFE582F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9886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D5535-41D1-5080-EF13-DC5285961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418A1F-6800-3DD5-1A90-A2E64C9EF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1A146B-DB90-9695-A275-3AB353889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6A608-78C8-BD5A-51D7-17F61EE808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891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4BE6E-80C5-8F85-B2DD-FD8708099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13EA2E-76B6-3FFE-969E-1CFAB78A4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7CD8B-0839-356D-C1EC-8A395BA03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98498-DF3B-B1FF-A3B9-A269D359F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6486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3B2C7-B01D-426E-AA60-75FC01A3C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162A39-E24E-448F-A2BE-9BF6C925ED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A8D84F-712C-EBC7-088B-BA0D60ADA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D220D-F125-03E1-B0A8-D4BCA2042C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8450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FCD82-10F9-E62B-CCC6-804608935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1B3798-434A-535B-D630-3DCC5FAC1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8C0B08-73BB-93BF-26AF-A472853B0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3FBB3-BD23-76C4-775A-B60C02D22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65675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FB526-37C4-F159-6792-930B2BC55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B41771-7339-EA03-9588-F0394389E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3F9A5-97E9-3663-1F31-700B645AF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9C1CC-7104-2944-49D9-ADCAA96150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663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8431-CB72-25B0-37A3-E49B682EC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C564DA-87DD-7D68-1311-B72909C3DD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4DA4A9-C360-7462-E0A1-6E0F5D27F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14603-815A-5EC0-A9EC-645AC207D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12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314866-7E3E-8232-B7F9-681E8E8AB3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4518" y="-76000"/>
            <a:ext cx="4853267" cy="537400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7DD580-B9E4-17EF-B811-30FAAFA57EA8}"/>
              </a:ext>
            </a:extLst>
          </p:cNvPr>
          <p:cNvSpPr txBox="1"/>
          <p:nvPr/>
        </p:nvSpPr>
        <p:spPr>
          <a:xfrm>
            <a:off x="189186" y="354725"/>
            <a:ext cx="17184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Run of Length</a:t>
            </a:r>
          </a:p>
          <a:p>
            <a:r>
              <a:rPr lang="en-US" sz="1200" dirty="0"/>
              <a:t>            1                     2–8</a:t>
            </a:r>
          </a:p>
          <a:p>
            <a:r>
              <a:rPr lang="en-US" sz="1200" dirty="0"/>
              <a:t>            2                     5–15</a:t>
            </a:r>
          </a:p>
          <a:p>
            <a:r>
              <a:rPr lang="en-US" sz="1200" dirty="0"/>
              <a:t>            3                     9–21</a:t>
            </a:r>
          </a:p>
          <a:p>
            <a:r>
              <a:rPr lang="en-US" sz="1200" dirty="0"/>
              <a:t>            4                   14–26</a:t>
            </a:r>
          </a:p>
          <a:p>
            <a:r>
              <a:rPr lang="en-US" sz="1200" dirty="0"/>
              <a:t>            5                   20–30</a:t>
            </a:r>
          </a:p>
          <a:p>
            <a:r>
              <a:rPr lang="en-US" sz="1200" dirty="0"/>
              <a:t>            6                   27–33</a:t>
            </a:r>
          </a:p>
          <a:p>
            <a:r>
              <a:rPr lang="en-US" sz="1200" dirty="0"/>
              <a:t>            7                      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191809-6C7C-1E28-D880-745571FBD3B5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D79EE-AA8E-E2C1-9DF5-73C2DB3091D4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4D0C71-2D54-93F4-624B-C799B8969522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F317B9-C55E-CF49-E19A-68ADE865752F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D10307-C3F2-3D10-C31C-B41572D94C11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3135B8-576C-2267-764D-6403D51B87F2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00F052-EDA2-E3B2-F83A-75342E198E03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EBC183-FBA5-DE4D-FD3E-BC349DE634E2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24D6D8-6EF7-1190-F8D0-B674594B40CB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B59F76-1800-9FE3-5D0E-56145FBD2595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3CDF3B-5469-CE66-192D-A79A1E250156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F932CE-860D-AA7C-02DD-740C6151794C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4EEB75-2B35-D3B6-19A4-CAF195E8C458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D75349-B30A-48F7-8FBC-D6B288CB0BC9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5FCAEC-76E8-1578-910B-8AB8008D8BE9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19577-7E48-10A4-AACD-23F1ACABC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6A088A-927F-0E68-7C99-847DBF32E4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In Row 3, a run of length 2–3 must go rightward.  3 would conflict with given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607C725-E68B-A8E1-3D60-C91B5A30D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89B26B5-E25B-B1DE-818C-4B6B944FA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847827A-58EA-2DC5-9285-81DB43721C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E32DE10-A11E-96ED-EBC6-F2E746D138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505070-DC93-E8B4-13C4-12021D12B785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950062-EDB6-01C1-9977-EAA012738C68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477174-A46F-E5FB-2A23-DABDE76D97EA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556AFF-4978-D2F5-9BC4-E5163D0CF21A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404286-7715-DFD4-AC7A-25622882C1E5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E65F7A-1040-41FC-182C-F0FCCD8D7FDA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93F90D-24FA-EAB3-08BB-6D949132C3CC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7B2163-9405-A699-F0A0-E74FE6828DE7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5B8288-7532-FAF2-08B5-8C3F3F1ADB2D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801603-B572-D2D9-45A1-B42D1510F4C9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387F66-19AF-9CC5-5511-094ABE063D10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9DC2A2-6677-2960-44F8-38E0AA63FAF0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A1E217-BE36-988D-5369-D4D5EB5C4F5E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770702-CD4C-A874-DE41-7F7C39FDCAF9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ADA0DB-11AF-BA2C-1D36-52AD221C861E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23C93F-2406-83BF-4263-834360E0937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D664CA-F89B-AE2D-791B-D8F8F815AFD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B89358-8436-7173-9F5A-9828ED5E971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765432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683C9E-8073-635B-7085-E851842B6E1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66D0B8-08DF-75C0-44D3-AB256640138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43588F-819E-9AEF-6B45-153711A8514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AACFA2-77DF-EF40-90E4-EDC4382347E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7B6BC0-6F23-AB89-DA19-60670C5C955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</p:spTree>
    <p:extLst>
      <p:ext uri="{BB962C8B-B14F-4D97-AF65-F5344CB8AC3E}">
        <p14:creationId xmlns:p14="http://schemas.microsoft.com/office/powerpoint/2010/main" val="3330114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8FE41-171C-0308-DEFD-B77938E0E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DD7F3E-01D4-1EE2-F56D-C08390F605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B0C31C8-5B8F-F820-2711-09F7D3D45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DAF43D2-6605-08F3-FEDB-BBA99E59B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3233E69-D4A0-7C6E-82A6-DBBA7F633F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A11CB7A-8B7B-87C3-84EE-85565FF375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2F5E99-AA8F-065E-E9FC-A8C5FE6CDCBC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7FCB02-5AA8-E910-812D-96BF068155A1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F4269F-40EB-8745-9A7E-B88A0D768D25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96B53B-2740-37CF-C6D4-86FFCCB9BA13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DA0F88-B0C7-C8FF-D4F6-34E1E700207C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7ABA50-C444-EBB1-3116-399F862FDF43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12B343-C65A-8BD5-1DA3-641330B246CA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A8CCE8-BA96-20A4-6B0F-E7FD44B07871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248737-B388-3F81-FA7F-CA5F6D353819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F21FE6-CAD5-758F-399E-CBAD80913633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1C83B4-179D-47F1-CF49-9E15B5EB775B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C424E2-5768-955E-C6A9-F751E59A7220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CBD627-1A1A-8C80-3A65-4776845B9464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C7CD78-DC87-5B6A-863D-1F7EC2BB8AD0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271FFE-102F-35AF-144B-5265623C55AB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AE86E5-1E6F-3A55-5273-4844DB4F0C8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DC9231-063E-9065-31A1-04AD8D16DDB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7AE012-FC20-F357-E4FD-44B956635BE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9F0D04-AABC-7A6E-7F86-58784504949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5B1A2F-0DD7-3EC7-A771-6CB7A9F09E6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A12BB2-19B4-2876-037B-E73862474FC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9BB402-A967-797F-DBCC-64252A86F9F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1F3B41-90BB-E5A7-2C84-4832CE30C57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</p:spTree>
    <p:extLst>
      <p:ext uri="{BB962C8B-B14F-4D97-AF65-F5344CB8AC3E}">
        <p14:creationId xmlns:p14="http://schemas.microsoft.com/office/powerpoint/2010/main" val="2796090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5CD6C-F47C-0A69-7813-A5DC1B7D4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E66877-3815-5106-C56D-23A7DD6751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In Column 3, a run of length 3–4 must go downward.  3 would conflict with given 9.</a:t>
            </a:r>
          </a:p>
          <a:p>
            <a:r>
              <a:rPr lang="en-US" dirty="0"/>
              <a:t>([18 in 4] could be 2358, 2367, 2457, or 3456.)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4F4ABBF-16F3-D72B-3B7F-5A0520632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89776DB-F5B4-55D5-16B4-4AC3A8347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6EC18FE-B5F7-3113-B25F-0630F5B40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B5A7596-EDF0-1A47-FBF8-A16AFAB827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591834-6195-57CE-B262-E7D5C8F34E47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F91940-CD08-BA57-5ED1-F6DDB67DBFA1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BA84A1-9471-0E68-4558-E7B755D194FE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FC1E27-A372-40D5-B6DD-11108ACB3ACF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6CDD21-FC8C-06DC-1C60-897D9FED0584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CB8E0C-BBFC-6AA5-03FC-4378E014A903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14C574-724E-3C64-0D33-E67E982024BF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4C1D70-6191-5FAC-3278-5C639BCAC2B1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B2D904-64EB-D640-8023-E0AA2C87AE15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39414F-096A-6E83-AB65-DBC55394A3E7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3558B6-4103-8A6D-A075-E63D9D70324E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8971F2-FD36-D171-2832-3802455FB802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9F7BA1-313E-EC3E-7D52-3DEB007A7A48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564E4-CF99-99A2-494D-FA84E2807360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DCF216-811D-4C26-E323-E214BE39458C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0C9CDC-90CB-542C-8DBE-3F05EC87C9B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FA404-D7BF-A66D-80EC-35A457DBDB6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620AEF-10C4-604A-83C5-41815BDDAAF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4641EE-B445-30F4-F408-0AC7C7985BE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41A5B3-FE63-A6B4-E9DC-C7706C3C966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FF2565-FED2-3CC1-58C4-9B5DF716685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E24619-7285-942A-0CAC-DAFB592BA0F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37170D-3473-B429-8C8E-47072E3596D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DE5AC6-0F83-2D63-D0DA-D897B21A943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45DA9C-2D37-EA3E-FFAC-5EEC40FBBAE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85F7FD-6EEB-D09B-5AF3-690CC08ECDB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C3E505-3710-496E-E10D-FA6DF481591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FDC60E-11C8-DA78-33B9-544FC1F5252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4A5694-8A46-96E8-D232-3FDB90B71CC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E6A8CB-5AB0-4D0B-9BC0-D90595942CC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44BC96-3B9A-70EE-24DE-757282FDD28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</p:spTree>
    <p:extLst>
      <p:ext uri="{BB962C8B-B14F-4D97-AF65-F5344CB8AC3E}">
        <p14:creationId xmlns:p14="http://schemas.microsoft.com/office/powerpoint/2010/main" val="2394920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4AEC4-676C-78C0-BA63-78432530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E98EA1-9CB0-2008-6E14-B178A8DC9A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Column 2 has a maximal run of 7 cells. By Sudoku rules, it must be 9 on top and 1 on bottom.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177D6FF-6CB5-4EF2-67F9-753C6F52A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C4CD6D2-97F8-4881-8F73-67F79AB09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F69AEFA-84B9-ECF2-0465-73BEAD1089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995D39F-408B-05DA-AF8A-029AE42E0F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ABDAF7-D0BF-C7F1-AEC6-4A217D62682A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B4CA6B-6EFD-357A-FC62-4876FDF35F84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140003-256F-9E35-0D1F-71CC8CCF2930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204E61-6512-2498-01F2-F529B4DC6F3D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BA889F-2236-0EF8-EEB5-019728960B4C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F42FA7-A1D0-4BF6-F230-70D5E13A2C82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23DC5A-596E-C8BE-851F-D316DEC45877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B3C456-3694-AB22-91F4-A7940151878C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CA9FC9-31E3-8CC4-676B-B89DF2F6F764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360678-4741-66DA-E94D-5AA8BAAD1E26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4AE3DD-3596-6F20-9F7F-7B8BB3249318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E3E469-44DE-1CE1-C803-D1DE1F4EEA64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D8594E-1C4B-BBD5-E45A-951BAE3C56ED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C6FF01-F4E3-336A-9669-06E40C70ECB7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5558C5-4126-96B9-EF00-552CE6E515A4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111D78-6DE7-7A89-B22C-0CB3FE76B6D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6D8399-43E5-607F-0516-87CBA102BEE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E3126D-4CB1-FB81-EDC3-484AAB80399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6D7C49-133A-4485-B65B-601FFD1C3D1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20B307-A62C-A1E4-BCCD-B063877DF24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157310-5ADA-A518-655C-06093C84E33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4ADAEC-29A5-0163-673E-D83EBD0F9A2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B95D0A-D074-43C7-5DD0-2B22755B2CC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401788-EC15-276E-33D7-F798200B6C7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FABF2C-8DFF-A35A-9E18-82A4F690D60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DA98E6-C61C-F5AC-A081-1490A3FDE92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62C36C-6868-F9CC-3059-D8A53FD94AF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B5D649-03CC-17A7-4A22-8262B8DD8B4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8628E6-86B0-9E5D-514B-EF741FED45E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4ED42B-9CF1-17A4-6E3A-7A9030B351F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00A055-3521-D433-ADF3-A4DC9B86CDE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EF2621-3BC5-9638-A113-8D4F8031308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3B6D39-CECD-4E04-269D-B7C0DE1F46E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8F8C24F-0C32-A014-F426-F6E7578D04A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8E2AD36-2533-8238-7815-3B76CA055B6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43B403-B62B-7D87-9DD6-DF6F4167A90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737036-2653-E406-2512-DF1D9299E47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EBE565B-70B7-C8A7-FECC-6529470ED86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221A3E-54B1-B9CE-ED79-E21C3FA70E7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946030-F709-F722-9527-83516888BE3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141CF6-5C8C-B4C4-C19E-125C6B33F1D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0E6B82-72B2-EE3E-5076-DB3C5F04796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A0B5E1-4646-86E7-BB18-71EE666BB88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70DD234-0650-AEE4-D34A-83D5CA6E07A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</p:spTree>
    <p:extLst>
      <p:ext uri="{BB962C8B-B14F-4D97-AF65-F5344CB8AC3E}">
        <p14:creationId xmlns:p14="http://schemas.microsoft.com/office/powerpoint/2010/main" val="2596817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6F85A-F28C-9E0B-C2EF-AC4B3DAB8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C6EA68-3CEF-25EF-FE52-E622F63312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In Row 9, a run of length 1 must go rightward.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9B73268-7565-ABCF-B3EB-6DB64D4EA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AAE0DEB-16EC-F5D7-C6C1-501985C60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27C7547-629C-E276-EA18-8A9F8951EB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ACC62F4-92E6-1FAE-4904-6EE05759FF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EFC19F-C0DD-4A77-CD17-3EB34A93AAF1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72AD36-BD4F-0681-C325-8CB8E19AC327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92D8EA-6791-5841-78D9-0D2384EBE4AA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EA19CC-A33C-E9EC-E407-204E5B5CEE1E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3D7A8F-68F9-ADC7-5FDB-68523FB3D952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DB367A-8D4E-16F6-807C-B82E0CD68BE9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7CB869-723E-A31C-3DFC-4AEA5D28A375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8EF320-9A47-BAE5-4E23-135BB282C0E1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87662E-DCB2-D7D8-A5B8-061911D09592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BAF26F-44C9-324A-E3CE-D5571978C4D6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35B95F-7DD1-0138-9B3A-EBB39435D5A3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B6E4A3-338B-814B-1C6F-79D60C5DF9A8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2BA475-45F9-986D-0C03-E7C4F1019DAE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C4EE68-8D9C-2618-C13D-EC0F0B51B39D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507911-D783-5886-E325-6C48577E0CBA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297D50-59BB-2A2F-AFD3-49FCC16DBDE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74ADB2-50C3-9A54-B4C2-14AF09318B8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C4C065-6EEF-534F-C6FE-83F3BF1FFD2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F0BA27-D5EA-6339-A5FB-31BFDEFC67A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97B896-CC28-660A-8558-A93B61D98BE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900D9E-E2C7-2878-0E1F-E60C27517F7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65BFCE-9686-6D0B-6165-F8C83019171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DDE8DC-86D8-7D26-85F7-7B63BCFE7D1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674B23-5172-70BF-1ADC-EA1B09DF77C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DA090E-0CE6-3DE3-C56B-3BDCA33E9E6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FCDA40-A719-C589-9C6D-7F94CF0D6C6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32ADC1-CFD7-0213-F2C6-4022F6D2AC4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6460F6-8F1B-1567-4ABA-65CD8EE630B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A453A7-D94F-3E22-7447-DECFB55044E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51C57B-9F75-6A6C-44A1-952284694D8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F5A1A3-78AF-0DA1-0D99-E49AAD978BE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376A73C-6DE2-56AA-72F4-69F617269E9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DBA33F8-2E0D-6AEF-2D9D-9CE3F35E7C8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5F6947-8822-548F-FCA5-EA44DB5308C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51313F7-47D2-DD9A-ECB9-26A7FE67FA6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224636-BF87-AEE2-5737-9E532732983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89A2D1F-4128-9930-EFF0-F4668D65356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E1DBCEE-15C6-816A-ECD4-B574A2F1C4E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FB4417-97F7-21D0-CE56-D3EA4AAFA25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56D05BB-0BB9-85B2-5BEB-1BE4DF12075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DD958A3-3E42-1298-C00B-460EB0314E1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E579A29-FFE2-FBA6-950B-E979A06AF69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8B05C63-E594-B75B-1CC1-3FA44DAFE5D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7B7EB62-8353-E3E5-EC4D-393F018B20A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6357D52-CADD-2A78-1631-5BC719C1B93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0EB742-FF33-B2A8-2560-1A6BC2DCD01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1C0DDA7-C464-7DF2-547D-0B97E0A4537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9F464DE-3BFA-1E12-3215-6BB45F9F552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D8D307D-0B28-FF2F-4EED-34F19832171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D27B7A8-7986-842D-EFF1-1B753E1CA08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</p:spTree>
    <p:extLst>
      <p:ext uri="{BB962C8B-B14F-4D97-AF65-F5344CB8AC3E}">
        <p14:creationId xmlns:p14="http://schemas.microsoft.com/office/powerpoint/2010/main" val="2238995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5F27F-D810-C51A-6FE0-6E5D9031D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18F270-3E6F-03B9-40C9-362723D9C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E9918A9-699A-14AB-C961-0FA3D6E4E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BE57739-1BB5-C835-6CDC-F10639EFB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00C07D1-70D2-6AA1-09E1-75B38681E0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40320C1-66C2-3708-7EDA-6033B81221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F2D502-7592-7200-24DA-D5DFEE3BCE44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34DBC5-7549-6667-BD80-E90089FE063A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E12DC6-1F05-2B74-DA93-58EE093776B3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0D5349-6313-B19F-2827-D4A99EC7419B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D5FC40-0693-C86C-C291-A9A573A5A9B5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D3FE72-43B0-7CA3-BB52-88F0B4B0850B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9DE260-0AE0-87D1-1B96-57A12D29EB09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4CE876-F91A-9E84-24CF-D88A0DBAC600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AB609D-82A6-5CB1-8537-10063CD73B74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877CB5-C408-11FF-451D-9A8E5466CB41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9EBBE2-B967-060B-DDFF-483D9886009B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40C011-64EA-4D95-FD31-D575DA992B36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EBC2C8-C349-4295-64B2-D6C8B7C424CF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D6BBD3-B9F9-E840-ABC6-6290AC53DB65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E2C2D3-32F6-A401-E2C7-0AD1BF0BDE2F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9CEB5C-EFDA-E6D4-B024-4C1D5CC2DA7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2384DB-1531-6771-7C9A-3B1C9284424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5773BF-8AB2-1265-EFF3-E98A5B329BC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93D70E-48D1-A879-300D-589A8EE385E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516FE2-E07F-28FE-DD7D-8E3A7264378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AC2CC0-6D63-6420-272D-EF5015C23D6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23B443-C75E-B466-98C5-A77338F25E7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14845F-5DBC-DC7F-331E-882F500C950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12CA79-60E1-BD13-4C0C-9EB9746BFA7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A0FF94-9B00-7285-D656-F99CD8691F7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40CE52-0F45-88D4-10D5-35B322D7687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BD349B-7F48-E28B-84B5-75C7E373BF9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B29035-9588-0F42-8D0D-5AFD7370729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3FE7C8-0779-9F3D-6E7F-07516D84F00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81DD73-CA1D-88E5-9B8E-2D1F77D0AC4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BD6706-16E3-529A-371F-C64A51EA98B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2B3B81F-750E-E68E-F46F-F5BC7C97946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D283E69-5994-9FF5-B807-1D38E611C13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3C90B4-D28E-4BE9-2003-8CF96140CDD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4967A3E-2A30-51C6-F0E4-EEE76E06F18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550C63B-44EA-6996-9662-E9C5481B514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59F3AA4-3AB0-30D5-4E40-606D3C9CDB1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07EBC9E-12AB-6464-9880-4667E632FDD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33D72F6-3C20-5764-029E-C9044FCDE60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6C3555-9B10-5E2D-BE76-44EF0E67317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41A503B-5F51-BE7B-4347-BF768D4D0F5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5005380-4E10-B795-7E92-1C93144632E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AD75AE-846F-2051-843E-40DBDCF64F1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6FF0BD-37C4-D9CC-4B51-3EEAC74262D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557029-4598-2DA4-F403-97690E22A5F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98B6D2-5B09-5E51-EF80-0157B35E3CD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6ABA33-A45C-F40F-7A87-EFCB54176E3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5E0EF7-A056-B7D1-6BCA-1C6AFC090A4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70C49B-F065-8C6F-DFCC-C16D4A721E1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CABD65-E090-8DB6-43B8-C3BD744456F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</p:spTree>
    <p:extLst>
      <p:ext uri="{BB962C8B-B14F-4D97-AF65-F5344CB8AC3E}">
        <p14:creationId xmlns:p14="http://schemas.microsoft.com/office/powerpoint/2010/main" val="887110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42CF9-8853-0169-CC7F-239BC686C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02FBA8-A2D2-0710-6DC3-CF070162C1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In Column 1, the run length must be 1 (not 2).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5099101-9B94-595F-2B14-DEA9CAE53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DF98A43-8706-8F8E-A2CC-142F0EEE9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0508AF1-8E0C-FFA8-510F-D799A67EF4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38D6FD0-1014-FB4B-E6F9-A47C86151E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6423F2-C602-2993-5D98-50C2200F7AEF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EF7681-BBA8-92C9-27CE-67B678BCC363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FCC636-8C87-BF13-D9E1-9D4FA84546AF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FED125-B674-2B19-E585-9A99AA25B58A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BBFBB7-DABA-E6CA-ED45-E59F1ECFC79F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421B98-343C-73DA-B7B3-9598BEFEF017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D3D15F-F522-EAAE-ED2E-84AA3077A067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61C0EB-632E-9725-6980-2CE13E137363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3BC600-9B28-09EF-C14A-63F5BFA43B36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D13F5F-EA76-724B-87E7-39C377F09955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F0902F-BDEA-737B-BA1A-98B006B18BF0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987B66-3B1F-564C-75DB-E0EAD37BE0F2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428303-7F6E-7959-6753-C549F0C7BEB9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52F7FC-193C-A6E5-7E5C-E8DD3C10D318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8ABC65-59BB-59A5-6CCF-06FFF729E800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54D847-2EFB-A1E5-CEE1-AAC0B8D3CE6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B78D3C-BA3E-9CD2-24FD-7F76FCF8566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AB9137-C95A-0635-8E58-F48490A8DE5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8B6366-0A79-38A4-BDF2-B060D539E1E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A4B16E-B028-B6C6-F294-5C299AE8109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7780E1-A189-415A-8C08-9CAC01778BF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F96966-A0BF-4F4F-8B1D-BB9708F12DC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64EFE9-AEA5-6F68-41AD-C8DF0D678A7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CEC88A-57B4-BAAB-BE25-A5E8FE4A9C7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1FA360-7E41-772F-039D-221AFC4E0B9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0C7DFD-9398-23ED-F9BA-399B02B0E72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3AE71E-3BB4-173D-676B-C3DF8C57941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778A8B-3A42-7939-54DF-6A984C513D9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F45190-9336-12D7-81C1-1D759472CAF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40027D-B3DE-807D-E70F-5D3E0B66458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4DF7D51-A619-019B-4B32-EA67BC210DC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A1703A2-62CB-3033-A867-E4576CAEA4B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E0036A7-645D-4933-BA72-892DBD6AD2E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F69BA9-B2ED-0D82-BF9A-4F0283692F5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3504361-84DF-9C7D-F86A-E580C48596F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8F6F01-AD68-E8EF-1F3C-6217A60B61F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D1E5EC5-0DD2-D66C-97F0-CD71FBF90BA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DE8300-A668-C995-701A-E2043F521EE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AF2A43E-02FB-B51A-F3B9-FFAFC6DB701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413744C-132F-B45C-DE58-F3A93F985EF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11356A5-4B97-002E-8045-09213A4A54F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F09BDC-2EFF-B424-4E04-DC25AA49851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5BC710-1947-6935-1FBD-215978994E2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33CFF1-E22E-5B41-6ED6-E1EA5714346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6E6825-ACC4-E2BD-57D4-15A020E09CC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C470D3-CD11-F1D5-BBF6-3AFE394090D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615B35-2B3B-4680-589C-B0695F17E70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6D2BAB-40EB-35E8-DC22-D7C725727F1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C09C20-F131-1432-DC4B-EBEEA57CABB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B6D445-86CF-6AAB-37D6-43B0A1E2E67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CA381A-52D9-A559-3704-0B9591547C6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F359ED-0A0C-8AED-EDDE-A930FC6E9BC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628A05-DD12-5E7C-E05F-4002944CF16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92916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80B8B-FA1F-3A75-4819-E5EFD4EF0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270704-D724-FF84-E4CB-2DEAE3359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3F27E2D-23BC-14BB-A6CD-81FFEFC18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F3D18BD-D2E4-6CBF-17B9-825E06623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D4C312C-D7C8-8E32-9B66-74FBAC7EF0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66F52A1-19AB-C58C-538C-25BD0FA1E8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73E3AB-FD16-DE2C-C93D-9CA584B16CD5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B3EF5C-F5F5-5F5A-FFDB-8E8262B88D25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254CD1-3FF1-3FD6-4BFB-C85FFE8ACFAD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12EF10-1861-3DB8-B823-0528B6874A21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97E358-7FE8-0922-FB0D-DCB1D21F5DFF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AC4AA6-A634-A6DB-E99C-124EBE0AD26B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52B344-08DB-E785-18BC-7C36619691B5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60D372-E0CB-6E67-EB62-47C60406651B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BB63F8-7935-E06E-2B55-B00EBB8317F5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613BAB-5519-EC26-61BF-CB3743911E32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A81159-8A6E-87A9-E217-0C10B3C875E0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0C9C4A-43BF-15A2-E9DB-35EBB624E958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290C5B-0055-D647-D94C-742804A1ED89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B6034F-0F90-D196-125A-3AA1A99B616B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0FC15A-27AF-1F95-58F9-0682ADC4F3FE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B51B52-EE66-9D5D-4583-C7E49DD5332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8CCA9F-1C6F-F05C-D599-2C0D6AE2B34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DD9EDD-4296-03C9-7A31-B98FC95F2F4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1A95AA-4827-61AD-F392-0315A150EEB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C6D5D0-D8E0-574E-2318-B23CCF8A1AF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F1FD3D-83C3-49D0-7663-BD76299EB20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777412-ABBC-B1D7-0413-8C6B5FD9264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240DA0-FEF8-5712-E6AC-41DA9734AD1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338C2F-6FCC-D610-0632-C7FFE7DBA29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FA3E35-3D95-25FB-77F6-BF5E748E6F8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4C6742-6F77-12DB-E626-B6CF0972E1F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A2BE82-079B-266F-03DC-B4D2CD3EFCF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127A81B-7D66-F39E-6E8E-6B40C7F1423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4A01D3-E3C8-993D-500E-E15C0CE9DF6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62C45C-BF5E-4FC9-790C-3362C60C109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859F87-56EF-9F54-A112-D918584EBB7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D12FBE-330A-0C08-A043-074004BA751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7A1CF9C-2AC6-D6A0-6A10-7C7BAA35D6A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185B452-4BFC-643D-6DA4-D6C15318386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CAE723D-DBC1-A208-6A98-46EDDEE6805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39B047E-07AA-A10D-BBAB-E60418C1064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764632-E958-8DC0-CC23-BE3B0076B7E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2FB45D2-B71B-83FB-16DA-2D1341DBB2D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5D0280D-FFF9-D1D0-94BB-70EDCF265C8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750B71-2D90-9D0B-0633-B5EAE9E5E90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F7E7274-CAD1-C0A4-1355-187D04CCE94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F98D90-6C77-DB6D-01FB-4F99EB6E4F4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F39098-D175-2742-9D7A-8E15444BA9F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644C98-EDE2-9852-5129-C300C38AAB6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10FDAE-1CFC-3E78-553F-C3859343360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A81F9D-9378-4CB8-BFBA-D3DDBFB628A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81A2CE-9421-9A51-7E4C-D216FAA04AD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38EB9B-4F89-63C8-02D5-6FD3064EE10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E9724C-8B16-E315-8065-3B5DE33CD48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2F11B5-7342-B024-BC4B-453270A296E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5313E4-E07A-01C5-77C7-5B11DE74D5A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23101F-553A-BDF9-0ACD-2E010FFB49F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BA1346-66E0-7C26-A6D8-571CA6990F7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28020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5914E-083B-FF7A-A4BE-D269291AC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B1B33E-7ACA-ED2A-73FD-F377792B7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In Column 4, a run of length 5 is precluded, but 6 is possible.</a:t>
            </a:r>
          </a:p>
          <a:p>
            <a:r>
              <a:rPr lang="en-US" dirty="0"/>
              <a:t>45–(1+28+9) =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74FE593-0DF3-E28F-A885-F86BE09F6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6295D7A-DF04-9B1F-2C8A-3288FFAFE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1CC5867-186A-16AE-2411-038B2A4B1D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39BF509-5452-D93C-940E-D1FE79146C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9D4F27-BC33-36A2-ECE5-CEB40424850A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FB3790-D260-3DAA-5BEC-E9749F32D476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64D451-494D-E281-9C92-44A52A4E9FF3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923FB3-A0D3-27BE-016E-A445C5532633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4ECD9A-37F8-3173-6F76-0239E3DBF687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4DBC4D-2BCF-D9D7-21EA-FB4AD61321A1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90734A-16E2-F8E8-0010-9A78CCA462C6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F180C1-8AB6-C56B-C3E5-20C71588BE07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EDE9C5-ED2E-0FAB-1A0E-4A72D94E05DD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8406D6-EA9E-E1B6-BA84-A3C6950F9278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0FD410-8EC1-E285-9F19-BDCEB81EC9D0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3AC677-83BD-EEF8-178C-C3ED12338C76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C11EF5-E684-9088-E7A4-769F30A91452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DCA2E3-6047-CEEF-E9B9-629BA92BFCBA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FBBFE9-9BE7-E0D0-81D5-5902E3183FCB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F80C7E-6856-C3B9-5B08-002F8CFBE7F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D7F532-8A57-DA64-311B-F4BC734DADE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8B5078-CB22-9DDA-0571-45FE9315147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231E22-4AC5-1918-3355-04F7BC494FB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66E070-4943-DAA5-1A94-E69EBE2781C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2E1E07-D100-7FAC-EDFC-7F45B6608F9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4A083A-8BE0-72C2-502D-6BB375BA754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22EEAE-DA5A-F4C3-6A39-40AC6D2BF8A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5C1858-A0F5-439D-2540-1B243EC4CC7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65DA8A-A2BB-9AC1-53A2-CBBE46F8630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9E9CCA-8098-67C3-C7DD-E50ABE8B77B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F59A5C-92EB-BDBC-C5FD-64CF67F2A78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6792E3-64D3-C044-6158-8F232D4C1C8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80AAB8-F799-536A-C074-5E659B14DE8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B40276-A1AC-9304-A5EA-892158E7CAD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DAB052C-B2D5-745B-BA26-053E3E98B55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C85997-6F65-AD9E-F3E0-8F65867E985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06DC772-EBE4-63BD-BFC0-378B49B7190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0A4DADD-7FF5-ED37-26B6-9268B9858E2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F19527B-7704-CC36-1003-4B39EE4839C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67B96F-5C75-2E44-4CB1-F78EBEBB475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29B4D0B-3D6C-921D-6799-6E732F13287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2E9E419-0C14-D311-DDAE-B535A08EC0A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858CED1-D194-1FF5-958A-DA894F57567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A980530-5516-8EF7-946E-AA58EC9F61A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554781-F0FE-BC17-431C-BACCD1F5BBB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E979CA4-877E-B4FD-AA26-31F3293A3FA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4A92DA-B88F-0756-CE13-7C3FBD81E34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C8ED00-D082-D80F-53EA-B2CE437A7DF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8DD7CF-9176-C753-4B4A-923E7F9C53A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37B016-34E4-880F-76D1-B27C84627C1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F3162C-F7D1-5C47-292F-D45B04EA290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6C9485-C5A9-CBD1-5955-D850D6C2517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FA5DEC-29E1-E92A-6F14-53B21546DE8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CB31B02-CC24-313C-2A27-2036615A2AB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98045C-6F41-3A91-8D1E-94846656178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DDCDB2-A833-491F-2DA5-F9B11C6AFA4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7E59CE-9DA9-29A6-120D-569C4F06710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05F5DF-DF82-4283-D5A7-8028B3B31C2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A3ADBF-4D0F-DEB7-1029-3AD9F9E17C8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82745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C7B01-4321-290F-9DD5-C90F9DB90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5338BE-D175-6305-3AAD-ABA3FCD3B8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B697743-92CD-4924-197D-B74BBD48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35BD5AF-DAD5-FA38-E2AB-46DAA2502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B1DD574-1020-3B43-1157-315610C43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DF137DC-01F6-1982-40EF-4CC7C7E03F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D03F71-B770-2BBB-DF39-183ADCBA1539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328684-911D-016E-2C9A-F82B905A4147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83037B-86DE-8B25-C13E-F44D335317CB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11AD63-9A4D-369C-D271-05C3D82FCC0F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155899-A2A5-4DE0-03B7-2BBE9FA3E710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F955ED-73E3-B809-1601-CF8707F84103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BB82F7-B4D4-263C-8C38-ED694472B54C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2BB2C0-C74D-A334-5DD9-8E093689ADA6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3419B2-58D9-82C1-FF1B-2CA0E5A69021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A2EF87-2035-8285-542E-BC9D996B5FAD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831E1C-AECE-0712-ACDD-542280BAF206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3B9474-36CF-DADD-F0E9-6149B6661186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1FD2E0-3D71-2AB6-1420-30D765A27225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EB4397-0000-2EB1-F29C-7DD8A02C4498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D3CA67-C673-6DBF-BD6D-E9974B56F6AD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B08918-76FB-40AC-2723-5B64ACFD1A8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37207E-F4C0-902A-9348-00DFE87878C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9253F9-3E5D-F06F-B34E-021437F0F22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FF29A-59F0-B76F-3C02-CCDA6672052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F5CAF9-E6D9-8496-D6BD-5343F708E3A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BF7C0E-0552-F8D9-F3B7-B86405CBAF7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FB7AC7-FC79-1E18-0C17-9E7F7F6C33D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0226E9-8FEC-9199-F18E-522D30E0871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2B014A-4CFE-7CC9-D904-13A3F5784D3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B80778-EFB0-2311-9135-24D1C279A77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3E95F4-4C81-E119-EF50-46B5D3479EE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90B6854-AA2E-41DD-3BF5-1FAD36B3F42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E4398B-45E4-8692-9016-1DA33B388D7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A7B31C-03DD-5FD4-31B7-BD2607C0643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16E02C-68C0-DE19-66D8-68988DFBB76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471ECB-52BE-D641-A272-0C194E7B834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4337C7-E9A4-94BB-B970-EC8F3EC9200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1461011-20F1-A8C3-7B20-1FBB71E3F8E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1410AA2-A927-9A8C-068C-E3F7D533771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A0D4BDB-5163-5D98-CFF3-FE911AEA620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3B2782-E292-C949-AEF8-8AD27E3AE41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B0DC484-83D7-B8CB-070E-3C35C96C066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1AABDEB-0931-43AC-3AF2-2D0A074C240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C448954-58FB-BABC-E642-1B4B3CFF051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3481420-1926-2ED4-D13C-4F44C4119E8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1EB840C-1371-E186-218E-4DAF59D11EE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3C3746-D933-C023-C16F-115A2503EE6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0D7FD7-5667-8C04-62FC-211802F1D33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DADA88-627C-C517-8218-453E7465FED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91BC3F-9892-4E77-2C6D-02BF2C48844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C20EEC-11FD-B363-A53A-230F98C582F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D63A46-22F5-1865-E420-B59F698CD6E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A747A0-AE98-9026-507A-8D8BF480C0D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D0DFA6-4026-236A-9894-DEED8E2AC2E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1B44E0-E769-3EC5-4504-E160CB5DE03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A53142-4483-F572-6F69-00CB9EFF069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772568-5A0D-52DD-8A1B-5AE16FC4CF5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FB47AF-5A28-B5ED-8CFE-2A7ABC5E6DC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59AFCC-F112-6C65-ABF8-4FAB9C4A3D6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3869E09-1790-428B-1E5D-46B69A55E49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03378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7F8DA-8AAB-8352-290D-FEE15CB9A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759314-9059-7CE7-01A5-B1F1444ECE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Complete Column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2375FED-F344-0005-3E4D-199253C15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74B1FAE-7405-AE2C-C305-FFA5B9A8D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853DD5E-A583-282A-AFE4-0629D1B144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1E306E9-E1EF-879B-560F-CB9309FC35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132BCE-6228-A032-443F-8281A8EAAA22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4116AB-61F8-7767-159C-A05F91CB9B20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344CD4-5F58-7EF8-2F2F-EEC3AA9429F1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0F5163-8F92-0DA3-7A0D-D6F0E8477969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A3398D-AD45-6C87-A5CA-4AA8773DF027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0C6445-3C76-10DE-C5B3-680245F842C4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2A5899-9B78-F5C8-2BF8-AC14572EEAE1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7D7949-221A-291D-7B9F-BEE7170C4C03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E17FF9-AE61-CEAF-3786-170DEE3B929F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FA6832-ED5D-7C22-314F-4D96B7426372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573823-A54A-7FA5-8565-7842CBE96B5B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814A75-C019-8C53-E43C-6754520A1C40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3C42A3-B8F2-F77F-3388-69B6BA269C66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C4253F-FFE7-6805-B337-45E01A1F442C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315EE5-4663-F8EB-FC47-50246C27635A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387129-3777-4740-07DE-C9CD3C33AB0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4ADB87-0E41-919C-314E-AAF53081056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FFF98A-2B77-E2B0-ED09-5EE4D7644D0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F66EE-DEA1-9683-D6E1-3937DF3249C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BE32A0-FADA-8339-15FA-B13DFA71A9D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A56262-FD01-A5C1-FDBF-4BA480E6E9E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DC1665-9884-B948-68CE-DBFD3C35563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27A2E5-9DC8-278C-F3A5-7222A0A5F86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03151B-1D6F-11F6-FA78-1FBFAC75131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C891E7-B1F5-5A4F-092C-6AE7099C66B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336D42-10EA-7DDE-E4E7-010E4FF535C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74DF94-4B21-4C1D-29CE-4B449895A70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CD194E-421D-EB7C-11DC-D32ED018A85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C9E4B52-04D0-1604-88CC-888E8BB9C13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708B66-569E-3AD4-924B-C293772E8F8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AD423CD-8F8A-2E85-26A9-EC324B3D1E9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096702-6555-22E2-BE45-D8250477448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26ACB6E-45D2-44AC-1171-D7409CECBFB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504504-4657-5AEF-578F-EA71909FB56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372D026-41CC-467A-78B0-7FBD2734E4A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819BFAB-15F1-294E-19FF-1304A452805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480071B-987F-F332-8EB2-D82B0595307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6F72193-45BB-B84A-7779-6800F6DCAF8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E49A179-6C19-27A0-D0F9-8A0D7335C00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D5FE466-851F-492F-F647-D5D6E9CBF3F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2E7DFAB-4397-6A78-AFCA-B067455F8FE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02A6DD-FA65-BB45-124D-E82B9771D63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0046B4-8959-498F-ACE7-2C5BFE2B09A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04E7CD-4B02-33E1-F373-058BC8B206E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3A529C-CE9B-10EF-5562-ADFED4D3252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46FB43-BC27-8DD6-F136-19DFCFEBD1A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54B322-BCD4-45D0-269E-80E9E6B0270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D77AD5-67AA-2288-2A32-7247DEC1563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F103C8-E740-7754-B7C2-E7F5AC2D1FE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E91FDB9-9C23-90F1-6719-4E3C7C02762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6CE291-30FA-ED1E-E816-24AE590992B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941B08-B5E7-9643-22AD-8AB23D0571A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8C2F6F-CAA8-DA1C-C4D6-BE8D5CE7E73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F16225-B3AA-C2F9-0CF4-CE8A34244A6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3618C3-DE87-2A70-F907-3FD4A365941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90D2AC7-4DBC-167A-B99F-B3843B97481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0BF1167-F1C5-552D-F552-5985BBACF40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1300CFC-6216-874E-5C2E-D4664B4E0A5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592F172-A1F9-C2C0-F7F9-B9FDB2A29B3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</p:spTree>
    <p:extLst>
      <p:ext uri="{BB962C8B-B14F-4D97-AF65-F5344CB8AC3E}">
        <p14:creationId xmlns:p14="http://schemas.microsoft.com/office/powerpoint/2010/main" val="1475510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B2FA5-C536-CFAF-2E5C-34C573764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55766D-791E-45F7-28FE-DAA0019EB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In Column 7, a run of 5–6 must go upwards. And 6 doesn’t fit. Note that Row 1 fits with a run of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8626D2A-A4F2-205E-E413-AC12741AA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5F20FD5-9A4E-D0B6-876D-66E979C1F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F4D887B-DC9B-1EAB-AF3D-AD3036D4B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7F247D3-3518-D3FF-5EB8-AAE6FF0478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AA4FB1-3252-A8EC-32B4-DA508A601108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DBA1A7-C92D-E95B-D65D-02D522BEB26F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BD5D3A-0D6B-36F2-99CD-698775A784FD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A5EE34-1C8F-87A5-C136-C6B8424808EE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01BCF5-EAA2-F7E2-3D4F-E1197CD921E0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D590FB-B121-DE71-FEB2-87C8EBBFC716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124586-CA67-D6BB-1135-D404BE61DF48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6FB268-26F5-450E-E84E-DF79D3E76567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E5DE5A-85CE-B251-9DB3-D630F3944DB6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878CEF-D998-80B6-6BDF-7C0972F1470D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7ACA09-47FD-B44D-8064-D2A5A5C623FC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70983B-7CA2-1942-8847-D1F0965EDA04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4D4A28-03B1-5E66-E705-9177DEBA4222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7352FD-53B4-BAF2-5259-5E920A26B85A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8CC734-5C57-04A9-AD3E-086D40B516F2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EB6494-ED36-7483-0852-BC390F4B817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9A833-0397-ABC7-AC1D-277AB85931F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E75F1C-3784-5616-A7C3-20DB55A6E61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81F913-0CE3-D115-76A0-E13D98A58D6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959D1E-3F0A-8BB2-3B11-4D8FEEF6B38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7FBA1E-EA72-D63C-F23A-4B21181CEEB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485836-1E88-5A87-C74E-E0C716D9054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C1B149-469D-FF59-9701-F0A2FEFFD6B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8365A1-8407-06C3-848D-B4C9C4AEC5E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77900C-9D56-0C50-A261-435150954B0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A2AAFE-0A36-ADD5-8747-024D5F819C5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63473A-F6F3-A6C9-7C7A-F5B0B81107E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12A407C-553A-07A4-3C0C-4EBACA80641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FBAEC5-ED11-4E01-D9EC-A2F7182A07A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07B0CD-A147-CA70-D937-40DBF79E98B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F45DEE8-39D9-1633-7A24-8A11D30FD97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4073AB-9475-7918-953B-95DC1F3BFFE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15B19F-8122-69C5-E3F3-FE6D39D45B9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CD6968-52F3-379B-2095-E108A8998FE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3C5324-5EED-D0FB-4EF4-0C5FF21C77F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C8B6AF5-F48F-CB1B-1F7B-63CBC155237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A3CE4F-0FA8-E649-7750-1AA408014C8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CAD03A3-B83D-417A-D437-B23BC560519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9BDAF3F-F0EC-29DC-7A7B-7FFC6E88E53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79EAAF-26AF-8F41-876B-AF5958AD582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6AFF6D-0EB1-0270-3159-2B912693410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585942B-49FC-340A-B563-446FC3F4A74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429C08D-AD36-6B36-8FD5-FA90AE67FF0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B1354AF-ED1D-86DE-F44B-1224B566645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1540A1A-1A4C-7051-95D3-3B5EFBFE2CC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E75D389-902A-170A-5BE8-32B20F76BEC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543224C-A03C-EB87-9116-30CDAB15F97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718F83B-3EB2-44DC-B5FE-3242A4F8B69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0AF194B-587D-7B47-9954-27BDEBDDDE3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801C3C7-BC5C-8E04-7A4F-C1B66110209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72F374F-D0FD-22B3-A16E-50DBDCD3B29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983BAAA-A7EC-9A15-1522-1C320F71454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0B6F0A3-3BB8-1A21-BC35-FCAAAE37229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CF28BAA-A96E-1AE1-AA1A-D2B5142C36B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7C6628A-70A8-74B6-0A3A-B211E8E0182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3D168FC-47FD-3C1C-4B8F-59FFF0B6550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50A490-7528-B090-EA0C-15AC4F6D78E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D0BD52-EA9B-2F3A-075A-BA76F0E4C33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0985C7-552B-7130-406C-A4FCD37E7BF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A98316-7915-CBBC-CA6E-A8D992B42A9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61459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2DA3F-76F8-6073-8F8B-47764985B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34156F-AA92-DB2E-B3B5-390579BD34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In Column 7, the cells outside of the run must sum to 45–(10+30) = 5, which must be 23, which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55011C2-836A-3882-51CD-EF5F391CB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3F15AF2-6179-6AA9-A7E9-BDC19D292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BFE8566-7737-2787-CBE7-EF2D3FDE41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F6730F8-2730-6527-F588-B8DC6D5DB2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CC39A8-A482-6458-2DB4-447C5105675D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6D1F87-F062-1A4A-EF98-38068DC20EA3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5FB7C4-9B5E-C029-0AF5-3B22C16119EE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8BF771-A3BA-9EE4-3D04-9658BF737FC3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685A7B-88B7-0E8B-C2EE-402C075361F6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C65C0A-60D3-44BD-0DD0-39932665ED89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798587-47B5-C907-BB32-F99E5ADECFF1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BF8BE8-EDAE-69DB-41AB-34239B43743D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E5963A-8250-BA99-5794-8C10C3DC0CE0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A1F760-BA26-646B-55D0-FB1EABF95D2E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D0F3DA-EB11-C9A5-280D-21E19AC9B857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A43AB8-41D4-D0AA-9F68-A2B88FF66A7B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3C0DF2-8A38-D825-35B8-EC92B2F3C392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14E1CD-DCFD-E61D-1D1A-800A97621D82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C37ADC-E000-4DEF-F4C3-202B0EF1AFEC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116CA1-66ED-4D64-6C4C-C6855585AF5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B06DF3-AD8A-EDCC-BEFA-B58DD1349E0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B0EEAF-C797-51C0-FD42-2D7783D9DFE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2C76B8-E213-E301-87D8-91FA4CC4421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A06BDE-AAD7-1E06-E2B8-EB3A4C3054A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D80BDB-4E8B-4719-9E7D-35A6BF8996C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700074-F878-AADD-4F60-7EB5156EAAC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1EC9D0-BCD9-0CBF-4F98-37FDD18B89D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5CE431-D00E-0AE1-BEB0-F7B1F2104C1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FC4A3B-17FF-6737-66E0-4819FEAFC8F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E13BA6-F10D-DEFE-58D6-CE2389D1721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2E33B4-10E8-B345-BB99-863C4B24C34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560692-5342-E49E-2DCA-D6A5CD2993C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8335ACB-4C30-A304-290F-CDD3A466140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04775F-571B-5438-F526-F8959C0FC94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5457BA6-9F6A-364A-4B64-9AD1400374B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9B31F22-A92B-BF5E-4DC0-831B211744B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42BB82-3293-DB5C-4D42-D2427FE0545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F5CA8BE-50C7-D76A-854C-D3C5AC32960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24315A-9E7A-753D-08A6-A4A02C35B24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10033D-FE3F-3D9E-ECC4-806BD9237CA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EDE9E90-B73C-7CE1-AB37-6EFD7173C91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EA7DBD3-3354-CC73-A8BF-B3C1BFA4ACA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7F27CD-6D1C-9F46-B397-CA062B17CF4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D6B432B-05F3-DA32-AAD1-C38E76EC5A9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C228249-844F-DBF9-91E6-A55115D589D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D1EF385-4F48-48C3-35C7-5D2441CF648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E924865-D410-1B6B-2BC5-6285BE60171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724624-1033-BE10-5530-EA572348129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2FA4939-DA44-6245-56E7-ECBC13392F5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05A0F73-B56B-4C24-E4C2-C7D1CD6A4A3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4B3AC32-7C34-6283-E3B0-231B8737ACF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0D7C8FC-67BC-B2B8-466A-E2EA6B3545F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6039F28-0BC9-C100-FA78-010DEC00A42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708C3F-B7DB-7A0C-6A87-B55955E57C5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9AC30B2-94AF-4EB5-5F39-358C3E6F029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2C0DDBE-B4A4-E3D7-209D-9EDD75E5A33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EB20C0C-F0C7-DEB7-8593-AEE03AC6C75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78B2BA-6802-72D3-EDF4-48E5A117612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44EF755-A706-6CFF-621A-BCB31562075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F480D-44F9-A553-FBC1-13779155406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9C5782-8EDC-25D7-35A2-576E8D8B643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9AEF79-A457-A509-D9F9-6C04FD539AA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7E660A-DEE0-7C0F-A0DB-81DF1EE2029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E4350F-0275-5C6F-1CB1-4AC49DFCEAD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F7789D-3E22-CF00-68C1-1A13ACADCAD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18259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363A9-BF0B-11AA-EA06-B1B39EE6F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BC6AE1-598F-945C-4326-227C680B31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Initialize Column 7.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372F1DE-D827-1030-1C01-4CFCD2A14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79CADE5-B14D-8EA6-54BD-B617E66D3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3202E85-FF86-52F2-49D0-BC55FF4C8A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621D3CA-9BDC-4BA8-C137-08E9DA2EE6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2606BD-3682-B7FF-3EF2-3EA537F134CD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08542E-2972-DBE8-42AC-655AB2AE68D6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50285F-A658-B9F3-7BD2-80E4BC198E67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EC5E2D-6137-B126-061C-656039B656AC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6BDEE6-F20C-6EEC-C360-20F6F245AFF7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152BDB-8EC3-B96F-95E3-42AA5CDE8547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4DFB04-C4A8-4A0F-2F4D-17460DD6F90C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27F754-F27D-C415-C6FB-7867F0AE0E73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8FC832-D06F-A8B9-6AFA-9F49C57FC16E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B5FDDF-4963-989B-9A01-022ECBEE61A2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8FEE1B-CF00-5DC8-F735-7D80B57527BB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DEB35B-797F-D59E-E495-4AB7968DF4A6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884285-8131-6328-400F-0A67A87671CF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17A5F4-4B86-C52D-DA5E-017247295E0B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2F585A-045E-6E9E-D9C0-A189E0323CDC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3484D8-B82F-324D-DCA5-53E413B3789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277196-0740-967F-AD28-C54C4F9D68D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E32A26-3751-140F-33EC-52A6412AEDB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F700E8-49B4-015B-9232-69CCE677282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A9EC5B-579B-2D45-F2DA-7F9376C40B4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A6E222-A1EE-D7B8-F860-A189EE3726A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29CF78-DDA4-9A10-4120-FF2A19E0102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CD2A71-2B1F-A5B6-FED3-052BF231732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B774AB-FD76-8867-4BE0-FCD29F61320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26F3BD-287C-5997-AFB0-CC576D89EEC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49429F-3BE7-0A51-C572-EE6F55F1191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9DCCE49-C297-4CF9-E05E-71D6C3D6A64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BAE4064-28A3-5DF5-7F4C-04BABD5025E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052E79-8A6F-8502-2E03-2534978B632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5B2DEE-5882-8D5B-BE1D-8934A7C42F5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7DEFFE9-A4B0-C911-19E2-48BB6E26B1F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7E5AA7-E495-28C6-CEF7-B083FD9EA52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AC7090-CF67-B202-B32E-1A183FC3A46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3CBCDA-1125-5C1A-C16C-845D29FC4DF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9F7E785-A3EB-8161-F822-8B9F08E9158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50D4551-0C5D-B569-03D9-C743332EC4C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E4B76B4-EBA2-A8DC-C52B-1CDD537E739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5DCBB02-0AC6-E075-9D2E-A6B48C6163C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7F10C6-DC69-374D-B242-EE5C1A082F8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FC90B4-462F-381A-6F64-24F637ED119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FC863F1-36FE-5DD5-7119-4B279B50531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0B4E029-59C7-1EC4-554B-268C145E534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06673D-9CA1-4523-B297-B3BEE2F35D2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317331F-D87F-2B9A-103C-4173E71E9D2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5C3736B-83C4-CF86-425C-E67F548BDF4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5A701FF-2934-D64B-D257-F5E655BDC3F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E27857C-202D-E2F9-9E40-9D48D7D6C5C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0AB5EDE-87C3-BA83-92A0-F040ADCCD9A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531EB89-7AEB-5551-1652-80CA5670669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F60F23-F45A-1DD2-C71A-B69C538EB4F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265578F-81C9-BA07-9FDD-FA21D4847A5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3A8990D-5E37-F93E-A080-5D8D76661B5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A1EA506-0A04-2543-B7CF-ADA0FC64113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2C31FAB-0FEE-0187-5FA0-B4310B3B5B1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082A5AB-F005-0CDD-18B3-2A164145CE2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409267-AF91-6211-CB08-54365BB8FFA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29D634-9F51-828A-A571-970CE90DA33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1C7C63-4E9C-5A05-85AF-031A323C3FA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C09271-B751-A1DA-E0E6-E4A692F160C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E53BE0-2D07-DFBD-5320-D94F08DD922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800FE6-6300-2420-C66A-62C9613EAE4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67C117-5256-EBA5-5850-94396E6F041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48F49A-59BC-C6F6-E7D7-DFDFD3A841B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598FB2-61F8-F7E8-7121-54CB0721BAB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25E1FA3-8EEF-2F7A-93E6-BDDA37FFD21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</p:spTree>
    <p:extLst>
      <p:ext uri="{BB962C8B-B14F-4D97-AF65-F5344CB8AC3E}">
        <p14:creationId xmlns:p14="http://schemas.microsoft.com/office/powerpoint/2010/main" val="3815488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27A11-61E9-03A5-00A8-60570A977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1B1E0C-A96C-D126-6ADD-79830FC727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In Row 1, the three cells outside of the run must sum to 45–(10+26) = 9, which must be 234. The cells in the run must be 5678.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AEBE96F-FAE1-DB01-EC21-B7E72218C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8E4793A-0CFB-D722-9C34-009FC54B0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031F71F-5E34-7414-492C-E190FA5CB1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10E266C-521D-8E57-8B8A-0442063E09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442EA9-C647-6C01-FFD8-E62B83E808E2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778763-57B9-FCCB-4D1D-2F2CA3544C10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BF536D-B3C0-7491-A130-B8687DACC3F3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FF47D6-28EB-6203-F560-BB6E9391A8DD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0DA068-9C46-AFD7-BC53-FF0A859B1874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8EFD14-9245-9429-7E19-26E9A72E8DE2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008DF0-1084-BB74-346C-D3D43A5E5FE6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9D22E5-CFD3-9BA7-F5DD-3243E23B314E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D485B0-FA6B-B3A5-14AF-8F46B4D6CC90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E2D11A-2980-E46E-67F9-AEEAB52E7E46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F46296-1A9C-2770-B970-8C537425ECD3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07DC9E-3764-D95F-7450-68989AFF94B4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5584E6-4278-4635-CD2E-27877679DD96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054BE2-52F2-1C59-9205-F511E6556F19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B8F3E2-E5E5-7E46-1308-D090CC4D844C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AB1795-44DB-5FA1-0D8B-11178ED6695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276005-C825-A3D4-A135-D8C49AD5F8A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512259-DBF3-2C79-227F-2C2A09AB000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8262D1-1309-6877-D695-E0DCDFE0CA3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457922-2C98-2707-2F05-9319AF479A4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F9BB70-C412-D977-A14E-A8AD18F92F2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5832F3-2DB3-EB95-746D-A5BEA5E590B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ECC01E-5B24-1B8F-FB64-EF8640D83D0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536B42-4D03-1165-BD33-20CF51102AD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581B26-FD76-E5B5-FADC-6E25DBD7BA0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ADBFD1-7557-FE2A-E650-00A188BE280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68EE19-B1BC-6CA0-9783-71A3B959E84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742784-2209-2EFF-F236-4D523516F11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4580A4-C20C-E1CA-7FAF-164CBD4A08D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36FB66-8698-4651-4465-43CDF4F873A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50B06B7-F276-089C-CCFE-525EA2C0FB9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193161-11E2-CDB3-653E-4A6FDF948DB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BC97E66-87F3-AA08-6848-9A88D62FD5D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BEF36F-2A7E-9362-5501-49C63780734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6B2C47-F158-DC31-9831-73994B7025F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686CD7A-15FD-4668-9648-77A7F9ACCF6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82E181A-77C9-8D27-5F0F-DCE1D3C9897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1CD0C8-AE7D-862C-B563-48B6995EBCC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70028D-C81D-8644-13AE-C7179C5418A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963EF2-3B24-7076-E0C4-288AE620621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38A263C-3325-2185-62C1-2D43F554E2C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FB1E92-DF12-3A78-F7C7-B69B4B611D0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2812BCE-D733-E6E4-C324-31A7AAD6A08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02D437A-1418-0C97-EAFD-1C5188F4B2F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D0BCA98-E16E-FC2D-667A-130EAF32042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5A95F49-4B6C-CE06-F659-886AA177465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CE63E0-2F92-FEED-A46C-3994A2D5ADE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89A961-2AD7-C395-57AE-7BEC5838143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F88096C-86E6-3BA8-8F42-D6A685C7544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88ECE6A-6C46-AFD2-3929-30792FE3C45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9A96015-B09F-8FBF-8130-A6ADD57D60D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455BB1C-30E7-B7BA-20FB-D64D8FFF8D8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327F830-2EF7-21AC-62C5-6772C9A8E2B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2952F0F-FF99-3068-0FA7-F6D842D598A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033622E-F326-52D1-D426-899D8F00180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776C97-EDEB-EC86-B76F-50BA472AB9E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B54357-A743-D7BC-24B7-F6E85A962CC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77EB15-ED50-2EA8-D373-C9A37463BFA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3176FA-B38C-3578-22B8-71A7E3B90CC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F17315-ABE7-FB55-5709-7C39246982A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2D3345-5C0A-6939-B06C-7A6D8F23A51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5734E7-4359-6CBC-0A6D-D551C4D2C24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2252EC-7EE2-7CF2-CB33-9CF45A4F1C7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144AB0B-E64F-FBB1-85A3-7D02FE0F704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11D8D2-E451-1D91-3685-94C8927229E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4946E10-B401-ABB8-75E5-6AC89248DE5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70A9D60-611A-9EAC-6FEF-5542E0D1E84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AEB2092-F468-6FB2-F365-5CBD6E2ED42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3333141-FC4F-9CBD-2C45-F2553406297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</p:spTree>
    <p:extLst>
      <p:ext uri="{BB962C8B-B14F-4D97-AF65-F5344CB8AC3E}">
        <p14:creationId xmlns:p14="http://schemas.microsoft.com/office/powerpoint/2010/main" val="3535607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B2D54-1BCA-5B99-D085-81EB327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CC58ED-D2B4-9F6B-6BBB-0EA19D330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Complete the top center block. Note the 68/568/56 triplet.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2F28F3B-E7E9-DDAF-30CB-99DFD2588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FE8506-EA54-53A9-EC9F-9769CCBF0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5713B7A-B6B7-A22C-878A-D0B520DAE7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A5C1E35-2F1E-8B7D-FDCA-EC5E559B7F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95E31C-1727-8DD9-E137-DA766342D805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DBC6FA-39D2-4358-5DBB-A31DFB46E971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A3518C-F267-AAD8-A6FA-23AD39AA3EFA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F31B96-0452-1309-8A46-AAC452139BE2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ABF387-CB8F-5D06-A79F-B73EC50DF825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10010F-1646-E8FB-C3B3-D3E05AF11FD4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F31978-4D76-044F-03F2-DB9883C03883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AB51E7-1AB0-3C25-5221-70167B0F1156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3EA7E2-A911-D37E-BB25-310CA7A2635B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0319B2-1A60-F1E1-9357-DBAF3B00B5D4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F5B8D6-7439-4187-7F7F-547F7AB43C63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8C7603-2CED-7699-66B3-BA763655C727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32B61F-48BE-CB8D-473F-EED6CC327FD8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AFE6E0-F658-DF96-F39A-4343E4085EA1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515056-66F7-1233-0886-3D1AE5C695A9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56B085-0985-0983-ABD7-F6450E9E77F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E70A49-B12F-539C-5B17-1F0F81F4DB6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6552F0-2B96-5FEC-35B2-2D2DCC7E87E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29A47B-51F0-CD47-39AA-BAEDC92F419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7C5B3D-9650-C1AD-CB25-25B93EF7762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92E839-B1A6-7C62-3832-361A7E2270A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6E6B35-79F8-C713-E59F-444A0743911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E55700-1D7B-EBD6-8F64-557B1FBC266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AAD76B-FDD8-0B32-E9DE-69D2A0A387F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B55781-21B7-3E99-F2C2-86FFC5EF3DC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C487A6-833D-8406-34A5-7E28BFCC49B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B21A44-8714-511F-08F7-40913B67CB7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2D61B7-7263-C60F-DB27-1D6019AB88C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EBB606-1473-C980-0BBD-035D3C5905A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055F8C-9A5C-F317-BE64-33930F72580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3E84C1-54A1-23A9-E115-514C0D39D24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4577A2-A869-7207-7BB8-AF923F82816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A5A521-1A6D-F8DB-2435-1FCAA6D8A49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93C0F4-1031-32AF-995D-9E6CF93104D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1C79BA-2A58-7270-EFC3-D268F1148F2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049A75-B7FA-F7C3-225C-C692621CE89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34CA011-11AD-D9FA-CFCC-FE19D704508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9FFDB50-2667-4A42-B4C6-932DD67ECB3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3BDC406-DF3E-933F-BACD-C52251CC66C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68789B0-35E5-6FE3-0369-4DC583F9F16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487E763-6E75-EB87-0290-FFB6BB5D4FF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7A3F5FE-A29B-528F-5737-FF90F71558F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F1570B-95E4-52A1-5B34-ABC1A14C946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D9E7FB-A718-D234-5971-316F7F53BB9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9EC8E8B-6AC9-E757-CC88-840506858B3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B3650D0-A94E-5A21-FAAE-6B31703D391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BB3C34D-E2F2-A2B5-4617-5EAF1A81D34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4BBBB3D-589B-195A-D308-1BF2260BDE3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1413CAA-1588-7737-1762-6EFB4B625A2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D0AE8E5-0FF3-A979-294D-97107410BA5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467F9AE-8FF6-1574-7859-B154CEF6CE6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4C95369-6918-FA1E-FE3E-96723A745DB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E011DA7-13D1-F6BD-246D-408D5CDFB2B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4D453C8-76F3-89E2-B4C1-A9CCBCD2AC5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268EF44-5620-448A-EDCE-70FF36FCA40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DF9518-74FB-2E42-3463-7B5D076AAFC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5F2FF7-25C7-7873-9D7D-CB1D3AA0275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E96F04-C610-6D36-B4BA-F74A8103459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B395D5-7D18-B7B4-E717-7B812E9C56F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E8FD0F-A7ED-3A0F-4422-F6E652903F9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695D18-9B95-872C-66AF-871B70124D0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24FC8E-D0AB-9BC2-C0D9-C884D646E93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FC0682-E963-5638-C937-4D99B1C6F5B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D4F1D8-FBC3-E21A-7F9A-34DDEF866C0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DDA065-F31E-6A36-3F91-CE349F8A804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69F5C33-92EF-CE37-2E5D-B29B0990E3C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3A93296-C281-3734-AA56-9FF8F96B782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8D3A46A-8B51-4527-6840-23986995D06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43B15A5-1918-5E44-2353-5A822729BAD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C8A10BE-28DD-6024-629A-A69515937B6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4B8AE56-3A52-68D3-32E0-44FFBDA9E1A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</p:spTree>
    <p:extLst>
      <p:ext uri="{BB962C8B-B14F-4D97-AF65-F5344CB8AC3E}">
        <p14:creationId xmlns:p14="http://schemas.microsoft.com/office/powerpoint/2010/main" val="1673788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66E9E-66EE-1F53-3862-7785323D5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45B7BB-A9A4-6FCA-5E9B-61BA66011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In the top center block, 2 is in Row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C5A65AA-8150-6610-6BD2-8209A7344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7462307-2608-86E9-8F5B-59863E01C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D3F3128-F996-C361-4D9A-FA5EA5F6CA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1B82EE5-1372-ECAE-383E-60BFD2DC47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9392F0-D729-AA16-1A9B-B54555182F4E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8C0073-424A-79E4-BD92-0E45D7A12701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38D561-E2C0-BFF4-C8C1-D290D8D332B4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EECD06-8F4B-ABA3-DD23-C9EE4E2B4654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C3B6C6-9EDB-8B00-631E-D12E44D8C398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5E4789-646C-355A-B450-4A9921283A17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A10A33-BED1-E944-C19D-D5285F148EDF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22C6D4-D922-62D8-5533-26151CA507C0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7AA93B-95ED-21F0-E1FD-474E81F40994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189C9F-C265-353F-15DF-DD28E12E6D8C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123EC4-E9B7-EB83-B6FC-1E2DBFD61E97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8A20C7-AED8-74CD-10BF-083B35E45931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DDB52E-0CFD-4545-3063-28DFD995E947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7B6DEA-1402-50B4-783B-B9B1216BC957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EDD41F-580B-5D52-44E6-613A712BB932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35FECD-7EF6-3130-D57B-98E1FFFE744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BD803F-448F-CE22-9BC4-33981348F10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EC3346-020B-D883-18EC-806102D4DD7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ADB89A-D346-7474-D037-455232235C7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F392EA-7192-7E49-81AD-2A48C4A2228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F4FEEB-E5B0-FA75-624F-98D5F092C83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98AA9A-DF9A-868D-7E02-5456C4D2BEA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3470BC-E450-918F-3745-E330B5ABBE7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BD9805-E9E4-947D-636D-27E66692BE8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48BE8A-896F-DCB5-41A0-A948361D207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76FE05-67A3-6ED2-C469-977F49FCA18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188CE8-D85D-F9FB-8A15-3978B5072D7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C80275B-7E2A-51D6-9483-7FA34FE4789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43BEDA-7361-42FE-4DA2-29F8ED27663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9C57AE-A934-E783-E7E0-EB7493B6D6D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90EED0-C5E7-C63C-17DB-CA39BE5A337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FEAB9D-D878-151C-D0F8-DB64C6D8BC6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11A498-9CBE-A785-9362-85FF33BD29C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F19709-B445-B357-3261-90C6160DCCE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0F5CD9-2A1C-3370-FFF3-14E8E2DFA3E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62460D-921F-D8A1-B968-2578942C30D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112B2B2-EF9E-8035-1A08-4CF83CBD86F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0AF13BB-E1BB-0436-8980-4A9924D8FE4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C23B9AC-96C7-5F8C-906B-FFFA929743B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6D7567C-2CA0-6C76-1A41-685813905B5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64581B1-E0C5-FF36-7290-A10B0E66C31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9D63B96-AD82-331D-E53A-48C7EA58BBF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4EC4A3-4B11-6B17-350F-DAC8DC1C2DF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96A4825-D85C-5AB7-0681-E229AC95119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9A537E1-1A48-8B36-ADF2-CDF8867536A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64FF6CD-76F8-C641-1620-5282A220A34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DD3A6C-3F52-0913-1E66-4B119800181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3FB00B0-C121-A178-D791-B9E9010CAAB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B7BC7CB-14ED-7CFE-73F2-604E7258519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769706E-A773-B81C-4777-B74BC8DDEAF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226132A-F7FE-B651-11E8-C90F3900EB7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4BCDB4-6757-B964-402F-34048A235D9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12AA091-22DC-209A-D94F-86C5EDC28A8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5F7A5F0-A3F3-8D27-A386-66CF30DF63E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1405309-E21B-DB27-70EE-6B1F562AC03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818718-6E90-ECB6-629B-C913EEB6F2E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3DEC28-587D-BFD3-B387-2D1C60308CE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F61CA4-F37F-C470-AC5F-D984E5C16B9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D192F-6EC8-9113-0C1D-701F7B711C2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863684-B725-322B-48AE-84E732026EF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25BCBB-8D41-7029-EA89-DFD1D89083A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6D39BA-2D68-F9D4-2159-38312D02242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3D1A37-37F2-D590-A293-8A5CE36C3C1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CDFAF74-ACCD-C7FB-FD78-DFEF9807B57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BA4E428-34AE-5D59-3E46-620F4EAF8BA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EB3D6E8-3B92-FEB0-1E2A-EEF6A1707C6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7DF04C3-1786-FD74-980B-7B372A878D3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63E35C2-BB95-31FF-83B4-75189F78FCC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5B24BD3-21A1-3B13-C51A-B8FA7296C58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2D01BD1-56D3-AB30-09F5-6AB60508720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1748E59-417B-E00B-AB84-C18C60B3BD4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</p:spTree>
    <p:extLst>
      <p:ext uri="{BB962C8B-B14F-4D97-AF65-F5344CB8AC3E}">
        <p14:creationId xmlns:p14="http://schemas.microsoft.com/office/powerpoint/2010/main" val="2071943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AF577-5344-6372-1AF9-2937F758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33FFBE-7182-486E-9A83-9B3E03E0C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In Row 2, only a run of length 3 is possible.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B982394-5988-DBF8-87DF-7AB6F2E7B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10EAB85-AB63-1012-0FE8-BAC2A46C7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D179DAD-4EB2-025D-8F2B-FD804329C6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A3C43E8-98E6-974F-D80F-185B366FD6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CEB8AA-DB7F-5121-B090-4C25AAAD5AC8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6CA16B-31B2-4E38-3017-4D923D199A5A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9D460A-8440-CCF2-7CA9-4BCC76E76975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D65F30-B1CA-206B-5C26-A9F1168FE9ED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C6B332-C416-CF56-C71E-373DF3CB26A0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AB9907-6E05-FDEF-D41E-A77C8BC022E6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9EA27E-5311-0C5C-04B4-7C3B0C77CBB9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98992F-E39A-D2E7-02E4-F743F699C600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60B2EC-EDA0-9B4D-1770-B3FDE9EC365C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37A8C0-EAF1-3B20-87AD-4372561205C6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1A10C8-7840-F740-4F9A-92AED63FD982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E17A05-BC1E-A619-BED7-CCBCF81F33E9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245EAD-036F-B94D-2ADB-F1C94898E241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B00116-1B85-B881-116D-569AFC71FCD7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5029DC-F4D4-FC6D-5ECB-6345AE544ABC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2EDFAC-F520-C626-A75D-839753EC594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260300-4545-835F-7EFE-4849980479D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0AEE07-5EC2-9CC4-2A9E-D7B9AFCB4C4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353FC6-564B-3787-8C3C-9D13B039962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1DBA79-2F01-5849-E206-AF4769ABC16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F37D40-6FE9-2354-2C23-BD3191EA04A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7E72D4-CD88-121D-B952-CE067C5EA25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249D01-4810-1EEA-7D27-BA0ECFD20B4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4C37EC-555B-799B-4E5B-77C62C2D4F7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153E8C-19EE-EF7C-2817-771765CD5F8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DCB57D-3065-E601-D7DB-314B7934E30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EBE124-BDB0-3F11-EF06-3983EB64622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3013B5B-6995-A7EB-80AF-B3EE55BDAC8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FD874E-FB9A-EC2E-7F89-D4F7DDCE7E0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3A3445-B056-3647-57EC-C1204FD641D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F369E8-0FBF-AB2D-CF4A-15A758C94F1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74FBF3-221E-1684-E733-88C35E22B57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13C280-D200-13BB-ADE7-37EE4F67F03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4B23A3-22CD-8B00-263A-325491955C2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BBCCA8-7776-BB7F-2795-45A3C751873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6CDBBF8-9115-74FB-1A7F-8A8F0D7C9D3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0B53BE1-11DE-346F-A681-2F2AE0312CA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63793D8-8CD6-A7F6-AB62-E40C947A730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A3417D9-D19B-9505-E8AA-4555FCA5E71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09F83E2-FFA8-83BC-F0A6-704288EEC27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A966823-380A-2BA4-7793-5FD4FC3CC73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7BBA8AF-E077-B1FF-97FB-F3E1E1B06B0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D30CFD-CF02-82E0-3A73-C8EDE0B4DB2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87A44C-1F22-43EA-7D57-5E93251A416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41A51D-10E2-60AF-DC1C-AC81C6E3E41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0512B71-4A70-C271-ADFC-6CCA72BE8AA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DC0A101-5B75-010C-2BA8-75A6DD726F4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A5DCA14-CA95-3BB6-59AC-AACD9603735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07D626B-FB61-91AC-0ACB-D66B5B38E1E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6FD482-8171-8AB8-AC64-35261625B90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6BBA7FC-7893-9A62-4BC7-D46B2A0599E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F920315-2743-6B24-8A7B-4AAB847A15B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8A7719C-786E-9FA6-2114-9F68F380C94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1E5797-BCF0-D4A6-BF60-E1342B6A10C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374A0A1-758A-8DDF-4022-8D16F1B81A9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93713E-AA5D-BD2B-E943-D399C38F9ED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FB65FF-238B-2E23-E244-674F107CA60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8402B7-5F44-E624-CFD8-3DCE1779925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37128E-C525-3990-D336-8BAE1906AB4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566B36-40DA-A4E8-E7A2-324C1737844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508FD6-75B3-311F-2865-10C23E10215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593144-E55C-D7EC-4174-FBC13C05F38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6876D27-9F90-6ABE-6282-9D6E10D0BA2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27386F-0357-8DDA-F3C7-063E64DC5DF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F5706EB-B676-2C13-1067-8E4EC96ED42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A9B028B-8FE5-F852-01DB-0C3C56A1B6A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DD790A1-F3B0-4DE5-98FD-77606112599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0452900-1661-1F09-53C5-8C623E6ACE7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449E6D6-5138-F9DA-DB20-CD171CF6AB6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2845646-16F4-AFDF-5E29-38A654254AE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0C2074A-9C99-DFAA-77A1-5F51CAA9441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5ECE7AA-8961-8A20-8543-E3CAD3F24C5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1C600FB-E824-E8CC-D93A-1FDB750C7A8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</p:spTree>
    <p:extLst>
      <p:ext uri="{BB962C8B-B14F-4D97-AF65-F5344CB8AC3E}">
        <p14:creationId xmlns:p14="http://schemas.microsoft.com/office/powerpoint/2010/main" val="1932944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E3400-DC16-E340-DB0D-2B9611B98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8EC080-6E81-3D2D-2191-46466FD77E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In Row 2, [11 in 3] -&gt; [9 in 2] could be 36 or 45.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38AF464-C21D-5DCF-21E8-1F3CE907B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9D8D4D1-2502-56A5-4385-64158E160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8B3CE8F-BB32-8359-FF3B-5727F88534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FC03583-17EC-5A5B-79A6-85FCDECEB5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2C61CC-2DFA-12C6-D8F8-65DA5A376F8B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8E45D6-9671-0CAF-33E7-AF8DAD212994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60627D-32F0-FD3B-FCDA-D50EEEE5753D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A810F6-D5D5-5BCE-8F0A-BEC5DDF3333F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78EA01-6FE5-21EF-6FA0-E364C8CE69C6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0283E7-D5DF-E53C-1B1C-F7C59989A2D2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E08AF5-437E-3DAC-C8F4-98402C8E4762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7F5494-198D-DA2B-C00F-EE659535A8DD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4E1D16-C82E-2F13-294C-CB40A7C6D918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4BF3DB-D38B-297B-B2D2-6AE39F2E7670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4F23A1-8856-4146-DB41-BB948B190697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F12030-FA62-2757-3FD2-A866F757B10B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708306-24EA-9A8A-9C89-2122E6DCA686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04CDE1-8E7B-67CB-4C13-799D225683E4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2B76A1-B32F-9F5B-5E4A-3889E6C426E2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CE1267-30EE-92C0-03DF-E873D684324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3F7D0B-67AC-BE54-42A7-109BFA5D6BF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C29325-2CB4-4B80-050F-65E0E32FF6D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136A9-AE8A-FB91-FC3E-A6F3CBD0CF4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5205AF-60B6-0EDE-3884-8914EC913D6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A03E0B-051D-3DB6-029D-CE271081FD2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099F0D-CDEE-1707-4CB7-B12AB839593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9F9062-3417-29E4-682A-BAD80AE4415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208E3D-6708-535D-19EF-7F2C73751D9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680CF8-072C-FBAB-8F41-E07D9F9017E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31AC94-F2CD-3D68-91D3-C7B2C95420B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8E6AB3-9131-8440-6E48-639056D3794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D898398-29DF-F22F-79FA-BC56497E666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B6CBBE-3987-F2DC-63C0-A1E8D9D7627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EB4143C-DDFE-59BC-8F09-0C09669C8FC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3265FA6-60D1-F7AF-47AE-F8E6FFC5FFD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384624-836A-CB3A-4F06-A615BF44C64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59B6C1-280D-83AF-D47E-F3A8BB4964A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5D3E83-DDC4-3F73-2A21-7F13CA16671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9E9083-B4AD-248D-3DF9-74D8B88BDF4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5864EA-7084-5167-DE26-FC797671C4A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77328E5-BD36-FCAC-1CBA-A2A895257F0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9CAD4F-DAAF-C546-8E46-91A5ED94465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68786A-336D-989A-C7C1-975C9C5D8F5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A77D67C-EC5D-67FD-E12D-AFABF201E4F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B406337-ED4C-F61A-83F1-5E1F97DC4A0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47EEC71-F6A3-4A2E-0DCE-6FCB58FE0C9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CFD49BA-95E6-FF1E-17DD-8ACAE0B2C00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29621B7-7C97-600E-816B-253733794B8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0AA69C-FFA3-6862-DB6D-F91706F3D95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0105163-0429-6F6D-3720-D099C33AD17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922D413-335D-E578-BE4E-E2263F18A40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53C2E43-D520-219F-4B4B-5A44D64ADC2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7D87830-235A-EA1D-821B-D1CF6CABC8B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82B708F-8C88-27A3-97A0-E2F7EAC5E34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1249FD3-E950-B094-404E-68AD3D88917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BADFF9A-937C-342F-F048-5DA28490EE1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E43ECC6-DAA7-A48E-330E-29A83911968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737D06C-CC39-4C70-A958-A67A4ED4FA1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C39A2D1-6334-07C7-2DC0-B5187D18DD7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E83FEC-1219-2A81-D8E0-94655390114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41C41D-209E-C9FE-7D7B-92E6F4D2189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52421A-3FCD-E767-796D-62B8E22F555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60DB7C-1CE4-63EC-B30B-257A153E76D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17C871-3BA4-4797-82DF-4D1D31243D2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386335-412E-6327-91EA-5F12F9E8CD8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0EFD81-36FE-7770-6F5C-A1D5DB8F2DD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1B0CC2-2EE7-37BE-E41E-4D4FCD56EFD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3B15288-EC67-1F02-A12E-73D5FAC1142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F3E9F5B-2F4C-2492-3637-BC2D1F35EE1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1D097C-B6BA-056F-B59F-4CCE314C7CC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53F4ECA-9E3F-9D82-7000-E343D48F981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493DA9C-C59F-1ABF-3A89-33C923294DB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CFAF03F-4EA6-22F1-BE87-AF175181490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AF24DF5-88F4-9848-F8F8-C0A86667547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B61F704-68D4-753E-7F76-16008E6387C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C26375C-F539-8EF1-A82D-E33AE6DD1B1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1B2C29C-7E7A-888F-7F71-13148B6D530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</p:spTree>
    <p:extLst>
      <p:ext uri="{BB962C8B-B14F-4D97-AF65-F5344CB8AC3E}">
        <p14:creationId xmlns:p14="http://schemas.microsoft.com/office/powerpoint/2010/main" val="1510411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561A0-719F-96DB-C945-FD7BF6F0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2D7059-234A-9EAD-ADC7-A0BD350411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In Row 7, it must be a run of length 1 because there isn’t room for 2. Therefore, the run will be an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D224604-14AB-B5C4-28FB-9DF081DF0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676B724-E664-A9B1-B9C1-28F13B36B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77A6127-C344-D45C-970C-137AA2148B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CB9EC83-0DF6-5F44-4A30-292E1D28C2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FB373A-3658-BE0B-C041-78AA5361EA53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8E2C3C-0E0D-3664-4967-562558B2A780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9E7E6F-E236-F39C-B488-1FD1C6F008A2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AEA56A-AD44-5500-166C-E185B5318D8F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EA5492-F00F-775E-81C4-0EAF7F00F98C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C0446D-E0C0-6F6E-B37F-416A45ACF923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B0AD1B-A8EA-AE5E-8018-F5BFCCE1EEEC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6117D9-AA86-96B1-6360-774C854C7EF8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ECF361-1907-6FBA-402B-B42D47E77547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1D9A2B-815A-F3C5-4CB2-CFB993015DD7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B2C99A-35CE-6EA2-C975-36A78432C266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5EBDA3-4848-34CE-9852-6F2BC495B1BB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40BAAC-E19E-E833-6EBD-C78E02F67D0B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866DC3-D227-86DD-2656-464358A5CB13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3728CA-578B-4E0B-A18B-29F8D11EE4FB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6B78F-BF14-3009-469A-FE31DD862A3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130EE2-138F-040C-DCAA-92E783E2A83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5B17B0-DAB4-F3F6-E687-3E8F97CFDCD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4E49F-1988-0BFA-C4AC-5BBFDA1A58E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653621-45DE-05D1-9695-63AD4B7A5ED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7249E6-38CB-4AA5-28C7-A5F6A09BA0C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A81D1D-CAEE-81E1-0805-041FAB18112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61C10F-C524-1D09-5EC5-B8C1FA89EE8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4A5CF8-579F-0C6D-AA66-704DD0FFDB3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82875D-037D-DD97-5266-32330E529EC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D1D1E14-D0D8-0471-9678-BC88C84A00D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784745-1155-5077-7B12-33AA5AE67A1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CA9CD8-EFC7-621E-0895-374F6C64960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CA38E98-EB47-FBA7-8716-B3199F762D2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FA90DC-5147-7C3B-435A-E725E5E6932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C3A8DA-D8DD-41EF-C61C-46C1B231C0B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0837CA-F454-C90E-3B4C-47FB74C81FC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4193AD-4F17-6425-1217-69A249C617A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0789C28-DDC3-02B4-6213-F1454AECA19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FB8B4A6-D077-BFC0-4713-B545F3EA11C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10D4BBA-56FA-BA73-8989-50461460EA1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2EC5729-D4C3-D641-59EE-8E854400906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20956F2-E815-502C-430F-EC0F6F0FF98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752371-02A2-5824-AC61-F11E5A9F842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5805FE0-73F3-5A9D-77C6-1CBCC1E30DC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78F66EE-44DB-B2B4-A0A4-6217D7CEE56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644B53-2172-BBBB-934D-FA86736D02A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9B41CE4-FCEC-1523-2208-05051DEAEB4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04C267-0763-ABC0-F468-B55F89671C7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93CC71-4C1F-568E-3D88-F2F33CDF750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0C28CD5-2297-78E5-3865-A84E2C6FEDC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CE40C58-7856-063B-2831-D0298D53843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EFCE2D8-D90E-50D0-E230-F8F20CD6555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5C6B0F3-9976-3DB5-0BE3-E4A8C4F4DC2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4937B3A-573E-7224-914C-3B2610EB572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325BADC-0A15-C32C-93E3-E45C241A170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ECD531B-84FC-0A6F-C962-599B7EACD5F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9E9FD08-7EBE-7737-F9A3-DD89808FD1F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0D79E8D-0825-CE9C-76AE-2B6AF82A942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1D24B5F-6842-9932-0B84-D9842BB4879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487B37-0984-6202-BFCB-3AD9290D0FD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6FBB4C-82BE-4E06-773B-2711FC4D2D9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EA91AB-E7CD-BD1E-8B44-496F467EC53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6FDBB8-D986-966E-6132-9337154990D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009DAB-A490-FAAF-AB39-18E258F50BC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0B40AD-2D4E-5491-0C98-8D34785EEA6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5F38E2-FA6D-3593-C745-68743BBC766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7E221AD-D065-B1FF-2750-F2C654C512F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3279E2-6713-D8A0-B4CE-2F07003BF58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DBE0005-8D3C-76E9-8B9D-3A36CD7EAFA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42D0D78-E198-C856-F2CF-F62CF55ED50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5F7895B-6A20-55BC-0058-AE48C357BBD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324810B-BA39-5C93-95C7-7101FAC7534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DFFEB75-590D-70F4-4900-458666356B3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9BA113B-46FC-9218-41AF-2FEA6F30ED5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1B4D59F-D7CC-BA5E-F804-CC382DE475F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0B26CA5-8D18-5B30-1DDF-3196FA96F62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D760D66-5C12-2CCE-1707-A5E7378AD3F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</p:spTree>
    <p:extLst>
      <p:ext uri="{BB962C8B-B14F-4D97-AF65-F5344CB8AC3E}">
        <p14:creationId xmlns:p14="http://schemas.microsoft.com/office/powerpoint/2010/main" val="249733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44684-88ED-ABAA-A9D7-1D4115B15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6A14E0-D37D-79E8-180A-936761786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Last possible 8 in bottom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234183F-0E96-FE87-C50B-5F9C9254D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43F934F-8DD5-BB42-44A4-4ADD78378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5793564-29B8-BD3A-6B17-695D4606C3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04C0C9C-1A5B-E294-39A7-D38139AC03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4798AF-F8C5-3C27-2CB7-6CE8D8B666E9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8FA805-0219-514C-4981-7DFCDCF92DC5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5258D6-4703-A0ED-620A-51185CF0D811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FCA30D-B121-2A92-D2DF-5063997709BC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18184C-E38B-B51D-77DB-7C382A370A15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416EAA-1FBD-3C87-9829-09AC84467579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13E8F4-52B6-816F-B003-4E465FF5B132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D521AF-2428-9F47-B8FF-934AD4BFD13A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9DD9DC-938B-19B0-4DC4-A09F1DB8D385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3DCBAE-D83C-0926-2714-C4A4CED55399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EBE7E8-159E-05C1-ED20-F49EC61D6368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7B290E-E81D-CC95-A7FC-3D7E5183C14D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067F2F-C776-7DD4-95C9-D5BF19043135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71C334-AC67-C1A4-BD31-7AB29D7AE821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F56989-A534-7C06-A7A5-72E8C419138B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C50DA1-9C94-2543-F687-AC8C0EFEEC2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8D0C3B-529D-602C-0215-F0661E2C835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376693-7395-5B25-DEA3-DE44C1AD815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9D81F-B9BE-C9F9-C31A-9D27DFC9EBC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29F5C2-3873-3477-4B14-44BBFD31332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33DACC-176A-F3C6-0328-8E42E762885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64327B-7E60-4E54-B6D4-0E4611EFF05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E759DD-5EEC-D1F2-81BE-7659F8004CF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DA1928-FA59-1878-BA31-A2641444F8A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B160E4-DE9C-DD30-A93A-0305A6996E3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332A2D-328B-594E-44B6-E1D49AAEAD2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977A8E-AA32-3182-98A6-2B44B35AAF9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A7CC30-495F-1CD3-4719-D476D27CEDC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779BEBA-5A59-5AB6-5490-DD2D29987DC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6808D9-84A4-B217-4F6A-20DBCD8FF25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3A5AAC-BDE9-2657-91A3-6B2D471851D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86B846-0A38-81DF-63D9-FDBB6F153B4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5D452E6-1934-4956-AED7-36C94BDC18B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FBC827-050C-4917-1F95-5742183929D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2FB68E6-E2F7-7E39-FD03-74FEFEDAEC7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B972FF-5E49-495A-FEE5-A38244B95C5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52EA3F-CF1F-6F48-F99E-34CE7B7A20B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CFFEE59-A34B-E8BB-D29B-CE9E7E6F054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6C05011-7EEB-929B-94B1-30E11CB9EA5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04E0AE-2157-12F8-AC6E-BD202D997EF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95AD05-DBD8-FBF7-F1D7-4C4EE0C43D3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E4B92C-0283-4683-2DA4-E1BF49CD647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4F16DC5-436F-2375-F7A7-DEF3706D5B3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517C409-E6AD-7C80-C11C-06F958ACB22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E38500-54CF-359E-390C-EF1D976F55A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7E486F1-C3BE-3834-3960-9A30B92632E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49346AD-521A-6E23-3DE0-73B8F4FBA5C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904F9A-E990-7B5D-42D7-5AACFCD2019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27628A3-D865-3FE5-48DA-4545C7A9374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CC05CDB-4D84-BB54-6A8E-0C23103B864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C425C91-A383-601F-4AE9-5A8A2BE3823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48B6ED0-982A-B408-D5CD-25C4C91E3DC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6DE1454-67EC-9ACD-9AED-CD4FF738473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FD628A7-D7D0-1025-B05E-48FF5DA42D7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1D1605-B26F-7550-47EB-B3AAB2B2D93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789E4D-EF6C-C429-45BB-815BD19D482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52B47C-2870-C495-B64C-CB0E9C1E722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D68FD3-7637-4F7C-1EC7-813BDE40259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2ABD0A-D409-CD20-F099-F1A0600445E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B35534-843C-B60F-1A87-36A6D30B5C5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16D2D7-F3F6-CE56-E032-4EB6E741ACA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334E680-57C0-A4BD-6211-194D6CD1C9F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96C201-105B-FC78-F058-7A5CC102F8E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189F1B-B77E-5BF5-0BAF-56F29A7BC97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86639A6-6820-F9E5-7764-39C9E1B38E8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36780B0-57EC-6C5B-7F36-A143AE8DE01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592127E-AA86-94CB-E870-90A99E13361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D00E6DF-4002-F8CD-8364-F1028254487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4F4333-D819-B4C0-F885-05E545FEF27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E7D9871-8551-42D5-C9AC-7B0426E56D1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F998DB5-1E56-1F49-C54B-613B4531C9A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0BF195D-E475-BCD3-802E-B0DE7D95CC2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909C74D-0355-6DF6-5570-136F08FD4C2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51260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A44D6-BA2D-F1AD-8F1F-100F12075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8CB5B4-2DDA-B951-A1FE-063F0DF61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A3C6682-5420-C234-A4A8-85AE444A1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0B7D4D4-EF8D-A05E-BDCD-969A9C380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193E5EA-83F8-8D24-547E-6A34CDDA38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7D20AE2-36B6-AC36-5DA7-A47E297404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30BBB6-58C9-841E-1CCB-E8075649F38B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317CA8-2BFB-3F49-7121-BB81DC1010F5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A2AF0C-D877-B9EA-B3A2-3209E3F31A53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42A6C4-3008-5B6C-8BF8-B8126FE020B9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6CBAE2-29ED-2A25-05FA-5DFC57C5AA3F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ACF3E8-55A7-5095-79DD-A657F72B1EA7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86193F-232B-5C81-914B-3F03336CFC94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5C2719-EF15-32E8-E3F8-1A97CBF16902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995AA4-4018-4F56-40DB-C2D24D254EA1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8D9A66-E2CF-E7A8-73A0-EA19869FD08B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A7A3CE-0AC7-5163-6CDD-213200F47193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1A5D5B-D362-552A-D2EA-64ADBE2B7719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0F863D-606C-54BE-9EDF-059FD869BFA1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CDDD9E-55B3-2C1E-1D4E-0E0B48B4689D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7BAB64-E441-E4E2-8204-6B34ACFB7C42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09DB98-A1B9-F59D-3D8F-160CD93F7C6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126F9F-A4CB-4029-4CA7-87E99CA9166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9DB6C4-BBEE-7335-27A1-2B42B951CB7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EF1E29-3714-9295-83EB-4EFE8CD613B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8C91E3-8160-29E4-2194-F6E6E1F2660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7838A0-7E53-6332-342D-27C377DBDF3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A66F12-63C2-37C7-9C3C-486FA7F5A06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FAF5D6-3A43-0C79-DC2F-3412482763B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ABAA44-09C8-8E50-C621-3539B58C35D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2F974D-5B40-C108-4D5C-02EB1469D50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AE43848-BA39-1DC2-F047-263F9AFD29F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E2AE774-15FE-325C-CCB0-3AA895C9D0E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26EA34-6573-A7BC-C459-36F6A1E8637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F2B6E8-D05E-8260-64AF-2D0D9E22F2F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BFDDF3-8C4D-A149-4168-D2E7B6CAE02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BD856E-8197-A407-34A2-E2BD04B1977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6CE18E-97A2-F3B9-107E-96DB19D21B4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BB9F73-4F0D-2A7C-356E-80FA5047D74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C0E178-51AB-C1D8-020D-A9DD3917D31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A66CAA-BB72-BBE7-1CB4-4891D94922C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74AFB0-787E-21BE-491A-02C8F87138B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849E7F6-9D69-4DF2-DC33-686207EFE0E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5A35B6-618B-48B0-91D7-900855F6E6B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88417E-411F-306E-91F3-0556637124B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E5785CE-FF1C-5D01-BD5C-80C57D89A80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5655674-25AD-192B-7D37-5B5C65A20A9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26B003-909A-1461-D147-EE90B8A4033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09E8737-1D8A-253A-8E4A-8BFE8725A40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2E0CDF-648D-5C34-CDDA-9A8F4C41B1F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8609394-4615-93FC-FCD9-C223967D236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381B4B8-B8C0-6DAC-2327-F5E953D9378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0FC0CC0-E724-A118-92A2-BEA5A003D66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AB2B82E-F09D-7135-60F8-8B985BADE84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AA94C78-24EE-2EB4-0C9A-2BDBC141004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8078E3-FDE3-BFAF-4186-65AF46CAD73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5FFAE5E-8EBC-F7EF-46C1-AE3591854D1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C0E6C78-75B4-98C8-B7E7-72CBB518BAF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4D38B15-A26B-901E-B670-D843BB61A6F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1721CAD-D61A-9158-924C-B402BB3EC46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1F2026-4E46-C88F-D0FC-75F782DA7D7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D60986-CE68-6133-5961-CED1B4DC196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FF272A-9ACF-8CFA-83A6-04F3EBA9D06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D1E3F4-DBD9-B045-FECA-DB847C8DC51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4A02D3-E102-33B3-5E14-E2E2DC7E6CD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BF0582-7CDD-F356-3894-6F4D6698968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68C7E6-37B4-B18B-1A1B-E3ED7799ABC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E70D1F9-54D4-76C4-35C4-C9553A5671A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CAF264-2C45-94CB-393D-160D4F19AC7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CCECF61-7588-750F-4276-5E3CD43ABA0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EB8E0E8-A20A-0813-EE19-5C670D65598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316974F-F5B4-41FE-00FC-4BEB23D4303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AE7ACBA-8B04-CEBB-6EC2-BDD86DE5809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E24EA2B-3B39-8B39-B860-4E7CF20F854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9AED835-758F-C5B3-5931-EE0AE0C696F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83C8594-75BE-4F60-2F75-C36A609D330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CDF4C7-7711-9176-64ED-F5E7124C560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EADF021-FDD1-ED97-4D1F-202440611B1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AAB32B4-7DD2-0947-75F6-0446350F92F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62836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E6FB1-3F12-A47B-5196-F297764AA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C802D3-1794-D3B1-60AB-A1F7774E9F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In Row 8, there is only one possibility for a run of length 1, bounding a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7A18858-C09A-AEBE-5214-871294395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1F2F572-B062-52EF-54B3-2EE8A3992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76C3BAC-DFFD-BD62-7998-E15F66E33C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44D7E52-A434-9195-A567-F8581180A4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B70CE1-ECD2-4B3A-6B9F-B0CCD4CABA66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E44265-8C4D-299A-CDC0-ED5AA825EC17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389F94-78F6-77CB-9617-357F2B4A8C31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6F56EE-F52A-7705-FADD-058E94A10891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6905D3-8A7E-9F97-6837-39A0100D984C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35002E-6909-2060-A026-3991F6E12075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F31487-522A-C632-D62C-0349CAC23E48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F313D3-F4E7-9132-9117-5E28A3CD7B0A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BE7944-A367-752F-6E6E-78999F398FEB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911CFD-CBD6-1596-93ED-5E05070A2981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700700-1BE4-D683-7344-D2FEB1D0B6E3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DF124B-074F-903A-3D20-DE29ABAB3DBE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B9031E-B8E5-C9EC-AA61-BFBA01F79F88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EBF5D9-9AE4-66FD-08B4-75DAC265D456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2841AA-5BAB-355C-5173-F9356826C384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4C62C4-8774-7FE6-44F9-9439961FB53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654191-3216-EDF6-C8DF-5EA17E2BE08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887F87-9EA0-6E43-392D-4DFB6EA44C6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FF9CE-4AD2-8F35-6AFE-E2BACBA7E6F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F9CD49-3E99-87F1-51B4-187ABBB00FA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FF457A-5F2C-AFE5-BC0C-FCCE6FDF529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666310-1347-241D-4A57-01DF84C00C5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851080-2D4B-08A4-154C-42D9FA322D9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142D21-8713-FDA1-7FB7-1ECA12A9704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99DF74-BD9C-4222-4B41-85E56A536C5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5E630F-3ECE-3350-DE08-897E27BFCE0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0BEF04-B242-E5E9-6580-D3E4EEEDF11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5A4416-5C66-A95E-2EDF-AA2DE978430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9937F8-B26A-C99E-E3E3-62ED0FB5BA4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8FB9BFE-B1DA-0DDA-DAB9-C5BCD3F476A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45E74D-7A1C-AE0D-E6D8-114AE29B89F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3055B2-A2C7-BC17-4FA4-73D4E498A3B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1C8F3B-DF10-4DA6-E423-3A651D70471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10C60D-F6FA-B5C0-451A-941D5F74F34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A1BA56-8E6E-4740-459D-071FB93DCFD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17528E-DE29-51E1-336B-AF7FC6071D1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4CB70C-F781-2555-36D2-7B1F6AE1F9E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45305A1-21BE-4863-78EF-694756050E0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C907F30-9D44-39C8-790A-FDC71E865A0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6CC74BD-684F-6155-31A7-C718FB5409B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780B683-E1CC-72E2-42F0-7EDC47023E0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A4F4BFE-5F80-3129-6D09-1AF2AE72C38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CD860A7-29F9-FA82-03AB-6638809930F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98CBE0B-01B3-C85A-73B5-07062DA0C02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980D41F-1193-C2B9-28E9-FECDFB10B99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5187AE8-0208-D323-3AE5-E83992278C0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3935DC8-A75C-5CCD-D683-91EF30A1EED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EB2424A-1759-84AB-C8E7-8B10DF7AA12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EA59E0F-875E-8B29-DE2A-75061A3792B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2D1BE61-888C-7326-97A4-D6D7F1C0B00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3C50DF7-5CFE-9FFC-1240-CF87E87EC99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47059AC-1C7C-775E-3476-9E44D1720CD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F023FF-FD05-6C51-E15E-59EAE8E00DE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194987-9208-CB49-FBC4-03AD53DC15C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D42ABD-5ACF-9E3A-2CAC-77890FC212F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EFAC07-8B1A-C0FC-E4C0-8F2B3476A32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7186F3-183D-A82E-A0CA-AD5EB98762F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D049FF-5C6A-7B64-453B-F77505FF50E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2C1142-DD6C-46B3-45A3-533FFC58639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A1C5C1-B500-87C3-8688-692E6A8975E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9E3A705-FC88-0C00-56C1-DDBE8D21395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24203F2-D5C1-BFC5-71C1-21703E814F2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7D0EB74-74E1-B3DD-0278-C3FF28F0B60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5A7089A-BED4-0264-DA5D-70EE6A35FD9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B3D27B7-A959-96AD-11EA-F75EB1E2882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E768FBD-8EA0-35F2-2FDA-BB4DAC122E5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5AF9A0A-62A7-5E87-9B8A-076D67E4147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E80235-2C6E-3949-01AA-4D598EC3058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8A9F286-ABF7-EC4D-289D-295173A8FFA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0BCC164-644D-CCDA-15F5-3102CD3D578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3033C1D-2185-6E0A-C21F-9E4E89A9C52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3484408-812B-56D0-2DE2-99EB2049615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91CCD0-2E50-A7F0-B7C4-38BBBEDDD4B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8FABC97-A065-8EF4-26D0-C624FCF6156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28388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EE69F-3321-B48A-93C6-FDE22F56F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BB56EA-9C85-B0FD-FC28-3199F93FF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Finish Row 8.</a:t>
            </a:r>
          </a:p>
          <a:p>
            <a:r>
              <a:rPr lang="en-US" dirty="0"/>
              <a:t>Then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3E8BD66-8EDE-7BE1-CE0C-554605B59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4101822-A78A-9438-D162-7C2B9EB20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874FC5F-1F7C-3176-8011-95EC34526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2B6DF47-341B-0C6B-8933-1B03900053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68C311-4299-0876-15A1-8C16A2ED810E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4A885F-AF93-9984-2FE6-DE81378391AA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1C264B-7E63-1E51-95B3-DA1E276CCA96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3E15CF-199D-9391-BD89-E7AF046FFA45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40E936-97DD-383D-61BA-73920801C580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8D0CED-07C4-8626-3DFD-F4168A6A191E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0BFAA5-2DBA-F271-6732-0D3673871DCA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39A88A-5683-61D3-A072-2D70780AF9FC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0E964C-78CA-795B-8D96-A790BD2BD13F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186555-8C30-1794-CF92-C5E40D881C42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5F8ADD-9DA0-961D-9A15-D3F1ADDB6207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82727E-B92B-6559-DDF9-9851E2D62EAD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0979C7-F32E-80DD-EEE9-1D66C40B63B0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E30B0D-EF88-A82E-38E2-DD490F5BF67A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58D139-249E-13AB-34B7-37A3537C01E1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D4F2FC-BEEA-3FDB-7E7D-C3B877B185A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16FA05-0ECD-1298-1F14-10E30A58F61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CCB29B-D98D-E193-B606-7B383AB540B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79FE54-5AC7-D850-9389-87A8FC67762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533977-345D-D751-3BA8-9355210EFAB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19973E-CE11-F038-6974-E4AB7373913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6BB504-7047-9D01-A062-CAD9A100164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DF5BF9-2CE7-5AA0-A38F-633835119F0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D610A8-461F-D525-85D2-721D625F121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579373-DBF8-E9ED-897E-7749A91E83C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12FD2A-7944-7914-2DFA-5C073A859A4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CD96E2E-54E7-AFFD-0F42-27ECCA005C8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D2D5A22-A4B2-E775-8485-AE2DFFE649C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2BD5055-01EE-219C-F036-8B6FFA988DF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743F5EB-CB0B-984B-725C-1529E512D54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B48C43-4F01-5570-7C95-CC31DE23B77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49928A-3611-AB33-0E45-0368866B03B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B12AD6-8154-1401-00C2-F9F01757176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3FEB40-D834-F724-A445-40683A655B4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4BEB22-BBD3-62F8-B40A-1F0E2694A5C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F93DD5B-14FF-57AE-16E7-FF8B0C61499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2912C2-0FA1-21AB-9900-0E259CB3812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2C0622-6F55-B408-343E-0833F64445F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D7E7BD-9656-8BA7-CBB6-111B1CFB65B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3A8118C-9918-1637-3095-CC36BF1F93B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A1E9D46-10F0-9945-6A70-4C4930D5FF5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74780FB-FAE7-7646-E6E0-262341D1AAB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0266DCD-C02B-E4F0-6273-F06AA1C3434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36C708F-BF35-E5E9-6068-29EC4D29F23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CF312CF-6258-C819-9497-92806CB520A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1241A5B-BD8D-525F-D3F8-CD2565EEA2C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CE5D727-1D81-E3F8-933F-0E7DBA7ED79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77FDA03-864B-8542-B531-D5604A26439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BDC4206-B484-1D82-D74E-015B59F8074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5E45484-F6B7-6C6F-3390-250B9A0C79F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1DB1513-C1A8-26AA-7542-833572CF7FA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64E910C-4B86-634F-C1FA-A2416A7AF5E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0AA6E6C-14C7-31CE-7336-71F7447EBD3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A1DB06-AD95-ED99-31A3-5144DF3E2C1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023DFB-62B4-7042-9A48-2E5F0117B89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A6B1A9-9C17-C237-00F1-02DDB30937A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6B8A92-0EDD-13E2-2FE4-9D0270D9A45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F452D2-038E-0B2B-C3BB-D5A24FDE115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AECD84-FE94-CDD7-7EB2-E136FA14CB1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38D1A2-2648-D4B5-6AD2-38D12E0C46D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E2DA491-5CFB-D121-A4C2-42AF494704A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1273A9-443B-129C-0D15-BA2E60373DD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CC824A1-B263-3FE0-6CEB-C56C5C27835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E34E63C-4E08-99D1-20B5-9C5A7D3893B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7EE18D9-0845-86A7-78A3-E65B5CA4FD2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098DA41-6E21-F0D0-60FC-780E5066112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6A8AC07-BDA9-1236-25A5-B5AAE5A22DA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F83656E-252D-F4FA-3F4C-AB066C1ADD4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3C1BF1E-188F-3341-851B-1A36E1BC986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FFA30A5-05C2-4F44-8073-D76D048981A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21AC3ED-6437-577E-5B6C-0851BAB1B25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9C4E057-44FF-9EB2-7ED0-AB30D04CF1D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845177-1D6A-69DB-1030-B5382A50DFD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0CEB9EE-2068-AD8E-8BEA-4AAE889A891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AE4DBE-EB07-A39F-02B5-50292C79332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82D85CD-B6D5-4333-8BF1-65D74BB08CC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41DBAE8-2729-6AFA-C57D-E5ABB3EB550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</p:spTree>
    <p:extLst>
      <p:ext uri="{BB962C8B-B14F-4D97-AF65-F5344CB8AC3E}">
        <p14:creationId xmlns:p14="http://schemas.microsoft.com/office/powerpoint/2010/main" val="975143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16283-3C88-6D6A-9C3D-A0CDC328A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049C37-7B52-6C83-5AB4-0A8F386838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In Row 7, now there’s only one possibility for a run of length 1, bounding an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A915AAC-F0CC-4412-DF99-3537560FA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E77E3DF-2665-7FDC-36FB-B42850B9D9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65BB396-E3CD-5BC1-4491-8F2F617CC1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F2B9B3F-A131-09A6-8314-59D8B2A649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3232C6-3875-CBD0-4C69-B61BC0AA3919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531C21-B1BF-665C-B604-FF3CF9D61D94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B59CAF-6B3E-5D5C-8078-DAF92BAC036A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E6E848-FAE7-9ED4-8D12-97C199355681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DDDDDE-14CD-D5E2-E7AF-C084242511AE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52E337-0A47-FDEA-AED1-8AC06DEB0D3B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0334D-765B-20D5-6F8E-4665C7A1380F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B33B96-4020-ED4C-E2AF-3A152CC251EB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3BE652-B701-3951-CE4D-A42E274E90E6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137AF5-240F-B8F2-D806-CFA9AE6F9FEE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BC5E2C-3247-8844-BDF7-E278D6C4E047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082CA3-2183-4239-C653-5683A47BA73B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A72C47-E120-50F1-5435-246BC09FD1F3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1A788A-7B85-E699-7453-DBD24B76A1CC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2BD9F5-1BA1-2D69-DFC3-2E6814F40FB7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6A9F78-BDCB-24F0-8DD1-251C14D0679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38F5F8-52FC-16DD-12B5-E90D5D1E8A6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3440AA-A16A-BB71-8589-D553F16BB06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FD36F-8D04-C5D3-8ADC-AEEFD5FA49D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2ADDD7-C240-666E-ADB8-A7CC189C765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A6FB4E-53FB-5D5C-5CD5-688E0CC290C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839128-1DD6-8823-35C2-ADE03E46690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27872F-4432-C4E9-BE1F-4D8758E669F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97E158-EC1F-2498-2D0B-12942F9619A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248E60-4899-530F-777F-AA6CE919DCA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173BEC-19B0-C96D-937A-AC75D2B7937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24FD98-FED4-737A-C6C4-F7788CC56D2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69F620-D8D5-9A43-420E-1279A4DDCC6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1ABB868-1A6C-162C-7995-B55724355B9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9D265A-5873-7728-B847-F0BEA7CAD66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EB1539C-914A-52FF-F3EB-080B1F69C13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8DC318-32EF-6D5E-49F5-AF50E63076A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7D6A7A-E5CC-42A0-A75C-BD3EA1B1CBE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EC9FF7C-3279-5689-B967-7AEF2FBD75A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8321B9-851F-DB99-0AF4-7365AAF3D56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F9E2747-89FB-1A68-7817-8FAAD28E337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E1FF93-9062-06CF-8DCF-B9B9C1934B0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FB6DDD-DC00-3E0E-C5DA-8B23462A08D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F59018-2B76-2EAF-A2DA-BABB136A9E7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9B00245-23EA-7725-AAE5-947C97E8009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FA149DA-9145-138A-E8DC-E52B9544614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B37B3A6-B325-6EAE-7D0B-4B2EF91EE48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7374B04-7615-E018-252E-ED62E88D474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ADE9AD4-9CFE-D61E-CF21-C788FF007CA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7A1FE9-8960-3D55-8CF3-C5B78F37D67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9297D4B-0F00-EAB6-D55C-2C447EBBC6F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3F5B22E-BDD8-3612-F595-DA4D9693042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4838EB4-F5FA-7109-A51B-7FBDB638B47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0F9D495-D8D6-DFD4-E738-D2E68FCF3E0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4587A52-B115-A8B8-8351-5C257C291A8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3808332-CDE8-FB0C-A339-BA46DA7CB8A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60C941D-E61F-1C72-952E-FD8E0FC45EC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E6B92ED-8DFD-EE1A-0F5A-15326FEAE9E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0D38E8-82B5-F22B-4355-B6602F50558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38BF37-7EE4-BE35-0229-20B7724125B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25023F-87DB-92CF-86BF-338D5B6E082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E180B2-DD7C-FC2A-59C0-50B391BC6E4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52A758-E67E-ED89-419F-4B70B381575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B521F8-B26D-93E6-7E2D-282E30007C0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CAB970-15C0-D861-F97C-C29178A18A9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C783B5-7C1C-77C6-A8AC-48F726A8D88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6D511E-1723-81AF-BF03-48879127204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3659F2-CF3A-C159-B78B-9E621AD8789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9993C75-6C8D-B14C-D933-7BBC311E22D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CD054A-2BF7-36F2-E4BD-F34ABC8A015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3677858-F901-AACD-ECF8-D641EED9137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C161E6A-C7F3-0C04-0786-1ADBB0E73D9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9032D90-9AA1-BD45-E297-A01755444CC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B98ADC5-4A3E-7110-1F65-00D0E1FFB9E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90EF2D4-C1E9-B57A-BAF1-DE169019E8C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D497D97-8FFE-0142-9B14-D810F550F6F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B0656CF-18DB-C0DC-EBA6-8126378AD1D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0F8F40-471B-AB50-128C-0412DB233F5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20B3A71-7561-5663-59DC-11F0302A62D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0F153F3-71F6-F652-607F-9E91E8746B8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3FFA1B6-52F9-E2FB-831E-3641C20898D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92D43AF-732E-FE10-26BA-B4BA4F6A32E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39E412A-4183-AA11-8222-B2924A595CA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C5DA8E5-B80F-DB86-ACB4-BACEFD9B8E9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254827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2A985-FE63-865B-EBAA-F69A10978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0A1F3B-2F26-7ED1-1DCA-0F40986886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Finish Row 7.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A1F67C8-2F50-DE87-3FC5-39EBCA465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678CD0A-E97E-6F1E-CC7B-2DAFE0729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E28983F-3CA1-A708-C9CC-FF08DA8F67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97A5AF9-30A0-332A-5BE4-1A4098B929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7C4C5D-5EEA-97CC-3631-90CF375FFDCC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0EE067-D1A3-17F1-449E-87F158D8FADE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BFD930-7321-2408-E575-332CE7B0315D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AD76C4-24D2-B461-D376-3EDFFD513483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59C137-CAF0-020C-A218-9D15EF338D69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5A9305-3FE1-18FB-BC26-EC61AF7044AC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F9C0C1-BCBF-85DE-A1F3-873D54A458D9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465433-5A67-F477-7F66-F86404BED266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B7C91A-219F-2FD9-4FA4-8964E44185FF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3513F1-7BA0-FF80-15EB-2100CC2754F1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C19100-DBF6-5DA9-06AC-8641E45BC431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659C72-F7C8-7A7C-87DD-66B81847C4D7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A70F9D-E4DF-0FB1-C4E4-7B4DAB012A87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AE61A1-A679-46BB-A2C6-3AB8EBEE41F6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1432BF-3276-8AE5-FE69-F0A41AD7329B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779E58-0487-61D2-A0CC-26157BF935D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22DD83-26C6-7FA2-287F-98C56F9A958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69B208-ADCE-79F9-D6D1-826256027D6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D12A1B-24BF-7534-21A1-A9D83E35768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21605C-EC4B-F0AC-13A9-58DE840CBF1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8FE754-BB11-8D20-CEC3-00D22B4A50A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C45E9B-0FB9-A0DE-BA56-261A2EBFDE7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3CDA69-DC24-A17D-F6A9-EAB3A764B0C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416571-0897-79C5-D7F0-AC3FD8D8A10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BB2B69-EE4E-4D16-AA77-81901C10346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B0F8C5-1097-FD6C-6ACE-E3E0EE327F8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75648C0-BA01-D1B1-6578-EDCA97D8FA7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1DA12A-B099-D143-9776-01D2F41946E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44D5EB6-C56A-B537-9992-9DF7BFF4B2D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C7AB711-055E-C032-2C87-EEFD354D6A1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A7323F-72B5-D1AF-FCFC-25A3733053B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3E769C-EF9E-2F30-2271-A9153DB7BD5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27961B-43A0-3DEB-9396-0551BE56499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CEC2899-7031-A2D5-F887-3911C3E3FDE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2985A0-A0F6-894B-7336-4F50E30B797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5BFE51-4C95-471A-2379-51AFB322D7B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32C578-ABC2-1195-A57E-04DEC2FA0D9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F28605-3D59-96AD-D6AE-B177FBEF0F6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286314-2B0F-50C8-7EF6-EA7612D5F57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C963B17-5E02-A7F5-1898-EA4D3F48245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54E4E14-3ADD-4E91-3E3F-63F1862D423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816649-661D-42F1-87E4-02F6A6C5798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36254A-1750-74C9-5273-7EDE76CD745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17FA9A-9DDF-AE89-04F9-F801376443B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F264146-CB81-64F7-DD29-329B6F33BEF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8351F11-E1BE-E45F-0E12-E2226B690C9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013F534-81AC-C9E5-305B-80BADDAD0FF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C4E403F-FF00-5A36-DFCF-BF777ACD0CB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989A6C2-C523-B449-8F3E-ED317F411E1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3AF406B-0469-CDFF-2162-5392E43623F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6236B16-6545-448A-28E0-A7E622B8E23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E2DF8B8-5CDA-C9CE-B3DC-4845AEA1039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0705D1F-F516-9120-6F91-EF8A5070972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A20BB9-C7F2-9FFF-D5EA-E82556D0258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748E7A-8BE9-4668-21A3-1B560B945B8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5C2426-10BE-7F78-9096-CD88B6040DF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202C4B-C9B1-C04D-8557-3576C1BD23D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010234-D1B7-C125-DB3C-8BAD76B3674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6984783-D916-8EA0-4145-C8F5629F758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4391DD-5712-D3C3-77BC-F2F5A1C7058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68BCC9B-D4C7-97E7-DF95-4DAE6BF538F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74F37A6-9932-291A-03F1-A6144E036B0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8EC65F1-BCCC-B22D-D026-F98480653A5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89DADA8-D7FF-4F1E-E418-E0224CE81D9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4A2E3DE-C5EE-6C3C-F36B-4C36BA7F8D0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475C0E9-D4A5-9127-420A-7CAEFC27516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EB5084E-1F33-EA5E-9623-7E141927827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F4CF785-DCE0-3142-5D49-4B093895F3F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C7F3E35-DA71-DCB0-8ABC-0214B313F58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C11756B-F395-CD24-8FB0-30CAAB03824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27BAC20-33A2-CB4F-E0CC-4D5B78BCB38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8545905-8F7E-C451-6954-5953947D7C8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D7AA78-25B4-9E17-4FCD-13C6FE4B245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17399D4-9A6A-DD5E-7D19-D31B5F02894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B3F8A3-0F49-CFBE-4D39-07714A49DD0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E21CC17-F19B-2E25-3492-6A6BD19B34E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5D897EC-E224-BC21-E08D-EBC523C8A6C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267FE71-BFEB-D512-5B8D-36FD98123F0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1301327-6E4D-D217-AC82-1BB4313B59C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D5CBEEC-54D2-9AE2-390D-210944EEF80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A586DD3-5F4C-FCA2-E369-46618A27A5E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</p:spTree>
    <p:extLst>
      <p:ext uri="{BB962C8B-B14F-4D97-AF65-F5344CB8AC3E}">
        <p14:creationId xmlns:p14="http://schemas.microsoft.com/office/powerpoint/2010/main" val="1675960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B52BE-9D3B-E6F4-6111-B2FB3F279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3FFD95-DB26-8AA4-8A67-FBDE7A8AF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In Column 9, there is only one possibility for a run of length 1, bounding a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80ACA27-7A5E-D59E-F5F2-5A21B8106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CEE6DA7-8D9B-CF58-0E33-EDDEF49A3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547CF91-7F86-A537-D9DF-1B5E81F3BC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D5032FC-91B1-59F4-8586-BDB0F73C91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2B1156-2484-4B98-14FF-4FE4A9ED0EF6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151834-79D5-58F7-023F-923ED93C03D3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02E849-E10C-0BF6-46DE-18D8DDEF10F9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59DA75-6D31-F0E2-2873-9C70117F541B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EFD623-6DF6-EFF6-9DFD-0B84732F0D88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70DA4D-5C69-53BA-1424-98AF44F57D2C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670DAF-BE92-70EB-85E7-D33D3D674A83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038E28-B070-0908-7521-69CEC5869F18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F687FE-B4CB-2234-1D58-6245368EDADD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E10CD1-AB4B-D74C-11CD-9736080C05F8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36F689-7D5A-FC10-9182-5A199120AC37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23837F-C42A-D9BD-8C1A-291D134ABB72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AFADEC-F094-A358-10F1-3C220F8C1C05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C2AA8C-2D21-7F4D-D6B2-1F5A21CC3352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222BC1-F6AD-B35E-67BE-A644EEC62F99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A72BE3-5783-AE09-F2A3-9A647C07A47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6B329B-9508-04CE-39BC-7EB49B7996B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BB59E9-23B3-4CFF-38AC-71F8DF9BC55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ED0F9-D200-BAE9-1DEF-9B46D7632DB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867D58-CF8C-49C2-494C-AF4F79F24A4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2EE93A-218D-EA29-C3A5-3A5A99BD7C3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A5020C-13AA-E8A1-FF4D-5F65D1988F8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18A4DE-C361-31C8-B25C-1F33B320447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196D55-4A63-D934-890E-6F17DA6DC05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FCE0C1-C89D-34B3-7B0A-24E6D0CE298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E1C9EF-2674-F819-C521-A21C7A72A28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235612-F1E6-25C9-C38E-2673005DC63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6A0AAD-37CD-C888-8A45-ABF24CE5817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96E899F-6B55-6C83-D532-A8F4CCEE75A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2–8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094EB0-9521-A570-3E27-5485ACE737B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DD0839-E5E3-8582-23B8-F4CA667D78D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0A899A-C845-129B-F988-27710310128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7D883A-6BB3-6125-00C0-D52EBA2ED34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5869DF-7A70-2065-5BC0-72BA42E05A3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3ED10A-F781-AA24-FB31-491B48EBF81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FBD41D-88F7-AC6F-3627-F167B2140CE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9AD3A1-24EA-3A97-013A-59649E259BF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219D34-2975-CE06-EDE4-9D5572BCC5C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C9EB0C6-F2A6-2077-F3BE-A4EFFA3D21D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EF9E6E6-2708-58B0-59F3-09B329EC9E0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FE29324-9C5F-1CE1-A5CD-0CD80B7A4FB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8EA795-DE50-D403-6828-E87BFAC35DD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ABCF682-411E-992D-B9BD-3536E2DCD49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43BC1F-CEBB-F574-40BD-95B22F7248C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420F4CD-4398-C3A5-E28B-88A9FE84060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8B7D208-E8EC-275B-8DB4-C6CAEB11C58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0A1D82E-34C5-71FE-23EC-D64474755DB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8E2DCEB-E59E-89A5-4E2A-2D9DB4DECD3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D8F68F2-788F-FEE9-B832-913658A34D0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280880C-544F-2F54-3933-B3F9837ACA2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AD359A6-9B8C-447C-E719-E65A63F273C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20BDCAE-D6B1-1E63-F7D7-C040472E315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A47A5F-BEA9-F10E-00DA-D9EC2FAD550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2A8059-8781-EED6-F517-488AAB00D2A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BE5C91-B725-0571-E46D-7A8C53F24F4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E91E52-CC3C-1BD8-F20B-A25E947DE6D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8F0233-3A68-F053-9B65-CCF99952F47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F36D37-86B7-77A8-5751-32FBE48F59D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D5EE63-3F7C-8DBF-ABA8-66672E82E9A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EDF64A-DEA9-02C7-63C8-87F7BB9C97E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EFAF464-A54E-0352-609F-F7D63C74351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35BCBB-46C8-93E8-7B7B-CC141917D46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DC343F1-9EC1-850B-7549-1C966B82851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33895C8-1D77-30C1-13CE-7CBE1C3E1DB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13DADA-308D-9BBA-6C08-F2FC8A6B642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8A14EDE-B7EA-D3CA-DAF7-B9337C6A6F3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0D6731D-0347-9920-A4EF-AD616F04A12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D8ADE5C-6027-9747-6F1A-A62F04AE366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63CB1F3-5ED8-9726-1501-54A2D82907F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21445CD-07C9-0DA8-7F5D-759DC458D60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5F7F03D-A062-0CC3-54F5-430EE83E3D0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6E19A24-7527-C623-A8A9-AF213351CC6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5ADFC-1E21-5612-EDAE-69DDCBA99E3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C965499-92D4-3119-D393-B642C74ABAE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AF4EAF-E63E-FD13-6AF3-19A99E0F7B1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7B528CE-5667-6959-DF8B-6BF5040F18A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0ECAD3A-A8B2-E62D-7739-670B349C904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C6C2F40-30F2-B455-0940-67ED86F9F5C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F2BB754-B55F-512E-B88D-7BA60EB2BCB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2D8CDB7-B4D1-80B7-15CB-705112FCBFC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2A6DF23-0EAF-4FE8-7681-292E9D10F04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5A97E77-7C0B-91AA-B107-D69416A2964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5524122-5766-B12A-F5E1-67D9EC1AA68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376754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3FE57-7AF4-A4A2-B8F3-653974603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A2407C-D01B-3714-7C4C-54BF0D519D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Finish Column 9.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4004BBB-9390-1324-FCAF-E51792D25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FB84233-5F4D-AC01-E2D5-28660F52B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E9AF725-E75A-9CEC-8736-F8BF57AD82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2C9E54E-E95F-5007-3894-ABF469C0F9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8D5724-7BF9-FBEB-163F-1CA1C71AC33B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17AA9B-8C1C-E97D-DB2D-240CD05CE600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1D027C-50DD-D906-86B4-3FD9C833B064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9568D0-1CEE-626E-4EAF-61C8707833D0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345C62-1A89-880D-9920-DF3771143A92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210613-F41A-8685-0F88-8E61F1BCC7BF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DD189A-7C29-7AD2-7F2E-93DD2CB92EAC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8949EF-1FD6-CF4F-52CF-7B1A6A0896B3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5DE402-926C-6AA8-9706-B7162A285412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31F47C-CB52-CF59-B3C1-970432EFFED4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A1D5EF-9C85-12B0-4012-D493372B54BF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628EC4-3FF7-216B-BAC6-1139C21D849B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961191-9A1F-6F3E-6CB6-36C32E2211F3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5754EC-7BD5-86A7-7C47-A6F525562F9C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D4B42E-C553-5B7C-26AC-8B041A370E80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5D27EF-9A1D-559B-295E-52413A3F777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5E9B3A-B2A0-4DE3-B083-C9AB146860C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6A779A-3687-A0C4-EC6D-E0F62146883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E1C43C-68DD-A01A-3CDF-46472BFACD8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9B042D-FDFD-2108-C392-598F00D2B2A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A55BAF-2796-108C-42A5-CB75818A5E8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CA5098-B360-EF19-F8E0-F5E221F0EF5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E9E742-8C30-C892-38F9-41A2E0B7BFA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B8138D-5E11-24CE-5A85-0E065175F38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6A1BAC-BCAE-E8D8-3AE7-4469285452D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71C489-63F2-EFA1-F809-18B912990CC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89CA46-1B20-C890-23D5-D30D0997A24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E2B2CD5-D27C-387B-8CAB-720F1571ABD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4C5C12-37A0-32A8-5157-A9AAF6B1DFA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07A8DD-13B0-D1BE-8D85-669B255FEA3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86E0AA-135D-794F-F14D-C69817B1DA6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ED87E1-CAEE-0FA2-0502-0BF5B889811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6266F5-B54E-EEF7-6762-49978861B83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5B0A06-AA86-CC9C-95A5-B55D460349E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96CAD7-39B6-F4C3-9F11-EF924F374BA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06F771-DA42-8977-778F-911DD454B24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DE0600-0022-F1F1-70F9-172CE623101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C0DBCD-D50E-964A-F4ED-321619F402D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0F1278-61BB-E84A-4F53-3A0CCB3BC5D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D7B55C8-AA08-F119-677A-B0999C9EAE0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C733B0-6F3C-6092-DD79-19DBDF4EF01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D3E959-34EA-FABD-A120-03AA7A49268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6419CC3-8EC3-8422-CB92-B1C4294C26A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5FEBCFB-0281-F74C-FAC1-1B07B510552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E5D9B4E-67D0-89E8-75A5-99996D9B888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E1ADC8-64E9-4D93-8E69-5A45904F6FE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3C9C788-2FAC-CAE4-8B2C-87565F1A883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1465394-2123-6077-F94D-589D30221BF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0EB4ACB-B83C-04ED-D83C-D60A20798DA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64D811C-2699-1149-92A7-EAE03214DE0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013335C-3C21-76E9-2A53-3EA53505C5A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7B1FBBE-08BB-148D-DAB1-FE663CE715A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B0691A3-DC74-DE67-5BAF-2566CD31A7D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789F0B-7EE2-EDBF-785E-26F2FFD9D68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28BC98-58A2-14BC-0AC2-05439090621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6B060C-9D79-051B-36FD-620EC880BFB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CE5582-F556-FA4A-B4EC-59F0FDB4750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8FB523-1C28-B738-8857-A0ADA2D961B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0AFB74-6BD1-6A09-6ED1-A5A176F9533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DB177C-B695-951C-5707-B40A44D5BA3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192659-3DDF-D754-C2E8-E68D83B24C5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E81F288-AF06-2E3B-3967-C608A9DE235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863917-83F7-A3B0-7A88-477E140417D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E1AEA34-50CF-F08E-0CAB-521209F580E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C4F541D-33C6-1B13-4425-E8152B18D61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F4CD158-6B4B-B942-7B3E-63AB78813E0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C776766-BF74-C9BE-B229-18956AE0C02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5BE667F-53E1-7E5F-AEC1-A780C74047B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7F45802-213F-F97B-8A34-8D08B59AD43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8316BDD-5457-F67C-941B-01C94FF304C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C251046-3377-62D8-CCD9-D97BC94C4F8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430C47A-28D5-593C-D091-154476C69AE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7BBF15-B6D8-044E-4C10-0989631C42A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564A19D-241D-FBE7-AEEE-35BDEF9AD33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0CA274-1D17-75CC-6A15-FA6AA2ACFA1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65F8CE1-FDBE-FC79-ABD7-E803FF0B629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499102D-CD6D-43E7-3D68-870C9ADD0CA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EC78AF5-D20A-D47E-6497-92E3D7A389D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D254DE-6568-0756-D924-DE885FCAD6C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8258AA-3156-EA05-0403-51304B746F6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7CA2286-EE7D-F3E2-88D5-315A79D6E1C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AF3F015-3716-13E2-EC2B-5F1EBA8D039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B93DAFB-0582-3C3F-19BC-9CAE395D950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1F520CC-E27E-0268-1D43-DC08DAFA79B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</p:spTree>
    <p:extLst>
      <p:ext uri="{BB962C8B-B14F-4D97-AF65-F5344CB8AC3E}">
        <p14:creationId xmlns:p14="http://schemas.microsoft.com/office/powerpoint/2010/main" val="16382342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7C490-71C1-91DD-8A93-0CD1C54ED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714E3B-887F-5F8B-AB7A-F75FB7F766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In Column 8, a run of length 4 is precluded by available space. A run of length 2 is also precluded, because it would have to be 78, and the 8 is already used elsewhere. So, it’s a run of length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0E256CF-B8CB-A598-CA45-0F245871D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213B18B-3337-7192-6BFA-2810BE095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51F5DB8-B2EF-F64E-8AD1-2E77BE02FB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F5B614C-1854-13E2-077A-A79C98CD25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223306-ADEF-B6AA-BD4F-D5A9E5455493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17DE22-32FF-6D6D-C396-3B129FFF7E7C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8F88F4-ABDC-9150-9064-A8C944C602A0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090417-187E-7079-B16D-E2669603E873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5C6EDD-1333-2298-E5FE-5F062A3DFBD3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8EB6F4-9EF1-6838-AD1A-73F94492449F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27760F-5D43-89F8-8138-9383D80C6E49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ADDF6A-9B92-10A3-AEF5-EA6D161685FC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30211C-F929-F039-F664-803EB13103B7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7A7660-895F-4AF5-8AE6-6245E0BB9BB8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A62B6A-B0C5-AE41-635F-5301AD598E53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1CD4FE-532B-4EFA-89FC-EA3113ED8168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1C1916-199E-E1C6-0310-25543D67ACC7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16F293-7880-668B-BA1D-65A7DC775889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E4A005-6C4B-A16E-F1F2-89B5260CAD56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9BF3B1-59BF-32FF-E54A-D768D22A5EB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2A9C6D-AD8F-CEA2-1FBC-22924189979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CBFC24-2AAA-9B7C-0957-D5E3055233E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C6962B-CE9E-9140-0951-FA8F0E272C8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553306-2E5E-493B-25B3-78757B62A51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35AA23-C057-3807-154A-129D96B41C8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3CF75F-6DD4-2CEB-3385-433DA331ACE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555CBC-5CA3-A346-1BE0-9CC4FB64AEE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6C3ED6-7433-6FF8-2EBF-0A41009CC5C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84BA9C-96D7-4485-EBA4-D812A3B850F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754056-4690-F82E-8B44-8D7FE0505BB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547744-55B5-BA63-99EA-437B9306EAA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776E7C-C896-04B5-17BB-ED3BBB9D4D7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06ED012-66FB-E085-70C9-D8579B003F6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AFC1847-F6D8-6F45-50E0-7012CE7F289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05DE00-2022-5C9B-B0B9-91BB7E5F1EC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B9BB9F-3CCE-6AC4-36BA-7986AE7D43E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E6DCA8-EBDB-0331-D8A3-87194C154AF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1D023C-1FA8-F87A-86CF-14DC2D040CE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5CE243-D33B-1BCC-F0DF-14D50704E5A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5756F6-AD9D-FBDE-293F-602ABB3D94A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72F5770-538E-5B31-EBEE-DCE92A9E352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9C00D4-8423-1E13-A217-E0292CE0ACA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FE7A053-C752-76D5-FF9F-D08695F9CF5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CF7B52-E238-6913-5F02-45E49235C4B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8F75D81-D25D-5412-E22C-AFE73675EBB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64CB50C-F036-9112-2620-04E4CA1D59F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28FE2DF-13CC-A0AE-CF06-C3DBCD5BF53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B095D52-9D5A-BE35-B94E-98D7CB1B5F3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E38E0A-8ABF-A4BE-FAD2-F55A842BFC7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594F8E0-CF0C-64C4-69EE-F1723C0E8E4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577FF6A-EB0E-16D0-C565-FAADA8D690C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FD9D73-C5AF-DB37-C97D-4C4709CF3B2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A2D334E-1013-DAD1-E92A-29FC6C17AD8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CC0E242-D585-DFDC-A436-17FA05D3019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9435618-92F1-8DE7-E223-48D089063B8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068CDA4-EB9E-0E94-4E2D-2B5623A201B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CAEB8B7-AED4-5A56-80FC-4E042DAA642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3D790A-A685-95AB-5587-F5DE205513D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632673-F0E4-179A-6F50-D94E92FFBDD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09F838-749D-E0DC-4DC8-DA4FFF83C54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7911D6-9499-AFB1-8C3A-EE3138AA56C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7E0492-9D40-E27F-B077-1FF2D69F688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20B40E-023B-5D7B-D0DD-8357D5EE2AB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2F5145-E3CA-3F94-B20E-6B50ADC2017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E095C3B-8026-E208-74E5-3EBC3AD86EA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A7C37E-CF6C-542F-8F7E-1F56661F14F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BC0B60F-B873-6B75-A75C-8F93E8DDB47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E1F6E9-9596-8D64-D831-E2E4C645CE6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7EAE58B-C697-E572-04B1-2888554F069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DD14F3F-E11C-42A9-2718-0BA8E58F5E9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88ED15B-95A1-6C19-6BF7-047D387DD54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433E276-F36E-2A36-1F0A-D7E9B41EABB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9358EC0-7836-905B-2929-35C072D3AEB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C012DD5-0EAD-806C-BB98-7D36947D007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C40738B-E0D0-01EE-0094-F63CF7A6E40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10B53FF-18B6-AE80-A458-6CA2C437DF9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C50EDC-7B14-2EE4-1EF7-59E5488DCB2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787D4DB-4E1A-B954-415E-D7906E89154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C7D70A8-70F2-BC4C-1518-911DAE38EDD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C5479A8-1F45-3030-135D-BCB8AB1D320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3EB6ABF-BF05-387A-9C38-BD6DB1DFE62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276FC00-A4FB-EA5E-F66F-20D63A33AF5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7F93071-E44D-2339-FBF7-318B68570BE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2E74C47-501C-AEC7-81B6-141E27E8E74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FFAFE95-B713-8ABE-DE74-AF34EBDD456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B0C1B09-4F6B-E50E-4EC0-055476E4BB6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E70FB22-A7FE-68CA-4B43-135CA802875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409FD73-79F3-6BDB-4D7F-AB9B007400D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497318D-081F-C79C-C220-A7DCECE0031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34609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F2D79-F431-BAE0-A16C-F387FDC01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366FCB-8265-62A4-B670-8F5C5EA58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Complete Column 8.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6C85F17-E9C1-6D23-F534-0C7833901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41FEAD6-1B91-C100-47D0-F4B0F6227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767ABFA-594E-E9F6-486B-37CC9678AE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08FB6FD-3081-A5CD-8CEF-83A75AB63C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7504C2-E978-A17C-7CFC-DB5A1303B037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57D8E9-54BE-7BFC-4132-95B70D5DCF58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E4CA01-9278-5E16-2C53-EFA8F1114C3C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5FA361-643F-F0A0-C55C-F2C40CCAEEBE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1A4BCC-DC06-F305-2F9D-7E1D9D851B92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254002-4567-F16B-03B8-54341F3A46CD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6C719A-9CCB-6431-2043-CD6009A766AC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CCC486-46CE-9474-985F-BFEC4F2DAEF6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D817BC-9BD3-D4A6-6D51-8AE694ABD8AD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10B556-2299-FE6E-31B0-455EB45F58FA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3B72BC-67FE-ADC5-FBC0-A31A48A020D3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858E43-ECD2-7812-CDD6-C5728426AF93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500DBF-6239-D35D-B87A-529F210BC26A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64C96C-2EF8-D81D-E340-B0CA44E585A3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3022F4-ECC2-6C16-D353-AD23FCA2A57B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8C9F34-DE5D-AC40-6501-96DC979B85B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95298C-A5EB-6315-AFA6-CBF4FC503D7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65BD5C-FB99-3598-2B4B-728866CA6AF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8F5ADA-0272-809A-22F4-48F67AD96E7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A71451-385E-8BEE-A83B-C612EB7F8CA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E42E0C-3C4B-4CC0-74B7-3BE7AA0FD18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86F5A7-F462-69A1-BC51-31B17CA5EEF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CBA93F-C35E-753E-2C38-9DC1F714F93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5322EB-F262-2FF3-CFC8-C2BBAFA30E8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E0152C-2426-7AD7-BED5-305214C4F52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22C60B-CE81-1CA6-530A-F6E7899E583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BC3EEE-9DAC-7D50-1FC8-1374FFF9911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ABC0DDC-FBA8-D68F-2A52-DCEDD858668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587963A-E1A4-936F-AD16-9DAFA4E1A23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66EFE7-AB4D-2702-06EA-15183D9EA19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915E84C-E565-F3A7-0CAB-08BD8C9ECF0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7795D0-6D4B-EA49-9AF6-7BE141FFA1A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0668A28-5F24-51D0-CC4C-CC99CDF5017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AB40E9-432B-E507-8B87-1B0ED6FCCFC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7A6051-2EFD-6B50-7DEE-DB9DBAC828F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F75B3E-819A-16E9-DF6C-08C7E7CC447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98AE431-09C9-3D87-D2F8-E5C7EB60A03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E03D38-1AF7-4953-DA25-11F70344735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9DF774-D5FA-9170-A802-752041D5014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98B0E0-81A9-8664-95EA-6A7749820F9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A2814DC-E102-19FA-7A5F-899FD81B7D7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C7F8180-3542-065A-8398-7C631A7AF01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AC7D160-4C76-875E-B997-6C78CC6ACBC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F114286-ED82-4D4C-4463-67C63A9588E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CE37328-B0F1-7B53-7FA2-2087442C25F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7348410-3F0D-2448-48C7-5E5BAEBF6F2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D83561-41AB-34FB-1DBA-88215C03DCE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C8CFD34-5C0F-F2B9-9498-0F6C699F62B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3ACAAB4-8B91-3320-D617-5F40A93CD5E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F5761EA-408E-B8DB-902D-E086778BD6B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F570A46-D29A-E2A8-6311-5815465CAA2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D7085CE-D061-BB27-AAB9-3CCD7DEB34D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9A775E7-2EDB-73F3-97E1-F11E82E99F8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0BCD4A-047E-A0E8-518D-C9F90AE1105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A0D258-91D8-03D2-8269-AB70CEA3CBF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23C3F7-5BFB-1EB3-C748-D228D308F24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DB559A-3469-93A2-1BCD-961DCC08E5C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65D10B-A8CB-74E9-9583-5F678AA1859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0628FF-EA95-BEDF-F1D3-A10FF94BB0D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54B4918-723B-F62D-1FD6-09DD0D6B6B4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5E17A67-17B2-FC1A-DB7C-7777C0D0325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FB28C96-2D0B-B344-E787-5A4147D63AC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4BDE6A4-DD8F-68BA-CDFC-596697939AF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86FA975-7F75-46CA-B737-52C4098A761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A3E0D36-566F-7884-C1F1-69F27D00364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DB86377-3351-857F-EFB2-9D5EF00D309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C590610-BF09-87DC-B71D-1A363EBF8AF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0DF5F75-BA08-0FA7-1431-EF0DB77832A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DFE5A08-9E5E-6C89-EB1E-3EC3D7FE245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9536188-7BAC-5105-83C2-66048F05539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F34931-0C36-FA9E-7873-AA49C2B945A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830CCAC-19BC-FE25-7514-855F7909A5B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4D983AE-73DB-CA42-AC79-67A2B1A2B98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5C0707E-4D06-1B75-209D-BF66FD11550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02C98DF-52F6-C166-B82F-9988F713F5E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B5E0C9E-F76C-5B06-960F-36972F5F684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C6503EF-4452-F91C-2CCF-0FFF45CB227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BD849E2-92B2-93EE-7D06-F97C756CDD9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3BFD277-C4AF-E702-0B3C-E48628117EF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54D630-5270-AA93-F725-BCEF458B5EA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945ED9E-74F0-17C5-8339-18DB118DF27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08DFC1-4420-80C9-9C38-EC854B12F0B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681AE39-287E-C6B7-6E61-A647393B14F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6827881-84BE-F222-82AE-C6BE743A1FE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2438F5C-356F-CB17-2377-E2CE325E67C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D34B27C-921B-0A29-A259-F6E999B3024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ADB5B56-1642-3FA8-EE6C-24B88FE70A6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593252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1613C-2362-F8BA-7AAE-4FFD79517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3297BF-4FBD-4120-936C-64DE26C0FE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Last possible 9 in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AEF8303-C182-ACA4-0ABE-33FA59D1A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3E9E2E6-AFB2-F75D-6D17-6B7807BB2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CC4F336-944B-DA8B-1C37-29F65E0143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8700C5A-CB1E-9688-06D7-1960E8B133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30E91B-DB66-6FDA-282E-9178F9B9915A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7B4A87-F7E9-276F-71CB-12D0DAA11208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451942-9FDC-3330-9F77-8B2657E2F88E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357CAE-06EF-FBBB-371E-5155CDEFD87F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FB92A8-FD03-EAC3-6EDD-001E2C29D0F5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063F6-59D0-DF2C-8684-71AE886B6118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631694-5FFC-EE4A-FC94-8B761BFCA736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6EC33A-3A43-126E-2E12-877244966CD7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5D0554-650E-E5D0-6000-3DDDC3897B26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D54D0B-AC09-E63D-8E4D-CD4345CBFCA4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FF3954-205E-7069-FF62-F2114F42E563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6EC0E6-FEA3-3428-9FD9-8BD96627F5EA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322059-CBF8-E560-2347-E3513D680DB0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72460A-1271-FA22-3BA3-6ECDCAAB676B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20D441-9EA9-20AF-FCD8-3D4005252CC9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067AED-D2EB-666F-106F-3FDDA035B3E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3256B0-1C73-529A-6421-B82E4A40DF8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065DF3-884B-D794-D4C2-0DCBCB933C2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5B4046-4003-0E97-DAE8-05D8E586652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0537D3-75D7-1745-5ACB-980AB6D5B27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9A0E45-359D-0BD6-02A2-81CB14BF029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AE5BD9-3763-2F98-A1CE-D55BCC3EB12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AC13C3-5534-5B72-41EE-BFEA17AF65F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D04756-FB6C-D2FF-1B80-7B41F230EA9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63F045-FA65-0382-973A-3393D6C5E1C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729C40-EC40-800C-33E0-7FA33418E88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CF5E8D-9234-FDE5-E2D9-FC8ADD0908F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1832F6E-B882-D354-BB16-47D7C5EFE82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E6F407-A920-CEE1-ADC4-08B78206313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4B826A-07C7-0E4A-0F03-679F92DCFEB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50915C-2A71-34F4-DE4E-59A4BD3CEAA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41575AF-7C5F-B3A6-1872-B0B3039EF8A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8A05A6-9D43-20A3-C490-C83ADAC7383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460CB9-4778-BDAA-9E19-5285009C572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B37288-0D05-5504-CE19-E8184AB082F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255349-9C40-C93C-253C-22AAA011B09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D8CD2C5-E549-B511-3F79-B6FE5932760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185F52-C7D3-4E37-D2CB-8866A6C965C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1FC1B6-B67D-228D-D10F-F3A5EE62FEC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E201891-C3F8-16B6-F098-2057C974F26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705AE36-DDED-2F3D-5678-70BBE60305F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E09746E-6A1F-FF76-6131-E1C4DB524C4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89C7E1-7E79-9763-E7F9-F540ED1F521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3A31895-BD58-22F0-9631-4EFFECD8308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A87341-3850-3BEB-28C1-EA141EADB8A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2DA82E4-0203-380E-9989-9857C382165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8A3D533-5435-AF8C-9E7D-75A9105101D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124BFA3-A352-E497-CE25-C476603C4B2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E57A72B-C8FF-7148-018B-9D504157976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27ADF7E-110D-96CF-3FF2-CA54C2291A6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16DAC84-2965-84C7-061E-D8251919429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1C5644D-9227-00EE-18F7-B9B3F83B6BF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195725-BD49-F1BD-F319-92A8A56D008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F833C5-953A-1783-3588-B7BB55E3AE7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BA41F8-E8DF-5CC0-47FD-15B6A91CE71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C2D5ED-D271-0FE2-2D68-42CD29BBCB8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D0317E-A6EA-7982-C8B3-EBD77C4581A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C7FF3D-D0EA-6FDB-625F-1B7E7D875C7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3AB114-4A6B-C184-750B-5BD8A573EC3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D0CFC0-EE42-92A7-2A8E-1BB680BC31D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8FFAFFB-6E63-8556-E5D4-13752994D3B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F24AE8B-C3A4-30F2-B754-4BBF84D004A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F5DF25-9EFA-2A58-0396-79F1A6275B6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B231BD7-B43F-B3A3-4E4E-ED543448291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4131E35-C33A-E787-3F60-953B333E32F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2C433AD-8DFE-A919-9CB7-EF8E393BC30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923EC8F-F20F-40D2-DE39-3D47B034831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2319DB7-5812-BFDF-53AE-1E816CE802C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1EE953D-A767-56AB-4210-5C400F403E6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344D07C-E842-497B-09E1-7FBF0B47B3F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9BB9C7-3BA8-28BE-BBC0-8ED2F32BB53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D9CAE2D-DC2E-5F68-6C5B-5B16AD5CB6B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0C62F4A-E29B-E7FD-172E-A21241729E2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53F4950-3D22-6B3C-821B-AAD76915423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A9A14AF-7428-D846-13C2-FACBF044672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D4ABF5C-3E63-BBC4-7177-29773A96EA2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63752FD-EF50-F09E-BBED-884BA374BAF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4534612-93FA-EB87-8BDA-89CDA4E24C0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48C910C-353B-00E9-1B1F-70F121CA821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D946704-7810-83E3-DB1B-B2CC3EE3DDA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C43A144-CCE4-B839-12BD-6D7B98B3279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8116282-CD50-38EB-DC63-7C40961A5C4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169C919-C5E1-18AA-097E-596F1501709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1339684-56BA-FB2D-A103-1E58F34CAE4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D53536B-0D0A-0659-5F2D-9AF66E25BD0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6944222-9A4D-8F64-FF13-4D92180C1D5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4EED29D-92B3-D906-7281-2FCFF54A285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0F7014-B9ED-D71D-EFC2-7D3737A0FCF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362017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9AF9F-32A7-8998-A51D-305EA0BD5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DFAA58-59B3-92C0-04A3-CC7986AB6D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In Column 6, a run of length 2 is precluded by available space. This is the only remaining possibility.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AB5B919-121F-5FF3-B99A-11420A085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D98539D-180F-00ED-6258-724A81D33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E54479D-C184-3FCA-E921-939949EBF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CD0C7AD-85A1-6A95-3069-5BD2D8D6AA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3D2D5B-F79B-A767-0EBA-95AE35589B67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3557FD-40CF-54D4-05B3-FE3CF5C326A0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171BE1-88CC-FADE-E414-3C6B6C64AB93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87F51D-E7A3-61F9-0299-288BB28AEFE1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14D137-D4B3-DDA9-6BF0-AA4F80852876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E7F376-4C16-261C-754E-75B5A69117A0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931E25-6550-7D3C-63E9-F4A9F645C3BA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CD3562-0177-1C4F-40E0-42F941FF137E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23FCD8-2321-F118-CBB0-2E8998A32947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659FE5-3FF3-A0F2-C9A7-8F9729AE6C12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4D963F-F98C-BA6A-3DB7-08E826B24EA7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EA65FD-D0F8-A054-3E62-1A06948F7F63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E23F6E-7057-39EB-D845-51F1B68103E6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6A11FC-72AE-F6EB-230C-3AD8C38A632E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9D15FD-C583-C980-623C-FF41478DB45A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1EC49A-E5E5-B994-5B03-D0A06B2900D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CF6442-96BE-EE7D-AE5B-3048BB768C6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8FAB34-7CBF-E14F-3A7E-6C3CEC51D55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7253D1-41C5-7E8E-9EA5-7FEF7F59910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8B1431-1198-34BB-9F6A-69C9842F3D3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67ADDA-25CA-1D63-7BC3-721D1C0E365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E4AC28-BC9A-E031-A9A9-08190DA08EA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CB2686-3BA7-81FE-65D7-6A1D8C40C6D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8B087E-9045-332A-0ED4-671A2467E3B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948DBB-5A1E-2466-6354-E2E213A64CA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BC82D4-1FA4-6831-82D5-068BEEF4BD8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D09DEA-46BC-4882-27BC-43789C94E91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D6FAE2-91A1-D6D0-7D7C-7496E96DFDA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BEBC23-5922-557F-C8D9-CB27BA18117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EDF814-E192-0CD7-7426-B0D11BBDFDB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F134BB0-17D1-36E8-F614-FCB159D38EC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304893-38D8-402B-1881-8C63CCD95B3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5276E4-7638-4FF0-3A20-2C6D2B650C0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250F13-76B3-A595-F25D-584AD328C3F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73C5D96-938B-F5BC-384B-85DC579B883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622E0A6-0E96-594D-188D-59BA9164F43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14F4D52-6EA4-3815-9AAB-62792ABF620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261B9DD-0EA8-7CF3-E177-7249560F864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DB2DEC-C699-5C7E-63A3-AFA83E44D55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368F521-B112-E077-803E-423ACD1D6EC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7E3306-09A2-BB60-9082-9A4F54EE462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7CEE8C-3861-2EBE-028A-2EB2993EB5F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FBE3E65-055D-9BE7-88D0-CA4C18B2CA6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63B36E-8C93-261F-DB20-243E07D56A6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BE9EF51-7B52-09D8-6A70-F02DBC053D1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AF2246-1B32-C168-99A8-92B8423F47F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8ED87D3-F19B-F12E-FE3D-65ED8EF8B24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88B2A1B-03CE-C401-0838-BA6A6B1F74D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88BEE22-C7A3-6633-DF54-79894293E36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3DF9E7E-D0E3-0004-20BB-58656C911F5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DC2E2A-F112-E180-6A1C-15EC68A685D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870C8B7-6303-2CEE-78FC-D394BDA5D96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7B411CE-B2BF-B3BB-F9A6-79A4933423B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96CBDD-43B4-E43D-E405-7A89E89CCE4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E56E92-DC46-3C68-DFB7-2B702E8BE5B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81FED5D-4E68-9CE5-E8A7-F512E3A6B44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EED094-6B7B-5A40-437B-650E36C8CAD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7D7004-A323-EA2C-6C74-EBADD1A86C1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65B8AC-7088-15DA-E4E6-82EFB35FEFA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204D8B1-AA85-F2B4-CA1B-2CADBBBCF39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E592864-AF9A-060C-6ABB-C7C1CB47888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B0E7E25-5F54-D9AB-FB21-0CF699C0CB6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5534B53-54ED-0BD6-9DAE-A3CAA267F03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01BAF4A-B492-4275-E290-6E0B6ABAB0B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15C8455-F830-6298-DCCA-4FDF8595BA2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58E6472-74AB-954F-CFA1-E12DF36C81B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11C02A5-15FD-4213-BE11-B743ED4F30D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4526700-9C15-E5DF-E0EE-64B660D07F9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9B29683-01B5-DB59-A650-E39D49C2A2E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63F0765-8726-069A-DCF9-E0253B1B4CA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5FDD64-7A13-55DE-71C9-1CF66CFD20C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500F992-23FD-6E0F-F43B-58567D42CDE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9BF4FB-6AB5-D41E-D700-D6E2945A839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D1774CD-FF24-60DF-6428-D74ADA6549B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B2819EA-C0BD-F8E2-10D9-4AF82167002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5FD5CAF-42BD-0338-5481-9EF8D4621EE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AA0FDFB-0380-4428-EFED-E6015481DFE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CBD83AB-6A5C-2AC8-2F7F-DE1CBD01F04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0EB1056-63D0-834E-B448-1AEF17F9611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7E4E93A-F058-1C43-A8FE-6F08C0283D6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C01A75A-C19E-F90B-A125-CE86331EC1C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F4BA64C-AB25-4E61-B6AC-3B76E4F2DDC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DDD06BC-28FA-BEA0-7CDD-E0B0DE5C396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2B45509-6DF7-AC0C-5097-CEE25EBE6AC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3A97CD5-9670-928F-E764-57FDF79CFA9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BB25C12-1FC1-59EC-49B8-24C1346FDCB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5D62DDA-B6FE-A6EF-3D37-BA89850C915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BADED1-1002-64F8-61BF-AD66D500EBA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2C2420-7399-3CC5-4956-ACB88BA21EC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80CC840-FF40-209D-0CFF-47CC6775377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556855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6A121-F027-EE13-5AA9-00790A149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8CE40A-9C32-27CF-904F-D06C8F9EC0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298B601-4A27-0449-0B96-D74CFF930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2DBED7C-0D94-5245-BEA1-5D5E1774F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01E5A0D-80AB-D4EA-73CE-42A672173E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6C5DACF-663E-592E-3C4A-AE4BB3ABB1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DA492E-6383-708A-69CE-27A7AD5C7A1D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430A86-23E4-91DD-68F6-B78E31E107BA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D4F367-C13C-BBD1-3752-F74FB19CAB23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227857-6936-F61A-4116-BE58C352EBCF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61D980-2E2D-1C7D-54D2-32994E007E9E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CD822B-2ABE-D90A-3FB0-72F2CE9FBD8A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9FB3E5-A781-A5CF-B7E3-7A4093736B3D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099B49-6FAF-343F-2BB6-2017099B573F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8247A8-0EC0-40D7-1C14-DFC3784A159A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D3E191-79D8-7E97-222F-51A9035DD99A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6EB9B3-3594-C6EB-D8DC-AEFF5B270D30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DC503E-C58D-E8BB-6668-05A9BD81498B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B23EE8-4B52-1993-D432-57435C43FDCD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27A0D2-6585-A17E-42DF-E2BD06A587CB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06D80D-E405-F83A-93BA-322F8BDAFFC4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368817-0AE7-9C06-D389-D57F77F4BA7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BB647A-DD51-410C-1D20-3EE0B023A85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1E5F89-7B00-ACB5-6ED2-E99D616DE4D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084BB-EF50-BF44-D823-3F15C463E35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3C10D5-972A-5352-D963-ACD87FF0322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3A9FED-8C42-8D7F-D0A1-868836A1CF1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D1CF8E-F891-EB8C-9BD8-F0AD3F2DE9F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5A1E04-1800-BBC5-BC58-6CC54D571B7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A0AC77-94F8-3829-EB16-A8B5107F67B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553B8B-5DF9-33F3-1926-FCC24520797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A838CA-2C41-72E9-65F4-D9A88DE31B2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C1AC2A-D0A0-5176-62D7-249FE8DAF06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AC11B8-8163-2B5B-BF8C-12C4496A22D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AD5FAFD-1D0D-34AA-B3EA-84A2D92525C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958F21-4F6D-BCB8-6705-DA6A3B6B72C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EBB989-241B-03D6-0782-7D51A517472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E5B3CB9-E549-A5CC-9220-A3456F4755A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E68BC6-0354-AC5C-5158-8F9F94C157B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22864BC-575A-CDC2-1958-A7D72E29CF6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5502EF-3B3B-E234-7B93-23A8ABBB9DD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E43A37D-C6FE-E677-A289-752FEB4EE71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4B310A-61F6-FA6A-3957-E741895FA42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5A51AC-7D5A-ED4D-7DE3-00C1850C98E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BC4C07-3D03-13B5-7099-900AC7E7F8B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F3F739-A59D-A88A-32CE-88097B1992E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0606B39-B1EA-B531-D211-2B7B49D3BFC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16423D2-582B-D9AA-1058-1AF2789B679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CF56647-212A-25AD-5C12-0C552F9C9D5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8832BE5-9097-9B00-5263-EF952B063F8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E1ED04B-E411-655D-9197-D99227F3EE9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4284780-40E7-8D67-7423-69311B16174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48BF195-0BD4-2824-E842-F322E16EB9F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149CAFB-89E0-7CCD-23D6-A7428A699B0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1A64D9-A7B9-E77D-1F51-E04C04FC8EC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5151544-3753-D9B6-4FEA-95C8C1303E8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F28D790-93AC-2F29-DAFF-BCE25986F9B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0BBF51-5845-F306-BD53-5D62D22DB23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ACAC4F-EAE6-B660-C3A3-6B90DADEA43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D1BFAB-233F-C24F-1B89-2A8D7525EA8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2D9C21-A8CA-A6C1-7C21-94299D300E2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1A28CA-8427-BC4F-320C-02C208C859F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342001B-DD95-4417-6E5F-1265BDDC48E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6131CE-0776-1EBA-0D26-BA6D116DA43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3E0F04E-5F78-98E9-18BA-C3A8129D55F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F38206D-7A93-E769-319B-3E20A3CC0F5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A206E0B-D788-ECEB-1329-BB52A7A8895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52D5415-152D-745C-CC7D-45BC655248B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702DC1-12A5-8206-372A-27952E63ED7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2B51A22-5242-94F1-1786-EDAD564213D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8BF1BF1-F79E-6D23-86D9-705492A6928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1A8334F-8174-C6B9-EFAC-172E4CCF64B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1E4AFFB-F1A8-A461-4491-523AF404853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C884956-5930-2EAE-EF51-5CE8A71DDD0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68A1BA-9F82-8529-6741-8DB4C7859E7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A1DC509-A83E-1C1C-9172-2A9213822B5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49D6FC0-FB5D-397A-0A8F-E8AA815C4A8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347146C-694D-E34C-2723-A4616F1B7DF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F8E34AD-BEB3-9E5B-F814-56D2B71C502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090FE01-8AEA-9299-96E6-22531158E5C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1FAA1DE-A54B-4313-A21D-B25B43D15E2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04AB091-D179-A976-8084-91750EE46CD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3EA79F1-1069-F659-CF4C-55C376BBF70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C3712E5-3D42-5B56-AFF6-35470254286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4750AEA-9F60-1727-3B61-444C640DFBC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200AB30-90EA-1991-2363-FB85E4598A2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0B96746-398B-4B0C-1A0E-FB51947D1E6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4D2C567-5832-574D-C40B-74043725EF2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ECA60E8-0161-615E-44DB-2E04235360D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3793D3A-4AE1-95B7-4901-FEE86FDAF4B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3AF3A5F-907B-B5F9-C52D-E6E29896B12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A45691-D22D-9941-082E-119BD697537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22465E-4C31-DBDA-4998-F5B1CDFDD88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442BB07-6788-7F7D-DC76-31C57FEDEF9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22E1239-7F71-28F0-7333-676D9F45EE4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D893AC7-9D78-6DAD-7050-A2F27287356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91115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96510-B7A5-C7FD-CC3D-295F61173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876D05-70E5-C076-2DF5-6B67D0830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Complete center block.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9DE71C1-49E8-5783-EA11-A6DB5EEA3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3F8885C-D56D-4B8E-43EF-53BA38807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2AEAF88-1755-1F53-C120-E12084A596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54DCD49-15FD-0A4B-6634-6B16362BE4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51CE18-7B60-0502-3B08-AF05C833A856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7419D8-3175-D6DF-3B3B-87457693ECD0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0EB257-3067-8342-E5A4-9984B421D80D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527EC0-78B0-E509-4287-DF99F5DA252C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EDCD93-6FB2-A2C4-6E17-EE521E2FACE9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526A04-4EA7-7BBE-698C-95A6B1913458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66CB1F-5F83-622A-816B-FC1261A5CC2F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DB4B4D-CDF4-C42F-4AA3-411286A7B223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039C3F-7B23-C05A-81B1-E038069366A9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26591D-7D83-38DC-3EC8-6BEE1CD2D562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A3AB24-F0D6-C890-F5C3-E17143066186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A94E06-E436-0516-91A7-559E9D689DAF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AA11CD-D8BC-A995-CED0-D41C2B4D4E7F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44B02D-269A-E420-6F62-08116D5A92E2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57C02B-533F-C92A-BA09-959E3182BC8B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9CF216-664E-D1C7-613C-808A47EA357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FBE812-7938-FA65-1EF9-A5E0E2F286D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2A579B-26FA-5EA6-B16E-6BDFB5B5AF0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CA6264-4253-B01D-3272-F61B564BDFF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D337F6-7619-E7C3-C721-7378D57B261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6ED5B7-DB6F-A885-0825-D17D8081047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22A77D-8E03-E2CE-E800-5515F0C4558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8476BF-8149-700F-2719-C02930054B4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655214-F9B3-C392-E8A7-CE785286AEE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CAB558-D688-914B-AA86-78837B8BD49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800E9C-91A6-EB73-ACE8-469E4B8621E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EF9EFA-1EFB-74A8-60A3-E051D89B519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F70235-6A72-3D6A-6644-724986A3ECF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189CD4-758D-F07E-1E8D-FE8657D35D0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750A111-8205-42FB-383E-7FBC7C75334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E07E111-B9AE-49A5-B3DC-45EC6A32458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28927D-740F-9F4E-636A-041D112E5A2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875E57-1A0D-082E-8F40-FE3417E7447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A48F8B2-3A0B-A9CB-A4DC-01C0686A2CA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9A674D4-EDE5-94BE-0F16-BE9B560B837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80D28A-B4B0-F937-966A-631B41995B1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77C6F6D-2C6D-22CD-1EE6-2F340D1BEA8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3F441B-24EA-207A-22F7-B2F68551F4E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CBC9FB6-E7C5-18E5-9C37-383212A6177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3624A6B-F7B1-A09B-0A39-8AE37E2911F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4EE4831-F06B-DC02-99FC-07CC5869703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01732B3-2D87-456D-D26E-F25B1E245C5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8A76617-D69E-A16A-D8C3-EC9503AC02C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67B5A3F-D89A-FB38-522E-BDDD3E24EA1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B80CD4F-4A8E-6E50-5B5B-12371ACAE52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41B8EBE-338F-4892-23B7-52C98A58567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2B03C97-08C8-156D-0153-C6305BD6E30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A21F0A9-4809-CCA9-89D6-E50B04E5ACF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11E14B5-2A3A-A089-08E1-EA9D09A7ED7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AF8FDBD-6A66-AA33-7082-7DCA1602B09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580A982-8342-8063-68BE-AF2B471AA2F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1A711A-B546-C45A-613E-B083BC868A0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F09DC9-B48A-ACE2-BC54-D46FC15FEF9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9EEAE3-0E91-D2ED-0CCD-3BDCF4E0E77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AC1E3B-4EEA-2468-333A-35C06E0DEF2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531832-8154-2810-199A-74828CC7F81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BE4F045-4F1B-AA92-C107-7C16158ACF8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442CC6-070F-FE24-1527-61CFBC20398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716AF3D-6FAB-D1CF-89A6-BE4376615FC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1B0AB35-F18D-D6BE-BDB3-8A47A53AA1B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E9C46F3-338E-14B7-8E4B-90402DC7D09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DC95FBE-12A2-1610-7107-A1B2A99ADEA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DB24842-0713-6625-7EF6-8C08AE89EE1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A2671A5-1177-58AD-912B-8D958AD0862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061FA7D-7839-ABA2-1248-A40AA584692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3B06BDC-4FBD-4C7B-56DD-AC1838557F0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CA5FB8D-6EBC-2313-78E1-CEE62E72DEB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7A29AF4-5F22-8523-24C4-96E089E17B6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3293A4-AC10-9B55-DB85-906B9EE71C5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9C52C5A-EFB0-5D6B-1F11-2F69DD46E73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FB25EEF-4F8F-3D31-23E8-C8DD9389C80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38A192C-B285-182B-869A-BF0EB908EDB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7AC6DB8-0099-3F72-63ED-4C28AE5300D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F32D884-748C-82B3-0FE1-DEE158CF58C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BB4427E-E09E-EB2D-5340-02CADFF439B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11B676F-F10B-7868-44C9-E132B132B05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A32DC18-5A4C-3AAA-E751-B4EDF369FD8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4BAD025-DDD5-06B4-FE7A-F116959E529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96A8670-8E2E-641D-3B37-40E952248A7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0A2F687-FFF9-C11C-A26C-0389E80CCA9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F275195-009F-A4EA-BD52-25360488866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B8BE6FB-3496-899C-C317-AB98A9088DC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9CD32E8-616B-4849-8984-B6C6518C133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BE7BBA3-9F9F-84B2-B13D-5370B62D189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DD916A4-66B7-DC48-91B2-E7352BF3702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09711D-6B57-C26D-D80D-0355999EDAA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EA50E4-8E06-3B03-CB90-11BB49C0549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36A223E-8A8D-5036-8C6E-376192093E9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ADBB4CC-444B-9ED7-947E-44346253A85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CB0F147-8153-2F95-CEDD-880E9B342CE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329510-83C1-89D7-5675-19D515D64D0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416263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16D14-C7A6-3F9C-9416-8E9796D2C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F09526-C345-0028-8BB2-ADD364458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Reduce. (In the top center block, note that 8 is in Row 1.)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F0FAFA1-3A3D-F216-A860-44FC82CAB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2D0A458-8403-C478-77EA-4342DFF28B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7028777-096D-6860-01B9-71042607B4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0A3FF1F-BBF9-DEB6-9B14-F08C666F12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26211C-B319-8FD9-CE90-CEF2B67E6F56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B5DA51-24F3-31C0-43A0-911F31572CEC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D6860B-AC52-8089-D6F4-4E750CD58FB5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08CFC0-F3AF-79ED-410F-14181D2AEE40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BC0036-A26F-0903-1A5C-DF90F62C82F5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4124BF-E978-3D97-40F7-9BB4ED2DDBFC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7E7EF9-9670-CDCF-A61A-DFD7C48F458C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06DEE9-BD4C-F5F3-42FF-6CC398279F3B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FF8854-9993-BBF0-2C41-1ACC67A99EC5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C29227-1F3A-DFC4-364C-9D349EEAA716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DC97C7-C541-995E-4000-06933E89C9D9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6EB400-EB03-418A-93EF-C0E414EA5E7B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4EBF2A-18EC-D4A4-23F3-1DFF39E96931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18FF0A-75C8-EC6F-4CD6-0ACC6ADDE552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9A59F2-8084-F759-80FF-C5D53BC5E8BC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E2CBBB-8317-5141-182A-3A169FA1FF0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CCD343-4A3E-A363-81A6-7FA856A69A5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9686B3-2D5F-F754-7AA9-4F4A752BF2A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A770B1-102D-52B5-DD0C-597D043B4DB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0237C8-9A77-6C8F-1DE5-2465B31C16F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2B2003-5B23-DBDF-43C0-2573EE5ED55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7DAEBB-05E8-6F3D-BF47-EB1EBEFD1FE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FD0A29-3C47-6885-A7FD-D1677F647F9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AAB572-5A53-1DCD-3E4F-6AF3175505B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A0B835-7E90-E5B5-9D25-0E16258FCC6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907FD0-D8E8-F31B-9772-05264D87171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BE5C1EB-C2F3-ECB9-AF66-26E28787B77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26FE5E4-5D45-E06D-B188-6097989E283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89FB56-88E2-A129-5A25-E7C36B1630C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55CE8C-BB14-3E95-2886-ED03C89FD1D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65EE5E-96B1-86CF-4BAC-EE8B18BBABA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2FEA3A-0CB2-DCB0-318C-2B18959CA4B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641CF44-F8A3-BE40-FA1C-6339F57A787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9BACEAC-B999-1612-5985-D437A7FE8D3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F56BD5-B8EE-7FDB-98AD-1C79273CCE5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7A9EA4-4992-D7CB-551B-419D489FFAC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8316147-B2F6-4D84-81FB-D8BB10CE8A6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159388A-E395-6E68-5EA9-6F08B9DFD60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7B3E1A6-8796-AFB5-D32D-5B1D6ED04EE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C79DB09-0932-E9B7-F219-02D815AB101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C1B9A39-2EFD-9A95-A4DD-545CF8BB582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3A5737-DBCC-6D3C-0226-1D8741A27A5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E035FC1-0244-2BA8-4B4F-1EE7642678D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BADBAE7-506A-8867-0074-4B2F7B0DBB6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25C19B7-229C-2F52-BFFA-9B7AF771709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626A42E-DD7A-B4AE-D407-87C3C1A1E63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DC5F6FD-39C1-C7D9-ED2C-8CB46A7EF1A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F7ED100-26E8-5377-C1AC-8B56F05CB8D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34D33DE-EABD-A395-A4EC-107845DB937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3C72586-1C9B-6AE1-ED61-9347249DB85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34B923-DB58-804F-E097-A197EFB9D01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D92F18-4BAB-AD77-434D-F813ABA3D25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655260-A241-8019-4B33-DC0DA1C915F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5319D4-24AD-A2D1-E5C4-700DB36B95F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333DD5-B76F-5ADB-515E-D762F47999B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3846A75-F4BD-E7A4-D2D2-F8584D6736A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5524FDB-15AF-55F3-C18D-7E9BCDDC614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38D2B21-FF7C-7477-CE28-8A42703F82C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4430C5F-CDE3-4786-9635-DC41D89521B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5B79D3D-9455-51CA-F64A-12FE59B4092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3579FFE-F97F-DC57-5D79-E0145FC98BA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EB232C4-A068-A9BC-37AD-7901DE6F380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E5AD3F0-4A1B-C453-115B-99F27B5208C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1FA2E9-94C8-5638-9F82-FDF9D03A68D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302A06C-C835-041B-1E4C-DBBA8DA20F1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73A236-7D41-3703-8DBD-CDA10ECAD93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757AE7-58CA-CB16-F5C6-03DF715997A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471F27E-46C7-C278-330F-F405D788BE0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D2B91C0-5B88-B628-5E3C-250F784C18E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F86A75C-8979-FB29-C15E-8DC4D99D0B4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E92700D-2E47-91D3-AECD-896509C9A78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F064F72-0676-C48E-29A0-90984BF28D1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2D21286-45C3-1F6F-C9F3-3DAF4E6452F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6C6A4C0-654C-7273-87C0-6FFD5ECB7FB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8A5F4C2-F06D-CDA5-C115-656A91A9115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283229E-63EB-B372-9379-299DB42AB86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169D79C-3DA1-5A30-77B3-0B069436A05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4EE3E74-388B-218F-5355-BE2D678D18E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66185D7-3DE6-0FD4-BE33-8037C76B546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66A1A12-F1BD-C0CA-32AF-ABEA5ABD912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872A6C2-C3D7-508A-4832-43008F202D9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0E6392D-C5CB-4491-D382-38A75BACEC8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82F5B5-1885-1E14-BB5A-D89D10D7349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72A443-6D7B-094D-0F6A-F2AF3E0F24B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1C892AD-E8FD-8D9E-588C-2758D9707CB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721427E-D2A1-94B3-A9D6-6962E964396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E5C2967-AAA9-F8AC-428A-8891F2C3C35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6D3186-7A38-09F5-3663-7E196BB5415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BDFBDC-C702-FC87-D5B4-FC0409435E7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CA846BF-AC71-0B7E-EF72-159E7BC277E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FC8CAC2-697B-2584-D67D-588EBDB4F93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6279090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1339A-547E-B8D6-293B-CE688B0F2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849BA6-8BFD-44DF-11CB-30033FD5AC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Reduce. (Note last possible 8 in upper left block.)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0F8C596-0727-AAA3-21B3-CBC57071B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80CEEA2-86B1-E62F-A201-0ECE6EAB52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00A01E4-F1E5-F7C2-8C15-54C2E99331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A074EFC-A911-F481-CD03-FF0D18B802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851939-1525-0B48-780A-1BC48A4B2892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5F45B8-A6F1-671E-4393-D0D72F93D67C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3CD7B2-731A-CC52-D3DB-49FEA1A9EDE6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751961-A4DE-AECE-DB6F-867DC34F1DB2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702C69-2592-1B92-D5C7-C4FE72AEA719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124D60-C8E1-03F3-EDAD-2311767D027F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75C99B-40E4-EE52-1A1A-E560CDF7600C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A462C8-2A00-30A7-BA22-C6C97596EA67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37653D-9518-F73E-2E40-57B976EB79A5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1CF2FF-CED8-5919-5802-6EB072E2FDB4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54A0C2-FEE2-3D88-C5CE-BB6FFB49A7FC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7DD774-AD44-91C8-8A23-E25966AAA8B4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0A2089-4EBD-E47A-71FB-E3D51F651803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CE3C4D-6602-071C-8B76-D7B8C774452C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2C9327-6D2A-2E39-112E-D1C934CC8F31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39956B-8077-0665-7124-12981705EDF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E8E559-2E21-1568-0DF8-FD9C197D15F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70DED9-6E59-C6CD-F7CA-45E87F75E3D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00A0E8-4613-C0FD-EBBA-B5945FD1F60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697F2E-9826-9BDA-C1C8-C77195F18AE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316A30-D5F2-D750-323E-DCBAD852A48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0882A2-0287-13DF-9BD8-34BF38D50F7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F35F7B-C576-F61B-CFF0-1F1F9006EF4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87E971-FA9F-2F0D-365D-C1076DE79BE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79517D-89C2-E836-E59E-A3079F1D9C4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DFD209-B323-9ED8-FEC4-389CDFD15DF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CD356C-5EA9-BE09-0D10-4C401F2ED0A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FFB1EE-CF4A-D2C4-2AC3-48ECA80AFD0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DEC106-A2B4-29A4-6480-C8FA0116115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C3E93C-86EA-B25C-BB41-EF104EC1568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5EA2782-222A-0013-83DA-36C4D495A6F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A1D4D2-65A6-3B9E-0A88-E078DE4F6FB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0B5F4FC-4160-7628-DE19-0A732AB659F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895EC2-9655-D04F-F4BE-C542204FFDE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3077DA4-34A8-A776-17F9-37C2394CC7C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E94BDD5-D11D-5FDA-E880-22065E16CA1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0DB8F8-6E34-65CC-3545-72E19812458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FDC7D0-45B3-0D42-55B3-6278F8F2ED4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FEEE5B-606D-193C-F2F5-88F905BD462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AA4025B-2987-FEFE-D86B-A7059F64D9C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D2643DF-3229-D964-0941-49FC8B0F618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D2A7F3F-4D64-0D47-9AC5-B1EB0B5DE3E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7605070-E126-2072-C8C2-1B74066348B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27F4922-D080-C783-451D-15BE94B111E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B9203D0-6F46-78E0-B331-8BBEA129AA0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2D693A7-BFEE-1B9C-3CF4-62C25E5307F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DFB7551-E709-268C-765E-0C0DBDECB25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6D08A37-C615-52D3-B430-37D32C9826A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3B93547-4142-D4D2-3BF2-9FFD97C6048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7005F2-41E6-A1C3-B898-6CE438D112B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5840CE-1D02-BAF4-3DB3-5C14EF4AA0C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ADBC72-BC77-96F9-7850-7AAC6C6CAC7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B899DF-6FE9-AA9D-C213-86340F1657E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CAB6CE-7CE8-8857-7D50-D8A065082F3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772567B-1D1A-535D-6D86-92FECD0FE3C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0DFB511-FC0E-3ED3-E398-6A7138F52D0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AA814FB-634E-1336-32AD-AACC2188B84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2EB136B-536A-7840-4893-80E0865E094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DFB3A7-4D8E-204B-3F84-471F319CB77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1206604-81FD-AEBE-7F01-F26131E2328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35370A3-B887-74BC-2F5C-3E8A32077C5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CE08B32-D1FC-2205-F58D-E198FF2F7F9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504C9B9-4C61-27C4-7797-E42A982BE24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970CF6-85DF-05DB-AC31-AB977AB44F8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2CDCA83-F023-AAF1-78E0-4B8605C7623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D85596C-7CE8-E37F-2CFB-AFB0C58966E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FB198C5-D7B3-B581-857A-A25A8C4F48D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CFCCC75-B181-65C6-4885-681B91EF2F2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B8BC606-70CF-CB17-B467-4B0E9A08B9F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E8541D5-93A4-015A-0B8B-628774311DB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6BFC176-3675-11B3-BA7C-FE9F4144EE6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B61635C-133C-5E09-10BB-A3BD4DC241E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9C21F80-E635-CC56-FD70-3159A6137AF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7B813FC-0EBC-364B-6D05-A7962161AF9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D57DB29-818E-B0C3-2B1B-980FFA75978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E66E537-6430-F9DB-0865-355ED7F9904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CF04474-0191-5CDB-6C78-F7EB3CBD9D2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817BBB6-35E7-38D7-52A2-6F57E90C199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3E86386-910A-77E3-ED58-56292A95237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D02CF28-D124-9926-A846-E05409FF632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5E50CC-36F1-B4E7-9BD5-165E86D4708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98C8F3-7041-E306-D4DD-7475D5F5036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03FC9CA-B6BB-7AC2-9E65-22F8892E926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6D0A4BE-E597-0099-389B-4CACD9A363E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54A79EC-AA30-9720-4F36-FCBACB0EF15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F037127-219F-5FB5-EC3D-BF31D01A7D1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4CA198-86DF-1143-C858-E593DF68432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5D69541-DB78-2A67-EC01-83BFA7A1DA5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3DA053D-2C6E-0954-6D11-A06F76A3FB7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22A09F8-2542-737C-BDDE-BDCDAD18EC7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565567C-4893-19B9-DF3B-9AC4D609B97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43625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41ABD-7D70-9AA1-A084-A1FB50A3A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748DA2-CE70-292F-EB19-1E70F19EB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A44BC4D-EFE2-1D2A-F05E-52668FFA5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C88EA59-F9BD-5738-4AD0-F094B8704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0AE4021-53E6-D25D-C673-8C9DA6945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78EA7BB-827B-857B-2B92-81A38DB176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C2DEC5-F684-1B74-A61D-5838AD507F7B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C39104-F2A6-7AF8-D7D9-B071A65BC8F7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179B1-D583-1E1C-994D-9888AED0EC79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D29736-C91B-0E2C-2DF1-E1FAA10ED664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C24711-6A5C-6DFE-29E9-4E55B21B8DC2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FDBCF7-A182-EBAD-ED60-E1D47639EB2E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E175FF-B85F-1F7D-E2DB-44C6791C006B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A0156F-5B0C-7907-4187-83EF8546FFC6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8F44AF-CC0C-353B-88E8-559BD99654FA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A981FB-6207-8A60-6B6D-9BFD00F5987A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E16FC6-3A0C-53E5-8523-58EE662F4993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F116DA-F721-1701-B4D9-5556F528F639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3F9E99-1C1C-7A09-8795-ABD6A80A649A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1FA378-48CD-0220-B623-241C7C39B563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E036B4-414B-BDD7-2114-6D8D773A0FF1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51C2D2-C0BB-9DBC-D5C4-47A52F8B763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222356-4F6D-42F0-423D-D006F6CA4DB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0B9A80-C2B7-A073-1243-8F52F0C3CCC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694023-C9EC-EA5C-AB3F-2B75E0B3D23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C0750B-6B9F-1A90-A628-119014A13DF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F75583-13A3-EBF9-20CD-E64A2B71BC6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5E9160-FC08-0482-EE68-9BABC5AF122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0C2818-68A6-FBED-D1C5-4EFC8EA80D2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6734A6-BAAF-4628-C233-099A45597D8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391452-63B7-63B3-F473-A3B454B5BA9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AD7A12-223D-0734-C325-11119DA1194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64D924-4117-58E5-CC54-9BDCC46A701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64D9F31-D1F4-2FC5-6B9D-BB4756655E2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39475B4-3191-60CF-FD04-738CEBAFD37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4E9296-6DE1-D1C7-447A-075F4BF3627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38B4E2-36E0-8468-2349-4EA2E957FFE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A3758B-56B2-DFF1-EE22-C38291EF483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F3BF73-EED4-9D61-FB7E-4EFAF51AA69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CCC6B21-9B68-96EA-1EFA-58EEEEFB7F0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ADA27BA-5276-3685-77C2-2CC61FD5032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3E1895-0F10-8002-568F-D9F56C2E5B8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35ABBF6-5D94-53F8-FC49-2B74B1773FE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33A9BA-75A4-32E9-5240-6E137BD5739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8F59AA5-1D89-A569-30CA-6289B9FA60F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3A73AF3-6BA3-A0CC-BD9D-A165CBBEA70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FC78742-D1AF-28BA-3227-BC9DFA23DEF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3E23C8F-F58E-69B9-C2FF-6C3913D34B4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9E7F8A3-7C66-FB6D-B624-EB09A950323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4DE14FB-0940-9CA2-5993-0060C0C6FFA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9CE88F8-FB4F-C463-E195-0B604049FBC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BA67CDF-F3B2-7A85-56E0-D2944B04F15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98BB455-F4D3-A5CF-0E7F-B5BB8C76C1C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83F671-5B26-6F81-7AD0-BE74045586B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16A0A3-63A2-F0B2-9488-446E3B25FA9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CDD9D5-11D3-BE07-564C-B514DAEA55F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CBBD22-B91D-0F31-9F01-8240887C822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2CEAF9-A3C8-1DA6-2B88-A8A5B137B98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88E56D9-F52A-D4D3-1982-DFDC54677F7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0595D76-F7B3-712A-4F2D-A4497616463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58E893E-EBD3-3B4C-11A3-2B05DBE9275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2A60E11-3E2D-9FE5-5460-A9B005AF051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AC56B25-C34B-7D2D-F793-EEC59A239B5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68A74F0-4202-BFC6-C4E7-77DCE860742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34363CF-39EF-A9D0-BBCC-C3664EA6DC3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78028DD-B28E-389E-F395-387B2A72400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E7011E-CBF7-358F-8ED3-C5B7D7C328B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98BE699-C281-8525-D26D-13C8E036B31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73DC10-F10B-11B3-66F3-653CC91EB41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B205FDD-0DEF-2273-65DA-A5060CD51D2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5FC9D38-DF7D-C896-30F8-5CCC0847A30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14CD788-ACDB-F6F8-B993-0FF2832A223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852EBF8-10C7-2EB0-8183-01E1E8D3A2B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DC69CF7-6DFF-A4F8-FC7B-A9FE22CDB21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5F415AC-B889-EDE6-B01D-B7EC04EC1FC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93D5A4C-67CB-BC6B-35E5-54E4AEDAFCC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87B3374-C192-2943-4314-979762C4AE4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A03C427-133F-CC71-2829-33B348844E4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37DC109-93A6-76BD-7C8A-4709B727FE8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872DEC7-37EF-DC8A-D1FD-018CBE92494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0CF4941-E4B3-96CB-3A64-4151451F34D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CF704B9-E0ED-6366-3D71-4454A9BF5AA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C8BED6-505F-A033-BB86-83DCB243D9F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75B018-637F-1C3E-476F-1A1BFEA5057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55D1747-3232-B468-1291-CE19054557D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58AA4F3-1536-C90E-8149-BAB2E83A9C3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6BF638E-0424-2A07-3DA7-02109467291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D9B6FC-C591-D213-AA3F-B56F0729243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F18A8B3-73B9-C917-3676-7F4E8D6D24D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D4C92F9-0749-D4D3-8C4C-829538FC9E7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4BB58C5-A916-89D2-7AB1-03B1EFFBB45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C6D8D4F-7616-A571-CDC2-188108FDD3D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916FEE0-0B1C-5912-E21A-B15F1BFC666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BB15077-D164-1D22-BF52-9E3DB95E0C4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CFCBA29-74F4-3B40-E869-1D3120BDACE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24E2D95-31A7-2495-98A2-7B0BB0A0F9D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921DAC0-EEE7-8724-5592-329AC4BDB2E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519944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6170C-F27B-A938-F6B3-A0FE24881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3BD90F-B2E3-BB0B-95FB-71AAC0A0C0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Reduce. (Note last possible 8 in upper right block.)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5071098-A3AC-4EBD-2256-FE808C473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4800FF8-F6E4-4351-C63C-D918330AE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DE577BC-DE37-28C9-3CA8-828E431CB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605E4DB-8A97-27CB-05A8-08A06819E2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058B42-7C99-1979-12B6-E98424F032C4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CF9743-3911-5327-8CDF-35C41C6BA902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DB27F4-25D3-D748-8A00-F9717450C0B5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E2CA2E-37DD-387F-D914-58C8AD476821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B5681A-140A-F381-C64E-35D539B322CA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EB56F8-4D77-22C0-B721-EBFF40EE971F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7DD58A-D166-D59A-F284-971AC407DD13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21C83D-A893-A2C5-4908-68B100E1A295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B81D24-7D4E-023E-2EB5-33DD45CD3E2B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FFD1C1-89D0-B979-2C55-3F36437652D1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596DE1-858E-80E2-E034-849F2814709E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9FCCC6-B7D8-2637-6B4B-CB9CF5DFCE5D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DE0A56-8152-B347-85F0-A866B35C59D0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FC4A54-718D-DA1C-67F3-3DA71FF46C5F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9B1895-3A9C-C363-3DC0-41D5D7A64B71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54F5BE-5D31-9DB1-8CD7-D625F4D2B28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3C4624-7254-FF25-E3B5-1F49E4B7EAD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568F56-51FA-2A12-944C-B86C367F790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C37A07-8F62-D9B7-6A39-D985F72E607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2AD00E-6763-1823-C522-D7F17309CF0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A97A4-CD27-3301-4267-F5E19BDE00B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D1B8B4-A2DC-6AE4-5C81-626E77C4AB3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1E1B23-C881-4EAA-D708-712C8A597D9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5FE369-8257-25A0-E1D7-A859ADA701F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1279CBF-52D7-6E51-C259-223F8BF3DA6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FC9443D-B8B2-A3F6-54E6-E416E25EC3B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B37DE6-8E66-0C15-DA5C-695C0A268C3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2A1E85-D0AA-0D4C-D57B-B257DAD1E3B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0269C60-9279-996F-4DCF-982CB657836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349E4DC-DEEC-7848-A902-EC0449F0EAA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6271335-7DD0-BFD0-FCFC-5C4B8408EAA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81194E-CE85-EC9F-1653-5B6FA8337C4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059E5B3-1CC1-9989-B167-63C17141022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D848AC8-6359-952B-200F-B7096404EDE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6934DA1-2D96-F45F-CEEC-41FB0120B4F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96E204A-5FAE-0D4D-F18D-276CD1F4715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1EB6FC0-8624-6712-4789-3C6A38C9707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6BD718D-4072-BBF9-7EA8-6501A5AA9C0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54041B-684A-6AEF-DBFA-DE793CBD575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6BFFB44-3FF2-A32B-89DB-316771DA029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4C696CB-E345-7295-596C-48F2CA2AAB3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1644986-DA78-BEFC-2893-16EE7BABD06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9D35CD-FEF9-4D24-DA13-E3FDEC9F6FE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D375C5-58F3-8F36-D8B5-B841D9F2BB7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46FE84-2E3E-2ECF-A66A-FECDEE40547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C8F373-8637-DF54-699E-5AED941A7E9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6299E79-B433-6177-D976-52CCACB4B52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081FC14-0492-39B2-3A68-7E4D91E36D4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BC7953F-8D52-7974-FAA6-EA31A09350C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E4191EF-1F63-BF9D-E66A-02B7C69C57F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E64A23-8EBD-DF3C-990D-D61AB8BAE63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8E2B740-72E1-0683-7957-C466805E78E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3D0D5D-1B98-3BBD-D644-0426EBD5652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D0377C5-EB0B-8962-3870-493062064C8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4D3992F-9E51-986E-8C0C-823EB3B8A37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C556A41-30A2-9609-771D-E0D637835C8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E6F4782-9117-7B05-5B87-C276798A670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7A304BB-96C5-3F2D-6DF5-2BA6D399992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B6657E8-576B-691D-E00A-E4E45F75004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CCD6A12-5FB2-F965-4F9E-1A7FC2A9EE9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6E6CDC3-BAD5-2A11-D3AB-157D415C361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DFC95CA-ED39-92D9-4779-F5808C4E0F9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E30D57B-7F0D-16E6-9480-7B2A6667C83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C01FA10-8D67-5C03-D04C-704F5A47EDD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D8FBD80-4AE8-187A-9A37-1329F16B9E3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6472804-FCC1-38B2-58CB-4CD4DB0399A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21C552-FE89-3848-4B76-6CA15A19A60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9E6314-9183-46A7-45EF-94BBDD99DE2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B062E1C-2518-0450-5F5D-6EBAF3A1883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CB37BE6-65E0-4047-C39A-65684CF8E5F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1ADDF10-7258-CFCD-AF2E-B89E1715E7F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C28E3B-0A21-7F29-14A8-C32D7EC7A64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A65D48-7271-D32D-328C-94C04850C50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162BE19-5AE3-F0A6-BB20-5C53D1D308D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B62EDF0-D136-274C-FA6A-F99952D727B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66D40BE-F4C5-3A17-74DA-CD2CE44BB55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FDAA4C9-80FE-5072-62E4-244545B855D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B555936-BF01-6388-B7D4-717F80F1537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7A9B133-9693-1026-F4C4-B21C34AE67B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14FC6E5-FC52-344D-B6EA-394499085CA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425B27E-00AC-4FF9-4BEA-4C68FE82B9E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7E5D122-20BA-45E2-C271-8DD965AC150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B792431-AC29-D50A-D258-EC767023928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2B0C39A-447E-86FC-5D72-A2CAEE7F1CE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DA3E3AB-A93F-D7F3-24BA-4E9BC2BF50D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28B4F04-164C-BD43-41AC-4075BB37A2C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B0D9F9A-1B5C-3B14-667A-97044738702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E405002-6810-3544-993C-EBBC15FEAE7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AA7C3CA-A724-1D7B-93F4-5EC2C4FF220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A9680EB-E7AC-9EE1-1B78-34F9902CEF0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73BE26D-3AB5-099B-1247-7C1D4360DD6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026078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14B1A-B8DD-7082-5535-C7E0F4247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959CEA-6673-1DED-51D2-38D7B45B4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739D9CF-9CFC-3E64-ECCF-2A70F6028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F42FEBE-EEBD-15E4-CCCD-954103557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25F9D97-C006-A529-9C21-43C7E8186C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25488D9-491D-FBA1-704B-90E86CED32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14C280-BC48-62DD-A65E-6C0B1A64364D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F2D4E8-9990-9879-9D2A-CA08081577D8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80462E-6EB4-DFD2-262C-BFB378FA5DAF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E98DA5-D09F-1C72-10E8-C5214C48C183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E7CCBE-356B-FCCC-4856-C72B0B8E74BA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1EFC46-7266-0D9C-036F-837CC75F2433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7C87C4-DFAF-C661-7A28-3DE1EF10EB41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52B067-DDDB-A957-5EC8-476719C09CEE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6B7A87-23BF-D035-CCC8-27B6D8C3D19F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BAF55D-34BE-C44B-7DC8-9DAA847940D7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9207A1-F720-6349-EA2B-17F18B7B13FC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940EED-FF0B-2F11-1663-BA8D71448067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8BECDE-8BDA-980D-AD04-FA6C9ED0CE96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E3EBA7-74E9-D6A9-4D7B-EF76D0343EC5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7E4B2F-4CEF-1419-7DAE-C4874CABB8B0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8F53E6-D4A7-D9F6-232B-CBE158342DE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64C8FD-0E61-C465-B65A-1FD48C386D8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661650-8E84-027E-D1BE-518647C4505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0E66FC-F51D-A6AE-E829-38DA7ED01A0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A7AFB9-479D-7ECC-2427-9AE4FE655FF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7E6E3B-38A4-8DC3-5EE3-8C483180909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CFB33F-E0C3-E4B6-16FC-D9A184C8C5E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4B9CD3-90DC-04CC-E662-E393C9FFB4E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3A9F24C-FA39-0E0B-4FA8-453A65380E4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1BC4B1-A10E-289B-9EFD-EEA71FE21FF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241A17-C4A0-169D-C377-C803D3AF760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EF1D39A-CCEA-494D-3C32-7A1911DB0BA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B5D0AD5-C2FD-7B2D-AD21-D3B58331D28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1F8D48C-DF8D-B7DC-54C5-009125AAA1D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323FDFA-76AD-669D-1809-794674B9891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3B5F8B-85AF-5FE8-5FB9-6B4562C1094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4F59E39-851D-1221-392F-6DE8819ADC1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AAC036B-8225-E317-E14A-D5A0848152D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E18241B-F041-5BDB-2648-1622AADE28D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545FF81-4727-D6DB-D2A1-61FDA5A7D92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0491308-A071-C396-F6AA-0EAF6988640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142893B-529D-2F81-03CA-B2A23564FC4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327D890-52F1-BF06-5E3E-A5DC83639BE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6535D1-1A6D-3F0F-5BBE-F43995871D6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1DD429-0B18-FC33-1466-391674CDEDA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6A7A23-EAD3-7E1C-300D-A99A603F4FF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4668B2-E69D-6868-5B4A-22912E10973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1EE62B1-D613-B5CD-28EB-EDD82D68188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4262AF5-1502-B060-9C5C-5171D4A7F08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8316092-D465-5A4C-530F-ECA3521427F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98F1F6-34A1-7C27-B46B-32BB2C932D7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9F725FB-204F-980D-FF66-6EE28F09D73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604BD07-C493-FDDE-4020-D256E57D39B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6D269A5-3735-0F0E-63CD-090D7E8714A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9AA0553-A3C3-6710-8230-6B55541F6CE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864FA87-3BAB-21E4-72A1-FFF5B366B77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A8D47C6-472E-B7B4-1A05-79A7B9DF2FB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8033D83-4362-4ADB-0C75-4C1DC606FE7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3E8E933-26B1-4DC6-E09B-7E3D049AA5F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7395770-F663-6732-3EE6-55658B1807E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3ACFC9F-FA40-598F-D2B4-6C0FF7826F5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CF3D4CE-99B7-CB33-E53A-99F19A3C642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B7347C4-27FF-0311-A9DF-F891AB37D7F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673170-8588-0760-25CF-11D00D1E336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361FA4-407F-23D5-7F9E-3C95B0DD89E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81F616F-D8B9-49FE-907E-1F101886DB2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8BD41E2-A2A3-66DC-21CF-31801F27B8D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B9028A7-2DC3-4B5F-E858-835772A81E8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0F73C3-99E3-4BB4-5358-6188E83B64D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A70C786-A714-E886-1159-CC12B3A9831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3BA0C9A-3E2F-63CD-C510-2F8B3D17A66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324C97C-C63A-1B6B-8E79-40CC16D4F21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B73E0D5-9B2F-98D9-E4F1-FC719EBF61F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946EE93-63FA-D105-FE76-7A6F28656E3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86DBCF5-ADE7-278A-BEE8-17C0639D3C0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E499F31-37F9-26B7-8ADE-F52D0056C49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9AF1298-1CD4-80A8-50C1-98EA4471248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D93618C-9C47-1B37-1CE7-C8EC59160FC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6AC7B6-2861-83A1-6E78-2DF2A844EF9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6B506C-6983-1BEF-658F-C3F26E458AF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C9F81CC-B585-34D0-29A6-40EB86A5756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624F0DE-82AA-E283-DE48-14017D9E886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BA056E8-5576-A379-2DD9-28A381250AC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C35739A-BAFF-2B48-982B-32A6E69E6FE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8A153F9-5266-4CD8-6532-55F2A344A9D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10B2C6E-6E47-C11C-F711-51EE1B110A2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776A525-8D9B-6073-ABC9-44B8B9A1DFB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B8861C2-78D6-2AF6-9543-84AB173F835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EEA2E3B-4DB4-81B6-05EC-79A0EA244FB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73B4616-C2EB-84AE-EBAE-E7986C4467C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9FDA326-D683-D9C9-FA21-2BE35558FA1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C9424C-852B-A9C2-EDAA-84CA01D99C5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A9F39DD-EBBB-D7D8-9867-7CE97EB075F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F4CC7BB-69AE-783A-A094-1DC79AF3C94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9C552C3-D9CD-B8AB-4532-6A0233BABF5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2D27C52-09E5-5021-1BF1-47AA76F44A3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80035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3075B-23C3-3079-E5D0-4B25721F5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E3470C-4B24-6A1C-C040-70851C2C9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93C9DB1-1A6A-BCE5-0E09-ED34EF415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61C61D7-CF17-9834-B99B-D60731AE1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CA23827-01C5-D2BE-B2C9-F154CE27DE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FC9A319-3CD8-5B94-9802-9AA22FEB31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435015-1744-3848-2DFD-A300A6294A90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807DF8-4725-8F1E-BF62-3B2BBADED7D6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BD8402-4A55-D050-28FA-180061D9DB36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3C0EC3-307C-5B32-7900-943F8B471A8A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026A7F-7788-59F6-FA01-49136582DFA8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A1362B-4D3F-F2CE-4B4F-3832BF346C1B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AEBF6E-E357-47C9-7635-F71E3A2FE8BF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C2B957-1450-8B82-8FA1-96161A5641AC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5861C-6A14-5A30-939F-A1073FD24B85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CB4161-8366-D689-E0C7-3314B991098E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984CB1-EE7B-297D-46BB-34B3596B56C5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F9B74C-CA4F-D5DC-76C1-EA2B565C0292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230182-285E-F5BB-1682-611042BB12EB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FECFC5-D4A1-130F-F962-5EFC057BD029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6B4177-45EA-8D79-52F6-9C0902262033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CFED0C-BE9D-3872-9612-89BAAAEA439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856D37-BA57-F0EF-394D-C64F7498330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9865EC-92AD-8F5B-5D8B-48BBCBFB717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CE7F05-45AC-C406-A4CF-C9C5786A7D9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EA5981-50AD-D1A3-2A7C-005AA60631D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2CE330-C579-4105-7EC6-6358695B75A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226BA0-2A3E-3D5F-2BCB-5FCD69CF927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DB7F3B-EBCA-687C-86C1-A925AB91A09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6658A0-07DA-B4E7-DF47-609B76E191C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84F760-CBCB-48CD-73BA-6FF4DA2B2F0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A58297A-9E29-3552-8125-B3D72583D7D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E82CA0D-FA7E-5ABA-4B33-F2C3BCD8DBB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631DFD-FFAC-C8F5-4311-80C60B5B982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707DDA6-5250-2B8D-59D6-EFEAAF3FCF0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35A4E49-2410-BA31-ECB6-D6D39533A0C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0A42DE5-AF89-C1F8-4EFA-69BDD3F257D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0433CF-0A4E-9BC7-EE8A-B256004205E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42148E8-AA57-0814-292C-8AAA6565362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CA1DE9-F1E8-AFE6-BC7C-48435540E58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43C209-AB99-6111-52F8-BE2153D44CA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A96F27-4D53-AF3B-4E92-8254D189258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D524E1-69CB-94E0-42E3-3935471BEA9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22A17A1-331F-8F08-8DD8-DE792EE2BE4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F89134B-9DE1-5BD0-27EC-41F0F525DB2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74DC5B-AFAA-FCEC-EB75-CED1AB3C154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241E93B-51D9-8FC3-467F-D3A4279915C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1AE1413-D33E-28A3-F727-474B3B7B280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07F9222-357F-894C-7F49-8BD55D7E5F0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6AAEB0A-E417-B503-3558-389F419A648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CBED546-F1BA-5F40-96F2-94ECC35FA6D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85455A5-BC9F-DCBD-2816-347064631C3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360F62C-3986-5801-5FA7-633D6F267EB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7FBF72B-9C4D-6B97-8E3A-0A88F7ADE75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AF36D3B-75BB-A2A3-E6FE-FA7B5C193FC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C73557F-A328-49DA-2EDE-5E44C9113DE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72BF05-CA7F-D553-022F-F7DAD979EB9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E553BF-5618-43A3-0A8D-BCDC40D6099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7628A30-CE92-0582-9DC8-E8A91BE8E54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E5F8BDE-2F1D-B1F8-9B45-D07FDBC09AF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908702F-54F3-4A56-29D1-6DFF1351B59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3EEF78-9338-A39C-261A-1B5B13DFA17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A7559F-5D09-0186-2236-2900AB162D9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71A6DE9-E6BC-912D-50D7-CA0BE8D253F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6430126-59E3-243E-7637-4D376061B1E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E3151D5-6944-314D-34F9-36DD05CAE53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01E63B-497E-792E-F8EE-B9CA4E9B459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043ED79-1132-25BE-F48E-FDA6A608B62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6633AE8-D2DC-C585-6076-F4CAF652E40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D001C50-C151-0BBF-6C5C-4738CCF2C06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1813869-1DC4-6BF1-5452-0C238792B45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C626D4-31D1-3430-5A5D-DF3CFDBF97B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7B8D1A9-F378-DCC2-A1EB-105173FFBD9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410FDE4-A434-C09E-0D32-F684CAF8DEF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7A362E4-4AE0-DB9F-E509-74C4DB7342E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DABD3BE-451A-58A6-755C-9FA4BAEB7CF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2AFB82A-73C2-CD3F-0092-CE6853B3536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A342B1A-B543-915C-0AF2-5500C8B65D8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B529480-6493-263C-705E-783D83FD5F7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9411D4A-851B-C975-32FC-27CC4BA30D6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D98DB58-00F5-CDBC-8C79-F77167DDB09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1E57FA7-D76A-2BB6-0920-7D9EFCF148B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BBD9F08-9BD5-A0F6-029C-9A31ED11FCD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421295B-E774-857F-6D05-71541133717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B8608E3-CE12-CFDA-DC0B-C6A8077888C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7CF7101-9424-03E5-3000-D43205BE488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8E27D52-C156-C156-BD06-5FEE2EF2241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9B3E8E3-3EEE-55C3-ED2D-85DACE84E4B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D8407DD-2D36-151E-CD45-8B95EA0EA7D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CC7B655-2C28-D870-66DC-5AF29596C82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6529A23-A30D-CB4B-E5FE-5504A0581DA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67BACB2-54A1-0AE8-5297-C46987BB3A6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EF5AD77-52E2-0EEC-7F09-66960AD684C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3388C86-3521-5434-F7DD-D3E663F2516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BDE76D2-8027-54EE-F0CF-40EA28A0081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6B49D26-0066-060B-6920-A7F31629F5A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BC8A826-EB31-057F-991B-F5E75A4FE47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646308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2F270-615A-3AEC-6088-B888B281F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81787A-205E-3088-9EE2-71D90D0B88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2ECD847-B4D9-6F1D-1D29-E979209B3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74BCF6C-0779-4340-74D1-B18796AE8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A4FC90C-44E5-6B8D-38BC-96084B1B92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10C9D19-868C-F30A-CBF7-C99D9D8A06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2B4156-06FA-477B-DA32-EC4ABBCFDC7F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9D5085-6762-CCC9-4CBF-102B47BB78AE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DD1E94-987C-4B3A-760B-3BD166998C78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664DEF-DBD1-5622-2CC2-E55F131DAAE4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4867B7-7216-4F3F-E3DD-489FD97A6D9F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A6CC2D-A2B3-219C-DCBE-6DF2CE9555D7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844C3C-0760-E456-5701-FC82FFCC1765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C8DD86-7409-ACBF-CC61-B1A21BE2270A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C9565A-9409-3324-D2CA-6073218E19A5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FB6965-5BAB-1525-924A-3072EE0E65C4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D0DB38-0D18-132B-3E1B-BF42EBDDDC53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89969B-5054-DED8-5C19-A7E60BFCB260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BDBBED-24B7-C10A-CAB9-96FE8B3FD650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352B7E-D59E-6A75-6992-81D40C434734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309E98-3B26-494E-8DF3-F890C0ABEC0C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BCCC56-9DE4-5DB0-04E1-2CF19F75EC5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726DEF-AB24-BA89-0143-1E325D91F7D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8F2AAF-CF12-B62A-F076-53B4E965E14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62A5E2-7964-2D5E-20BF-E63D196DA15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FB95C6-3A3A-3A5F-4DA4-F07B71AD169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4703E0-1111-E857-55BD-56100B01F91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D5D604-CC0D-870A-4711-F328A8CEBF0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832056-B75F-FC1D-25C3-8D673773A02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EAE2C1-9051-B354-9E71-981CD3E7127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F01A57-372E-7283-0203-192D528ABE6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05E35B2-9550-C130-5B79-E30A8944E4E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97EFC8C-3110-ACB7-EF85-70CC56B4E47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195F04-85A3-A65F-D693-99045881A7C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A86A49B-C56B-66E8-7FAD-202D30B4331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EA6C5BB-C477-45DA-9638-394EA43AE52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80BC5E-9362-16A7-50D5-5F658DDD5E0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BE784E-C16C-C13F-1AE2-A4260841AB6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D5ACC1-7255-6F93-1460-63870B39D50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25346A-E496-D446-F7C7-85C7914AF1B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E610CBA-B176-9110-06B7-0DBB03725A3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A7F3DE3-626D-8A4F-2037-A03D55F9F27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2A2B7D-BC4A-82C0-E4ED-E02113A13AB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5150C95-AC93-2E91-C721-0D5FB9166FE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2E74C79-C8B3-A459-48B4-028476CD6E6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3A31AF9-7438-51E9-FD2A-10716993646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EDE8459-EC10-9CF4-5C1B-E94B5E96B63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75963B2-091F-A2F8-AAE2-271BD62C7FF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2545DD6-4D64-287E-B5C3-452A598A9F9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803C56F-A896-73F3-1E96-69EFF469108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827182-5B11-BC97-AE76-FB20474EF32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2317F04-3337-8662-B1BC-940FE0D5400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75C4ABF-D247-06E2-8F29-00CFEB1C44E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1CCDF2-738F-7077-0E2B-F82ABDEB3DB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3A1E80-EFA0-7FED-2BC2-1B24C90BB24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C25D554-86ED-00BA-1475-28B1814C00A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A6ADE09-0114-54D8-E71C-3F5205FCED8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9FB8125-D2CA-FE36-39B3-77D200E67EB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413004-0207-703D-4B42-F62D5562D8E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C9CA14-75C5-F980-5831-3D64A544489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619BE82-D5C5-41A9-AF49-7451FA0B33E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302AE20-942F-1048-52B9-DA2963BCFD1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63500EE-EF9E-E6C0-75C5-6E683AB1BA4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2CA8C39-1369-1F50-9914-2057B7A5E59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427E7EC-AAFF-8DB7-3EB3-AEA040CFD42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596300C-9725-D284-56F8-43DD82D5EE6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A1D8206-55F1-08F3-74FD-C868A9431D9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DA86714-E6C5-F0A9-838B-890FC9B4FE1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DB798E-68C0-03A1-2EAC-1C5D84E1B78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908698-CC6F-F537-3AFA-0BCA28480BE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58CBCE-8086-89E3-1F0A-C8856CC5DBC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E35E413-C459-7AB5-475A-A94AF66A30D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DDE42D2-6186-00B1-9055-A0097CDEE0B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AD7180F-722F-F12F-B104-0114FCBE5B0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359A2E1-F029-B35A-2DE1-6106C84BF47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6D8BB8-23E5-0902-0406-0A9C9AAFC10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EB1695-EB75-B82A-DAC1-44A7CD12C6A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32C731B-1C37-CA81-A8FF-D3225709E9D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9FF1EC2-0510-73EA-B16A-AF93A328678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FCFA15B-E69D-1830-FA73-E412C4113D3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78DC2E3-D47B-5CAC-2B74-7CE3DF29145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11897AE-2039-F3F1-CB6A-643161693D4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2D49DDF-B12E-867C-9515-4F715DB7471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C75F986-8C56-C8A7-5F64-943D7CCBFE1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B1773CF-3091-B781-9877-0E6F935A616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CEFE030-5B90-D7B3-CF04-BD800D35B7E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DC10AB4-9F2F-9867-1C33-1BF416F1946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62C0483-FAB8-523A-93B8-8306AA07710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27C3A57-826A-EFAE-F2BF-39B48A75062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5ED114D-9B8D-7788-87CD-3453ABC3312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B5070B8-EF1F-C541-53CD-45D5E73A619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B485D3B-C36D-9692-538F-AB36F90B7B2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8438928-78F0-D7CA-D14D-DF71E2AE6BB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606ED92-F7A4-A835-67F7-F3E7731132B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A693600-1DD1-09BD-1BDB-186B22B0A86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8E0B919-FAD4-71B4-4BAE-56AEB9F8DDF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C201206-4288-62C1-E5AF-B005186A29A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450458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34731-3A88-881B-A038-EB3EEAACC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EE6200-9D44-81E1-6151-D4A7445DF8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2CC1EF2-4298-702D-FD0C-5D8720EB7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7EEEE63-E465-32CD-CB4F-5A77C0D62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3DE8816-263E-AD37-02F4-30F6877A22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BD65247-EA78-28C6-0117-A41D3E73D7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76DB6E-93C0-79D7-F951-F2742A05E956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ABAF9-CCD9-4DAE-37D3-9AD67F36CCCB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7D7E1E-503F-ADB2-3F0C-407B848FB438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E456A6-2915-49C0-ECF6-7A505FBF1806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7FC601-D640-2EB2-3FA2-444BE066C690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59E208-C4EA-53F8-819D-321AD30AF6C5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AC7ED0-1C5A-238E-CB43-789EEB870D03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CC0778-7EE6-A945-65EB-AE64AE7C7AA4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292125-1C6A-94D6-B265-BF4D36341DA0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DCF819-73F5-1F10-49E4-6758A54F725D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46FA4E-BCD0-91BF-F967-CC97FF98BD56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0BBC57-1DC6-B322-0C9F-581C45E003EE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CA11A9-3DEB-95A9-4B6C-3FC3B6D0C33D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B59565-3229-90A6-3A95-18378F478B89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0586E7-E2B2-442E-8000-3EF4265F8953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C9BC74-F53D-4B3D-8CB6-8F5C7AEBBF4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0F7F48-36F8-A76D-B759-ECCF6E3335B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45CD96-4C2B-0915-A02D-E67C26BDA9B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6A96A3-87EF-EF2B-0538-A17BDC88D6C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B9CA98-4BC8-DA77-FE0B-2D475A26120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73D872-B954-6EBD-9CBC-26243E858CA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A7E3C5-F0F3-7294-B35D-C83E0D19481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8506E0-6882-39C3-026B-0B06A6C39CD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E20671-B0FE-0DC2-7830-E0003B826E7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4D48CA2-6EAA-5934-230A-9626084C84E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DCFFA4E-675B-5871-E2B9-83170F863E3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BC1994F-746E-B3B0-FD4B-5DF33174A17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B248877-62BB-01EA-18F4-EFC2E0302CF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73BFA0-4D3B-563D-2286-0053F39A65F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DFA195-6126-9752-632A-53EC274F000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EE4409-98EA-0E43-DF20-200B3BE8FFD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F297D9-1CBD-4E3C-8516-EC7A0AE6250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B9C1914-CB86-9A66-83F9-E634D58D21C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9D1488C-9BF3-9D7D-F0CB-A32308BCB7D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C542F6-A727-F18C-838A-E69C5043FE4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443A813-820F-1D1E-6E40-2E4256F5883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519B953-5AE9-6BEB-E202-2994CD8F4B5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220063A-7E1A-C271-22E2-FD1B9FDC060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DA4F613-1012-2DB8-E10A-EBCFEB925AE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B5BE3E7-7F87-AC42-63A0-4B8BB7D529F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28DBBCE-9435-824A-EAE9-B5D94A28D1C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C408201-430E-90E8-F025-7C30FFEE035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8C51B73-1245-5E48-4CC6-56EA0F232CE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26BA1DC-CAF1-C21E-6837-E24851EEAB3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5E0A4E3-7C07-428D-AFF5-BC9BDDA6601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5E9EA6-CAD8-180D-8041-6413E63A82C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6A706B-7C5A-CDB9-B629-E08D0FF8D1F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7CA858E-6EDE-7847-E495-E5A213C783F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AD9F3AA-91F8-6A18-45DB-942E191E229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8F24AA6-C7A9-B97B-FBDC-6ABBA367945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2FA3FC-CEB0-44AC-A8A6-911709FFF02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E5618B-38E7-C905-2D76-EC343724E15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163FACC-8830-8116-F927-8E4E5C5A8C2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E9EA66-2224-593E-6C40-A34C280F276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B443FD6-1E0E-D4E7-D753-CE422BAA93B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CA9C0E8-4D40-1B6B-E014-8DC51220DC6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088EB96-6E8C-3B9D-43BD-D2F36DCA682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684A15-BE7C-4CD4-F265-70E241E2B24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B651813-7A3A-4751-6E07-BBE9ED73758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A86529C-7BE2-6947-3F59-72D78463D68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E2EA16-4403-6A6E-8E07-CDDFFE0FAFA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81E9B4-392D-EF17-00FF-1BDFCD8A7EF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AD7319-E94D-1A13-0DA0-D777664A79A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E99EC8-2956-2326-6F9C-B56150D5A21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3B8B452-6C83-8B61-638D-83C5146B39E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EFA40A8-ABD6-FAFD-FC11-26B862F623F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B50138F-9BAB-4575-5847-6A14A1BF5DD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74ED30C-60B2-9A77-77A0-EB0E5F7225E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39D23D5-D551-62F4-41D2-030E4F5CAB1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BA5C589-8CE8-A3AD-E6B5-DB6A3B477DB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AA04487-AAFC-D43C-9D45-9CA74B3F303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66656BD-5E42-3386-9448-CF772F22779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7F655D9-B5D7-0E90-8A04-F9BF1F58D8A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37A5FD4-C18B-9383-8123-37E4422ED7C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C45D5FA-6824-730B-A17D-AFA7C0A950A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2AF2798-CBEE-E137-6DC0-211678B0611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2747D9B-E4C6-A31D-4918-8BA33C06678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3A3A39-ECEE-9293-3750-D1A88A2EDA2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1D38A52-D424-854C-3B22-4096112FC6C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3F2797B-C650-5C61-1CBC-940A728AE15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7C15A69-D255-54C2-995E-095A39272B0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CC2F6A2-0FEE-7E7C-C30D-8DAA15D98C5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41BE8CC-3F1B-72F1-7E49-4FEB5F9A6FA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89B23AE-0435-11D9-D2FE-871C87206B4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D2593FE-7BE2-E2BA-DD27-E9CA9C0C696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5334599-083B-B37D-8B59-1613B0B5724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7B8A319-79B6-FEB0-E3D2-671557E253B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7C952AC-2B52-96DF-C359-202C10F537F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860F525-1097-2CB1-2B4E-6A5282EF974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EC13DD-0590-D43B-DCBB-5DD95E9903C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802210-E6B1-90BC-5EEA-FD49B5CEFDB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505733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F6674-113D-1434-B163-F7A32013A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11D7F6-93A2-3779-9B4E-2715DC4925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In Column 5, the sum between 1 and 9 is 13.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DDA5188-0DEC-0B6C-676B-7E4E275CE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E7EA4CC-F4D4-3C42-CA19-63C7B55A0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B30FEE4-0721-68F1-3374-03B5035468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67537A2-5D92-520A-083C-A9EDF607ED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459E3D-A374-B70F-052F-68970BDB8447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3CE928-958F-5B79-1770-F90B4DA67A91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4F82C5-DD31-E6F7-76E2-D65E12C62100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9CD92F-AC93-B22E-11CD-61B3C1D58564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815160-7210-5570-085B-CD2E70720DCE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99906E-A77C-8A61-76E3-14ADA1F78F31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C2A5D6-33DA-45FA-9617-CFF4BD20A654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54A630-E268-0D8B-64E5-24D39E8F58D5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2D1A-EFEF-A517-A6F3-DB61279187B4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E36133-5F42-18A2-BDAF-93B7C3EE9894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27B602-997C-006D-9B67-EB01C4330928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CB1137-D1C6-CA04-C061-BBCB27A1548C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BB00CF-8E94-6BE1-31F6-D45C2FCC026F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5B9DA2-C6DC-EA7A-0056-F622311A66B2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2B5B98-6209-B38F-3316-7F915C592F63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E33353-7463-F6C0-C13B-B9DA70FCEAE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7EE1CF-188F-4DB0-408D-08A05FEEA74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5031DA-EF4A-CDBF-FBAB-BB89E8E0805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FAEC81-594E-FE29-5932-C4D653035A2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24347E-57C7-EFE1-477F-CF241E53A33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176329-A339-35E2-8248-A8D7216F109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1D310F-136F-1D16-9CC3-DA10533BFB7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983EAE-77CD-5B4C-2F4C-FE0C7FD76AD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25FCC7-BBAA-1EFE-E58B-C13FA808B6D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95BB2A3-A481-E839-67AE-ACCD4EC5DA4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B6DD6EE-D60D-7446-CDF1-CB892F0DB00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E410CB6-CFC9-23B2-BD89-61E40AAEB7E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EBD2B4E-2F70-E166-E9E3-6D13E867FE1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41D7D7-A806-9B1F-6C23-168BDCAF4A5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73E1FD-42AB-24C7-F94E-94A4F8773A7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B0E449-2728-CB8B-F2E9-BC525D74B62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AF767E-64E4-4058-C676-801BF2FD56F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254C0F6-913A-B245-0FE3-2112E0F704B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CA4E7CA-832E-0651-5215-61D639C69C4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7DCA99-7819-1C23-66ED-4D96F50E25F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CBBDA19-478B-F9B9-71FE-7913E3BD92B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D4806F8-1F54-FC5A-97A5-9F9E200477F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05EB0F2-293B-9DE1-A7D8-D73AA7C37F2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8ED2E3F-53A9-8AAA-1B16-E5F5A9C261B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F7A6DFE-37CD-AC5E-5EE9-0F97AA4A4D9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B94076E-2537-B065-490F-E9CE1846DA5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1D512D9-66CF-B11F-3A26-AD5C622A0F0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EA72C55-C772-5602-0DC8-E852516AC34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5B30A19-9B7D-B9EF-6420-199BCF95309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6AC17A-A5CA-8E90-6D4A-633144A4C10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74041A-D419-A143-F577-21276F36542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5744A16-B083-3FA2-7FF2-937EFC65EBC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F39AA9E-134C-E373-8527-E8BD14350EF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400F98B-E63A-FDF7-38D9-F226877E71D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3AA20D-1AF9-AAE9-27B8-46609E08E1A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26A66C-F1DD-C450-CD05-D4C5B80D3B2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E426056-E99A-708D-EE3D-CE505BA18E8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3CD0D5F-9CE9-3599-2C35-3916664723D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10A4858-7583-FB14-C95D-98850C33200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8B9917B-2D29-77FE-FE92-B9234339C3E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289131E-563A-B4DD-DE14-2E9DF5661CA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B13F7CE-46E2-C5DC-2F4A-B261EB2A3B9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A1E70C1-010E-D53E-130A-D151540B6BA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B45D7D7-42F6-157F-2F4F-93230DCDE93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4EDF26-BFFA-C69D-4ACA-E3630477A44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169794-D51F-7A00-5565-FF42BC74E1F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9AB15C4-C4F1-D5E5-E787-0206D9A6E68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C63CEBD-CD5A-A07A-8A9F-24807A58624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A1FC79D-41B0-E89D-4087-21986656BD6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288C872-C8D9-90C0-9F24-778305130E2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119C626-C6F6-7E8F-045A-023DEB218C9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1C79CA9-745E-F364-D24D-3B42E120DF2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77D750B-1C60-090B-54A0-0104FFD127B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56BCDC5-7AC8-DE71-3AA3-8FB9D6DFF9D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D6B1CBB-6C2E-C00E-4710-EC07C9A501F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2D811B5-B715-8AB0-01A6-37A5DCF1AC6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6D03C46-A1B4-5895-CFDE-780DC4ADD8A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D66A2D9-6824-8A14-87BD-EBD720F3A6D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A76C3B4-05C0-CFCE-4029-7CB806BF0DC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82CDF65-FEFE-1534-900B-77695876B7E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ADD4860-864B-5F09-40B8-D40AE077BB3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3287DD6-917B-C207-4B9D-69A6D9F44FA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93E45D3-BA4C-9838-CB97-D28704D7B59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E3C6509-BF8E-4492-6CD0-B78BAC0C213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F80D278-ED94-C002-A18F-1581F3BAC0F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7EDDDF6-55A5-2D8E-74B5-E8355BE7F4F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E211399-4DF5-5586-8E05-72073114F14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C6E393B-C59A-5A45-68D2-03D097BE82E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DD67B66-2B80-6326-B847-94EBBC93A6C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A87CD03-8139-731B-34DB-1326FC57FD9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CDAA3DF-333F-0ADE-9742-D19DB103A31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A348E0D-63D5-2C84-90C9-5DF443C9EF0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2E50230-7326-F541-E2D2-0F0866299AD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0FD8C8-B1C5-B6D9-3A88-8F78E39F445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9D28A6-66D6-236F-4CB0-6962F517B4A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5650DC-F99C-3A51-C358-5A8AD17EF91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9934026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EE723-F029-C0D9-B693-D2358924D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174AEA-0A7D-1B41-7798-BA62C2FA8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DD7FA80-42F1-A540-9951-B2189BDAA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8E5ECCD-EC45-BDDF-57E1-FDED9DD921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9C9144A-01D7-8D49-2D91-53EECBEF56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899490D-A07C-E97C-D675-3DEB2946E3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8A381D-D565-8A82-222C-A7743F9DC3E1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435646-49CC-DA07-4F31-F453A5535FAA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F968B4-C422-EC85-623B-F3C44C68B2EB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798FCD-CD6B-C449-B0FD-BEBB3CCC2559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42140D-DAFE-046A-508A-624AD897BA62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657CA5-7E02-6C22-C820-6F252D21A109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B8D52F-BA2E-5EAE-3174-2E7E89F78734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584390-5E47-9961-2F54-6641810343DD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C6F013-6038-FCCE-F0E0-7D83312FC11B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2269FA-B8FB-6217-63A4-78C4618CAC81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66C2F4-F276-42B6-5E94-C95E9BA18C44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D5E9A7-F94A-EC5B-962C-318EA4C86C70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EAC298-34AE-7A36-2439-4E7650783C58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B717DD-2BCA-C733-9DCD-4EB35B948A85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100649-5434-7625-CE87-96323AFB20B1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26E359-E19D-9293-15FB-1CFB2D85644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4E9305-1232-CD8B-BCB5-E9DCAB76699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E879A2-12E9-FAEA-149D-331B145982F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3DE851-5397-333F-E10D-EF06A47C068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5154FF-45D6-4E2D-4A7E-B91AADD3777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FF8B9A-8BA6-024D-A9E8-A4B9D22F6F5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7145F7-B439-3417-21D4-12164EA8E99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442724-7F0C-DA7A-E6F1-B17600FEC3F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886F9EE-FFD0-6362-DFEC-A10095F6EE1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B9DD48-259C-9787-7185-E42985EBEC8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F5F5DE5-EAC1-7DC6-9383-125121682B2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13F70A-6943-A3BA-8CC2-F2833F4FB46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0290B1-992D-402B-079F-9667959E92B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DBF507-96AF-C293-DA67-A977B4B1281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096E7F-8A15-E884-E560-231E408FA59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521134A-83B6-4B49-D9BA-54886E1C265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8605A40-BC89-1726-1A63-359791C9322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7ACD1A-FC4F-67D0-49CA-AEA15DC0B90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1003A20-2FB6-5E11-7090-30679302CBA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F2043DF-3A2B-15C4-4BDE-6423317D85E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469F6F9-8965-54C6-A77C-72F78947394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B14B419-A55B-68DE-3469-E6E1EC8039A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D61E9FB-B4EB-BCCE-B9FE-D005C2FACFC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61A2DB8-4A04-9277-D9F7-BF3ACD26A39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95791BB-C106-F08D-1E31-532B90EA3BE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3EF2803-C242-8C53-147E-600E135261A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50C8DD0-633A-298E-2878-91B064BA3C9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9C0118-500D-D4B8-54BF-92147065CDA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D6324E-99FA-15F6-F7BA-4B72D6D4333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0D51B15-B00F-D433-F068-F2B7FB5DD07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24558F6-B6B9-8CB7-681C-AC34B0513A6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029FBC0-8E8E-1678-9E17-40C6EEE78A3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6B8093-45C6-B12D-5ADB-ECB4E4CD899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D9F2CB-4F7E-8FD6-0423-2D2C272D742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0F0AD5C-C187-B169-AB0B-17EABFA55DB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61D6D74-8542-9662-F728-2766E3B8CDE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F42E616-3491-413A-4FB2-4CFCEC2666B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80B65B6-7EE7-85FB-16CF-49065CFCAE1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4F8F0BD-60FB-AA80-EE3F-F6E2F4099C9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D5DEFDD-9408-E580-3F4F-C5C76AFAD65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D88F325-83B3-FC02-745F-CF083EE224B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A742948-2D49-09FF-C2F6-C5E9595ADD1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46C901-C174-B42B-EA3A-00EE6C4357C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910B26A-03BF-47B8-C799-C81ABD63F25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3309B68-0510-2CA2-7B0C-437422EFBBC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E8AD6A-5ADA-6C68-0152-1C04FB77F14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D175985-A773-CFA7-3070-00A7B68CEF7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677146C-D080-0972-3478-D4BA1287820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523B332-5296-6D78-3926-CF37462B292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87C686-32E8-E6A5-DB23-2DFB4949F89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5E50413-F2C2-CA44-AE9F-D465EAC74C5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F0464B2-B36A-97A9-40B3-11D96E98D26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BE29AF3-2D0B-193A-EFD5-0DDEEFE761B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C19A40E-ADA4-76D1-3114-09D01B36062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6A6CFC3-FFA9-1227-237E-F41435D5EFF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ABFCC1C-67D0-22F9-9067-6B53F811F37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7338E5C-14FB-239F-7934-7935BB2DB47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2970986-6D74-C290-D2EA-9EAE08BABDF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F0991E8-496A-80FA-E5C5-F22D3052152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66E8156-40C7-3CD0-D549-B9057D544AE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E7801DB-A0A3-3A44-F9BB-B9C7BAE586F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36E7050-FD7F-E163-5ECB-715D10752FC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AF3D1EE-D2CB-A793-66BF-31CD03EB772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F4FD530-9D45-1C66-121A-D0488BEE68E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71027E7-7A89-512D-10F2-707B14F761D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21B1023-F458-D5D0-82CA-5518A03CD0A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6C09FCF-FF52-6A32-56AC-1DF943CBCDF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3C1D9EF-4E8D-983F-867D-7AF41F73790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F80B7CA-51CC-4976-B81F-1F1496993D0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FBD7BD7-00F3-36C5-D1E3-3A329F32B1F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21D39D7-576F-C3A9-4BB0-68B4ECB4875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5F18C2-A8BA-517E-7019-C376336993A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8A8E0D-B958-B2C8-4E49-EDB60B77018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52FC3F-6657-7BD9-4CA8-CDA901411F4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020127-1B72-1440-49DC-7B52B908A35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7B177D-257C-11F2-CBB2-C65A3ACC51F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665831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B78E2-BD8C-FCD6-8DFE-AE6997596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581ED6-198E-FBAD-26D4-541EEFCB7F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7C9EEE7-3ED6-7BFA-0C3C-E60E7C762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8476460-0D33-F09D-C26F-1B6E83C1C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0944EA3-124C-211E-2FB6-81527291E7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78E253B-564B-BC7E-8E9D-32FF23F42B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666D0A-1BAA-0CA8-6FBB-509F2C990296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85E15D-CF47-BF0C-9D86-8738166C440A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571F5F-98D2-5628-8274-62FEC0CA1C1B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9E334B-82C3-2D86-8128-5A8762FBD46F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BDCF70-B025-F7F6-990C-707B4B11AE19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124ACB-3236-3938-7288-B3F1E3F50CFD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34C2A3-D8FC-1644-2B8C-D0CB24D364EB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043023-3D33-B188-BE80-7C5F670F9FB6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322B4A-3B45-E462-9E30-E06A284CBB4B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83CB17-F1AC-E484-2A99-EE07C5EF5756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B55662-0477-CF28-FDBF-34A7278DB445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33F679-700F-E52C-A7E5-CDD00AB746D5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5E4923-D825-F440-D365-B1FEFCD26332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E05E5C-05A0-9B0A-74F1-490CAE69E250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3D2BFA-93FE-AD27-3F25-0F38ACCC5A46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BFECF8-6036-5F62-2B72-8868764A995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0FB799-B780-2F7C-76A7-17453237334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68F87E-208E-4993-AD2F-CAD397C10A5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BC4EF1-22B0-C98F-1683-29D9C5BBCEA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B223202-4903-BFB7-4BAF-9ABDB7D3675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C2795A-383A-9C9E-D632-EEDEFC5F900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7E5DBC-475E-7C70-BDBF-374E56C55E1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4CB5F0E-EF30-C206-9FC2-71F2E7EB79E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7B689E-2D74-9CC5-B708-E6495A286C9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D4CF2D-8478-7196-2AFD-7BE80DC6AEA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9D3268-8256-80A6-67A2-D85CFE96075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80229C-5048-8DFF-80D3-938FCF1300A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17D189-CBDF-437C-67A3-886F722A0E8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DA9638E-8260-0932-6210-C19EEF622CE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8710A44-5FC1-7766-EC40-212DA482A56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48008E-1C36-5F47-A016-8ABF1F39D96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2E19A4A-E7F6-EFDF-65B6-AC35D1AB4C6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9DA108A-A2F8-97E4-7F48-8EE671B8F60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453F5EC-F753-3BA5-4980-3D2C632D5E1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21D8EC9-904B-4463-DCBD-5B1968A2AB3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0BFB0CF-E11A-935C-4BF0-D97C8D620AC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0D8D7EB-A6BD-A682-79C5-D01B3159167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0DEBBD2-AB89-21AB-4E40-9C2DE839C5F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4375975-F76E-BD53-7A73-DB0D7C2BD5D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56A0DC-0CFC-CE5E-3BCF-68AEAC9CCFA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F5470C-80EC-3D76-FED6-96AB6775EE8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22B7566-BC25-1218-6FC3-5DEF9C619A0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CF3D114-EC9E-C7A5-49E5-83F4838C1A8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D4B61FF-7AA9-DBD1-0C5A-798DED2759E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C0E4C8-2F4C-B140-D476-5D3920A0F63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72A06F-F973-8DF8-7E40-CC767DA6D62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1AB62D1-8B76-FCED-9EDD-B00A51B10B9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20D6518-4D55-8F05-A121-8A5E605F26C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E1875CC-6740-D8A8-86DA-F366C59A9C7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8C9AED4-5A85-5642-28D7-D53FE7B5E3D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AB8FF08-561F-E001-3EEB-3F7015117D7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1D10298-954E-6C6F-B629-4D2B37D7F0E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8A5EE88-75FC-2AAF-D4F5-663FBCC8972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00248A2-C7C4-5724-7091-22E95301618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511D5A-B35A-183C-1AC9-8D596B59635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50CAFF-0D07-739A-D16D-0E428693BFD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DA497C1-CDFA-3DAE-C2F4-728AB3FF5C1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5B2E13-975B-AF47-A949-12F5E5BF682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F3F65E0-EA1A-116C-7355-0F2755525CF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6D3126A-63C5-165F-4E52-78E0FE581A1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28E2F6E-DE38-3AC4-1E56-18EAC87A256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8C35CC-EE60-CA72-234F-9C07663C15E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E619E9C-84CB-11AF-26AE-B16F219C79C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A436955-C117-66E4-6CFA-EB548F64D2A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7F435D5-7376-C213-019C-C174EDFFBF7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A1368E3-2678-A054-E965-BF294A51448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4EB45A8-05E8-221B-2C4B-5013F980F8D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7116323-D448-3CB9-B2D9-417AE4EBA2C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594DFAE-4666-CB3A-B954-81C15DE1677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F322DC7-4198-0B75-2C7F-FE6AC5B8402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44B4787-97F9-723A-198F-213BBB5BB82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B3957A4-F634-4223-A251-7FC8C6F6B33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BEC479B-FB9B-1456-DDEA-AC790A3071F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52042CF-B448-90A3-185F-C728E978469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5D1FCC3-E7CE-E83F-64D8-B57F50DFEB9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4CF02B0-4191-6807-EA41-29766A70727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A026CBC-2E49-58F0-FAB2-26FD059D18F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95E7188-6AE3-B03B-3806-CAD8DE53F4B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EB1593A-317C-84A2-F420-16EB6B70012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64FA8F7-969C-DC54-F583-5A496354DDC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34CCFDE-BB7E-3A03-EC22-22A14AAA578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CF9A16B-82F0-D8A1-747F-92A33982F0C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3CA5A8F-F9CF-1F63-97EC-026DD452832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4D7FA9-8D2E-6779-ADB4-5F2F6D12FA6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B605E1-8706-F769-9FA9-B51B06E252D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69A04C-6C7B-0FB7-495D-8E489CBA5B4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722311-E113-5B14-7C9E-A7549215AED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95EB1B-7557-C9DC-7418-8ACA62BD96C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2DCA19-1857-60DB-B73C-89EDCC72427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A75339-14C1-0F30-1F78-284A4B3A5C5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13E876-BB09-C34C-B99F-D3E07DAC0C4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892965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2DE61-1A20-23A9-544F-45ABB3F6D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28A8E4-712D-5136-E8B7-4AD254EEDA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611364"/>
            <a:ext cx="9445752" cy="1018036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C0EA42F-489C-EED8-6602-022357737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A0E0364-5A56-9431-6BFF-78C2A2773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63699AA-BA6A-F4B0-482B-4D48C84DE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03F5E46-005B-55D8-1377-7902395591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B3E60D-0A40-ED77-07E1-87B82EA96A85}"/>
              </a:ext>
            </a:extLst>
          </p:cNvPr>
          <p:cNvSpPr txBox="1"/>
          <p:nvPr/>
        </p:nvSpPr>
        <p:spPr>
          <a:xfrm>
            <a:off x="2215054" y="819807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4–5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A94EEC-A5C1-2004-F3D8-81113FD9B848}"/>
              </a:ext>
            </a:extLst>
          </p:cNvPr>
          <p:cNvSpPr txBox="1"/>
          <p:nvPr/>
        </p:nvSpPr>
        <p:spPr>
          <a:xfrm>
            <a:off x="2215053" y="13269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24780B-EAF5-0E43-AD3B-1DA4D809B917}"/>
              </a:ext>
            </a:extLst>
          </p:cNvPr>
          <p:cNvSpPr txBox="1"/>
          <p:nvPr/>
        </p:nvSpPr>
        <p:spPr>
          <a:xfrm>
            <a:off x="2215052" y="183405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96194E-0BB1-612A-4F99-EBC8244336D8}"/>
              </a:ext>
            </a:extLst>
          </p:cNvPr>
          <p:cNvSpPr txBox="1"/>
          <p:nvPr/>
        </p:nvSpPr>
        <p:spPr>
          <a:xfrm>
            <a:off x="2215048" y="386255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7EED54-D340-A50D-8ECE-0CCEDBDA1586}"/>
              </a:ext>
            </a:extLst>
          </p:cNvPr>
          <p:cNvSpPr txBox="1"/>
          <p:nvPr/>
        </p:nvSpPr>
        <p:spPr>
          <a:xfrm>
            <a:off x="2215047" y="4369675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5AD4FF-CAF2-4A8B-3D97-21FB6117C49D}"/>
              </a:ext>
            </a:extLst>
          </p:cNvPr>
          <p:cNvSpPr txBox="1"/>
          <p:nvPr/>
        </p:nvSpPr>
        <p:spPr>
          <a:xfrm>
            <a:off x="2215046" y="4876799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7CB637-7D4B-E37D-4F08-63F419CE66D5}"/>
              </a:ext>
            </a:extLst>
          </p:cNvPr>
          <p:cNvSpPr txBox="1"/>
          <p:nvPr/>
        </p:nvSpPr>
        <p:spPr>
          <a:xfrm>
            <a:off x="3129455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64D415-517A-9FC6-24EE-308661FF415A}"/>
              </a:ext>
            </a:extLst>
          </p:cNvPr>
          <p:cNvSpPr txBox="1"/>
          <p:nvPr/>
        </p:nvSpPr>
        <p:spPr>
          <a:xfrm>
            <a:off x="3633624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73D240-C816-FF1F-0F53-9470021CD355}"/>
              </a:ext>
            </a:extLst>
          </p:cNvPr>
          <p:cNvSpPr txBox="1"/>
          <p:nvPr/>
        </p:nvSpPr>
        <p:spPr>
          <a:xfrm>
            <a:off x="4137793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3–4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D00405-7D8B-5DFC-99B7-033C8F7113C5}"/>
              </a:ext>
            </a:extLst>
          </p:cNvPr>
          <p:cNvSpPr txBox="1"/>
          <p:nvPr/>
        </p:nvSpPr>
        <p:spPr>
          <a:xfrm>
            <a:off x="4641962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C11338-361F-15C4-46E8-E0707B6258FB}"/>
              </a:ext>
            </a:extLst>
          </p:cNvPr>
          <p:cNvSpPr txBox="1"/>
          <p:nvPr/>
        </p:nvSpPr>
        <p:spPr>
          <a:xfrm>
            <a:off x="5146131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9F358F-1E44-D2CC-B7DE-F1D078AB3A64}"/>
              </a:ext>
            </a:extLst>
          </p:cNvPr>
          <p:cNvSpPr txBox="1"/>
          <p:nvPr/>
        </p:nvSpPr>
        <p:spPr>
          <a:xfrm>
            <a:off x="5650300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1–2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849EF6-5E55-80D6-8FDB-D41C01907BB4}"/>
              </a:ext>
            </a:extLst>
          </p:cNvPr>
          <p:cNvSpPr txBox="1"/>
          <p:nvPr/>
        </p:nvSpPr>
        <p:spPr>
          <a:xfrm>
            <a:off x="615446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A13B8D-AE03-B8D2-0B6F-60D810F018FB}"/>
              </a:ext>
            </a:extLst>
          </p:cNvPr>
          <p:cNvSpPr txBox="1"/>
          <p:nvPr/>
        </p:nvSpPr>
        <p:spPr>
          <a:xfrm>
            <a:off x="6658638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2–4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2382E8-9E12-540E-2764-6E1A9C8B6BE6}"/>
              </a:ext>
            </a:extLst>
          </p:cNvPr>
          <p:cNvSpPr txBox="1"/>
          <p:nvPr/>
        </p:nvSpPr>
        <p:spPr>
          <a:xfrm>
            <a:off x="7162809" y="5242031"/>
            <a:ext cx="59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F46D01-8CEF-5906-A508-E10C0E869AB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E30F07-C019-0213-BE9A-F23AF0280EF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8B375E-15FD-6CC3-1636-C528A9CA3BF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E079F6-6C6F-7D2B-5EC0-F616446267E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0FEA1C-D6A9-AB90-440F-9A0BD3D725F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F72AE4-2DC9-D8E2-C84F-0116AB14DDF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1BF524-BE9E-F5D2-0F76-73E149FEE6D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2FA1BE-B7A9-94E9-531D-269B5AF581D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7F043F-0498-2A52-666F-BEDA217E5BC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9AB8D4-6674-128E-09F4-EEDFB0C8727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0C6EF1-6E21-9449-79CD-033CC3786E9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F77A91-07C0-0461-366D-514EEB3C61A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BF23DB3-D505-0DB6-2A02-4169581FEBE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B109575-2875-EE2D-4DA6-8FEDEF01F74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073ACF-17DC-6F4F-4F81-793A847E082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0E4351F-2059-0AF2-69A5-94416BBDD10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0763EB6-1FEF-0636-774E-F0DBBB99773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54C9A21-C303-75FD-501A-2873A521542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3470321-A4AB-7CAE-7053-FB6836E9005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DF83072-B5C7-C47C-E8CA-CF217FD783F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6E379DF-975F-0AE2-50B0-90AA64E83AB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B6A313B-2800-94AD-7205-DBD8898DA73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73BEF3C-3D89-6A61-AB18-642E0DF7904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13F1E6-1F7D-3092-B5D3-8115F1D5874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B3FE1B-1A08-AC4E-B271-1ED2E1BC29E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FAB6F10-F511-83AE-DC7A-4DE2C0DA25E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1C05255-4385-C6D5-8BF6-052F4E64FFC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FDEE736-A924-B43B-DC62-617727F2001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0707920-7201-C9CA-6D08-E772C2CFF59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7AF41A-5214-A7FC-B722-A55BE03EB87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5D12725-C151-5C2E-9CE0-DDD8659E1F0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771E175-2D89-5A49-7405-17DDFBE02BE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E2BD4D4-F57A-42CB-A8B4-14607076276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3A01656-D277-3D26-DF4C-2C3B0954D9B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D7CCF57-B7C6-6729-0E32-B5ABABBE9A6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16F772D-63F5-8957-4F95-CF3A7A1665A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8922A52-FC1F-51B2-DE46-B10212E2FE1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2389E7B-F889-309F-20F2-301B649B72D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CD7860-CB6F-91D5-DC13-B060F005DEC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2DDCF6-C7E5-C9C7-3678-79042C4CAED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702A27-8097-2166-9294-0676253EA73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8999EC4-AD52-EA49-2EDE-EF6B1F8EDA3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57D6991-10A5-8219-9F74-3F0F071D63C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89DEBEC-9B1B-964E-6913-28DE0DFCF84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46433D3-674C-201B-B818-28078D0DE7E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FA7C21-53CB-845C-E940-7F638146CE4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7DB1D46-0D27-06E9-B20A-AC1F8247477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3EF213F-466C-1E93-925D-711FAEE2031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B304ED9-ABEA-D3E5-4448-68C477BF7CA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A823451-9B4E-8BE8-2AAA-1AFD2E942B3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F605C2F-9368-DF44-AC65-37C97C92BA2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7B9808B-D71C-6DC1-0979-B64CCA2EA87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CBF4FDA-7623-B81E-46F5-0E2776F83A7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9FC6EDF-FEE5-346D-5FA4-1043DC71F74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9096D0C-6DCC-2026-F016-87003464E39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946FCC0-B0C2-B354-F3A9-D40D3948EC8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E969D58-6315-D280-06FD-656ADDCAB02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E8D999E-9B1C-A519-769A-35C77D46C21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3FD3F54-9C14-D80D-24E8-7F54232A042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1382CA3-66F3-8668-DC84-35FF68B4737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B1FB679-181D-2D5E-52ED-FA12FDF305E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008DA84-3ACD-6487-3496-B0AE970CEE8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53A12DE-4E3B-C587-CD0E-9D7FC23F916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DB3501D-AD97-7C43-7DBF-6BC14257051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DBDBBA6-ACE8-35A3-3CDD-95DCBE40449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80FE430-B7E5-99C0-D18B-80F72418F52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D3F832C-9753-C363-8404-943DF13F45F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1E3EBA-5D25-6AFB-C377-021A6F1A714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4DD65A-FF33-D987-CA89-C273D8528BF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27DC44-DF0F-88CA-0934-6F5A97ABE41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14A01C-F47E-6905-0319-F6CB14C7D53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8C9F11-E572-5169-ED4F-6E4AA725C39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AC99D4-6B98-CEA8-113E-A0BC213E1BB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14B9580-B70B-BA37-7474-6A96A447AF7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F60328-2FC4-CE10-3897-0D3896A3478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EC0773-05FF-6DD6-ED2D-10A1FEEC8C3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17798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9994</TotalTime>
  <Words>4038</Words>
  <Application>Microsoft Macintosh PowerPoint</Application>
  <PresentationFormat>Widescreen</PresentationFormat>
  <Paragraphs>3484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411</cp:revision>
  <cp:lastPrinted>2025-12-02T00:08:17Z</cp:lastPrinted>
  <dcterms:created xsi:type="dcterms:W3CDTF">2024-03-19T02:13:08Z</dcterms:created>
  <dcterms:modified xsi:type="dcterms:W3CDTF">2026-03-20T03:46:32Z</dcterms:modified>
</cp:coreProperties>
</file>