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457" r:id="rId2"/>
    <p:sldId id="531" r:id="rId3"/>
    <p:sldId id="546" r:id="rId4"/>
    <p:sldId id="551" r:id="rId5"/>
    <p:sldId id="552" r:id="rId6"/>
    <p:sldId id="533" r:id="rId7"/>
    <p:sldId id="538" r:id="rId8"/>
    <p:sldId id="553" r:id="rId9"/>
    <p:sldId id="555" r:id="rId10"/>
    <p:sldId id="556" r:id="rId11"/>
    <p:sldId id="539" r:id="rId12"/>
    <p:sldId id="557" r:id="rId13"/>
    <p:sldId id="558" r:id="rId14"/>
    <p:sldId id="559" r:id="rId15"/>
    <p:sldId id="560" r:id="rId16"/>
    <p:sldId id="562" r:id="rId17"/>
    <p:sldId id="563" r:id="rId18"/>
    <p:sldId id="564" r:id="rId19"/>
    <p:sldId id="565" r:id="rId20"/>
    <p:sldId id="566" r:id="rId21"/>
    <p:sldId id="567" r:id="rId22"/>
    <p:sldId id="577" r:id="rId23"/>
    <p:sldId id="573" r:id="rId24"/>
    <p:sldId id="576" r:id="rId25"/>
    <p:sldId id="574" r:id="rId26"/>
    <p:sldId id="575" r:id="rId27"/>
    <p:sldId id="578" r:id="rId28"/>
    <p:sldId id="579" r:id="rId29"/>
    <p:sldId id="580" r:id="rId30"/>
    <p:sldId id="581" r:id="rId31"/>
    <p:sldId id="594" r:id="rId32"/>
    <p:sldId id="584" r:id="rId33"/>
    <p:sldId id="583" r:id="rId34"/>
    <p:sldId id="592" r:id="rId35"/>
    <p:sldId id="587" r:id="rId36"/>
    <p:sldId id="588" r:id="rId37"/>
    <p:sldId id="630" r:id="rId38"/>
    <p:sldId id="631" r:id="rId39"/>
    <p:sldId id="632" r:id="rId40"/>
    <p:sldId id="595" r:id="rId41"/>
    <p:sldId id="633" r:id="rId42"/>
    <p:sldId id="634" r:id="rId43"/>
    <p:sldId id="635" r:id="rId44"/>
    <p:sldId id="636" r:id="rId45"/>
    <p:sldId id="637" r:id="rId46"/>
    <p:sldId id="639" r:id="rId47"/>
    <p:sldId id="638" r:id="rId48"/>
    <p:sldId id="641" r:id="rId49"/>
    <p:sldId id="643" r:id="rId50"/>
    <p:sldId id="644" r:id="rId51"/>
    <p:sldId id="603" r:id="rId52"/>
    <p:sldId id="604" r:id="rId53"/>
    <p:sldId id="605" r:id="rId54"/>
    <p:sldId id="616" r:id="rId55"/>
    <p:sldId id="606" r:id="rId56"/>
    <p:sldId id="607" r:id="rId57"/>
    <p:sldId id="608" r:id="rId58"/>
    <p:sldId id="610" r:id="rId59"/>
    <p:sldId id="611" r:id="rId60"/>
    <p:sldId id="615" r:id="rId61"/>
    <p:sldId id="617" r:id="rId62"/>
    <p:sldId id="646" r:id="rId63"/>
    <p:sldId id="618" r:id="rId64"/>
    <p:sldId id="619" r:id="rId65"/>
    <p:sldId id="620" r:id="rId66"/>
    <p:sldId id="621" r:id="rId67"/>
    <p:sldId id="622" r:id="rId68"/>
    <p:sldId id="623" r:id="rId69"/>
    <p:sldId id="624" r:id="rId70"/>
    <p:sldId id="625" r:id="rId71"/>
    <p:sldId id="626" r:id="rId72"/>
    <p:sldId id="627"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7/12/26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F6B42-6A71-77FA-597C-208C71628F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33B2B-EB74-7A72-FBF7-71D719DB5D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58C5F-F543-A683-17BA-D2EA3261A0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D82A32-0D61-A68D-A42F-07081B419910}"/>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856573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8FAB-2199-4230-7186-66E3CB6E08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0A49A-738F-2F2B-0D2B-9353D2A14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7143D8-F1DD-31F3-B3E5-2B417E2032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23F579-1231-C23C-3154-7DBECB6040CA}"/>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03512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4ACC3-A1CC-AF38-F965-4A762462EC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770B5-ABD6-3851-B84A-54ECACBD3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F94F0-9905-B2F3-5E39-E61BE1A06E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4C2AB0-61AA-42F4-6705-8BDE779E90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4284082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1682A-3913-EEF1-5F69-ACE3A123C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1EA1E6-433C-2FBC-E844-915DB70EF7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0DE20C-260A-AB87-348B-1F5FE76806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C171AF-3BEC-5FEE-7DC0-2B6EAACC9C44}"/>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9018974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BCFF-D59E-A171-B53F-DE39C613E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C7B88-7AE7-D410-1487-631F401E5F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32A4D-FD59-F8FC-6CDA-7C8C7C6F0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7B4D3A-CA58-B569-7671-EA91B411768B}"/>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2214027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BF0FB-DC0F-EFA7-D2E9-E9FFD9F0C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B363C-29AE-368E-B041-55B873F6F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43AFEC-333E-2C8B-9EAD-4AA9B0E728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0C97CE-8842-7C5E-AEC4-4FDFDECBC1F3}"/>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8651646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D754E-3959-E1C2-F465-B9F949C0EF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9B6739-94A9-DD31-A8F4-F4EE95C20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B5D34-02CD-B367-009D-CCAE3807C7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8F1F64-A8BB-0F5A-0DB5-3FC640F99795}"/>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4438082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0E01A-12B3-5788-8177-BE930F2AC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20DD7-1792-DB8B-77CB-2150AA183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84FABE-1743-13B1-7BE7-7942B9870D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83A252-CBF5-079D-4EE6-BE03B8C755BC}"/>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750422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B1A6-7F43-99F8-6B54-E54D05E11E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18EC9-D3D7-8E59-17F9-85F262CFE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2D933-7D05-B917-68FF-08EEF8FFC1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3DF15-7DF5-40D2-B5EE-B368C4A0ECC8}"/>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6552181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CC39-51E0-ABEF-1720-DB92F3D03B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868389-4CBC-8896-9956-386D2379E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D13CF-9883-4851-E663-28B96A2390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FC47C6-FEE1-9A87-29B3-FF7ED1346EF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1159236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8605A-40DA-94CF-E539-127F58884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3DCB73-93EC-D463-C348-3A9E2FDBBE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A06D0-8C81-2207-610C-E299F7C8DA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A0B1C8-672A-BCC7-D8AB-B85413CDEA99}"/>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263693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59168-A3AA-89CB-4FD8-88FD9632E1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CFA1A-C7C2-EEB5-F29C-861593308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EA5F0-4BC6-671A-0AD5-6869143960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1A8997-5A4D-D3F8-67D4-8B52B06C21D8}"/>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6310690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D900C-0A9E-B782-ED6C-EF5EC0D53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35BE-4CCC-BE8E-2234-944253CE04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198EBE-BC6C-A01A-7C1B-471930FB1E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80215C-3043-DB9C-2997-6989B682B69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934719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23C1-778E-428A-9449-3BF63448CF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F58FE8-5BC8-4E0A-57AC-F6F44810A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85B80A-D605-0ED6-BD8D-A9B2B5C751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2ACC7A-E1C9-907C-2B1D-6A11D16B5BA7}"/>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367671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45347-B743-510C-841D-8FBEA7E8E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6B881C-7D1D-BDA5-9BBB-2EC9934D9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BAD142-7A49-1144-6F43-0F801799C5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F8293E-3530-FDF8-EC10-E88F2740ABC7}"/>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495016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5FF5-D1EB-9CB3-32BB-100A131C8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FED9D-47FD-75FD-9D6B-2A5C3FB09A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AFFE5-018C-62EA-0686-33C820A50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9797B2-5890-C3B3-BFB5-8A86CCBAC1B3}"/>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7350247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F388-A657-2979-EB04-2A12E06445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C17BB3-C0F2-5122-6A0E-AF32D25A1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D77F7-FEF3-DA29-B6AA-084B49EA62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C4C427-EA80-0104-75FD-1153020A164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8544249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4BE62-4032-F282-9186-2DDAD8EB9C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89AA5-D7F8-D35D-7C5A-22325C5E1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5D7A93-E57A-6B4F-5225-EEC07A36B4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C70C0-695B-59B2-8D1D-A538C2F192C9}"/>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2171171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5F682-0422-3B00-36F2-318ED002A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39C7F-6CDD-F744-C1A8-C486D5EDB0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F7B4D-9C64-A679-0058-B94CF5C5EA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C7A23B-B109-DB51-8558-7785F712DF1B}"/>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034440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97BA-DBAA-8360-44F7-34585AB43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12BB0-F6CD-FCB8-ADDB-0E96707DE3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A2077-9BAD-137F-8ED3-A1D8C5143B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24590F-BC1E-5264-A245-ABB2ABA32E2E}"/>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5522991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3D4AB-54A9-07B0-0B30-CEF19EDFC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4DF83-BEB8-DA6A-CDB5-69948933E5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96A9D-DC52-0704-B3E4-9BB96D7F6F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D18F50-7594-DB42-FFAE-E2380BE096B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5026863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8C437-4B24-F551-A197-DF09324A6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C1D5E-A4B9-1542-8206-060F3EDFD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03564E-7110-09C0-665C-8D5A427DB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443A18-2F82-C50D-38C4-427C1AD7311F}"/>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9268492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1E127-1BFB-7FD4-E1DC-4ADF17851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50E9D-DA24-D65C-E50B-5298EDC90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451E4-C93C-2BDE-754E-DB2EA8AB7F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187D1B-BB12-4E27-5E80-F4EC3F3A2F84}"/>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846332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02114-6AD9-29A0-3EEA-37517BA6C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3F182-80B1-D76A-4ADD-36646E605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413B54-C69F-4E53-6CD5-823234F419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CF9299-F146-3D00-AF39-7A7BA1148A83}"/>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3139489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A754B-A685-B247-56F7-846027A7AF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EBE532-43D0-2B42-EDA9-C38B30831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CEE679-A7C6-BFC4-057E-1150D18018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F16FD2-AC0A-6422-4823-5E4491028D58}"/>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8965873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8187A-96F4-FAC5-AB39-A3A6032ED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89DDA2-E5F0-5B03-3984-A9F74B608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D1C4B-D64B-1F5E-7DEB-6A6A564B36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C7AA5-8A65-4829-574C-E4D63522A179}"/>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9777479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256FD-291E-67FB-33BB-EFF3FBB50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2547CC-FEFD-2040-9EFE-F1F54E436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EEB2C4-30E2-7D30-0751-5C613E47EB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ACAC5A-4D37-C72C-3FD4-3D252170D601}"/>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5116936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A3ED8-2FB3-7F57-5E0E-A672181B4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014049-C737-D1D5-E85D-2DC08943CC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F7116-EF70-9E77-2BE9-07FA608975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8FCC7B-5CBE-EEF7-4D17-613AD3734892}"/>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8056346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F749F-C7B7-3F1D-7A57-CDD0F73E6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8CEA2-AD70-4520-A1CA-4E14F310A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057D27-6AF0-50FA-8631-D8013016ED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072758-1D99-2759-2DE1-35EAB896A4C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0739110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8483E-8BBC-78CF-4E3D-1D08A12C4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9D04F-D9D5-CAA4-42A7-680688C70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F3488C-E823-5512-40CA-94DB238607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6C18B-3E2A-0E53-CBCE-63B198B7A973}"/>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2826184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19BFB-F06B-E14F-4528-42BE7E70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69696B-A6E7-2906-7654-6BD2455F28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B74466-FDA7-EED9-A5A9-DB9E18E281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6EEE0C-85C2-B750-56E8-240F26C9EE5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15886101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83F0A-356A-866A-70DC-522CEDC99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D1768-BCE4-984D-FF8A-3A1507CD4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778EA2-2532-A5C6-34F2-0E60DAFBC8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5B6EC3-D530-277B-2125-691F7E91FECD}"/>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4210781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9BC34-FB8F-9B63-C59E-D62E32C39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6D8B9-C2F3-AFCB-1379-62E0379525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9E1295-3194-0552-BA99-B6775A76FC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CA9375-65B5-4A9D-B4DA-6F8BAECC1D0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1069804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7E5A1-896E-23E6-A4F9-E7AD5CC525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8BEB52-85FD-EE8C-A60C-B538908BD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FBCD4-8006-8E44-E84B-DAF64DC6D2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2A4C91-B723-2989-B084-6AD6D578C9C4}"/>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0333877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97EC5-CA84-69F1-56F4-2F4B738F3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C71EB-8876-AF7B-8BA0-80321FA234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7A66D-BA7D-A3C1-4CC8-E859052D49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07DB92-DB1F-BCE3-176C-C3CEBA777014}"/>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1180980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F0C1-520F-16B6-A35A-16AF876C35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22603-5D19-655A-04DC-E5C65E6ED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10A2C-A00F-8919-C312-D591E29A6A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BA34D1-943C-9EFA-C149-CD591FEEF047}"/>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21789494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8D19F-4609-B06E-4271-FA75DA671B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4D9963-4210-FF14-8A6A-2E34C9BE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79BA90-4CEA-3788-B5C6-BC2C440C03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6020BC-A7F6-4A13-C1F6-7711F95E20BA}"/>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10988365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097BF-4F7D-E44E-1E11-C9E90099E4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0C2BB-FFA4-CFD1-2231-87E88D3EDF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CBE82-28BF-6127-8C13-547A78A919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3E0A7D-3541-A0B5-8A00-0A9F2CC5B555}"/>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427310672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2624-6703-6819-FE1A-4A5064E40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24FC41-16A3-4955-4285-5A412BD99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C617F-161B-B6B6-F718-A37B93D82C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A0ED2F-3E70-FB6E-05C8-1163CE6B9005}"/>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156890354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C620C-F35A-AF1F-7A28-4E933BF38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2EA36-A2C2-FD97-2DC8-C109ABD97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93FD85-49CF-A25C-321F-341B96A800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2ACD23-9598-3452-1376-A87FC52B51A5}"/>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3876207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06508-844B-A891-11BA-72D135EB36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F9604A-0439-105D-1F9A-0B3D6BF485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DF3D20-BFF8-BBFC-7F54-87F2C16E9B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A69D9F-95C0-5DEC-39CD-2FB2A9B3019C}"/>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15324334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41AF7-C9F0-622E-D96A-015666FD03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D994F-BD76-B440-5FE6-0D986C03AF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97FD1F-5B71-8D5C-C284-3C6B2956F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BE6C71-0A16-1FAC-DD78-DE0097B5FCCF}"/>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58226108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E317D-613D-18CB-B270-4AD6C11AF7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242D0-5AF7-6610-0196-8E687A2ECE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A017C-9FAF-E50E-AE0C-078ABA5C02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7C0A0B-BFD2-4861-094C-C4E020EF6220}"/>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163596013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5F994-C5F5-22DF-ABCB-AD86B1CCB7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EA7D30-FD18-45DA-C62F-7DF1A4C7E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FCE726-B097-1E3A-453C-4C53C57FF8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C84FFB-75F8-DA56-3D4B-2C887F42E4DA}"/>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30192987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499F4-16A6-6D50-A981-810BE6606D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1A20C-0028-C242-6E07-AF53FD8ACA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BC8C03-AE8F-C831-4120-E6F20CEB9E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E4F012-5B02-81BB-E182-B22596248ECF}"/>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26501610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F82FB-F3B1-6D09-DF14-456D9917C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CEA077-FAD5-AA44-C9CC-6F68254E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2F6491-75B9-DCE5-38B8-0B4D0C0F92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C7C3D8-8255-F784-68E6-6F2DB7B0FCE6}"/>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4386636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39273-3063-0D4A-754A-950478D6A0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8FDD8F-8731-5894-6AA6-BD8ACEF2CD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70479-4EAC-F080-623A-5AB5A5F16C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D27AF3-BCD2-F171-B2DC-6B51823B469D}"/>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21286582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1C0CD-8FF9-FA54-8046-29FCA9EF73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F6EAA7-731A-00B8-604A-0E795163CE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A3AD5B-2DD4-2B5F-633E-2CC6A45BA2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728023-A876-DA6D-1352-E7FC408BF06B}"/>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5196624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5B2DB-96AA-AAA7-E275-F6E5A70149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485174-0CD0-F34E-21F1-0AF6B1BD95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56B34-55B5-CE04-ADA0-ECE711CFC1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572BA2-A987-9173-98F9-0DCD1E0F2FF0}"/>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38088968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83865-5177-7D46-2319-5213BF569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BBE00-33DE-63DD-E434-5A99AF5D2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4856-BA83-370E-4C3C-0E288FAA65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81B229-F14F-F419-AD28-875FECB41666}"/>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8394278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CA068-C9E2-8351-2E04-AB6083868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03FF0B-A03D-CF56-09C9-626DAED5A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75516-D23B-AE92-B7CE-4FE71FEDD8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702983-4193-58D1-7B4C-B0248ADA5EEA}"/>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5597036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412CF-2226-4A45-39A0-229E76E314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5507C-E559-4D23-AF0C-071FD8602B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CF1A37-D4AA-7842-E9E6-2CF520B4A0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0679CC-82BC-9E51-12A4-7DC2538447A7}"/>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179139579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039BC-2DEB-A5A6-0C51-18BB99DC19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1DF7DA-3DD3-9CDB-3FB8-524480095B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30BE09-9844-08F0-203C-35C467AB1A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2186D3-3B9F-C387-45E2-0962029D26A7}"/>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36270016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3F1DE-1BCD-1C10-9C5B-2E9A8409B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6B41DA-684F-EC01-6387-D18C291892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DB191B-D50C-DB00-C54C-2E439ADCF3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48D7A4-5780-A2E3-CCA9-06E9AA433DFB}"/>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9657857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BFD15-25B9-50CB-F1D5-29449C39D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098A6-745F-E933-0176-B58D90966F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70E2-9B2B-C20F-2FCA-E1F7B26BE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412A8D-B228-F6AE-BA80-C3E2325FFEA2}"/>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417125340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B6F7B-15B5-F590-30E3-9CB56D310E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91CB2E-226A-6B3F-AF43-DAC98DC6D3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2D8049-1AEA-7C95-2E92-9DFC67D359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4354BA-0D79-7B58-A85F-CB85385EC200}"/>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5564822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6597-49D2-0F5D-91DC-E43E21E8E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24D44-E1DF-C558-B7F7-833865B8E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3504B1-ECEC-A608-7886-098111BBBB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4E1921-B133-8C87-1376-E1239369A7B3}"/>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31930417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90883-60CE-CDAD-DCE0-F6B903AC9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4CB01-B172-9356-AC01-F8AB8CC6F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1D0401-792E-F5A4-4C55-3444597E18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9223D4-CEF4-19E8-AAF4-4EEF61FC44E0}"/>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147382752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D01EC-3B6D-0DCD-4EBA-38B73CDA6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F5DC3-55DD-6EA0-AC0E-66293F8ACC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733D65-254E-9767-C581-A9F568A888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A50F65-7E0C-1AAC-C35B-C407B3F3D663}"/>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45259518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20078-9B3E-136F-0176-288B53957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69985-932B-A684-5684-EB0C2F85F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B838-9E5E-4F8A-978D-6D8C297E2C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2166A5-C716-6BC6-5191-D5200F563328}"/>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4098008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C68DD-3D6B-438F-40D8-F96ECD08D9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5BC624-B19C-5562-385F-EB561296AF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BC6324-F2B5-4A66-3DEB-1A31802276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B30E67-77EA-4CAC-C124-A9BD732AAA25}"/>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286735413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BB318-8D2E-E538-DA38-80B2A6384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813A4-E54A-2175-E6E7-DBE056A7B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9CEEC1-76AB-4B61-2D90-8AFE1C28DD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BBED27-345F-6D70-CB1B-7BC7E412E813}"/>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2025014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4DCB-9D06-B871-1228-95A8FE24B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33FD4-FF80-8D03-7352-D06EBE679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3C8D8-C2B2-7661-A737-E4C72ADAA3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842096-0DD6-1E6D-50FC-269E29111FA8}"/>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368682101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57AB4-94AF-5ED6-AD65-A83EB3B19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D5332-61E2-D5BD-B044-659B5CDD7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D1AE6-E6A0-0DC8-88D2-53A38CDFB4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5C7231-1FB2-76B4-8D88-BA07AD747850}"/>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427680136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B4552-7F65-DFB3-C61F-5D9DB1B13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20361-2068-9D5E-35A0-1B83C59EAF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07380-C843-C023-E5A9-32C9CCE0A0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4968C2-F79C-7019-427F-A5BCCD0FA176}"/>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220539113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61ACB-005E-3388-E993-58608C15C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C96AC-D8E1-FF2C-3422-59163683B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69945-8750-EDEC-9019-3AEA51DD6A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C2A472-85FA-48CD-0AB5-C4D1CEFEF4CE}"/>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31541400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BE876-8111-7F8C-55F2-BCA746AC2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EA500A-0090-14C8-8818-ACA8E6249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CD422-98D8-3164-224D-30ED725B0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106FB7-B459-139C-335E-213B9E4F4661}"/>
              </a:ext>
            </a:extLst>
          </p:cNvPr>
          <p:cNvSpPr>
            <a:spLocks noGrp="1"/>
          </p:cNvSpPr>
          <p:nvPr>
            <p:ph type="sldNum" sz="quarter" idx="5"/>
          </p:nvPr>
        </p:nvSpPr>
        <p:spPr/>
        <p:txBody>
          <a:bodyPr/>
          <a:lstStyle/>
          <a:p>
            <a:fld id="{C0E9560A-78B4-504A-9396-2AE516B1349B}" type="slidenum">
              <a:rPr lang="en-US" smtClean="0"/>
              <a:t>68</a:t>
            </a:fld>
            <a:endParaRPr lang="en-US"/>
          </a:p>
        </p:txBody>
      </p:sp>
    </p:spTree>
    <p:extLst>
      <p:ext uri="{BB962C8B-B14F-4D97-AF65-F5344CB8AC3E}">
        <p14:creationId xmlns:p14="http://schemas.microsoft.com/office/powerpoint/2010/main" val="2689957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E5488-63DB-D9C5-A68A-B7CF82710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39BDBE-2BA0-6953-6631-3C1A59707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0C2AE2-D2E2-90E6-3FEC-714C03F7F3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0A3552-0D7B-000A-CB05-AA8BADCFFB32}"/>
              </a:ext>
            </a:extLst>
          </p:cNvPr>
          <p:cNvSpPr>
            <a:spLocks noGrp="1"/>
          </p:cNvSpPr>
          <p:nvPr>
            <p:ph type="sldNum" sz="quarter" idx="5"/>
          </p:nvPr>
        </p:nvSpPr>
        <p:spPr/>
        <p:txBody>
          <a:bodyPr/>
          <a:lstStyle/>
          <a:p>
            <a:fld id="{C0E9560A-78B4-504A-9396-2AE516B1349B}" type="slidenum">
              <a:rPr lang="en-US" smtClean="0"/>
              <a:t>69</a:t>
            </a:fld>
            <a:endParaRPr lang="en-US"/>
          </a:p>
        </p:txBody>
      </p:sp>
    </p:spTree>
    <p:extLst>
      <p:ext uri="{BB962C8B-B14F-4D97-AF65-F5344CB8AC3E}">
        <p14:creationId xmlns:p14="http://schemas.microsoft.com/office/powerpoint/2010/main" val="125041771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E6E17-3CC3-60AE-A206-69FCEAE15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46F93-5BFD-FF1E-BC4B-537B1338A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3D307A-4636-B50B-DE46-960302730B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BE905C-DF60-12D3-10B8-9659C8E69AF0}"/>
              </a:ext>
            </a:extLst>
          </p:cNvPr>
          <p:cNvSpPr>
            <a:spLocks noGrp="1"/>
          </p:cNvSpPr>
          <p:nvPr>
            <p:ph type="sldNum" sz="quarter" idx="5"/>
          </p:nvPr>
        </p:nvSpPr>
        <p:spPr/>
        <p:txBody>
          <a:bodyPr/>
          <a:lstStyle/>
          <a:p>
            <a:fld id="{C0E9560A-78B4-504A-9396-2AE516B1349B}" type="slidenum">
              <a:rPr lang="en-US" smtClean="0"/>
              <a:t>70</a:t>
            </a:fld>
            <a:endParaRPr lang="en-US"/>
          </a:p>
        </p:txBody>
      </p:sp>
    </p:spTree>
    <p:extLst>
      <p:ext uri="{BB962C8B-B14F-4D97-AF65-F5344CB8AC3E}">
        <p14:creationId xmlns:p14="http://schemas.microsoft.com/office/powerpoint/2010/main" val="119773885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8A980-C4C3-C869-FA8F-2BDDDDE4C8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D53EAF-6E4B-80AC-0A85-A80D623B9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5910-D81A-6125-048E-B2321AA972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369D09-926D-8DC8-43BB-A89BF2EBF78E}"/>
              </a:ext>
            </a:extLst>
          </p:cNvPr>
          <p:cNvSpPr>
            <a:spLocks noGrp="1"/>
          </p:cNvSpPr>
          <p:nvPr>
            <p:ph type="sldNum" sz="quarter" idx="5"/>
          </p:nvPr>
        </p:nvSpPr>
        <p:spPr/>
        <p:txBody>
          <a:bodyPr/>
          <a:lstStyle/>
          <a:p>
            <a:fld id="{C0E9560A-78B4-504A-9396-2AE516B1349B}" type="slidenum">
              <a:rPr lang="en-US" smtClean="0"/>
              <a:t>71</a:t>
            </a:fld>
            <a:endParaRPr lang="en-US"/>
          </a:p>
        </p:txBody>
      </p:sp>
    </p:spTree>
    <p:extLst>
      <p:ext uri="{BB962C8B-B14F-4D97-AF65-F5344CB8AC3E}">
        <p14:creationId xmlns:p14="http://schemas.microsoft.com/office/powerpoint/2010/main" val="38781399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38A82-1CF7-DE7A-4BD6-916AC7E34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33A2C-DFBF-11FB-0A48-467032B085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E771E-BB9E-CAEE-1DF3-93D07AA0BA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F8EC39-F2EA-23D1-033C-1D5F55C09DA7}"/>
              </a:ext>
            </a:extLst>
          </p:cNvPr>
          <p:cNvSpPr>
            <a:spLocks noGrp="1"/>
          </p:cNvSpPr>
          <p:nvPr>
            <p:ph type="sldNum" sz="quarter" idx="5"/>
          </p:nvPr>
        </p:nvSpPr>
        <p:spPr/>
        <p:txBody>
          <a:bodyPr/>
          <a:lstStyle/>
          <a:p>
            <a:fld id="{C0E9560A-78B4-504A-9396-2AE516B1349B}" type="slidenum">
              <a:rPr lang="en-US" smtClean="0"/>
              <a:t>72</a:t>
            </a:fld>
            <a:endParaRPr lang="en-US"/>
          </a:p>
        </p:txBody>
      </p:sp>
    </p:spTree>
    <p:extLst>
      <p:ext uri="{BB962C8B-B14F-4D97-AF65-F5344CB8AC3E}">
        <p14:creationId xmlns:p14="http://schemas.microsoft.com/office/powerpoint/2010/main" val="253298813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B5FC8B98-A204-A09D-3F3D-18346C33A852}"/>
              </a:ext>
            </a:extLst>
          </p:cNvPr>
          <p:cNvPicPr>
            <a:picLocks noChangeAspect="1"/>
          </p:cNvPicPr>
          <p:nvPr userDrawn="1"/>
        </p:nvPicPr>
        <p:blipFill>
          <a:blip r:embed="rId2"/>
          <a:stretch>
            <a:fillRect/>
          </a:stretch>
        </p:blipFill>
        <p:spPr>
          <a:xfrm>
            <a:off x="3148660" y="173812"/>
            <a:ext cx="4754880" cy="5124192"/>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D9A4A-0F9C-9884-4369-7586026B7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2BA95C6-6F53-44FB-227C-3D69BF1DB10A}"/>
              </a:ext>
            </a:extLst>
          </p:cNvPr>
          <p:cNvSpPr>
            <a:spLocks noGrp="1"/>
          </p:cNvSpPr>
          <p:nvPr>
            <p:ph sz="half" idx="1"/>
          </p:nvPr>
        </p:nvSpPr>
        <p:spPr/>
        <p:txBody>
          <a:bodyPr/>
          <a:lstStyle/>
          <a:p>
            <a:r>
              <a:rPr lang="en-US" dirty="0"/>
              <a:t>Every digit must be represented in the center block. 1 is the only digit that can’t be greater than another cell.</a:t>
            </a:r>
          </a:p>
        </p:txBody>
      </p:sp>
      <p:pic>
        <p:nvPicPr>
          <p:cNvPr id="4" name="Picture 3" descr="A grid of sudoku puzzle&#10;&#10;Description automatically generated">
            <a:extLst>
              <a:ext uri="{FF2B5EF4-FFF2-40B4-BE49-F238E27FC236}">
                <a16:creationId xmlns:a16="http://schemas.microsoft.com/office/drawing/2014/main" id="{72CCC1E7-A5D5-45E0-F0C6-51E15D090D6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441CCF-5B0F-2C2C-5CF2-7595BE87EE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8AD3AFE-785D-BFBF-3D2A-E515B31366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D2C3C2B-3A3D-3286-F535-093E81EE124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7200E12-0EB3-AE5A-D251-C13D3496A26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1933885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8A8EE-A38F-2342-F4C6-4134ABC562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2DEE66-167A-8C97-2502-1D94E7757176}"/>
              </a:ext>
            </a:extLst>
          </p:cNvPr>
          <p:cNvSpPr>
            <a:spLocks noGrp="1"/>
          </p:cNvSpPr>
          <p:nvPr>
            <p:ph sz="half" idx="1"/>
          </p:nvPr>
        </p:nvSpPr>
        <p:spPr/>
        <p:txBody>
          <a:bodyPr/>
          <a:lstStyle/>
          <a:p>
            <a:r>
              <a:rPr lang="en-US" dirty="0"/>
              <a:t>In the center block, 2 cannot be in Row 5 or Column 5, because that would put a second 1 in the same row or column. There is only one corner cell it can be in without creating a conflict with the given 1.</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F8D0A60-DD97-3DA9-063A-003EFFF9A1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19D98C0-3496-4670-EC5C-DE66B97C11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B6F1631-C86F-554C-6EA4-095B909EE5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7AC36D-8A1E-E95B-D3B6-B95A019BDA8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7A7EC6-8040-D7E4-DE18-0E222DDE609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5CF36A7-AC4E-4AB9-A187-4CA1D2F22F1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C50A64F-9B52-C5EB-EAAD-2A63F16718C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AD118845-56E2-B94E-D33D-1C16A117DA0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630945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F6896-6521-A540-1978-F276CA1BAD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C597CA-D5E0-C444-6EDF-F9655FEA0B6E}"/>
              </a:ext>
            </a:extLst>
          </p:cNvPr>
          <p:cNvSpPr>
            <a:spLocks noGrp="1"/>
          </p:cNvSpPr>
          <p:nvPr>
            <p:ph sz="half" idx="1"/>
          </p:nvPr>
        </p:nvSpPr>
        <p:spPr/>
        <p:txBody>
          <a:bodyPr>
            <a:normAutofit lnSpcReduction="10000"/>
          </a:bodyPr>
          <a:lstStyle/>
          <a:p>
            <a:r>
              <a:rPr lang="en-US" dirty="0"/>
              <a:t>Last possible 1 in Column 6. (Grey cells can’t be 1.)</a:t>
            </a:r>
          </a:p>
          <a:p>
            <a:r>
              <a:rPr lang="en-US" dirty="0"/>
              <a:t>Last possible 1 in Row 9.</a:t>
            </a:r>
          </a:p>
          <a:p>
            <a:r>
              <a:rPr lang="en-US" dirty="0"/>
              <a:t>Then, last possible 1 in Column 2.</a:t>
            </a:r>
          </a:p>
        </p:txBody>
      </p:sp>
      <p:pic>
        <p:nvPicPr>
          <p:cNvPr id="4" name="Picture 3" descr="A grid of sudoku puzzle&#10;&#10;Description automatically generated">
            <a:extLst>
              <a:ext uri="{FF2B5EF4-FFF2-40B4-BE49-F238E27FC236}">
                <a16:creationId xmlns:a16="http://schemas.microsoft.com/office/drawing/2014/main" id="{45EF2970-DB11-0657-0782-CAF2BDC882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27E594-810E-C235-81D0-7DF166BD4D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28EE4F-65F2-5AB7-2477-C2ECE6F9F3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46B0F3-47FD-6320-7A80-0E4985E61D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B55B57-C9C3-44FA-E69A-C494D953281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D1EA1A8-C56E-1D9C-82DA-3E074C9F08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3037382-9E12-0B01-29A0-E25532107E0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1795AA3D-76BD-8AB7-2FC6-8EF18112D6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57F143E8-8D2A-875E-975B-C1AE4F5127F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26CE7FE8-A000-3E9F-D97E-D19F0676B8E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D64C44B-AB4F-D28E-81D9-FA527AF4862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65895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049C5-E144-25C5-5186-DDFE84642E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AD23A3-950F-F3B8-8E4A-3F74594ADD1C}"/>
              </a:ext>
            </a:extLst>
          </p:cNvPr>
          <p:cNvSpPr>
            <a:spLocks noGrp="1"/>
          </p:cNvSpPr>
          <p:nvPr>
            <p:ph sz="half" idx="1"/>
          </p:nvPr>
        </p:nvSpPr>
        <p:spPr/>
        <p:txBody>
          <a:bodyPr>
            <a:normAutofit/>
          </a:bodyPr>
          <a:lstStyle/>
          <a:p>
            <a:r>
              <a:rPr lang="en-US" dirty="0"/>
              <a:t>Last possible 1 in Row 1.</a:t>
            </a:r>
          </a:p>
          <a:p>
            <a:r>
              <a:rPr lang="en-US" dirty="0"/>
              <a:t>Then, last possible 1 in Column 9.</a:t>
            </a:r>
          </a:p>
        </p:txBody>
      </p:sp>
      <p:pic>
        <p:nvPicPr>
          <p:cNvPr id="4" name="Picture 3" descr="A grid of sudoku puzzle&#10;&#10;Description automatically generated">
            <a:extLst>
              <a:ext uri="{FF2B5EF4-FFF2-40B4-BE49-F238E27FC236}">
                <a16:creationId xmlns:a16="http://schemas.microsoft.com/office/drawing/2014/main" id="{B75E9ADC-5D41-74A4-628E-069CD3C247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740BB4F-5FC5-0437-1CBF-C42E3500DA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53F563-61D7-E21D-C98C-377ED7435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E09849-4322-9495-43F3-D5CF14AFDB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E264D5-737F-5C00-5D17-32E9DE368C4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F07AFD-AE7B-3D20-CC95-DBAA95A8684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796AC1B-2981-169E-CFEF-BB01FD613A6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F277916-7942-B541-2F7F-77E11E15F6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6910912A-39E7-A034-986E-6F834502185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87CFC69C-CD42-25A1-1ECF-A8FAC72B7E0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BA089C2-F754-9FC1-9AF7-F809AB52F03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5DDBA33-CD75-1946-5BC9-2865D2416BF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9B05C5-A9B1-EAA7-BF6E-9963BE17D60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97799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48639-87D8-251C-32CE-1797B796F3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80C43F-74C7-ED35-D935-E09B8031CDBC}"/>
              </a:ext>
            </a:extLst>
          </p:cNvPr>
          <p:cNvSpPr>
            <a:spLocks noGrp="1"/>
          </p:cNvSpPr>
          <p:nvPr>
            <p:ph sz="half" idx="1"/>
          </p:nvPr>
        </p:nvSpPr>
        <p:spPr/>
        <p:txBody>
          <a:bodyPr/>
          <a:lstStyle/>
          <a:p>
            <a:r>
              <a:rPr lang="en-US" dirty="0"/>
              <a:t>A grey cell that must be greater than 5 must be 6 or larger.</a:t>
            </a:r>
          </a:p>
        </p:txBody>
      </p:sp>
      <p:pic>
        <p:nvPicPr>
          <p:cNvPr id="4" name="Picture 3" descr="A grid of sudoku puzzle&#10;&#10;Description automatically generated">
            <a:extLst>
              <a:ext uri="{FF2B5EF4-FFF2-40B4-BE49-F238E27FC236}">
                <a16:creationId xmlns:a16="http://schemas.microsoft.com/office/drawing/2014/main" id="{51673900-B33C-AA9C-F736-79C487A055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849283-B52F-4ABF-D232-8E3B671CC5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0263E6-0B91-6B35-0AED-2528DA1A41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BD98D8-FC6D-9774-AB64-0199F25BB0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046F6C-4F03-A5C3-B5D5-6FE955D3881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D2B967C-BA01-339E-22A7-14BB7C642E7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3A264D-3CA3-94FF-E88F-9336A095230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7644352-FD87-A1C6-2BA1-8EBBF582E66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47E45FE-7389-58E5-D32D-175621D02C6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A520BB0B-BC07-303F-EA95-F63C8823CB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653E768-52B0-C7E6-5C4B-ADE9267A8DC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C92E12A1-AB8F-DBF1-6FA6-D056A5C6B99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6B35B5-E760-C1B4-4F41-A4114B0FC49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0EDED81-7035-6F5B-9C56-5DF250F166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63114D-1380-A17B-911F-C2B8F506D4E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1AD3A0-4023-86AB-5A58-CC71D1B266A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77810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8D99B-9572-9D9D-F911-52E38C5AF0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0F4434-4AB3-6FFD-50F9-2EC9BEFD6795}"/>
              </a:ext>
            </a:extLst>
          </p:cNvPr>
          <p:cNvSpPr>
            <a:spLocks noGrp="1"/>
          </p:cNvSpPr>
          <p:nvPr>
            <p:ph sz="half" idx="1"/>
          </p:nvPr>
        </p:nvSpPr>
        <p:spPr/>
        <p:txBody>
          <a:bodyPr/>
          <a:lstStyle/>
          <a:p>
            <a:r>
              <a:rPr lang="en-US" dirty="0"/>
              <a:t>A grey cell that must be greater than 4 but can’t be 5 (5 in same column) also must be 6 or larger.</a:t>
            </a:r>
          </a:p>
        </p:txBody>
      </p:sp>
      <p:pic>
        <p:nvPicPr>
          <p:cNvPr id="4" name="Picture 3" descr="A grid of sudoku puzzle&#10;&#10;Description automatically generated">
            <a:extLst>
              <a:ext uri="{FF2B5EF4-FFF2-40B4-BE49-F238E27FC236}">
                <a16:creationId xmlns:a16="http://schemas.microsoft.com/office/drawing/2014/main" id="{B3CB732F-3807-AF9B-C8C0-87C74A859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8C5B6E-7D10-25B5-6205-C2508AB392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5B04-77FC-B1BC-47E1-860B5EE09C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0A56AF-0131-E0F5-FF8B-B6EB6B887E1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A3A286-78EC-A8DC-204B-ABCEF505756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8695F24-429C-56D4-A3D3-7D4D3D2B8753}"/>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D4E08880-2B1F-01F7-56A7-541ECFBFC09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F3FD23EC-AFDE-FFEE-1AB6-0B30ACA5EFA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242A45C-B78D-8B0D-8ADA-81BAAE09118D}"/>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5F60541-8F0B-6912-8FAF-E1B28B8643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AE398E68-F001-375B-284F-25056878F78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D48B087-B3B3-EF5C-0496-D82D4B4A0F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A442D11-78FD-B480-C725-C5E10047644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DD96781-D16B-B508-02F2-A135A3C8B92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6C3A139D-D968-9C55-F5C0-B63A7B91AF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4A0F776-8367-38B2-B82B-EAE02B78B44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F9DA9E7-79F8-663A-8020-537302D3814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643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B936-6917-4458-831F-7ADD779FBD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5890040-027C-9652-5B24-9998C00F0B6D}"/>
              </a:ext>
            </a:extLst>
          </p:cNvPr>
          <p:cNvSpPr>
            <a:spLocks noGrp="1"/>
          </p:cNvSpPr>
          <p:nvPr>
            <p:ph sz="half" idx="1"/>
          </p:nvPr>
        </p:nvSpPr>
        <p:spPr/>
        <p:txBody>
          <a:bodyPr/>
          <a:lstStyle/>
          <a:p>
            <a:r>
              <a:rPr lang="en-US" dirty="0"/>
              <a:t>When minimal adjacent cells are 2345, a grey cell must be 6 or larger.</a:t>
            </a:r>
          </a:p>
        </p:txBody>
      </p:sp>
      <p:pic>
        <p:nvPicPr>
          <p:cNvPr id="4" name="Picture 3" descr="A grid of sudoku puzzle&#10;&#10;Description automatically generated">
            <a:extLst>
              <a:ext uri="{FF2B5EF4-FFF2-40B4-BE49-F238E27FC236}">
                <a16:creationId xmlns:a16="http://schemas.microsoft.com/office/drawing/2014/main" id="{D7099451-5F3B-2584-DBDE-8A91D5E8A5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D8B139-5A23-C08A-88D4-28810EEA8A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F907932-A395-F22D-95A1-2A1F31FFCB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E6C03C-0D53-A9D4-8D21-5405EE6D5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7BAC4CF-3B0B-83F3-32B4-1FD29F577D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F60C658-03A5-312D-EE5B-6F902B46A9C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2116E71E-3950-A220-1A92-F7A7A797B7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E94D09C-CF3F-E137-DF1C-AF5AA7B3AA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29D0F23-E128-FCB8-66F0-9949D0B92C9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8577AD07-0572-5541-91E5-5647250D274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DE24854-4ED5-DD7A-12B6-7C181455B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9996CA94-4546-FAC8-3261-618F7A20795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39A61CD-8A23-8BC6-9C6F-2E4065023CB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394AEB6-4991-6091-6CD1-C656425CD0A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01301A3B-48E8-B8D3-A5D1-E6FBA59D8D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9EFD68A-1A80-AAD2-BBCE-2AEE8B0E805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C0201E-9F3E-A572-D52A-9EE42DC56E95}"/>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8006632-658A-F52F-4C6E-A63CE1FE93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3319698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2D0B3-EC20-EBE6-77D1-5678B51E09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9D5A5E-4FEF-164B-9562-F28D64E70363}"/>
              </a:ext>
            </a:extLst>
          </p:cNvPr>
          <p:cNvSpPr>
            <a:spLocks noGrp="1"/>
          </p:cNvSpPr>
          <p:nvPr>
            <p:ph sz="half" idx="1"/>
          </p:nvPr>
        </p:nvSpPr>
        <p:spPr/>
        <p:txBody>
          <a:bodyPr/>
          <a:lstStyle/>
          <a:p>
            <a:r>
              <a:rPr lang="en-US" dirty="0"/>
              <a:t>When minimal adjacent cells are 234, a grey cell must be 5 or larger.</a:t>
            </a:r>
          </a:p>
        </p:txBody>
      </p:sp>
      <p:pic>
        <p:nvPicPr>
          <p:cNvPr id="4" name="Picture 3" descr="A grid of sudoku puzzle&#10;&#10;Description automatically generated">
            <a:extLst>
              <a:ext uri="{FF2B5EF4-FFF2-40B4-BE49-F238E27FC236}">
                <a16:creationId xmlns:a16="http://schemas.microsoft.com/office/drawing/2014/main" id="{6B8C35D7-6268-D5FC-2AEC-95D46A0A38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10B11B-73A3-2002-033C-85D9ADD22A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55D216-4B1D-7C8A-7A52-E6F957F0F5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1DCF6-6A89-9AF6-28AD-398A9C27B5E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2715C5-86DE-13B2-8B73-92DA15BF11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7990DCD-7AAA-6634-68A5-33E57D5407B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6648E12-F5CE-20FB-ECBF-988807518C5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8557198A-38C5-8A01-EF28-ED8E5E6B89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82A01AD-B55A-D862-6A03-9BB09B6283E3}"/>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0ECBF5B-C12F-8E3B-237D-C9FDBBF3135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E938E33-7212-8332-0D50-2EA193261F9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BA4B6E11-E12D-B231-BF99-CB5425500C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922619A-3D1D-0F8E-0061-DC77A8DD83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11D32F-5E0B-6466-7FC0-1D14B7411A0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E8C44FA-6BE0-EADF-E0B1-F1D6B02587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D8FDE3C-F0E4-9AD3-22CF-603A95E8DCAC}"/>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A08C180-DB03-7C94-9FE1-1371427EBE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0EC827-7888-21E0-213A-C99F37D815E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1116C903-4291-D373-2641-0ECFD8F792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26025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4D251-B9BA-2F56-D24E-2369CB8F4A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A338B3-8F75-F3F1-EE28-725B8EDE336B}"/>
              </a:ext>
            </a:extLst>
          </p:cNvPr>
          <p:cNvSpPr>
            <a:spLocks noGrp="1"/>
          </p:cNvSpPr>
          <p:nvPr>
            <p:ph sz="half" idx="1"/>
          </p:nvPr>
        </p:nvSpPr>
        <p:spPr/>
        <p:txBody>
          <a:bodyPr/>
          <a:lstStyle/>
          <a:p>
            <a:r>
              <a:rPr lang="en-US" dirty="0"/>
              <a:t>When minimal adjacent cells are 123, a grey cell must be 4 or larger. Here, however, the 4 in the same block raises that to 5.</a:t>
            </a:r>
          </a:p>
        </p:txBody>
      </p:sp>
      <p:pic>
        <p:nvPicPr>
          <p:cNvPr id="4" name="Picture 3" descr="A grid of sudoku puzzle&#10;&#10;Description automatically generated">
            <a:extLst>
              <a:ext uri="{FF2B5EF4-FFF2-40B4-BE49-F238E27FC236}">
                <a16:creationId xmlns:a16="http://schemas.microsoft.com/office/drawing/2014/main" id="{07C34909-DA0E-5C98-EFB9-1E3EA8CDB4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2F9916-58B0-B13A-1E74-B52B4B7DBB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F8E813-2429-240F-5948-D076314302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134D29-1C69-AA1E-0477-28B598C287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C6131-7C87-E164-4197-F7EC15F718B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D780CE4-C5C8-E357-9085-BFB2BFC9A1D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CEAE073-86B5-C918-EDDB-677DC52A618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D0BDC8-6B9D-03FC-2CFC-3243882D827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C6D8D8-B5CC-C737-C520-925AC87F7AD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E0B1E7B-D19E-B015-E1A9-BF6C1D2CB6E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90DEF0D-4372-6AA0-8568-FB8E6C1AE7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27696982-B93E-530A-0A8B-6F5695C0625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5AE9C18-F8B4-EFCC-1653-0E5CDEFF9E1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CD2ED48-9DA4-5628-CA12-EC7284D995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1AD55EC-D5CA-A991-E186-DD24ECC2AC2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E776D40-B4E3-7965-A398-002224B02F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817DC4-B500-D327-EAB8-6BDF1E25D6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2142B3F-5255-3975-69D7-285985E88A6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924CDA73-2A85-1F57-24FF-F0B9F144F00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2" name="TextBox 21">
            <a:extLst>
              <a:ext uri="{FF2B5EF4-FFF2-40B4-BE49-F238E27FC236}">
                <a16:creationId xmlns:a16="http://schemas.microsoft.com/office/drawing/2014/main" id="{6C9E9FE4-8529-B3D5-2E75-FCE9F303D18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7701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92E9-7F96-E0AB-E0EB-6E5924F1D9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7CA942-595C-8441-356E-71E34F8C2DC7}"/>
              </a:ext>
            </a:extLst>
          </p:cNvPr>
          <p:cNvSpPr>
            <a:spLocks noGrp="1"/>
          </p:cNvSpPr>
          <p:nvPr>
            <p:ph sz="half" idx="1"/>
          </p:nvPr>
        </p:nvSpPr>
        <p:spPr/>
        <p:txBody>
          <a:bodyPr>
            <a:normAutofit/>
          </a:bodyPr>
          <a:lstStyle/>
          <a:p>
            <a:r>
              <a:rPr lang="en-US" dirty="0"/>
              <a:t>When minimal adjacent cells are 234, a grey cell must be 5 or larger. Here, it’s possible to repeat a digit in two </a:t>
            </a:r>
            <a:r>
              <a:rPr lang="en-US" dirty="0" err="1"/>
              <a:t>adjacents</a:t>
            </a:r>
            <a:r>
              <a:rPr lang="en-US" dirty="0"/>
              <a:t>. However, the 2 in the center block prevents repeating a 2, and the 3 and 4 givens prevent repeating them, too.</a:t>
            </a:r>
          </a:p>
        </p:txBody>
      </p:sp>
      <p:pic>
        <p:nvPicPr>
          <p:cNvPr id="4" name="Picture 3" descr="A grid of sudoku puzzle&#10;&#10;Description automatically generated">
            <a:extLst>
              <a:ext uri="{FF2B5EF4-FFF2-40B4-BE49-F238E27FC236}">
                <a16:creationId xmlns:a16="http://schemas.microsoft.com/office/drawing/2014/main" id="{2DE533E1-5A2E-76D6-E14C-8315D38981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DC65C2-5411-2454-8EC3-DDABC63F30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38E2D6-F6DD-7112-C6DD-70437CD59D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04CC15-DA03-C8A5-D223-F207277E0CD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1CF738-07E9-0D9B-C7E4-B85FAF2CB99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DF605BF-C476-ADA9-6C09-0E11A2E0FA0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FD92F35-6508-9549-AF72-18D2D66F9B1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D3E54A4-5307-E93F-8916-C4E217AAA85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DDC38AF-8FAF-994F-9B68-A454CD92F29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60B7AD0-DBA7-A897-57EA-3005E937CBD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8B239612-B660-E26C-2DF4-1BE77A3D1E7E}"/>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F70E194-06F1-AC07-8564-E821BBC375C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2800883-4B19-E596-0A42-E22B5E6D66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72BF0-4231-4A48-3450-075F6C65CBB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B19DA99-DC71-8B3A-876C-4252BFDC0C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C9225BA-8BA1-88F3-C5F3-0DCDDF1E12B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AA09C3-36B7-C5C8-79FE-61D7E4CFBFD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152318D-A96B-825C-E07C-0AB54B586E5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BDA2EAC-6634-AB66-E7C7-2FB21A154E8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FF6C395-D4E2-446D-B9C1-46CD81E59E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38A70F8-70B6-B46F-410F-78F481B1A84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3F7D10B-A396-3D77-5C7E-E697FDB1F280}"/>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839046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2E11-EEA1-A4DA-682E-3099850861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5F6974-AF66-134E-39A5-7E06060B054D}"/>
              </a:ext>
            </a:extLst>
          </p:cNvPr>
          <p:cNvSpPr>
            <a:spLocks noGrp="1"/>
          </p:cNvSpPr>
          <p:nvPr>
            <p:ph sz="half" idx="1"/>
          </p:nvPr>
        </p:nvSpPr>
        <p:spPr/>
        <p:txBody>
          <a:bodyPr>
            <a:normAutofit/>
          </a:bodyPr>
          <a:lstStyle/>
          <a:p>
            <a:r>
              <a:rPr lang="en-US" dirty="0"/>
              <a:t>When minimal adjacent cells are 2433, a grey cell must be 5 or larger.</a:t>
            </a:r>
          </a:p>
        </p:txBody>
      </p:sp>
      <p:pic>
        <p:nvPicPr>
          <p:cNvPr id="4" name="Picture 3" descr="A grid of sudoku puzzle&#10;&#10;Description automatically generated">
            <a:extLst>
              <a:ext uri="{FF2B5EF4-FFF2-40B4-BE49-F238E27FC236}">
                <a16:creationId xmlns:a16="http://schemas.microsoft.com/office/drawing/2014/main" id="{1B7CA035-A7F2-45BF-D4D8-FF86C92462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F594A5-53C8-3437-E9E3-8BA72EE145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1416A5-4AE3-2790-B808-8D7E3C59B6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D7E9D3-1E78-406F-1D5A-89A836AEC7E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D1ECDA-BB0A-786A-D7E2-23CD9069658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6248F9-37CE-D96F-734E-DA37B11DA30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AB0C1AAE-ABA5-78AC-F01B-0CFD3E9270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568FBA4-1635-2172-51DF-CF9E20DFDD4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BD42904-DA3A-20AF-DD87-34C46CA093FC}"/>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63D23DE7-C114-9FDD-06EB-6CFC208A00B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8070119-0D97-D95E-FC08-54DF29A1CBC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7F0C4CC-7635-AB47-B2AA-B317FE69CE2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952E37-ED9B-1684-E77B-E61C3984645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32FC662-069C-103E-1EE1-5CC60C16F2C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0D9033D-9300-BA79-574D-0A4B83B8014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790F8E5-30B9-405F-CD0F-2BB91544BE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0EDD1B6-5917-5E48-D0FD-B9F0051EB7E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5E20800-6D5A-B3D0-127F-FD1EFE7226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FE5E5E9-A748-F3DA-959B-08680EC7747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CDAAA68-9BC6-A253-EDE2-2ABB736B1E00}"/>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A6705013-BBFB-B981-A9E1-1FF4880A077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A19E21E-B700-F46E-3DEA-F7621F76755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DD7241E-8055-5330-4267-F280D7DAEC66}"/>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7283542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E5059-4CBD-36AB-57C4-A8EA81565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067ED9-9511-A796-0342-A0873E452B7A}"/>
              </a:ext>
            </a:extLst>
          </p:cNvPr>
          <p:cNvSpPr>
            <a:spLocks noGrp="1"/>
          </p:cNvSpPr>
          <p:nvPr>
            <p:ph sz="half" idx="1"/>
          </p:nvPr>
        </p:nvSpPr>
        <p:spPr/>
        <p:txBody>
          <a:bodyPr>
            <a:normAutofit/>
          </a:bodyPr>
          <a:lstStyle/>
          <a:p>
            <a:r>
              <a:rPr lang="en-US" dirty="0"/>
              <a:t>When minimal adjacent cells are 123, a grey cell must be 4 or larger.</a:t>
            </a:r>
          </a:p>
        </p:txBody>
      </p:sp>
      <p:pic>
        <p:nvPicPr>
          <p:cNvPr id="4" name="Picture 3" descr="A grid of sudoku puzzle&#10;&#10;Description automatically generated">
            <a:extLst>
              <a:ext uri="{FF2B5EF4-FFF2-40B4-BE49-F238E27FC236}">
                <a16:creationId xmlns:a16="http://schemas.microsoft.com/office/drawing/2014/main" id="{E01BAE1D-1F33-AA18-8E1A-6FCAA891C8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48F615-3026-B968-3974-F18F4DCD40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2D6386-7063-E7B6-42B4-ECB89CFF8A4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82AFA5-F724-2336-2F1C-6764DD5B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B57BDB-21EE-A067-6D07-A0E8C5DB80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B481FF1-1F88-A18A-8000-65AE539F36AF}"/>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C2EDAEAE-66FF-3F07-69A3-9268A2C967D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4196CC-AE8E-3E26-E781-29C25189E07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A51004-BCDB-1E58-7316-6EE8DA1F01B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26F8A6A7-D216-BD23-C080-72FCC020097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E14F87E0-085D-8064-7E9D-B4C939331D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1D184C-2930-067B-3464-21E997D642D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DFBAD-4BDC-A47C-F0F3-017FEB8C052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3EEEAC-098D-60D0-CF80-78211728CB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B16C492-32F9-B6DD-CB6B-BA694CF2612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A3A92EF-DA81-475B-8F90-DD324A42109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283820A-353B-56D3-15C4-94B71E0139B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8257E6E-9B72-9365-47B3-03684D1A40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1FB9F74-6ED5-EE77-72E3-032B27076C4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AA7EEEE-8CFC-2433-5559-DCA03C455454}"/>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A8FD798-6E08-30E5-61E3-B0C5BD71456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02A993C4-9536-50C8-E14A-C36136C07882}"/>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B9E6ACA-EC0B-5F29-E757-E390A1FEDF4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53F9EAB-A16A-AD5F-4B21-F3033483229C}"/>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BA0CF3D7-4D06-3951-800F-7CCA8D3754E4}"/>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Tree>
    <p:extLst>
      <p:ext uri="{BB962C8B-B14F-4D97-AF65-F5344CB8AC3E}">
        <p14:creationId xmlns:p14="http://schemas.microsoft.com/office/powerpoint/2010/main" val="1859991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C2A34-E67D-6EA1-E999-EA8BB88936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0B7BE5-26B5-F0E7-A512-F153E414CE12}"/>
              </a:ext>
            </a:extLst>
          </p:cNvPr>
          <p:cNvSpPr>
            <a:spLocks noGrp="1"/>
          </p:cNvSpPr>
          <p:nvPr>
            <p:ph sz="half" idx="1"/>
          </p:nvPr>
        </p:nvSpPr>
        <p:spPr/>
        <p:txBody>
          <a:bodyPr>
            <a:normAutofit/>
          </a:bodyPr>
          <a:lstStyle/>
          <a:p>
            <a:r>
              <a:rPr lang="en-US" dirty="0"/>
              <a:t>When minimal adjacent cells are 1233, a grey cell must be 4 or larger.</a:t>
            </a:r>
          </a:p>
        </p:txBody>
      </p:sp>
      <p:pic>
        <p:nvPicPr>
          <p:cNvPr id="4" name="Picture 3" descr="A grid of sudoku puzzle&#10;&#10;Description automatically generated">
            <a:extLst>
              <a:ext uri="{FF2B5EF4-FFF2-40B4-BE49-F238E27FC236}">
                <a16:creationId xmlns:a16="http://schemas.microsoft.com/office/drawing/2014/main" id="{3B06C050-1AC3-9C13-85CF-74CCD31E76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EB7F05-0435-11A0-80E2-B8C19314D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ACB432-B586-9A1E-D3C5-1D9360F2EF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2E2E2C-5571-87C8-9D46-0B45D2F98F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BBBC6D-8429-814A-B6DF-95DE0B6017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E46070-567D-973B-7B82-769226AEC22E}"/>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24F5FE3-88DF-277A-0822-5EE07070ECA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6FE059A-9045-69FF-66D7-526FCFF5705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249021-2BFD-299B-6D74-C5A5C64FF4A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5A8E925-631F-26D0-E836-21BA17AF71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9FD530F-19D1-733A-434E-C8E339EC9A7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0240D8D5-B348-B3D8-8A66-EFA6420BDF4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DE849E86-D749-35F9-0403-375918BFD5C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32063-5945-E7E1-5F07-5922A7135C3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84C6ACF-73A5-CB17-55FC-7F284E1A1ED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B570F89-C406-5F77-7AA4-F72B80AFB14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9BBF8ED-3413-8F6F-5BE6-4664E0CD9D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A8537DB-427D-34F7-0E66-2375247454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7F003EE-B59F-7B33-CC38-CE61ADB71B5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0A8E846-CE3B-6322-8431-A9185BD0151E}"/>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2BCF1C1-35CC-E0CC-B97B-BFE1674C58D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9B15FF9-D2FE-416A-6613-E909AC0A938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97C1E74-C75B-D58C-230C-369462DDBC0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B115098-9AF4-C6F3-DC89-4C3D5016B0A6}"/>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04B79B7F-5556-7337-929D-916831996430}"/>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A6370871-50AA-5698-AA10-941A2098534D}"/>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345036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4B601-F2C9-EB60-6000-C50C5A502B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198EE1-0E2D-C87A-7930-26DAB03A3099}"/>
              </a:ext>
            </a:extLst>
          </p:cNvPr>
          <p:cNvSpPr>
            <a:spLocks noGrp="1"/>
          </p:cNvSpPr>
          <p:nvPr>
            <p:ph sz="half" idx="1"/>
          </p:nvPr>
        </p:nvSpPr>
        <p:spPr/>
        <p:txBody>
          <a:bodyPr>
            <a:normAutofit/>
          </a:bodyPr>
          <a:lstStyle/>
          <a:p>
            <a:r>
              <a:rPr lang="en-US" dirty="0"/>
              <a:t>When minimal adjacent cells are 12 or 122, a grey cell must be 3 or larger. Here, because of the 3 in the same block, they must be 4 or larger.</a:t>
            </a:r>
          </a:p>
        </p:txBody>
      </p:sp>
      <p:pic>
        <p:nvPicPr>
          <p:cNvPr id="4" name="Picture 3" descr="A grid of sudoku puzzle&#10;&#10;Description automatically generated">
            <a:extLst>
              <a:ext uri="{FF2B5EF4-FFF2-40B4-BE49-F238E27FC236}">
                <a16:creationId xmlns:a16="http://schemas.microsoft.com/office/drawing/2014/main" id="{EAC2663F-DBAC-6650-F049-E93960AE54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309024-495C-E894-21AD-9E078CF5AD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DE834E-DC98-28F0-3394-084ACD38EC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908D35-2A45-FCE4-9963-FDD3CADFD26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484682-9EB7-B302-3FEC-9245978AB5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4F7D4C5-734F-C0A0-68D7-5E6B82811CD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597C5F1-F12D-50FF-74F3-DE0B985B41DF}"/>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C8008648-E11B-6EB6-6D91-627BB0F2C7C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29651F3-12DC-6125-979A-4B6907246C1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53541EF-0087-83E3-8023-8F62D87564C9}"/>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938B6D81-E43B-35A7-9802-03A35479C2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A068B13-C416-940B-7625-D4D6C8DB965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FEC63A-C12B-8557-2E27-EFFDF37375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542C0C-1576-04F5-657A-B75B88FF141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0829A65-CC85-7FF2-3179-44202A9C91A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1E7E402-4FD1-2095-58D6-96C76DB1B4F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010DCBB-8BD0-AE54-46E9-722F3D6E232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5BD092F-2951-C605-CF3F-538D40A185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D45AD63-B083-D23F-4F55-56A0086A756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EF965EB-77B9-A375-E856-B64E8409496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71AD37F0-0258-EBF6-CEF7-D613297B736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5444596-0244-159B-9667-E0DA0D7AF1F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2CFD1F9-8DF9-7B74-0300-36142BCB118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EDC905E-556B-D8C5-5725-FBB77131BF97}"/>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6211E7F9-8C63-E26C-EFEE-AF1DAE3D3E01}"/>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5D173E6-C257-6349-D4E1-2097A65E811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DF1CF47-C22F-33F8-4B4F-BB3EAEEEB867}"/>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32A50101-926E-5EB1-9EED-FB332223467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134561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9F9EB-F38B-67FD-1FBC-3F095D7BC3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E74871-12C5-7BAB-5B79-65ED4E3AA586}"/>
              </a:ext>
            </a:extLst>
          </p:cNvPr>
          <p:cNvSpPr>
            <a:spLocks noGrp="1"/>
          </p:cNvSpPr>
          <p:nvPr>
            <p:ph sz="half" idx="1"/>
          </p:nvPr>
        </p:nvSpPr>
        <p:spPr/>
        <p:txBody>
          <a:bodyPr>
            <a:normAutofit lnSpcReduction="10000"/>
          </a:bodyPr>
          <a:lstStyle/>
          <a:p>
            <a:r>
              <a:rPr lang="en-US" dirty="0"/>
              <a:t>Because all 1’s are assigned, whichever grey cell in the center block is 3 can only step down to 2. There is only one grey cell for which that’s possible. In five cases there’s an immediate conflict (the two in Column 4, two more in Row 6, and R4C6). In one more (R4C5) it leaves no possible 2 in the bottom center block.</a:t>
            </a:r>
          </a:p>
        </p:txBody>
      </p:sp>
      <p:pic>
        <p:nvPicPr>
          <p:cNvPr id="4" name="Picture 3" descr="A grid of sudoku puzzle&#10;&#10;Description automatically generated">
            <a:extLst>
              <a:ext uri="{FF2B5EF4-FFF2-40B4-BE49-F238E27FC236}">
                <a16:creationId xmlns:a16="http://schemas.microsoft.com/office/drawing/2014/main" id="{0F58BE04-AD43-5394-AE0B-CBE78CD86A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1715C8A-E341-518B-5F78-A79EE2C09DF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56E95DE-C6B0-E066-F7FA-4DCE15DDE6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7A7D89-C5F8-B8FA-2837-7390C54CCF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47BE70-1443-6FD4-FD66-0E0626FC695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21FCB5F-64B3-EA08-FF01-D5836EB29D5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70E8F0E-86BF-7455-A054-9C8480EE830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2F69264-2A75-D2F4-0839-DDDBD9BD336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5DB70EF-B4FC-3944-A878-F281C97FB4EA}"/>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51D209E-14D7-0498-198B-EDBE5C7B1C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C173010C-9C29-2D95-45DF-EEB94C14A8B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5094317-2483-175D-45B4-0062121D392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FFEF21F-CFE9-522A-3CC7-80E8BD628CB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F496A0F-E128-DD49-1966-705AF07DA65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0579B2C-EB14-039C-9FD9-9F0713465BF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B3E5BF7-261B-2726-5B53-64615A35A22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8C7ED46-BC05-2823-4901-18D71E719CB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B6D9E52-5781-2977-BCD9-31593F71C2B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9041667-5357-2739-1CE8-C5A1482DFC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933E57A-9B94-B04C-BC5C-6CDF962B0801}"/>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9E84164-65C5-BF7C-393B-3D664F6EE17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2F3DE8-6B0E-CF62-0A7D-A4B9F229D0C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34CD4B7-03DB-2B14-AE7C-ADC892068D3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30E2B15-FAA7-C093-3968-572BB8D6CAB0}"/>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E195A8C2-1584-C5D2-6921-059DCAC0CAB8}"/>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038C43EC-2C5E-358F-E1A2-52D30DCDEC6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51958C7-8DFB-4D36-E339-84028B1CDE00}"/>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D59DB949-AF0D-8584-1B49-607A2EE149FC}"/>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F0FB32F-F1B2-7540-7376-8D908C44354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5D89A13-D53A-AC9B-9CCC-93B94D6F5C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728391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FB423-D947-8CAE-E444-39DEE90971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4432D4-34F5-F22E-DCAC-182066C5764F}"/>
              </a:ext>
            </a:extLst>
          </p:cNvPr>
          <p:cNvSpPr>
            <a:spLocks noGrp="1"/>
          </p:cNvSpPr>
          <p:nvPr>
            <p:ph sz="half" idx="1"/>
          </p:nvPr>
        </p:nvSpPr>
        <p:spPr/>
        <p:txBody>
          <a:bodyPr>
            <a:normAutofit/>
          </a:bodyPr>
          <a:lstStyle/>
          <a:p>
            <a:r>
              <a:rPr lang="en-US" dirty="0"/>
              <a:t>Last possible 2 in left center block.</a:t>
            </a:r>
          </a:p>
          <a:p>
            <a:r>
              <a:rPr lang="en-US" dirty="0"/>
              <a:t>Last possible 2 in Column 2.</a:t>
            </a:r>
          </a:p>
        </p:txBody>
      </p:sp>
      <p:pic>
        <p:nvPicPr>
          <p:cNvPr id="4" name="Picture 3" descr="A grid of sudoku puzzle&#10;&#10;Description automatically generated">
            <a:extLst>
              <a:ext uri="{FF2B5EF4-FFF2-40B4-BE49-F238E27FC236}">
                <a16:creationId xmlns:a16="http://schemas.microsoft.com/office/drawing/2014/main" id="{15F902B9-9646-46A2-BB41-108953123D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207F28-9E15-E0E0-9A51-5B0CA258244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A2E5AB-0397-758D-CD5A-58E1C5C18E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44B274-E8F5-A6B1-4954-086F72BF18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7B1E17-C423-382F-105C-2C819BFD502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3DDFB41-D2F4-79E4-02B3-95F30C4620A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DD7F12-536E-443B-85D9-CC6DF8AF57F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0E67609-C5C2-0268-6055-3FC18934959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AD0FACF-F5EA-B7FA-C8F9-0ABECD5E8C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1475C33-4CAB-5D88-1416-35AF57E54A7C}"/>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A648EDFE-892C-79CA-9EF0-98E93756D03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D861F1B-8AEC-7246-9A06-0CC4A696E2D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4066BD7-91B5-B67E-AC3E-2E61246BC48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E29F0E-51D5-DB7B-9DD0-73129165EB5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0EC3240-A354-E609-B64E-A5777C46180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1231298-9097-6DB1-6129-806796EFAD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A7821D4-645E-64D1-36E5-B11AFA3C74E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271FC39-264C-249F-67CF-F64130F55C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941043C-8502-3CF6-685D-0892C9DBFBA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892CF10-9348-9954-8C10-DFE8A332B1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9DD62F1-3587-9991-0614-45B57D4108E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83E0C10-47A3-C711-DE43-AE97223EAD4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FF7A3CD-1FC9-5DB6-94CA-DA0BE3E7B5B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E76D55E-4D8E-98F0-25B9-481E697E3DE5}"/>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5A138266-E1F2-47EF-5C9E-C8C34B495E9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89BAC3B-A9EC-4EB8-17FA-1BE9F2D7930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E824FA99-6533-8B2D-E0D3-24E0D908B83A}"/>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BB1D902F-D295-63E8-1DC9-F811CD69356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1635043-ACBC-4717-8CF2-E8173D96100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80DB706-DF70-5E20-19E6-5A08A24ECD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209A2BD-E4CB-B8F6-A7C0-0B0C65BC4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D450C68-892E-74B2-E46C-30387FB1929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06950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B2F95-B1F3-9345-6111-FA83480A99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7E2E4F-6A0A-9FCE-FCB7-61DDA5B0C07F}"/>
              </a:ext>
            </a:extLst>
          </p:cNvPr>
          <p:cNvSpPr>
            <a:spLocks noGrp="1"/>
          </p:cNvSpPr>
          <p:nvPr>
            <p:ph sz="half" idx="1"/>
          </p:nvPr>
        </p:nvSpPr>
        <p:spPr/>
        <p:txBody>
          <a:bodyPr>
            <a:normAutofit/>
          </a:bodyPr>
          <a:lstStyle/>
          <a:p>
            <a:r>
              <a:rPr lang="en-US" dirty="0"/>
              <a:t>In the bottom center block, 2 is in Column 5. In the top right block, 2 is in Row 2. So, this is the last possible 2 in the top center block.</a:t>
            </a:r>
          </a:p>
        </p:txBody>
      </p:sp>
      <p:pic>
        <p:nvPicPr>
          <p:cNvPr id="4" name="Picture 3" descr="A grid of sudoku puzzle&#10;&#10;Description automatically generated">
            <a:extLst>
              <a:ext uri="{FF2B5EF4-FFF2-40B4-BE49-F238E27FC236}">
                <a16:creationId xmlns:a16="http://schemas.microsoft.com/office/drawing/2014/main" id="{0E7DCC4A-87E0-6183-30B1-79A02C043E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394F7D-1267-1293-78D7-2F5DB8419C8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FAB2FF-A055-6B7B-54ED-F30AEDBE47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332ED8-0C61-D77B-2D90-83FC240E81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CAC8B1-E597-CED4-324F-1EACADBE5E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72153A2-4509-1F41-0E48-6FED6DAE14E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01C154E-E80A-6C7D-2AAE-1B4D4D20688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E313C7A-A076-8198-0901-2D801E6D403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C72558-3822-F4D6-2A3D-71924AFBC69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C05A991C-0402-B254-19AD-23C8A3DB640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F0196FA-69D7-5059-415C-9D2643BB53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BAE8991-17F5-9A5C-94E3-C7B29108380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B37C8A4-B86D-7A3D-92C7-544213933B6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2F6AB22-9CC3-6B04-AE34-47EDE83E2C1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1C6D800-BBB3-CD8C-7897-BCCEE57539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9102F33-E863-7107-5346-00FA3D7A6C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F91D4C0-8AB9-2190-672C-24652B4B3CF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8C4E5D-961F-A2B1-D9D0-BF1D7956D35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676ED66-4F13-8123-41AE-1D2FB9B21F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D149739-1231-3651-A828-E8FA29085C2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EE8DA45F-7441-5403-A845-17542648426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4ED027C-ADAE-0362-A359-5332D8CF29E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3783D6EB-50B8-2C9A-4258-3D20DAB777A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56415A26-FA85-3BE8-1E67-11780212DEB3}"/>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344796AC-FF59-A45E-66C4-F1C2EFA1D14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39E1D2E3-74B9-798C-21DB-84CD6DA484C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024E59A-C180-233D-270E-BAB1E65127A9}"/>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540F7D7F-08B3-1B60-DD15-D37A81B2EE6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9E0FC45-26C8-4D2D-0107-8D3DA9B9F1D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DF857DD-C31D-E370-CFC5-38B5B4CFCB8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C568B6A-5B27-FA74-A3DD-6ACEC3DC58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E30CC54-BD38-F2C9-1F8C-4FFCA2F5914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318855-70AA-D496-A57B-C6C9F7A5840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70346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26543-445E-2EF8-0115-E322F6731C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089627-3837-E30E-3131-4ED76AA71D0A}"/>
              </a:ext>
            </a:extLst>
          </p:cNvPr>
          <p:cNvSpPr>
            <a:spLocks noGrp="1"/>
          </p:cNvSpPr>
          <p:nvPr>
            <p:ph sz="half" idx="1"/>
          </p:nvPr>
        </p:nvSpPr>
        <p:spPr/>
        <p:txBody>
          <a:bodyPr>
            <a:normAutofit/>
          </a:bodyPr>
          <a:lstStyle/>
          <a:p>
            <a:r>
              <a:rPr lang="en-US" dirty="0"/>
              <a:t>The minimal </a:t>
            </a:r>
            <a:r>
              <a:rPr lang="en-US" dirty="0" err="1"/>
              <a:t>adjacents</a:t>
            </a:r>
            <a:r>
              <a:rPr lang="en-US" dirty="0"/>
              <a:t> for these grey cells are now 124.</a:t>
            </a:r>
          </a:p>
        </p:txBody>
      </p:sp>
      <p:pic>
        <p:nvPicPr>
          <p:cNvPr id="4" name="Picture 3" descr="A grid of sudoku puzzle&#10;&#10;Description automatically generated">
            <a:extLst>
              <a:ext uri="{FF2B5EF4-FFF2-40B4-BE49-F238E27FC236}">
                <a16:creationId xmlns:a16="http://schemas.microsoft.com/office/drawing/2014/main" id="{A45949F3-26F1-9C6F-7296-8F766B498A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E6564D9-9942-BFE5-CE8C-45BBE06D3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FEF2EC-0D41-E3EC-321A-D76FBF2492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4AA74D-14D7-10FC-3CF2-DF2667BEAD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3ACBAD-C7F6-24CC-61E3-B0A401E85F7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FD3E014-D587-082C-17A5-2762D748CAF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5D68965-5CED-0B91-9806-245A16BDD9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9E350F00-42A3-2652-271F-D98CBCAE3C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610A8-E531-5F76-0C5A-6C7B7BD36DD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FCE0AEE-0120-8128-6423-009D5AC189D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3DE2A50-9E8C-E4B9-CC75-9B251BC38CC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AFDC60B-44E5-0AD2-2917-DC6CFEE4A3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AEE290-27CD-00CA-9D95-4019D7F928A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64556EB-11FA-8354-8556-773A8A94522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D842306-D84A-7F83-0745-83C0AD06678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753EFF0-B705-B2F5-8E7F-03DC6B4D7B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3F0F40-3226-C352-7C8D-29032391FD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488FCC-9F3B-653F-6BBA-10C96BC2C5E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4E4DB89-E32C-7ABB-C997-348D2678F07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D3C308C-B317-4A30-8580-2E9FB7657A6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0D8FA0B3-0E9C-427E-4C70-A7DCCF8AC83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A3E004F-D2FD-4517-29A2-4C7699153A9D}"/>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20EDE70-8827-BAE8-FC4C-6A117B76C13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B234BD7-42F7-10CB-6153-5BA6786A7B8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F948456-4C3B-5F57-E190-79258C73763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821EAD6-E020-B069-F8C5-CFA66ABE73E1}"/>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161B5B7-14D8-6545-C25A-44F88B5F8F4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4487C18F-387F-8F7D-4561-A79B515E67C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0DB25239-48D3-45DB-B109-4AA3EC9EB36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0F269E-A022-63A6-CB73-57BEFD8E82E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E2C3E6-13E5-4B3B-CE57-E42EEF4AE5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3513447-BDE3-EFFD-6FD7-CFA8751DAD3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37182C6-955F-6BF0-BB9D-902AFDED5A7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320157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0BC5F-3100-3EA0-95DE-BFE9389206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7189398-CD3B-2E86-9FD5-67A00E223548}"/>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3456.</a:t>
            </a:r>
          </a:p>
        </p:txBody>
      </p:sp>
      <p:pic>
        <p:nvPicPr>
          <p:cNvPr id="4" name="Picture 3" descr="A grid of sudoku puzzle&#10;&#10;Description automatically generated">
            <a:extLst>
              <a:ext uri="{FF2B5EF4-FFF2-40B4-BE49-F238E27FC236}">
                <a16:creationId xmlns:a16="http://schemas.microsoft.com/office/drawing/2014/main" id="{6E1B845A-F676-A3BF-8C35-F31A65E055C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1AC5A2-111B-BBEA-A8C4-71431DE4EE0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77BFAD-5A94-438C-0280-37B401896A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D74B5B-D88D-EFAD-90DC-496093D147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E0D43-755E-6F86-B9D2-8734C04854B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2F76B9D-3134-F4D8-25B8-371B7E26DC1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AC213C-405D-2179-6042-EEEFADC1231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2E0F949-B988-F292-BC11-5C48F644A94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0188C02-27A1-8823-C6CE-02294D43E3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9569F0C-DD75-28D8-26C8-17CBA144ED5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CF047D0-FE9A-F9A9-C72A-B004A3BCA2E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2208F852-1101-197B-332E-61D706D565A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3BA65E5-2AE7-7444-6021-13255FCFEFB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2BF3077-905E-EFF4-C2AF-9A14656B2C7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AE7161B-10C4-229E-1DD4-854A9326931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47A366F-AD95-013F-900B-21553060B97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2E947DD-1DCC-5501-416D-EC284A6961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5869977-751E-E5A3-7669-F3BEB3D389D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76EF4-F36F-62ED-ACA7-012B5FF40F8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9F1D53-9E26-20E9-B5E4-65AEBBE286D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044CBB2-C65E-D6F4-3BD0-AC37B378D0D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E1EE091-5D1B-F8F9-446D-279BB2E7F008}"/>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9F9D5347-E27E-A541-FE5F-C9F805EE1A79}"/>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FB5E3C3-88F7-8B25-EE92-D6F791B5C054}"/>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7B43AA7-E04D-8862-7988-EBAD51C017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CE61F29-BBCF-3149-D3C7-15EFF0F63938}"/>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3A41DF-0647-6A99-57F8-072051A9328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9694C14-B941-7F42-16FB-67E0435E7BF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50A2E46E-E442-1030-BCCC-09CCC9A0EE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8715008-64CC-FA9B-B220-8F2F3DCF9D1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37C20C-AB2F-3BFF-A2E5-8CF3D640E0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6E3F759-4468-C999-2CD4-F5642B1B88A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C8BC7F2-8A24-95E1-4B24-13CFBB6A02C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056856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F8E1-7515-9698-192E-7B26F125DA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0B6A74-1734-38EA-4195-25DB532C5EEC}"/>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235.</a:t>
            </a:r>
          </a:p>
        </p:txBody>
      </p:sp>
      <p:pic>
        <p:nvPicPr>
          <p:cNvPr id="4" name="Picture 3" descr="A grid of sudoku puzzle&#10;&#10;Description automatically generated">
            <a:extLst>
              <a:ext uri="{FF2B5EF4-FFF2-40B4-BE49-F238E27FC236}">
                <a16:creationId xmlns:a16="http://schemas.microsoft.com/office/drawing/2014/main" id="{EBFE08C3-A05B-ABCF-C305-AD63D81431C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C1EECA-A94B-6A14-61E8-0712364856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D4E22A-0CE3-FD84-1679-26D9EE7D27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FC8434-407B-06FC-0560-65451E0E7C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3F369B-9646-8B36-4973-4904007ED2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7428AF1-876B-E34E-9841-37846AD01F3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E96A85F-18F2-4054-A192-A4BBA3905B2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C272BD9-DE0C-2C6E-9332-D3EE6659DDE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31AA6C0-F999-7532-B86D-C7F4172CAC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FABF799-CB00-9A05-F104-246FFA47B38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B45422B-59A8-E993-4F82-B8412F19AC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C501FFF-BFBA-5C35-A4CB-349ADDB7695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05CDA56-5584-F8D8-5D6D-F30B314724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8F8E033-90B7-EE7D-AFDD-078A1323DF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8F32995-42BC-8FDF-4D5F-B235B60D388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5D1EE-3DE1-D3BC-5D62-32B8A72E18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A6CE6EE-5813-AD1B-58D8-ECF5B4274F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0087EFF-ED5B-0E51-836F-CB61344793A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F48A4AC-A0BC-19C4-83E2-03EDC6447EE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DFE6E0B-1359-9264-A3A4-E699636CC6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3E3D21E-0099-8CE9-D62A-316B982FD5D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F28F2E-2F6F-AC13-4196-190BF8B4A6C9}"/>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45F4806-36E5-0FBB-2158-501C74E3DE7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D9B78810-8F98-5712-6E13-FC36E2FF61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71B5AEF-1A87-2D28-B0EE-B876F41AF3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9044B0C-7951-0C66-7F3B-2C4AF3304BD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1325DB48-0EE1-6321-D575-2A6B33A0A3C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726FD92A-3162-CD9F-3E98-6866ADD19062}"/>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0D2E73-0714-2677-F7A6-B67AAABE075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4E852D6-6AEF-70B8-C8B0-659D1432182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D9757A1-DC15-3B58-E51B-D2894B38325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02FCFE4-CB6F-00D1-83D7-8077A3E389C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50C6410-E620-D26F-EEAA-6665D98BAED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00117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C3E8F-6ACE-DE36-AF45-4DCD55B2EC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68A546-D420-1E84-C136-EAAB8D283264}"/>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135.</a:t>
            </a:r>
          </a:p>
        </p:txBody>
      </p:sp>
      <p:pic>
        <p:nvPicPr>
          <p:cNvPr id="4" name="Picture 3" descr="A grid of sudoku puzzle&#10;&#10;Description automatically generated">
            <a:extLst>
              <a:ext uri="{FF2B5EF4-FFF2-40B4-BE49-F238E27FC236}">
                <a16:creationId xmlns:a16="http://schemas.microsoft.com/office/drawing/2014/main" id="{78B42334-8C0F-F743-B0D8-0AE7B412B2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B141196-D95A-FD36-B320-539A32DAA0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4667AF-BBC9-2A96-F64A-1868D415673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55BA32-6C0C-E0A7-BC3D-E1D842F1BD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E2CD1CA-9533-8AFC-5BA4-A440261661F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C08DBA-4ACB-6847-EFEF-D3321A0F34C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D0FAB05-8451-9C25-DAD0-5ACA121DFA0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FADEC13-EBFB-0432-81DD-34B3F74B3A3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3934F2F-1EFC-0C99-678D-10879DA2DE67}"/>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A1FC95A-D6F2-64B7-D215-80DC26B5D8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1A141A2-2624-8914-7F49-832BCB8FC0F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1E52CB43-6583-FEC0-819C-623EAC77C4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820DB75-AAE8-F7D5-FD82-72CC0BA1A2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D924988-C518-4D73-7145-A6A910A0B7D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17468FD-DA8F-DEC6-92C4-CEE73BE1D2A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ECEA652-05C1-0342-3878-29B0FE2C168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7EFCAB4-0678-F3BC-23DE-B156BE7D1C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1EB9A50-1CC5-AEA0-EF92-A1696F6EDD6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32B22B0-8F1E-CFAC-D9E7-BF7364454C1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8C1D19-31FF-A1BB-64B9-091D17773E0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1E93893-1E32-E457-3BFC-8997E138249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2BB15D1-90AA-B385-C0B7-3A5776442B8B}"/>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76720AF4-F670-21E5-C369-2A692E86352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AA6D32DD-2D92-46DE-1B91-9AD2D313AF3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E376F35-29F9-07D1-B165-7F6DBD16AABD}"/>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D2622B4-C66C-2C52-6B29-A0EEDA91837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267A212E-E0E3-4CBD-D5C2-BF7F06FB52F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C66E6BB-D9E7-F5FD-B50D-4594956A620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A185FF7-EA80-6745-B387-32C78869154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02F68F-E4C7-05C7-921E-0D859ACE985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15C13B-7BBC-D069-5727-04A17FA6159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5D75F29-B615-269A-EF0C-CC8D91EDFB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273D7D8-E58C-7BD7-1064-82A80907D1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5382902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7A184-E308-CD75-B511-9473C0B813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3EFF03-17D8-72C4-3C24-E00B05E6DBBD}"/>
              </a:ext>
            </a:extLst>
          </p:cNvPr>
          <p:cNvSpPr>
            <a:spLocks noGrp="1"/>
          </p:cNvSpPr>
          <p:nvPr>
            <p:ph sz="half" idx="1"/>
          </p:nvPr>
        </p:nvSpPr>
        <p:spPr/>
        <p:txBody>
          <a:bodyPr>
            <a:normAutofit/>
          </a:bodyPr>
          <a:lstStyle/>
          <a:p>
            <a:r>
              <a:rPr lang="en-US" dirty="0"/>
              <a:t>Complete Row 3. (White cells adjacent to grey cells can’t be 9.) The adjacent grey cells must be 6 or larger.</a:t>
            </a:r>
          </a:p>
        </p:txBody>
      </p:sp>
      <p:pic>
        <p:nvPicPr>
          <p:cNvPr id="4" name="Picture 3" descr="A grid of sudoku puzzle&#10;&#10;Description automatically generated">
            <a:extLst>
              <a:ext uri="{FF2B5EF4-FFF2-40B4-BE49-F238E27FC236}">
                <a16:creationId xmlns:a16="http://schemas.microsoft.com/office/drawing/2014/main" id="{BC3BF8E4-D680-CAC1-E087-8C589CD530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3D2F489-607B-81D9-76BA-CABDB83611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27DDFF-EC10-58C2-A602-657BBE748CE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9C9B2D-9DED-B2D8-3320-17BDBEBF81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F0E90A-47CE-A690-7E0B-887B382FA64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B27B55B-BA44-1AA3-2D3F-216103FD947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4DB3C7-C4EE-8841-0125-3AD9F021BA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0DF139F-D6CB-A3CA-E535-DC0279A75AA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8AC582-B040-DAEE-4B5A-48F55811150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7A9F449-7929-76CF-7C00-C34FBF795C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C1963E1-A286-0509-E6E6-28200729F4B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1342CC-BD18-22D6-1DDB-32322A129F6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2DB5E19-3CA9-02D9-F2CD-AE542A06E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03DDA64-C2B5-4D52-8377-F8B12FC8EFF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ECCA75F-47F8-CAD0-04ED-17DD4AAFC1A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9400A8-5E93-DA16-C4C0-17FE9EA5DFC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ED38B3C-7E34-EA02-592E-6F292C58E39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ED16883-0E80-4313-69C4-6E835046978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42C01FE-4CED-4F39-FA95-1548A3F112F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37BA92-A3E4-CE4B-5DBF-B37FC054EB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648E738-26EC-B0E5-D517-0E366B65A6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125F7EB-E54E-A0D5-A367-A58D937DCAF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A3E3B68-DEF2-E4DB-90A9-A612B14CA08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FD96087-2CDA-6ABD-4F29-BE13F714FB0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23779CC-1160-8624-4231-9191AD01C0C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DBF9A2C-E610-6886-0674-EFA75FD74F3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AFE1EC69-C78A-466E-C412-2613A5B97B8A}"/>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A610BFA-A086-CA1F-3B36-91C4CA3D0DD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2A3BA8FE-710F-A740-808F-4D84F50A076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49025C-5BCE-632C-C0DB-33ECA41E6B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9187571-1A2C-66A9-71C9-9415D5915A3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6CA83F9-87E8-B309-4443-3B0D7A9FC66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0103CB-DD04-ACE7-1329-233FA183CBA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4B27D0B-184E-1E4C-DF00-1675B89B63C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E5653BA-C200-B4AE-31DD-AE210A51D1D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EDD81B89-6D1C-6D5E-DC52-CCCF1DC971C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AC48DEA-ECB5-7B9D-6CCD-C764D49CE10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D393A74-99E6-2A3B-809E-CD33789590A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1974896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F74BE-05D7-4375-BEB7-04F0B857FB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D6DFAB-5F76-FEC1-782B-1C252EBF40CB}"/>
              </a:ext>
            </a:extLst>
          </p:cNvPr>
          <p:cNvSpPr>
            <a:spLocks noGrp="1"/>
          </p:cNvSpPr>
          <p:nvPr>
            <p:ph sz="half" idx="1"/>
          </p:nvPr>
        </p:nvSpPr>
        <p:spPr/>
        <p:txBody>
          <a:bodyPr>
            <a:normAutofit/>
          </a:bodyPr>
          <a:lstStyle/>
          <a:p>
            <a:r>
              <a:rPr lang="en-US" dirty="0"/>
              <a:t>Complete upper left block.</a:t>
            </a:r>
          </a:p>
        </p:txBody>
      </p:sp>
      <p:pic>
        <p:nvPicPr>
          <p:cNvPr id="4" name="Picture 3" descr="A grid of sudoku puzzle&#10;&#10;Description automatically generated">
            <a:extLst>
              <a:ext uri="{FF2B5EF4-FFF2-40B4-BE49-F238E27FC236}">
                <a16:creationId xmlns:a16="http://schemas.microsoft.com/office/drawing/2014/main" id="{DC77579B-8AA5-743B-520E-1132910682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7D00746-086A-6D5F-64B4-D85917C9AB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97E671-7A11-B490-EC33-37137DFF7E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E6847E-D9DE-1408-7AF6-46925E4505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4384C7-D10C-EBB9-E151-6A5543B527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E863C3-184E-A923-A6FB-5979B329228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F6692B3-9A09-3C3A-4512-1ECC225D412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B21FBA4-0F91-E21F-F0CD-94B5E4A14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07C99E-2FC8-1EB4-22F4-CCF5B6F1F46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BC55ED6-6082-2303-72A7-857728CB9B8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781F7B0-DED7-2FE9-80CC-0723E80495C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F667C8F-4F93-69DE-2BA3-09D6538CFE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F28F709-401B-68E9-248E-BFD86C3786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A0ED8D9-1CF0-78B8-D9B1-60802BC58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ECF1B0-6D1C-3318-0D31-26A126700A0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6AEC8F5-C932-71EE-095D-723085BEE75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9F4EBC-B573-A709-AC07-4C8AB37850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ABE55D5-5A5F-236A-3CD8-41C42B94392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49E8C39-8A87-115E-2077-B6B75BCB7B0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7B90533-6990-9465-C141-E0FA76FFFBC1}"/>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DCE6DC7-6990-4EDC-B51E-ED765980708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26CF791-3D87-C153-D571-D5A8E3CC229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632DE3A8-E742-DD57-B7BF-26C9DB40536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9A6601B-08B6-B96C-4BB4-1CCC861E556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94BD7CE-F524-ED3C-94FB-6DD016A1ECB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FB9D795-703E-C3D5-A41D-6E49428F23D5}"/>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4A998068-D9E5-B574-C825-C27B9368D04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ADDADB92-CF9D-ED47-E0E4-E2BFF9EFBF1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71B618-A9DB-0FA1-7422-014A2D8EB86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4A8104A-8838-0922-57E6-732747B0A5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1812CD0-297D-388B-E08F-791B0FE245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75FD075-C08D-01C4-0767-3E6C3BE5BE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F63E2F0-44CC-68D8-85EB-2AEE5552DF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0B3CFF1-7CBD-EA29-3BE9-97DE44EC48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AB81DA5-7589-A334-D0DF-2396FBD53F4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2800BB4-FFD4-5B5A-6422-6B1BC3FE485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FB40D9C-1734-99D8-EB9D-B21842A1F35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2199F1D-E818-2E0B-6EC1-7950AB07941B}"/>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1" name="TextBox 40">
            <a:extLst>
              <a:ext uri="{FF2B5EF4-FFF2-40B4-BE49-F238E27FC236}">
                <a16:creationId xmlns:a16="http://schemas.microsoft.com/office/drawing/2014/main" id="{1FCD0403-0B08-15F6-D8E7-E18DC3EF58B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78B7434C-8E90-12A6-3481-275A8491956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3" name="TextBox 42">
            <a:extLst>
              <a:ext uri="{FF2B5EF4-FFF2-40B4-BE49-F238E27FC236}">
                <a16:creationId xmlns:a16="http://schemas.microsoft.com/office/drawing/2014/main" id="{AFB770E7-4E22-6B58-0A93-15CEBA4DE05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29239396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34DC7-E341-C19C-942F-8A4500D94D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F503F1-954C-F153-1604-DCC6EC5AB5A8}"/>
              </a:ext>
            </a:extLst>
          </p:cNvPr>
          <p:cNvSpPr>
            <a:spLocks noGrp="1"/>
          </p:cNvSpPr>
          <p:nvPr>
            <p:ph sz="half" idx="1"/>
          </p:nvPr>
        </p:nvSpPr>
        <p:spPr/>
        <p:txBody>
          <a:bodyPr>
            <a:normAutofit/>
          </a:bodyPr>
          <a:lstStyle/>
          <a:p>
            <a:r>
              <a:rPr lang="en-US" dirty="0"/>
              <a:t>The minimal adjacent for this grey cell is now 6.</a:t>
            </a:r>
          </a:p>
        </p:txBody>
      </p:sp>
      <p:pic>
        <p:nvPicPr>
          <p:cNvPr id="4" name="Picture 3" descr="A grid of sudoku puzzle&#10;&#10;Description automatically generated">
            <a:extLst>
              <a:ext uri="{FF2B5EF4-FFF2-40B4-BE49-F238E27FC236}">
                <a16:creationId xmlns:a16="http://schemas.microsoft.com/office/drawing/2014/main" id="{D384FFA0-6BCE-B85F-68A3-8D0A3DA738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888323-50E0-4BFD-4AEE-AED2EBC892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AE9BF9-870D-C106-F53B-91A005DD9C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612349-D004-899A-E7D7-324C8038CDA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3FB8A5-9E74-FD70-83CE-17B236EC1AE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9E258B5-BC9B-E045-CE93-B46CC353DE2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27CBFE8-5C33-A246-3531-8ECAF61A114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66A5B5C-BDF0-DFAE-2FD3-35DD1A35292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E5E4BC-558C-EC05-2D2E-4A638E789C3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B10BE99-B8C9-47A3-33C1-FB835522F87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DFD7E3C5-BEDB-B12D-D8A7-4F312E31072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9FC133-B293-4D6C-13AD-6056EAA5636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71D18D6-79A1-F9D5-20E0-6693342472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BE1FCFB-8943-F62E-7B1D-4AB1F17FEB9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2A96C7D-5937-38B4-0841-47B507B0E8B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7262A87-9CAF-CC56-DBAA-075B3C9DDC1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7ED5DF8-B4E1-70CB-727E-C854300E1AE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56736A7-8621-0E9F-0386-3137D5A32D5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E3463BB-3C03-FC01-49E7-338A06E521C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9AFBB22-4830-BAA9-FF85-07F7DC041C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BD82992-BE9E-7F33-7258-0D82B08A0B5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5D7AFF9-AB11-207D-200B-1C0C8ACD803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8A8D70D0-B00F-5CAD-AD04-9E57D36E4BF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361A2AB-EF20-3840-BE46-2BAF14BF33A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FA726F4-EFEC-7C24-BC7D-E6791F71AB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0AC5E3B-599A-335F-0460-56DB4B28E58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BC7BC3EE-55F2-E5BD-C278-EF2A06D85D1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558DEDA-1DB6-FCB4-5327-42D1B382685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64958EE-EEA4-99BC-68D0-0362622EDC2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A567697-A5FE-89BE-CA24-EAF0E14FBDC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E77001C-EEEA-5FA0-F54F-20720CC557F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89D3780-A083-EE4E-3BF9-6CE5873111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8498B35-7612-5B8F-C7D3-E49483ED47D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4CDFC00-A896-3525-21B9-604217205DB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9A18090-9494-4F53-9FD0-DFDC9202A05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40D23EC-C456-7215-118D-EF1BB7BB31C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9F66E33C-6EB1-3B87-51D7-859DE6FFE7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82F63A8-CE8D-468C-9D92-FA2D3FF72129}"/>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E6AEFC3C-3D24-2F10-BF54-BAF1C234F46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BF38C179-6907-39BD-3D86-6C864DB906F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3" name="TextBox 42">
            <a:extLst>
              <a:ext uri="{FF2B5EF4-FFF2-40B4-BE49-F238E27FC236}">
                <a16:creationId xmlns:a16="http://schemas.microsoft.com/office/drawing/2014/main" id="{75B16E1C-D2B3-9430-9910-12548E0DE802}"/>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4" name="TextBox 43">
            <a:extLst>
              <a:ext uri="{FF2B5EF4-FFF2-40B4-BE49-F238E27FC236}">
                <a16:creationId xmlns:a16="http://schemas.microsoft.com/office/drawing/2014/main" id="{03FBF130-7BF0-6E05-F93B-358090F5444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5" name="TextBox 44">
            <a:extLst>
              <a:ext uri="{FF2B5EF4-FFF2-40B4-BE49-F238E27FC236}">
                <a16:creationId xmlns:a16="http://schemas.microsoft.com/office/drawing/2014/main" id="{D39116A7-201E-4D88-3C21-82CBAD98D44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6038328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3CF78-AAEF-E5F1-2BEA-E90497B9041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63A500-C04F-401A-BDE9-C8CA2348EBD8}"/>
              </a:ext>
            </a:extLst>
          </p:cNvPr>
          <p:cNvSpPr>
            <a:spLocks noGrp="1"/>
          </p:cNvSpPr>
          <p:nvPr>
            <p:ph sz="half" idx="1"/>
          </p:nvPr>
        </p:nvSpPr>
        <p:spPr/>
        <p:txBody>
          <a:bodyPr>
            <a:normAutofit/>
          </a:bodyPr>
          <a:lstStyle/>
          <a:p>
            <a:r>
              <a:rPr lang="en-US" dirty="0"/>
              <a:t>In the center block, 4 and 5 are in Row 6.</a:t>
            </a:r>
          </a:p>
          <a:p>
            <a:r>
              <a:rPr lang="en-US" dirty="0"/>
              <a:t>(Reminder: White cells next to grey cells can’t be 9.)</a:t>
            </a:r>
          </a:p>
        </p:txBody>
      </p:sp>
      <p:pic>
        <p:nvPicPr>
          <p:cNvPr id="4" name="Picture 3" descr="A grid of sudoku puzzle&#10;&#10;Description automatically generated">
            <a:extLst>
              <a:ext uri="{FF2B5EF4-FFF2-40B4-BE49-F238E27FC236}">
                <a16:creationId xmlns:a16="http://schemas.microsoft.com/office/drawing/2014/main" id="{8B8C8862-5211-B33F-F5C4-7186CC84DF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7680F4-AB72-F290-4883-9C14CD719B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B746756-44C8-9962-3FBD-D9C0D998E7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57AF26A-9BFD-C1F3-7EE1-C8C515334C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21A70C-EA72-33E3-B65E-A0425411C52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7D3F3D1-5F84-D708-E57A-D501C4DFFAF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55D78A1-45F9-0DE1-0C7E-F36ED265BF6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D919FAF-F6D0-71BF-BEFA-AB0A22935791}"/>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7954DD-A562-F1B7-53BA-AD9E06A22C81}"/>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86FB190-4957-F635-05B7-7A6C2025EB0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FF51D06-282B-EE46-39F1-37847ADA19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1DDF526-5376-3829-62D3-DDBC5915386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F3DE6F-19EA-4F11-6A0B-9BFE4E02B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79192C8-FDB8-C1F6-825D-56FC8490D4F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899BC33-83B0-7562-BEA9-B361D1926A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3C4781D-935E-0260-BD7C-E6DD43B7DB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D057708-CFAB-D330-4600-F1998D96B6E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0DB2052-276C-2B99-97F4-56A9CB370A0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62D9BF-95A4-9A93-03DC-4FE79F15982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7A11A34-2924-5C3E-C0B8-3CF0AB84934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3FB6D6D-B40C-4F3B-1F86-0E0C41A7C82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211D6BA-227B-B1B1-FA45-8B37441BAD2E}"/>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2AF17394-7563-0712-9CA3-44FE71CC861A}"/>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9EBF30E4-4A5D-E1F9-41D9-4500544CF6E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894EC49-69B3-F6AC-85C8-FF92C374187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C8FFA91-7938-BD4A-05DD-09173FCAB33B}"/>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FFB35AE3-0452-7B6E-4C73-D9C9EDD85EE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B506AAB1-DA94-621E-682E-75A691A7E33E}"/>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D1C2950-CCE5-9370-672E-8E4ACA09201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D30CD9-F1A2-D06C-FF37-AC3B3F767BB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4E7613B-9BD2-94D5-97A0-DDE83998D26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E49EE21-D0CE-8860-57BB-FF9A130855B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C4DF4FE-5098-8D1D-B60D-4008320414C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4CDD27C-07F3-1181-CB23-2C84658353F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984A6B9-E94C-0242-F305-2B88E5FF74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B01E8A1-4DCD-676F-06D6-1ADF5901F85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6B13259-A221-2073-A684-B1EDF1AA111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A188834-EEF0-610C-75CF-AC271D920533}"/>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49D6E71-30E5-25E2-51AB-3029B3ACD33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66C4143-A8F7-DFCC-712B-395A4B3A25DC}"/>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18E474A7-0180-CBF6-F78C-D4AF058B8E7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B3182F0-9119-6CDB-AAD7-189602BF8DF7}"/>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97CE3441-8504-5BAA-B459-45FEA12E6A3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4658A6C-405D-99F2-D243-7E04B265D0A3}"/>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32296834-E8F5-D144-695B-EAB18CD5CB4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D290613-1511-A1EA-49FF-40840B20925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993869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DB97-F4BB-96D1-AECF-D757C821CF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DD896F-B664-DC1A-E008-FDE8A92E9BC0}"/>
              </a:ext>
            </a:extLst>
          </p:cNvPr>
          <p:cNvSpPr>
            <a:spLocks noGrp="1"/>
          </p:cNvSpPr>
          <p:nvPr>
            <p:ph sz="half" idx="1"/>
          </p:nvPr>
        </p:nvSpPr>
        <p:spPr/>
        <p:txBody>
          <a:bodyPr>
            <a:normAutofit/>
          </a:bodyPr>
          <a:lstStyle/>
          <a:p>
            <a:r>
              <a:rPr lang="en-US" dirty="0"/>
              <a:t>Grey cell must be greater than adjacent white cell.</a:t>
            </a:r>
          </a:p>
        </p:txBody>
      </p:sp>
      <p:pic>
        <p:nvPicPr>
          <p:cNvPr id="4" name="Picture 3" descr="A grid of sudoku puzzle&#10;&#10;Description automatically generated">
            <a:extLst>
              <a:ext uri="{FF2B5EF4-FFF2-40B4-BE49-F238E27FC236}">
                <a16:creationId xmlns:a16="http://schemas.microsoft.com/office/drawing/2014/main" id="{EDBFCF5D-F120-A58D-7CAC-6460C7267E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B76FD5B-EF07-1405-4F44-84CC345F2C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92E64F-2E3C-2F2E-754C-6D7D7D37D5F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366225-D522-F914-2F39-A5A263AA8E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41F7BE-4AF5-6E66-5C7E-4028A4A8B59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08B7226-F8D7-2499-1987-9CDDDB257BC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F89D186D-5221-5A00-3EFD-75DD68A5AF2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3F160B-7849-9B1A-F73C-DA36CDE1D57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268CD-4553-189E-8F2C-9D0F5600A8E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FDB0C927-24A5-533C-AF6C-0A825DE2B7A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AE633F2E-153A-41C6-3EA6-8B06AF744B0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6BF9543-E68F-77DB-3A9C-DC370B3DFCA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24A8041-BDE2-E72F-A3DF-D26E79B7F46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A4CF19-55ED-92C6-99C1-95A807DE0A6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10271E-62FC-2EC2-077A-26988A3D37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4DCAD3A-A6BC-3C11-4261-7E8058CBB9A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25A8576-E8A5-ACEF-5BD6-CC90831324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C882B50-863F-8322-D8AE-ECD7E0F92E3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6E7D67-1BD4-31B4-38C3-036C811CA70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3F08FB2-C34E-4EEF-2B20-3AAFD0D2760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512CEDA-F21F-30FB-0B3E-C68FEC82D86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9C2A9C-814F-B94A-4B3C-C33224B60F3C}"/>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4374F11-F422-FA63-3EAB-ACBD08A5EA5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CD23AE43-08FB-2C62-6EA0-06B4ED9ADE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B2820A6-A537-B5BC-3AFE-9A07D4D28F0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F001642-97ED-7550-BF3F-B695CC88D696}"/>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2365A03-9C3F-5286-6784-B7EF79C6310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DA266856-2E82-F718-DB11-3859E8407B96}"/>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C0494BC4-C030-70DE-E5AE-773012838897}"/>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033533B-280A-3FD4-5F0A-562591E8F7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B07B4E0-A1AD-48F6-18B9-A8381A6C967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487376D-665A-1353-A76E-E05140869DD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0052EE1-8A72-0741-03E7-0C797E7728B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F1C4B61-04C4-383E-27EA-BF177E2AE39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7D2B76D-6224-4E22-E314-4AE2D5AE15C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5420859-23ED-6404-B929-6323691744CD}"/>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C746BE2-A29A-ED07-D5E7-96DD24A89EC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73FE766B-231B-273E-EC13-9C963978786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BBCE5B5-41A5-3895-B4FE-6EC22CD6E00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7B29ED7-D8F1-E8DF-D3E2-6212D7A0FEC3}"/>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6DDC82BD-149B-8EB9-D13D-DF0FA81A554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0667A0D-EBD8-AAED-DFC4-D03D7B56214B}"/>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F86FAE65-5D54-985E-1C6D-69B4AB98925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6E622449-794B-04DB-2BD8-871A0FBFE1AA}"/>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6F73A07C-6154-D1E9-8D61-AAF525FA59E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E8D8ECA-1753-67FA-75DE-45604C6F54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7271EFE5-F5FE-486A-CE05-30CACD393E7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273334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D7E28-608B-DE29-763E-CD3C4B2BD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7293E7-3D36-C9D4-8DD0-56A10D77EBA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C3232997-4D8A-45EF-D0C6-8565A3FD7F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3A6518-93BD-4530-CF61-14FDB26FFF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03F3B7-7977-81F3-E2BA-4499DDB153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B95089-4F70-51A0-13C2-A9FB1C8DC5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404F0C-90BF-706B-A1E4-15A753B48FC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DBA664B-4477-AE6A-43FE-74FD84FD48E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7A426E2-66EA-0D01-2FCD-3EBC1F6F836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FE7937F-5EE0-0639-116A-BA5C23AB00A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20B9C62-0DF6-6227-B7A1-2C9010FF9E8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341E3516-1762-1C0B-9882-A41BBA2E79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4136BF8-02F9-E9AC-F13B-0DE9024AE6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CC5441B-E5F6-CA38-BCDB-86C8FEC4AA5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99DED64-7A18-B371-2ABC-3A57B8B1B6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8862787-7F37-A45A-4FF7-8BC6D6D446E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040E7FE-88A0-65F2-1CF4-4DFADCAB757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DAA4276-D21A-2F12-72C4-E7ADED23EC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148081C-D39D-D3D3-4B81-5DAC85B95A6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9186318-4705-1189-D5CE-EBA42586ADC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4CC812B-941F-79A1-345B-B3E97EBDF413}"/>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AD8C463-BFCE-6001-9A49-CF398BAF90C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45BDFB3-5BFF-26F8-C64E-CC2CA6FA8CF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47A9BF75-39C7-F39C-968D-F8A30BA02DE5}"/>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1CE9014-8C87-6A76-5087-F7C06B5A8BD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10D10B00-3F10-6674-B4F1-95713FE16E8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3AC6D1C-80DD-AFFF-56F4-4F748B85B2A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A8C00A2-CD8A-0C80-DEC9-8E307B8BE7E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2528F5-1B5E-1E19-1A09-9221A0D59F4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0DED6C0-CBA6-EF1B-0D95-058DC5667577}"/>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D73F25-2079-71B4-763C-EB6B5702D80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456A83-5DB2-5F0D-1602-B295178B899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C86675B-6E3C-DB5E-A291-1D36508E00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99236B1-3977-C6CF-C516-46362B603BF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1AAE304-017C-8596-912D-E6BCF521F76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C892800-C7C5-E45E-E1BF-4171426EABA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4910B8-0622-96A7-AA93-166D3332A77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79EFA984-5D4B-8EC7-9258-0512351D23D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D6D1550-721E-C089-04AF-1A1736BBFFF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AEE6D6-A8C4-DD0B-E6CE-F500E92632AE}"/>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85F3EBF-0421-686F-CE0A-1B7F0306B51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072098E3-72FF-9258-1141-BA0F0F9A8CAD}"/>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D28D2392-416A-8215-E698-BB662128083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9DE262D-3E4F-3CBA-55D4-AFE2C8445275}"/>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D8EB9E5-CC92-D6EB-648D-9CD80A05DDC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44BA9C0-BCA0-3357-4055-DD61E59B2C51}"/>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0EF9FD0C-9483-76B1-8FEE-C381424F22F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445FFD1-B2B1-A23F-F9C5-28EB159C9A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2322DE2E-FE5A-780E-4DF7-EC18B253A24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37F8DF46-35AF-BBBA-26B2-9B648656F5B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8F452C4-0061-D33F-D01D-E2056507F8A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39324685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DFF48-EC84-7378-7FAB-FBCFF0AB14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D940B8-AF22-D1B6-9FA9-9087B2696C38}"/>
              </a:ext>
            </a:extLst>
          </p:cNvPr>
          <p:cNvSpPr>
            <a:spLocks noGrp="1"/>
          </p:cNvSpPr>
          <p:nvPr>
            <p:ph sz="half" idx="1"/>
          </p:nvPr>
        </p:nvSpPr>
        <p:spPr/>
        <p:txBody>
          <a:bodyPr>
            <a:normAutofit/>
          </a:bodyPr>
          <a:lstStyle/>
          <a:p>
            <a:r>
              <a:rPr lang="en-US" dirty="0"/>
              <a:t>Only digit less than 4 or 5.</a:t>
            </a:r>
          </a:p>
        </p:txBody>
      </p:sp>
      <p:pic>
        <p:nvPicPr>
          <p:cNvPr id="4" name="Picture 3" descr="A grid of sudoku puzzle&#10;&#10;Description automatically generated">
            <a:extLst>
              <a:ext uri="{FF2B5EF4-FFF2-40B4-BE49-F238E27FC236}">
                <a16:creationId xmlns:a16="http://schemas.microsoft.com/office/drawing/2014/main" id="{5FC432ED-E783-BA4D-3F0A-8EA852F088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B375767-C267-71CE-9130-725CBD80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FBE6271-E01A-C221-A650-A2373E0005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DF7CED-81D6-5905-6BBF-7E1D8F84B9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9344814-7DD6-EA70-6BFD-D03B2447F66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9476175-3A01-577C-F5F2-A0B4E5EB746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564B4E0A-5C8E-D488-59DC-41D5E13CF58E}"/>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B057A38-46E0-CFB8-4ACA-C08602CFDFF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410C3C3-B02E-5A63-6535-60E238409A3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D107DDD-882C-7D1C-E839-6323B86CFE79}"/>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0257E4B-A16A-705E-7F75-B315371D1E0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287769D-20B5-377F-D803-029BECC8015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59448F-BFF9-ADFA-D5E1-D1819378F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AC1D5E5-4129-ED23-BE4D-B2DFFC70ACC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7AC9D54-251A-1845-F3FB-D037C095974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0CD1B13-7716-F6FD-2159-0B3B1732C70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5367E99-3D88-BDCA-3516-C8396C8A593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9747D0B-6AF8-1F84-A868-AA9FDD03232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E7FB618-AF56-2767-2D1C-A5E38814AFF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B44EE7E-15DA-1456-57FB-49AEE6AFAAE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6624CAEB-D90E-38AA-55A3-00BBE4C7CFF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2D51C90-3004-465F-CE26-A1B5D7B896E8}"/>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FC95D1DE-455E-D069-50A8-4D6109C729C8}"/>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A5702C4B-3309-CB83-346D-2F0A8E1B2377}"/>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378BB59D-A1C0-BD4D-9B94-6C837F63ADC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F1A76A6-CFEE-961B-88B2-05E7CD6C0107}"/>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07DC81C4-C890-E0DA-C7D2-8526F9034F86}"/>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3BF74DB-CE6D-4CC8-0CF1-1F3858DC073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9A4F98C-D463-4DDB-B339-54187B1C44E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06AF32E2-F3EE-1EE4-D1E6-B36AF1C6F6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D201253-5809-1E1C-3E00-2AD0245F1D64}"/>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78F6273-DD5C-CF0C-5D61-DC69D96C75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44D59DA-6944-6B7B-3CD7-59EA937EDD5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350F019-1139-7E2A-8293-767B749EB32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C55C558-5A21-7703-3137-003852670D1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1EA42EC-DEB1-A7E2-CCB1-857787FC9D9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81A94B2-39FA-07CA-B037-195C368E068F}"/>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9F66FDD-A2B2-4E0C-C798-273ABEA0CF4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05D0E32-4FF8-20BD-6278-D7B651D777C3}"/>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7F75430-21C0-BCAE-2195-BEC29A15E95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DE32F60-9278-F6ED-0324-DC5B2725699F}"/>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C5C160E-B1BD-49B0-2229-E991CC6B1B8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B6E0EC3E-F79D-813D-B9AF-A05DF9C7CC5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4276EEC1-BBAC-C784-382B-79D6EF0E43C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BA974BC0-6197-950B-635C-E116B760A84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1312B526-EC3E-E59A-5D74-9A970C5C14E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27E0445-4825-A145-8809-97C56D4245C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051A6C-9497-1783-8337-2414CBFC828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02AAE25-7851-C004-0F16-C0F892B733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14281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2C65-13AB-1754-7F61-8BCB708E69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F008AA-86C9-C55B-476D-5A85BA8DBD8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60C897-1EC4-05B2-B077-79E18839F0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12DFBB-4AC0-5855-1214-61CE913F1C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1D2A05-FB11-1741-3641-8DFA86FBDE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5A404F-755C-D43B-FC0A-414D9DD29A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23C860-002F-4037-6489-0A42FF3D3B1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57368F1-A663-F143-D2C1-FE5760D1F44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9A7A33-6C9B-A2D8-DDA8-B9CD6FD153B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9BD97CE-EEB2-A1CA-409D-4E7E118288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4766F4-0B44-68AD-EF1A-238A487F12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9B9E541-6803-0F0C-492C-94151411981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C63B2EA-0317-BF13-3748-081DE6A29B4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F07FFFD-61DE-E530-8AD8-254A4CB6CB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14F0380-01F1-5692-79EF-E465C1493D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5053383-8AD7-9915-1AA9-9513C77CEF3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FCF40D-1024-09E2-C8D0-C76389D4521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0207553-B3C2-3859-D8F0-8F8DCA459F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2CAA11-9C6F-4E21-2C0B-F0FD37D8C07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CA2AE73-2C39-291F-334D-F3E048970B66}"/>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41E6001-251E-5687-D696-984D349A5C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DDC02A-1E95-2AAF-3612-01E45CA86D1B}"/>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4CB3582-2F09-B3A1-F111-8715C581B1E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B1416FB-979B-11F4-4162-777B125BC082}"/>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B9A842E4-DA6A-695C-30A6-24F9C6AFA3E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5D70E96-B372-9CA7-ED93-20A46FEC9E9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A2FE498-0358-7C22-21B6-734A8312156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BBD8394-790D-514F-6FE2-3BAA807E08A4}"/>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19B02D7-26F9-EEEE-6945-59BFEF66730E}"/>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E6797FB-0AAA-3EAF-576A-6D83D8F81D8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8EB1DC5-E7AE-D4B6-5165-B1498B7AC6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7FE133A-9814-0C42-7176-DD55EB912C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A59B2F9-C48D-5B9E-E50D-1905A444B1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68D159-B59A-BEE8-5A2E-B476A925629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093DCD5-9104-AB1A-C0F3-919161ED2D4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53EED7A-8B73-DBBF-383B-2217A11990D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204F56A-0F0F-A909-474B-B8EDB0FA1F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A11E803B-EA6B-B6FF-4C3D-6BBA2759963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586FFAB-7620-F530-27E3-81AA7681B87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D5DCF8E-25B5-55A5-F901-7E74335A3D1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2F20E6F7-C38E-9F76-4D56-CEB50DAD03B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EBDD8A7-E940-1FF5-8967-61A8AC1F05E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50A3368-9EF7-958D-6A94-52F5736F323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A6614C2-1F7E-6215-269A-2F66F45DF26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2FFE9A5E-BB17-3F55-D507-1CE532CFAC40}"/>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57E2814-DF52-C9E4-A856-8AD9E07AA31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718D3DC-DEEC-D056-1508-5000D10C003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45807CD-F610-93E1-F1DA-9C161459576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5D77497-4AD6-8986-660D-5D4CBEF85B3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EA620B1-455D-D551-837B-F16939F4172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0563E79-4119-86D6-18CC-7E0553D5AA3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258392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3BA2D-C234-9F18-6DDD-A6BB0DA04E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7447B5-5251-559C-B330-4975C1B9F636}"/>
              </a:ext>
            </a:extLst>
          </p:cNvPr>
          <p:cNvSpPr>
            <a:spLocks noGrp="1"/>
          </p:cNvSpPr>
          <p:nvPr>
            <p:ph sz="half" idx="1"/>
          </p:nvPr>
        </p:nvSpPr>
        <p:spPr/>
        <p:txBody>
          <a:bodyPr>
            <a:normAutofit/>
          </a:bodyPr>
          <a:lstStyle/>
          <a:p>
            <a:r>
              <a:rPr lang="en-US" dirty="0"/>
              <a:t>Update adjacent grey cells.</a:t>
            </a:r>
          </a:p>
        </p:txBody>
      </p:sp>
      <p:pic>
        <p:nvPicPr>
          <p:cNvPr id="4" name="Picture 3" descr="A grid of sudoku puzzle&#10;&#10;Description automatically generated">
            <a:extLst>
              <a:ext uri="{FF2B5EF4-FFF2-40B4-BE49-F238E27FC236}">
                <a16:creationId xmlns:a16="http://schemas.microsoft.com/office/drawing/2014/main" id="{2EDD6BD4-873F-9C7C-B51E-7D092FFB3B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122EA39-B48E-2189-A4EB-C01968B107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8C3BDC-870D-7583-2F98-9F86ED9E70D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CBB09C-AA6B-202C-9700-C9AA266944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DE0385-5B23-5FD9-136F-CCB7A2D8BC1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619959-2BE6-E7AC-ECA9-F22974075F9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A9B61A9-8958-6FD3-DAA1-BC2D34DB656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F43242F-B478-386C-0489-0C19B27E52D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B94FC86-FBA7-2A9D-C3F8-2395430C86D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279F9EC-8C39-4BD9-9968-B4C1E34B78D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5FDB7F47-8665-A048-E049-C4EC28196A4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8ACFBB-89BB-7F80-25A9-765509CBBA9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2558552-BA3C-DF20-C1C8-F6A59C072F7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9313714-754A-3CC6-6813-C3A65B8581F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E4D7C93-115D-3A4A-F77E-F2835C9D6F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94BEBC-F863-D6D2-540E-F2E2B7245FF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56712A6-B9CA-6420-F994-5B19E5F7530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85CB6F7-13A5-FBF0-25A2-3A859A859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E716CC7-4431-880E-41C0-C0874191AB4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996C4DF-B6BA-DEB9-A591-CF30723509F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7E0AFF6-3236-B3BB-2055-6A9C3047D94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135C543-24CB-3C08-05E2-E7E1FCE3A07F}"/>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27A349C-6F08-79EC-A249-515F23B7DC25}"/>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5E49A681-9E1B-4CBC-264C-3432365D48B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3697BA6-6315-C74C-2DDF-1C8629E0B04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2E893CD-C3FD-8933-B199-7FC4D97D08FC}"/>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3BE5CEA-C968-6ED6-9C14-BD539330DB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9A2C9F94-6F48-4C3B-BB5C-97D6D193F63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950B19-D58D-BE7F-9233-422143DDC21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92EC9DA-FF4B-3CA5-9E2E-3B4A982845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5F9CA49-B1CA-CDF3-0E23-54507284BF1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6CC3EDB-37C2-371F-336E-D9D3744D18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3E02CA6-0CD0-FFBE-ACA1-EA87B734255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9D58395-6A5E-F9C4-263A-4FCC043D23F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311E17A-95A2-859A-8533-240D1EE92A3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EF4E686-9173-B74B-94CE-B4D22913A0F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8CD9E-618E-0F63-CEC8-68E78348F00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E1D637A-EC2D-29DA-9D43-EDA32AEBAB7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4AE49B0-1A7F-CE55-AA6E-35FA179C1B3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8D1D31D-7AF7-003A-5348-BA41992697A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25C8387-51E2-FD81-1632-B941931CFE8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F60DAAB-D761-AC21-659A-23A0704928DA}"/>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66F3421-92DB-E660-ED29-5D3F868B62C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129A5DE-5478-DFF2-9DF8-C265E34E957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C2966F-7C98-054A-DB85-8D38D88CCB8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FF72BA0-AA13-0ACB-00FB-021213E0B3A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909B5C5-E8DE-5A75-5846-7938EB72E8B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906709-EE9D-8121-CE2D-6671E8905A1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DDF4633-A0AB-1581-7ABA-538E618892E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8922711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D99-6946-5928-7CB6-DC0F178ED6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89E4B9-D953-D10B-E61A-C60FAC0F5211}"/>
              </a:ext>
            </a:extLst>
          </p:cNvPr>
          <p:cNvSpPr>
            <a:spLocks noGrp="1"/>
          </p:cNvSpPr>
          <p:nvPr>
            <p:ph sz="half" idx="1"/>
          </p:nvPr>
        </p:nvSpPr>
        <p:spPr/>
        <p:txBody>
          <a:bodyPr>
            <a:normAutofit/>
          </a:bodyPr>
          <a:lstStyle/>
          <a:p>
            <a:r>
              <a:rPr lang="en-US" dirty="0"/>
              <a:t>In Row 7, 1 and 2 are taken. Whichever cell is &lt; 4 must be 3, and then whichever cell is &lt; 5 must be 4.</a:t>
            </a:r>
          </a:p>
        </p:txBody>
      </p:sp>
      <p:pic>
        <p:nvPicPr>
          <p:cNvPr id="4" name="Picture 3" descr="A grid of sudoku puzzle&#10;&#10;Description automatically generated">
            <a:extLst>
              <a:ext uri="{FF2B5EF4-FFF2-40B4-BE49-F238E27FC236}">
                <a16:creationId xmlns:a16="http://schemas.microsoft.com/office/drawing/2014/main" id="{2E1079B3-DFE5-A8F1-2197-B3DAED91D3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C2931D-7D07-8D9D-CAB4-3AE6CF78B0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B99773-8A4D-3EC3-5DBF-6E0989D140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BF777-CCCD-52A1-9EFE-98B6979E69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D64B9B-EFC7-1CBC-020D-CF74BE39BF3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C6A3344-409C-BC9D-C959-E9A3AE95C702}"/>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95CFCDF-135E-0C2D-2759-5A972FA9A7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49BC478-E6BE-5620-F938-0E5B68C434D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0D6BBB6-74E1-7428-4167-C629A85E3A9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75FB328-79ED-423A-36C6-AAE977B1D7A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0C2D1298-99A9-C3C4-DBB8-B5CB9D710B1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61F7D6D-F6FC-838A-819D-80D2D7EE627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3A203B-66E9-5DD9-1E77-100173F886A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12CD33E-EF3C-4FFF-56D1-2CC536A58AC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ED0290-358B-5051-F38B-BC64A1C04AA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3538408-9683-054C-4219-34AFB69D29D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4134524-D208-98DB-101D-A91D680E63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E204E37-9B2B-2CFC-FF77-BB20920C1C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F6AE6F4-8598-668F-95C3-2560BA6233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5649E6A-7543-51C7-8B88-F549AFA9EC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CCBE774-6896-E49D-C587-04DEE147E74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5EE963E-B761-09E9-ACA6-8A369AF8DF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2ED673D-7B3E-41AC-D922-C525361C852B}"/>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3C83D50C-AD50-E3FC-F320-941453A20F3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E8EF717-FE98-F5CC-E6D1-7511EB1B9C4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D923FE5-A0B4-CDCD-8404-62F5EA22655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DAC2D45-7984-33FC-49CE-99D273664B2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14254B1-6131-86FA-3B64-A5296E68F37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EDF77A-D34D-11BF-D753-77A0C8999EB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127D750-8E9D-9031-92AD-EE4A189ADE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37769DF-51A2-32ED-8A2F-EA8498EEC5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9C6FC9-D0F7-BF6C-D1D0-F6C61B2F26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ED8FB15-2016-800C-F5EC-44C9A738EA7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2FD9D02-BB6D-00A3-7A35-7DA7B565B89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46F1BF2-6BBA-6BE2-57FD-D585CC9AB32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FF6ED66-AA48-C2E1-D9B6-E21C6FD8C6F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C958AEB-EFDB-9686-43BA-58A5CA1637C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B1D2A31-CE68-28DF-8D36-00F4CFED92A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E87831B-58CE-9B70-8565-12607BD2433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1EDB3E8-9B40-B120-7F0C-2CE7575ED0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9AF5273-BF6D-40B1-C9EB-DBC96FDC4B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CA0B4B-55A1-9830-630A-32E49422B20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917425DE-0828-2213-4BE3-A5582F77F379}"/>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D379ECC-113B-4E63-A7CC-3788961F681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E9B435A0-BA81-A7D3-EE25-F406CFBC72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5F348B5B-EA7E-F553-798B-5F7E73EE59F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9935D15-3B93-BD6E-85A6-B45D66C0D97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CB279B1-D503-E618-834C-68827599E9C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8FDB19D-EF59-4705-24B1-F89EAD41AF4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F99D73A-64BE-47BF-24F0-E4A6303C8E5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3" name="TextBox 52">
            <a:extLst>
              <a:ext uri="{FF2B5EF4-FFF2-40B4-BE49-F238E27FC236}">
                <a16:creationId xmlns:a16="http://schemas.microsoft.com/office/drawing/2014/main" id="{F7F66126-76F4-ABD3-D55A-298BE7DC5E3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26970862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CCF78-9538-E3C8-1747-2778C7FAE6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21561D-A7ED-8031-6C4F-39E3AC619437}"/>
              </a:ext>
            </a:extLst>
          </p:cNvPr>
          <p:cNvSpPr>
            <a:spLocks noGrp="1"/>
          </p:cNvSpPr>
          <p:nvPr>
            <p:ph sz="half" idx="1"/>
          </p:nvPr>
        </p:nvSpPr>
        <p:spPr/>
        <p:txBody>
          <a:bodyPr>
            <a:normAutofit/>
          </a:bodyPr>
          <a:lstStyle/>
          <a:p>
            <a:r>
              <a:rPr lang="en-US" dirty="0"/>
              <a:t>Last possible 3 in lower left block. In the upper left block, 3 is in Column 1.</a:t>
            </a:r>
          </a:p>
        </p:txBody>
      </p:sp>
      <p:pic>
        <p:nvPicPr>
          <p:cNvPr id="4" name="Picture 3" descr="A grid of sudoku puzzle&#10;&#10;Description automatically generated">
            <a:extLst>
              <a:ext uri="{FF2B5EF4-FFF2-40B4-BE49-F238E27FC236}">
                <a16:creationId xmlns:a16="http://schemas.microsoft.com/office/drawing/2014/main" id="{B3C64BC1-0A72-D255-24EC-2429737CD76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51F777-E282-C0C8-362E-12F911B717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EDD2AB-36AD-9FF9-8E8D-18C50E8E680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5FB155-69EF-828C-1D28-042FDB62D48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0C1741-C305-AEA4-8945-F7403F8636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340F5B7-E408-E24C-AF4E-0B843055291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8EDDFD-A813-F5C3-8BBC-A78ED11C2AA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015DD8C-3B5F-103C-BE50-F902C007C15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C9C1541-4150-04A9-987C-1C23B560FA0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71195B4-23C7-5BC0-1147-C62FE7623F5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65640F48-18B9-3463-6160-8817F1713A3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AAD8432-A68A-35EA-7297-2DEE90728C4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847D3FB-8697-0C6F-6421-C5349E02C6D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AE559AA-FF1C-FC4B-0F30-3CE0CB829D1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D3C308-C6DA-09B2-205F-9E2F7B2C9E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0511B9-DB6E-ECF8-050A-9A6C6EF929A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96FABA7-9BFE-3188-AED8-13D978F6414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D66C590-E220-AF41-0F14-886AF60BD04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183C172-5D24-5B52-8C7A-1B867FFD5DB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191341-1F05-63D1-24D1-D4D45E87924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EF4ACC7-E087-AD03-0D71-DAD3994133D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995BB7A-970B-69CB-CF02-8F06B4DE0B1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38FC3F5-F7A2-6D6B-2A02-371A4C2A1AFE}"/>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04FE046B-14B2-8307-6120-78EF462620F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0F7171C-4DD4-2FC6-6F9B-0FA44FEB025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491CF6C-28CF-D2AD-F57C-79D2476DE98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FB0CA1D-1F34-665F-F74C-3C69D935B6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0DEB0B21-3BC8-E6E2-8AE7-619B6638414D}"/>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844398D5-A1AE-0846-3947-E113CBAD8B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CEFF704-5750-8FEE-DD9A-4F1840B1325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3E9CE7E-C2E5-AB3C-70FB-8D8C605903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68BA5E6-286E-0F8D-902C-4CA49832D49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438716D-9EF6-1993-4E26-969D45A8D85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6C2E6CB-7C8A-9883-A949-F6262956C8D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BEBDF1D-8F83-3140-118A-CD7D9B7738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2F2C868-ED41-F179-1040-3DC1CF9A6C8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B985A35-2322-6F91-84A3-B99B529B3B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062BF7AD-F8B2-66E6-898D-3C23B844789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146A5ED-AECB-3FAB-DF9A-EF9C6D778E3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4B3C17B-E66B-2774-59FA-D99E0501002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BA6263-2739-30F6-22DB-27CFA340D1A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A0D56E4-9161-FCAB-830D-E3E0EB1F6FA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ADDAC44-ADC0-F22B-C273-F29127504E2F}"/>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522BD7-35F7-201D-F761-6376AE72951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37BCAF-E5F4-5630-03C1-4C518099DD6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3CAB7D14-2FD3-53FD-A55E-BA77B99A3A2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4B3C04F-1FE8-981B-4E6A-68B75523DFE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1B423C9-6BFE-A8CA-9140-6ED1EC2A1F0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72C95BB6-7585-D7C2-5679-02FB8887EBE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39CE48E-2855-62E4-3E9F-58ED4477B8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5F540675-2CD1-84DB-8949-6F7EC1C73970}"/>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74E8EDF-9A1F-C039-17B8-98FF5192DA6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708991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A0500-3B14-C9CB-ED9D-DC2E1FD20B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F0C936-CD31-AE05-BD14-E949616EAFFF}"/>
              </a:ext>
            </a:extLst>
          </p:cNvPr>
          <p:cNvSpPr>
            <a:spLocks noGrp="1"/>
          </p:cNvSpPr>
          <p:nvPr>
            <p:ph sz="half" idx="1"/>
          </p:nvPr>
        </p:nvSpPr>
        <p:spPr/>
        <p:txBody>
          <a:bodyPr>
            <a:normAutofit/>
          </a:bodyPr>
          <a:lstStyle/>
          <a:p>
            <a:r>
              <a:rPr lang="en-US" dirty="0"/>
              <a:t>Last possible 4 in lower left block.</a:t>
            </a:r>
          </a:p>
          <a:p>
            <a:r>
              <a:rPr lang="en-US" dirty="0"/>
              <a:t>Last possible 4 in Column 6.</a:t>
            </a:r>
          </a:p>
        </p:txBody>
      </p:sp>
      <p:pic>
        <p:nvPicPr>
          <p:cNvPr id="4" name="Picture 3" descr="A grid of sudoku puzzle&#10;&#10;Description automatically generated">
            <a:extLst>
              <a:ext uri="{FF2B5EF4-FFF2-40B4-BE49-F238E27FC236}">
                <a16:creationId xmlns:a16="http://schemas.microsoft.com/office/drawing/2014/main" id="{863A740D-D4C0-A5A7-337F-BC676298E7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15CC71-1BFA-3A80-88F7-CB8354E040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078B91-31E6-6713-87EC-65763A086C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8AF61-F4FE-9898-A80A-FDBF993A4D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C049C2-6FB5-B870-A35C-33D23120B58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3C513CB-807F-AE30-BFA6-BE73E281FE9D}"/>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071BEF4-A052-3D37-49D1-D32E77E4F8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26C684B-EE89-C5F4-0FC3-1FD40F58860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2190807-6C18-ED1A-A3A8-B23C5EECA23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FF21E6B-7F93-D341-525C-3F064A03C16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CD4C37F-E780-9D09-F90F-50440FFDE0C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EFD61DB2-EBDF-8FF5-F511-64A93495967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132FE-C89C-BFC3-41AA-F20C6E5E8C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C496EE4-5EDD-86AC-B7A9-B241AC0691F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AA02725-F968-5FE5-27D6-39A532A3800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618F8C8-2FC3-F465-546A-9D6708C5FC3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7BA5951-1D10-65F7-4A5C-F385E2117C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4611CC-F844-3E54-B9C3-D6984E9806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5C2644-6CB8-33F7-C3EA-CCED465C8A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19C6B5-979C-CF51-14A5-D39FEE9DE62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5C12B29-C013-A783-CF3C-249C803AF43B}"/>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62EC52D-15EA-D085-4C67-29B4A75783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DC6434D-1360-9F1E-8DDE-394B6BA45DCD}"/>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606D4252-F99A-4969-5A9B-353AA1D5234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8CD5ECE-004D-1006-B8EC-D5558E93642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1F31DF9-0F70-43E6-4833-50AD2955223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00E4746-BE2A-FA01-9F91-067ADF93BAA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557679DA-F810-6CD3-4803-7043E4B559A4}"/>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8089F1-67B2-4A33-FF6E-7D55E575608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000B6F7-9E5F-C38E-36CA-846DC82E191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EC4F4C1-33E0-89BD-CAD4-753DD5DB77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A43A07-F733-1D53-57D2-81714A2208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329332A-DA82-86FB-C9E2-66D7B609075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6C43CAC-6DBF-19FB-F0A6-0D88C6E37C1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34D02827-DFEF-0329-7AE0-D24269DF035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CA51F6AA-50F8-2278-004D-0F3E9A63BD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66780DA-9F05-2BF4-CC46-8832BDA17E4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32F0EAB-7AD3-6FAD-A8AA-E889FCA87D1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8E51655-ADA9-2FD1-F328-19B5791A58D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513AF90A-810C-3846-10BD-588CC8A62F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56AE40C-C4FF-06AE-DF38-A96593A1F88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9D11D18-9873-6EA9-F27A-A757AEE6313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EBC0B42B-0E44-0E81-C239-46A58588014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956BD7C-5863-3D15-9032-537ABE660D8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A1A1BD3-70E0-CDD9-4B5B-D366FEA3A8A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80AF282-0D9A-65B8-62A9-E2EBBFAD5A5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255BB97-D21C-6646-74D7-66CF89BD713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E2B95C3-173A-F0C2-1CC4-50EC2A3782B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5D162A7-889D-138F-55F0-01DB346666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AF497AC-FA75-C996-B69F-6B2D98281E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CDA0B92-19CA-BB38-4D04-D68BA5A8730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00075D3-4D33-5AC1-6CC2-73AC0896CEC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0E6245A-12E2-4E84-A5EA-32C969127B6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49127B-F061-B0B2-F924-88C5BD9EEB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315506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6BAE5-272B-9A2C-B701-1810C0AB0F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CC56E5-9285-01E7-5CAB-A90AFAE3584B}"/>
              </a:ext>
            </a:extLst>
          </p:cNvPr>
          <p:cNvSpPr>
            <a:spLocks noGrp="1"/>
          </p:cNvSpPr>
          <p:nvPr>
            <p:ph sz="half" idx="1"/>
          </p:nvPr>
        </p:nvSpPr>
        <p:spPr/>
        <p:txBody>
          <a:bodyPr>
            <a:normAutofit/>
          </a:bodyPr>
          <a:lstStyle/>
          <a:p>
            <a:r>
              <a:rPr lang="en-US" dirty="0"/>
              <a:t>Last possible 4 in Row 1.</a:t>
            </a:r>
          </a:p>
        </p:txBody>
      </p:sp>
      <p:pic>
        <p:nvPicPr>
          <p:cNvPr id="4" name="Picture 3" descr="A grid of sudoku puzzle&#10;&#10;Description automatically generated">
            <a:extLst>
              <a:ext uri="{FF2B5EF4-FFF2-40B4-BE49-F238E27FC236}">
                <a16:creationId xmlns:a16="http://schemas.microsoft.com/office/drawing/2014/main" id="{C5CFAAC6-8374-AD94-1D89-1ABC4C78E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02CC187-9BAB-A94A-6C4C-7320222EEF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F3198A-9725-B554-92C9-2BDAB69A96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6C27588-2DDD-B971-3553-B2B09EE017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F0FACA-0A52-D4F8-D84D-5E219CF06B1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86D5E5B-5DD4-A304-00EC-DD41F2918B0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A0B7B69-51E8-2B18-F655-15492D6DBDB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9924476-8BC0-D239-D00E-2713E23E2E5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A236593-EBD0-F366-3721-0C1798F5D9D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A4725D4-B8AD-E1D2-2617-C0AF1C8A951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6B3DBCE-E4F2-27A0-5458-0B6FE06A35A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029A85D-D30B-9F39-6C8C-898AB828A56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6853E87-538F-0672-CE97-25081B371AE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48AFE0-9D03-4F3D-2577-E340C11068F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BD27CA2-340B-0DB3-7AE8-DEA90CE5B4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341626F-46E8-CA80-043C-79C8B83B4D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EB12247-1192-D7AE-6BFC-A9EC1FE268E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6266AA9-F8B1-0D15-B595-A144DF0359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C4CDF4F-6CE5-AD9D-9B7D-3EA02FB5254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20196D2-4842-599A-6FB4-7ABAE93C1D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F90F9BC-054A-7AEE-4D60-ED3375DFA26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AEDEB10-B266-3041-D086-42DF73C717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2A8DDC6-5EA9-1966-2ACF-87D947335854}"/>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B0004BF-9120-DD15-93E8-8F8B86188CC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9792B27-7653-877E-41C6-11B8D9D52EB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CAF4CB9-1E8E-8E72-EE76-0BFC26EEB36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1F2A443-1652-6F7F-48F6-EBB4C0DD28E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30E844BD-AC1E-1B98-BE86-3585FD32DED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A629AF5-DB3E-47D7-256E-4695A11DA79F}"/>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6FE121F-8ABD-F8C0-7CC5-F93E5BC663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C723615-ADAD-D227-16AC-8B59004060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8A8D37F-B72D-5C80-423E-7DB2F0D2440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A3C7C43-68AD-C584-B126-931DF6CC2B8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34936E9-51E4-661B-57A5-367F0015608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DE340B6-402F-BEA4-A12C-BADC379D30F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82F5BDC-C551-12BF-63B0-490677BCA0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BD9014F-9619-B701-1722-280E3863AC3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DE348A9-F05C-DA1E-558E-F4F244A4567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7E2A14-A3E1-A940-18DC-1AB7F3F9750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51EA642-7F2D-4C02-7291-4238149638C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C8C4B5B-B0FA-FD9F-FE03-3C5B484B052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8198A17B-3B88-81DC-028E-B63379A6F5A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D1F07C-0030-F250-50B8-7A7A5838709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B811DA8-1779-E5F0-71F4-B3C8336B104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F1E705AD-C9BE-3A92-6F13-6F760A0AF8F2}"/>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2A11E63-6E50-75D2-6114-18BE684C43D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1131717-DD2B-BCB0-BB88-080D8CDB58B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CE07634-D117-B4FB-7989-4C55AD10E0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60A7969-C1BD-FB6B-AAB6-0B63D47DA8B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6EBD0AF-9D98-3B57-CD7F-BB642BD7C43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5DAE9B2-5D1C-6303-E92D-75668DE261B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71B03538-D9F6-E82A-EC0F-F68A934002A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2E65CF7-7A19-1BDB-0B09-752B9137494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F14A117E-709E-EE2A-F6F2-02FB2D6A775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8579834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28D97-7003-52BF-278D-6FC39E5EB6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98BFC3-7891-1975-B2E3-F1AF8EDF623E}"/>
              </a:ext>
            </a:extLst>
          </p:cNvPr>
          <p:cNvSpPr>
            <a:spLocks noGrp="1"/>
          </p:cNvSpPr>
          <p:nvPr>
            <p:ph sz="half" idx="1"/>
          </p:nvPr>
        </p:nvSpPr>
        <p:spPr/>
        <p:txBody>
          <a:bodyPr>
            <a:normAutofit/>
          </a:bodyPr>
          <a:lstStyle/>
          <a:p>
            <a:r>
              <a:rPr lang="en-US" dirty="0"/>
              <a:t>Only possible way to satisfy &gt; constraint.</a:t>
            </a:r>
          </a:p>
        </p:txBody>
      </p:sp>
      <p:pic>
        <p:nvPicPr>
          <p:cNvPr id="4" name="Picture 3" descr="A grid of sudoku puzzle&#10;&#10;Description automatically generated">
            <a:extLst>
              <a:ext uri="{FF2B5EF4-FFF2-40B4-BE49-F238E27FC236}">
                <a16:creationId xmlns:a16="http://schemas.microsoft.com/office/drawing/2014/main" id="{400C7892-14FC-756F-01C8-C20B1AA614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AD6177-5AFA-A7DE-A249-AAF78FE276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912BB1-C06C-5074-B41F-F5253E9CA5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129907-9162-275F-B057-6E2215DA2F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ED1738-9931-98A2-4F88-B5ED84A1DF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F08611C-7F57-6B56-18D5-B3BD4F8229B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E0F958B-0D47-F5DD-4B43-613E4A374C3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21BBEC7-D9F3-15C9-3CF7-C9C2DCE56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9DDE14E-EDF4-5C91-B5BB-3F208922AF3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C04F331-3834-1AF2-9512-AE6E842CACC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D49AB3D-5014-A1E1-25C3-3D01740B95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5D6FA40-482C-8DB5-D02C-C932A424554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EF3052F-2EFF-F37C-F17A-DABD69B29CA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4229132-11D4-5898-EE69-6C4180603D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BC3C55D-8055-882B-5D40-53B3716BE0C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88E684-F8D4-E4EC-0542-DE8825A0F8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6BF7356-04AF-0E00-AF55-D4E6B4F878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8AF3BFE-01A7-E2A1-9EFD-9D05784A5B9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3EC0202-39D2-2AC9-4048-340FF79FC8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79AB60A-183C-24C5-6C38-1F4FE0AC80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094B662-897B-F7FF-02D2-2CF92612A9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7B37FC-5970-239B-8DFB-6562594314C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8E8281D-F8F3-07F5-BA0E-E8BD1F8B9FF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40F15BE1-5246-78B4-22E3-C15F594D05E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0F19441-E852-7545-BE78-8CCAA85A3F0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F80AAB54-CEDA-DF54-D464-1A3282D9E4D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B45C14F-B786-EB61-B56D-50A2A8C8F7B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76ACB2C4-BA07-082C-FD5E-84130A37A2C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023AA45-D4CC-9E99-D604-D81395327C4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543E419-9984-1709-749D-2560D23B86E2}"/>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2FAF7D-A756-1766-745E-7B23C9B5EA0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BD96A6A-E855-16D8-A467-38DE759A576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1432316-6B3E-7234-EAAF-1C68B42E7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957C7DA-350E-9B1A-8310-4CBBA78369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77FC941-326F-A065-0906-40C35D08156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11BA05F-C457-3010-8B16-ADDC8AB959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90B84B0-A1C7-ACC0-C59A-0E362141F3C4}"/>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9BD930B-E51F-28CE-9803-659ACF7EF4A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C5A9A7D-3DC0-1295-A8FC-F8E0EADD460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A9ABB73-29E5-9BCB-0EAD-188BF28ED2A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1EC65AC-CF3F-FDFE-5825-5DDC7A509E7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5BDC9E6-0FA9-B75C-CA12-02D03B57B466}"/>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1A7D0194-EA1F-22D5-702B-B6C5E18E995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07FFE4B-F0F7-4D97-E439-47D71E74618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34A3393-3D07-1F0C-DBD7-9D1266DDE6B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017BB97-8731-56D9-D601-52C7453A03A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EE32510-EEA0-889F-7580-8D6E4783758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B29AEDD-23B8-0542-3312-81EE5FE5CF3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366AC96-1EB3-FBC4-0579-8CAEEE83BDC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FFE3EA4-12E3-BC16-7F58-0024AA096F8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8CDCA2B-4E2C-32BC-1550-74459353BD7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D3EFE77-1856-6E83-7F6C-E8FAE4A95E3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D5F5C60-5D1C-684D-75FB-ABC21405AD6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1EF138-A550-C238-23C7-6BB80A1E68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C94E7D3-8AE4-DFC9-C917-CE436E26CD9C}"/>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966282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3D7FF-8737-0A1D-7549-AD5BFBAA82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82DFD-DADA-E2AD-D484-A1ED2C8DB21E}"/>
              </a:ext>
            </a:extLst>
          </p:cNvPr>
          <p:cNvSpPr>
            <a:spLocks noGrp="1"/>
          </p:cNvSpPr>
          <p:nvPr>
            <p:ph sz="half" idx="1"/>
          </p:nvPr>
        </p:nvSpPr>
        <p:spPr/>
        <p:txBody>
          <a:bodyPr>
            <a:normAutofit/>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1C3EC51F-882C-2F16-980D-CD5620F129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3470A3-EE0A-C1D6-52F3-09515F9C09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AA62F8-A9FC-96F9-0C5E-889D8DC19FB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542922-169D-AC79-4E74-6CCA56FF1F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B314C2D-BD55-0337-873F-673A3862AB15}"/>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BAE0FF7-3235-D43A-324E-21EF7422BFCA}"/>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96E4FAF1-2109-5E49-5DE9-3EE3D817741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D6B0A50-EA07-2C4A-4FEF-AD6B2D63815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C3B9392-C445-2D81-F5B2-07455FA3AA8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7A84B764-0E85-3D5E-DC96-93A38749C32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077BD00C-46BD-8A2E-0811-63CF2C3CEEC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0122F64-AC76-B576-487E-EE05B76995A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A98E74D-4CA2-9E88-B62D-75AD893CFFB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C5D3C16-B31E-AF0D-200D-E3C2EAFC1C0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C56F1B8-5B1E-E4E5-A715-A3E384636EB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E93E45C-584E-1A0D-3CD3-59E3341CD69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DC4613F-7E42-BF3D-44A6-5B8D62733A1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282A222-289B-0CF4-9151-AA6A24E92E5C}"/>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7A227CA-8A26-9B1D-7297-1105CC7DAEA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3A346C-E982-2F0F-3F8B-41B3D96F13D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01F4135-4F0A-BEC9-9C63-98AA12941B1A}"/>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56604FE-CF71-045B-3199-6D7073C8B580}"/>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6325B56C-6B46-4E25-49F9-840460C24208}"/>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F0DAAF0C-E37B-AC89-3689-E9EF3C9527E4}"/>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1F677B-57FD-2CB8-D46D-3E605D07D04D}"/>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460828D-3745-8310-F8F1-5E20B1FAF4F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0C4FFAB-DB59-9821-C6F7-873560DB663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BB373297-7E6D-D319-2333-42A7ACEC3C3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7326B7D-EB6B-05A5-05FB-50BE73973F6F}"/>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C8CF96D-5BDE-BCAB-0F0B-D1621F91F904}"/>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95D863A-2CD9-35F9-7B29-7B69C484231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762B7C7-F4E3-103B-2C0F-E16898BB0E6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8D19A63-25B9-97DD-A9AE-41122834F50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749707D-6A2C-57C3-2342-7E62A2D579E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9DB0C65-BFFD-3C31-8B82-80B653D24D7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3835064-9C0A-16D6-C66F-686BFCAC597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BDB1CF2-4BAC-696F-22F5-5E36173D23F1}"/>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46A28E6-F4A1-3F60-30B0-8CA82907D885}"/>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8A23354-A6A2-1DDE-4F00-295F9FCB9F2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90F0866-77E5-308B-6C3C-5EE897DCDAA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A753FA8-352F-3F1B-1D62-5BDAC0D7FE6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E85121A6-DB06-B8DF-0836-613DA4AF2BE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1AD6720F-0CB6-25BE-1101-1F3DDED7A300}"/>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65D6A2BA-B9C7-F8D6-1BB1-846A52286A1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8B3AFB77-24D4-FAB1-E9A8-1FB2D5AACEC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5B576F5-E713-A3C5-C577-A0B4AEF5B413}"/>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4A6869D-FCB8-F041-DE01-C72A0D689F1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668679E-F4BB-1449-CE7C-A97B75F1866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7A942FD-79E8-DE18-762A-2D21B04D759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1248D92A-342A-EC22-8C92-57453610752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20B2578D-5146-E94C-64E9-41AAC0EC2E31}"/>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3672A48-2696-29F4-CDA0-29B9F956A85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E49C518-9987-F0DB-4843-AE59B524BED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AAA2D82-B87A-87AF-CE22-551DA7982EF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36578562-A6BD-64E3-ABCB-106D6E963A08}"/>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5B86AEE4-786C-5F6F-21A0-231984F984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CC99CD65-B25B-B56C-33C7-D19C349CE73E}"/>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6821184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4AA95-C63F-8153-FCFC-0597D9A5D0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3E787A-99CC-1483-0598-433DAC894C53}"/>
              </a:ext>
            </a:extLst>
          </p:cNvPr>
          <p:cNvSpPr>
            <a:spLocks noGrp="1"/>
          </p:cNvSpPr>
          <p:nvPr>
            <p:ph sz="half" idx="1"/>
          </p:nvPr>
        </p:nvSpPr>
        <p:spPr/>
        <p:txBody>
          <a:bodyPr>
            <a:normAutofit/>
          </a:bodyPr>
          <a:lstStyle/>
          <a:p>
            <a:r>
              <a:rPr lang="en-US" dirty="0"/>
              <a:t>Update grey cell.</a:t>
            </a:r>
          </a:p>
        </p:txBody>
      </p:sp>
      <p:pic>
        <p:nvPicPr>
          <p:cNvPr id="4" name="Picture 3" descr="A grid of sudoku puzzle&#10;&#10;Description automatically generated">
            <a:extLst>
              <a:ext uri="{FF2B5EF4-FFF2-40B4-BE49-F238E27FC236}">
                <a16:creationId xmlns:a16="http://schemas.microsoft.com/office/drawing/2014/main" id="{5AE4638B-E302-3A90-EFA0-D5B0153EFB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CC9EA58-6752-0365-6B0A-B00E9313AD5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C906A9A-50D8-CD32-5B20-2302EE9AA9F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611C65E-BCFC-4C55-EDCE-641AEF53AC1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D21071-7579-B99C-0922-D17EBEDE9F6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B6AD52B-B2BE-C324-A0F3-B09A27537C6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5838EA0C-A6B7-9076-3A18-63DAB009F11F}"/>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0C09B9B-7C7C-EA70-0603-A592F8128C8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2BA891-5127-241D-737F-C02C73D52F5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421BA1B-150A-D781-5FC5-AEACB7692A6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61178C3-829F-AECD-3BA2-88A6D4B878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23EBC806-1C95-1581-B5E5-892FE5FECE2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02A0E4-C544-4143-A5EF-80354CEC184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937C09F-C96B-50D9-51A7-68EB32B4901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178CD90-5000-0359-77E2-69A23D21297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254E58D-0379-4976-5539-17245531911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6C4BCAFE-A21F-3D7B-44F0-B41B8534DC7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02CBD03A-3F33-2CD6-E5E2-E778BF71432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DA5B39F-46C2-8554-DE94-FB2A7679FE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3B08E31-23DE-BB32-2082-7D1DB9AAD35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0FE0A4A-74A3-7F19-95EF-DDEFB7FA0FD1}"/>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C77A761-921A-14D8-E640-65640FBB4D1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EBCD2F8-1579-DC36-4DA3-1BCAFB222DD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EA485FD5-CD52-0BB4-DBEC-E60ADBE9EC7C}"/>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52088BA-DFA4-79BE-3834-C3DB8407724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9C3692B-3461-9468-A51F-DCD743035385}"/>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12BE929-7880-9532-0457-74123C5DB634}"/>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D5C719C7-0714-A668-63D8-C8954D3C6F3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A03AC72-A150-CF22-51E7-0C71BDE44B5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220FE3D-F059-A0F2-5FB6-1671C1EE1192}"/>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02E8CC4-1011-E177-DBBD-D981A9BE8E0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E2830E0-D62E-8E82-D8D3-F4BD36A1641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B45B210-93A4-430A-3932-28B063DF0C1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A44A823-050D-68D4-2E58-F3AE3646E8A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BCE9A50-9405-7F8A-4323-53609ECF1E4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07354DB-9B58-4D80-43B3-084F8E6462C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2DA6EE01-5C86-C293-C67A-EFD10D3512DE}"/>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7DCD281-4783-184D-901A-4B28E32D14C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9EE4E6A-112B-6D5D-8C63-220D9C0C6D8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B303531-6F2C-79C8-BA2C-2211BB39CFC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A3C42D7-ACC6-743C-71CC-80D5ED1E88FA}"/>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E192A20-7D58-180B-C56D-86D32640B282}"/>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4E1D984E-6F94-B570-A060-6E5EA4F70D4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1195CBB4-4545-AF91-CE06-373C71ADF20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0F92141-8102-4784-E6CB-3B0F2DBDE89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8E19A267-A36E-58EF-03F2-62131A5BCF9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1942194-5635-97FB-5E07-E4FB55D38E7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27AC0AB-836A-CAC4-3DF4-96B886BD8F5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5FFCD13-9B46-60BA-F960-8CA530F5F4D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9199245-9F46-BBD2-0BB6-42F186880AA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B24CE7FC-4BE5-6419-05D0-D09C379D8FB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E1005D7-4D01-9C89-73D0-D0DD23215A8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07FEAF4-50E7-99D7-FC41-728CC65A704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F1D6FE1-96AE-59CE-292D-7C581A0110F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40A70691-6BED-9652-DC35-53EFBC78FF3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48F4E273-1871-4643-7A54-739DF3BB0BF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A66D409-240D-EF0A-20DC-00060B015C7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13956606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0DA17-240D-2F47-26EF-9A8A1476747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D8899D-E091-95EA-EFAB-2D63CC67AEBE}"/>
              </a:ext>
            </a:extLst>
          </p:cNvPr>
          <p:cNvSpPr>
            <a:spLocks noGrp="1"/>
          </p:cNvSpPr>
          <p:nvPr>
            <p:ph sz="half" idx="1"/>
          </p:nvPr>
        </p:nvSpPr>
        <p:spPr/>
        <p:txBody>
          <a:bodyPr>
            <a:normAutofit/>
          </a:bodyPr>
          <a:lstStyle/>
          <a:p>
            <a:r>
              <a:rPr lang="en-US" dirty="0"/>
              <a:t>Complete lower left block.</a:t>
            </a:r>
          </a:p>
        </p:txBody>
      </p:sp>
      <p:pic>
        <p:nvPicPr>
          <p:cNvPr id="4" name="Picture 3" descr="A grid of sudoku puzzle&#10;&#10;Description automatically generated">
            <a:extLst>
              <a:ext uri="{FF2B5EF4-FFF2-40B4-BE49-F238E27FC236}">
                <a16:creationId xmlns:a16="http://schemas.microsoft.com/office/drawing/2014/main" id="{F058B91C-0356-6ED5-7B42-A7FF9665727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D84A7F-0D41-BD8C-A1A6-23A5CCEE4A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76DC00A-625B-A79A-9DEB-AB01F925B59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A54D09-D22D-72C7-BF44-2C9CDB1FC1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77738BC-E939-E7B4-0CD8-1A259C08C8C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3C0FD90-81B7-6CCA-C920-2BA633F8726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22EF832D-F8E4-C505-C91F-A38FA3A951F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4115B05-50D3-9932-5841-1FE3987B489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42A45E4-5BFE-28BF-7447-BFB32EB1E2C3}"/>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97A62376-B179-7D09-7924-A9BD100914CE}"/>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0BE30B8-CD61-C2E1-3BCE-7639778FADE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2D71FE22-323C-C5B3-F480-341DF7872CF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486E782-CA75-A022-F86E-A3C04BD30D9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6969DE8-4487-62CA-F692-E99AC6398E0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A2B3696-BC01-643B-FDAD-7604D1016D5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0893B16-DF6B-C09B-E3E6-EB856B8733D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71F2FBF-FCA9-8D70-DDD4-A7FCA9AFCAE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7266143-3509-EC70-3510-326B9EF9AE6C}"/>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87B7466-4DFF-5B2F-26F9-88E6338DCCA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BC4B0A4-70D9-2344-63E9-639EEFF65906}"/>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7DC16FD-C5ED-0EFC-2989-C8FFC2DBA59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7D002B7-444E-7979-C894-01CD1AA22C0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FE6544E-9AB4-AAE9-C6AF-7FAE0EAAE4BE}"/>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00858B6D-F8A4-2E9C-F7E0-651CB7A09BF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4C1D8C2-9650-8372-7E8E-F5C77AAE56D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87FAAB0-DC57-C8F8-B135-EBD3655C3447}"/>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84039B3-4EED-05EF-1B9C-3F82960EEA35}"/>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6BAFEC69-867C-59F3-76DB-797DAA8BD2CC}"/>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2D4AF90-635F-8194-C7CC-7DCB16705EAA}"/>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89666E8-80EF-5938-01E1-68F6E6DB23B2}"/>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3EF09B5-0C49-FC34-5881-9EFA64EDBFD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882C472-0792-2778-F1A0-C2B9B0C4C795}"/>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A79909C-795A-161B-CF45-040D8C333D8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EF0A4E1D-729E-31F6-34DA-4A38349EC10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77CF5371-5D2B-E281-627B-5A8AB23C35C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1F2A37C1-0543-C3B2-46D3-F34F5DF324C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92CC5E5-FD69-C898-2928-2A8F58D5C221}"/>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C30AE85-C7BB-BE07-06EB-D4F70BB6A3C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32DF488-9AA7-CDC1-0E17-6212766CF011}"/>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E6DFD941-1CF2-59FF-39BD-87B9146239B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CFBAB63-A4EF-5443-A59B-05316BD1CAF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90AF296E-A722-DF8D-2F9B-2647FC702AF1}"/>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4E2B08FF-187E-BA91-ED3A-210554B16F5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28CAFE54-C49A-3C27-1C84-E3699EDF3C4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330AF06A-6E99-1B76-A63B-0D74C826E49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552AEB59-4781-3437-DE1F-327E5019B2A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8BF6B4C-BF4F-A5AA-3E54-BD1AD8A3F20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64171B2-A8B3-8C30-0C9E-5017113492D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B3120B4-AD1B-BA4F-899D-A8E8D7E2D85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87992F22-2D80-F147-380B-9D41919E882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98065A-7DBB-1D03-EF04-DD5AC8D64862}"/>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D734E4C-89AB-B2BD-6526-918B551BD9F4}"/>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567C6F7-6857-50EF-5DCF-C1AD5AEAEC1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7E71FCD-70C1-48D3-8F9C-A798852655C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4B566285-38DE-1EC5-85F5-EFA00C6C29C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1CE7866D-9F9C-507E-E290-A7A1940216C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4F26A6D8-ECB6-F1D4-5EAA-FC2B8869505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1294CDEC-E8E0-0FEA-4BF7-9EC3E7EF659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B2D921A1-14CC-E26A-9DAE-8A0EB2A64540}"/>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4929636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18405-94B1-F5F6-4D3F-C8BA9050EA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D8AFAA-31C5-2251-0485-2E5642CCD708}"/>
              </a:ext>
            </a:extLst>
          </p:cNvPr>
          <p:cNvSpPr>
            <a:spLocks noGrp="1"/>
          </p:cNvSpPr>
          <p:nvPr>
            <p:ph sz="half" idx="1"/>
          </p:nvPr>
        </p:nvSpPr>
        <p:spPr/>
        <p:txBody>
          <a:bodyPr>
            <a:normAutofit/>
          </a:bodyPr>
          <a:lstStyle/>
          <a:p>
            <a:r>
              <a:rPr lang="en-US" dirty="0"/>
              <a:t>Update grey cell.</a:t>
            </a:r>
          </a:p>
        </p:txBody>
      </p:sp>
      <p:pic>
        <p:nvPicPr>
          <p:cNvPr id="4" name="Picture 3" descr="A grid of sudoku puzzle&#10;&#10;Description automatically generated">
            <a:extLst>
              <a:ext uri="{FF2B5EF4-FFF2-40B4-BE49-F238E27FC236}">
                <a16:creationId xmlns:a16="http://schemas.microsoft.com/office/drawing/2014/main" id="{5A4219E4-9CAC-9E17-8F23-2D62E965BE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A36F89A-F9B0-CE38-FB75-CFA2172739B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8C327B-7BF4-1125-7902-B01E39778D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1CF565-799E-9B1B-C90D-DC19C196E6B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184683-CF5F-E8D9-E071-C184E1FB0C5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49C927F-57A4-BD1D-4E58-4A453AD0573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796E584-2970-94FC-F5CF-5F4BCFAD9B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3E7C98-20BF-AEC9-A90E-BD8A640E128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EBF7D35-6C27-9338-531B-ECBE401C9F3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24EBEDF-6886-B7B2-8515-62B2FCD6F96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1678EFE-556F-C98D-3757-75922B31BD1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EFBAE6E-E14A-008D-11BC-06E7C70BD95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3003D7-4134-5F0F-2317-8DAECA3674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7917EE7-6B8A-D746-ED65-D458A251432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667A58D-0225-2234-01BE-A7632A0C583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6EE2D4F-E4A1-13CC-FF97-8687E2B463B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2093115-9DF4-41DF-64F1-C5F1F094A7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EAB3832-A97D-03A0-C03C-F87E4530530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C9D5BB-AA7A-DCE5-14EA-8A6BE2678A3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167E52-ED78-6428-4D53-56D69EA15D2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D28A18F-FC3A-562F-E174-BCF177C2F6D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A4A9262-AB22-E6EF-815D-E9289748137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8EF0C1F-DE47-D3B1-9988-25CAAB63D21F}"/>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8678AAD-0588-2B9E-CA54-796E756BDA8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D6055D9-F11A-3029-1997-05159BC5B79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41CBA41-78E2-A649-9FF6-B667793EF22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BDD9B96-3E35-D770-6F01-602D91BF390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6DAA37A8-8605-9FDB-F4CA-6D277482F54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9DE8FE7-EBBB-2C7E-0A0E-AFC3B70D522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77AF948-62FB-ACED-A055-19831C49D3F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2BC3C30-2C5A-6DD7-75EB-0CDE42030FB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BEF47EE-82FF-5FED-E269-273C059F413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CF809C7-EE41-D3FB-E26E-FA88792AB2B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30D9CE1-2D35-90DC-4CD7-DF653CF2BF0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9151042D-A695-454F-2A08-09E78358E8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DE76F11-9770-8F2D-83D3-48420528AE3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DDBE82D-8E19-8B41-CC90-EB6E598F93E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3F6952B-8629-7426-5032-F245FF0F1582}"/>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524AEA9-6C62-2799-901E-9B85E0BDFB6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17A1DFA-AE75-2C84-2FE8-6D2CC60B9F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8B1702D5-A45F-325A-7BFC-5299C751FDE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50BB04EE-68C8-D411-F960-E5993CB02AE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30FC2710-C472-46C0-39EB-02B06A982D1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10A0359-F454-9962-C67B-9B763C4853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98554EF-DD5B-369A-20E9-CE8D18384A8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911A039-F43F-C108-68F6-EAD73A88887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6B533E1-3659-AF1C-BA24-33AEFEFCF54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BD5D615-ACE9-D61E-0E2F-996D0057F2F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ED53A20-05BC-3923-4C07-707EAFB5EC7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2AB9FC3-468D-3BE6-C1ED-0475412449E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ADFF781-3494-C600-4B46-4301111A21F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9AB598F-9F97-7AB4-D815-11B8D430A8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E117E47-F0FE-D110-410B-2589AEA59F0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17E1C7B-0D75-150F-20E8-597B340D856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A90834C-00A2-97A6-EA53-37466BDF3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0360C955-F491-B2A8-25AD-361C3D42C48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CE6D57D3-6B7C-BA50-6D6A-002E84DCD87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82931843-9109-BBA2-7509-AB7B410E445E}"/>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6842AC7B-187C-2B07-00BC-2790D43BA93F}"/>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8343206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C259B8-03A1-144C-C1F3-6D64309FF0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C88037-CF69-0C65-2DDA-A0817A4DF8CB}"/>
              </a:ext>
            </a:extLst>
          </p:cNvPr>
          <p:cNvSpPr>
            <a:spLocks noGrp="1"/>
          </p:cNvSpPr>
          <p:nvPr>
            <p:ph sz="half" idx="1"/>
          </p:nvPr>
        </p:nvSpPr>
        <p:spPr/>
        <p:txBody>
          <a:bodyPr>
            <a:normAutofit/>
          </a:bodyPr>
          <a:lstStyle/>
          <a:p>
            <a:r>
              <a:rPr lang="en-US" dirty="0"/>
              <a:t>Complete Column 2. (Note 789/789/678/6789.)</a:t>
            </a:r>
          </a:p>
        </p:txBody>
      </p:sp>
      <p:pic>
        <p:nvPicPr>
          <p:cNvPr id="4" name="Picture 3" descr="A grid of sudoku puzzle&#10;&#10;Description automatically generated">
            <a:extLst>
              <a:ext uri="{FF2B5EF4-FFF2-40B4-BE49-F238E27FC236}">
                <a16:creationId xmlns:a16="http://schemas.microsoft.com/office/drawing/2014/main" id="{7C465B95-A518-9E2B-E49B-672A94DCA5C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29F8312-6CBD-11D1-0CDF-6F6A39969F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0E8697-A388-0A8D-32AC-8AEA147DE0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7DA82B-1747-F4D3-539E-5281F10C8C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0F7DAFB-AC05-DA2A-8EFB-37F228DD03E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0EA2A3A-FF61-E13E-6497-07DC5AA4F17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FACE42A-28FF-9334-E6D6-E5BDAC1D55F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E6D4C9D-A794-A87D-89F9-E242E229825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29ADD58-BB3F-F85D-C04C-C49CA075338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8D3356C9-D0D0-F6D3-2E71-4E96A704070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072D794B-CA6C-EF56-8C1F-57C9BF69AD4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C544118-58FB-63E1-A36E-10B85A18C3D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05CEE37-AE34-F0F0-FA3C-C7607D78917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CA299B4-D37E-5627-D74A-590D88EBAD0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3D337C0E-2093-BC0E-3975-FC7500D5132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0C266CD-7C9D-23F2-62BA-32D6A44E1CA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F474050-E25A-3851-FB07-E38B7F534A0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F36C217-64A3-0B54-583A-BD0D66787BA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AEC8612-1171-6BC5-15C1-B2F7931D666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8D03ACF-58F5-4743-25C7-B5B254BF046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8A2DE5D-9A69-3676-E1D5-02972DF3B79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0863E3DB-C253-AC9B-083A-94717CC4DF6B}"/>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C230347-66B0-67EA-16A4-D4940F36B3E9}"/>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F12A778B-6592-5762-81D3-662E1604A6C1}"/>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159841C-3753-74DC-45BB-2A021196256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C9F6666-3E5D-7754-8103-4EF0BAD880AA}"/>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B4C27AC9-AD5B-7556-DC82-33B778C54633}"/>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6F6A8F28-A286-0471-880B-FF5A207A2D9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81B42DA-5088-5404-EAB7-B889D592F8B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9FDD4BC-CABF-60A4-D6DA-7FF15851B77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C272A46-7CCE-85F0-5D48-4B83F8BBE9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82729CD-4DE6-6065-07E1-CB69CED3FBC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3AE9F45-CB21-69EF-C35B-BC723965BA1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DD3B035-EBC3-E5D8-4026-062C5ECA451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7292F738-ABE1-07CE-7FB0-FEAFF62A682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5B0497D-8097-EF4D-4281-BF1C5B4563D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C499AEF5-045C-81F6-F1BD-7A2BB6F0DCFB}"/>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A5284CD-3B14-E872-2874-50233FF303CB}"/>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8E654CF-9CB1-D072-F901-98FF0A5500E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E1D2FE4B-8930-A94C-6800-E7EC6DEF36DE}"/>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D16331D-E546-D89F-4DAA-F6234B1179C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93259AED-A7FB-BBF8-C0D3-9A3B5E2D8CB2}"/>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84C2F53C-2BC8-A3E1-37E1-E6E99E751C8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EBD12A94-A071-12BA-01B8-475E4698751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1E3959FE-828E-3726-4F75-2AACA5EBE05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14A0EC2-9FFF-FF14-D9BA-0BC4D66B90B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ACEE7D0-0D98-021A-E433-44ED969E578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03DCECF-94BD-2492-3279-E00B2F90349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7ADEB0F-19D3-62E0-9AB8-1E88B7BBBE5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9332587-2182-95E6-0D79-8D74AE952E9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1ED7819-9EFD-7343-06AC-67A05455916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E9A0490-E9AC-995A-4E6F-FD15B1F962EB}"/>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21DBE2F-4E16-7B0B-D38C-D633DE1D954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38FD440-8A6A-9574-CC7E-5CA769E9FA7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10276C3-4E6E-3FD1-6B74-85550ABAE01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49262610-3A27-42E6-6B08-3D86538E8B9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DC034B74-C299-E3FD-F49C-6636260C2F1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840B87C6-0D50-C771-4E6B-957C68E98E0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1FC85D21-D698-16D7-C4CE-D760F97084F9}"/>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CFCCAD33-D709-61C9-FCDD-DBA9662DB1D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5673076C-B85D-E683-CF3B-14B292C369D2}"/>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961430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EDB62-4D34-A03A-D082-B7C6C2E4FE2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2FEAB6-EABA-A554-4867-17B216E9DCCF}"/>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1A587466-2381-1CD3-0A72-F259595186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DC5EEEA-4BE0-CFDA-493D-2E4535BF9DD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5AA72A-67BF-728C-FA2D-69260683E62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38EC5A-A65E-AC7F-2C67-CAE4C58CE0A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4CD60C-1073-D186-5447-53F08A8C31B5}"/>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B8B86A0-E3A7-7C8D-975E-28ECBF821FFA}"/>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F1F72DDF-0C69-340D-4FAC-90CCACAF2C6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D5471C6-AB2C-AA39-8B45-F77070C6FA31}"/>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5BCAFD2-8BED-EA28-FB11-1A4E5C9B83B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B4A62AF-59CF-FCE8-55DD-A141A492716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04FC1CCA-8EAA-4CA2-2B0A-F3DEAF73C7B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087D2278-4BFB-5017-F723-8C003C3C97B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077B230-2051-8C6C-6DA5-172325CF7FD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389E391-55F8-7BED-A7B6-A83FB97CFC6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3DB209E3-0BC1-135B-3CB7-E0DBFBBA169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30B737F-44AE-3A6A-2911-ED9F2901BE8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21FDD27-763E-0B88-A8FA-ED5B2C015E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E210B25-2D27-74B2-F161-22939296F63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AEA116F-C04E-7AAF-0584-8531563DB41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6D04B0A-D5A9-AD14-C43B-D35AD139DA6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8E84F60-2064-AD39-8916-2F86C2E2E45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9B4AB49-6534-B348-A843-B586B5CC027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28FA9624-1659-B099-C8A9-E8CB1D229B81}"/>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0D9DD72-90C4-BBE7-B6EA-FDDC2E3F938C}"/>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85AEF96-2118-75A9-3399-CFF7C12D088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31B041E-0DA9-ED65-4A1D-329D9D6ADBA5}"/>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55F436D-4D34-7FDD-05A2-1B1F1CEA71AB}"/>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398D3C93-142A-7D2B-7C83-F63A4A0947B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6BCB05F-507C-C84F-6106-54605A7D85A6}"/>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B654D42-FA9C-1A9C-2BBF-30802BF778A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0053A06-7343-E70C-5B39-3536DDC59C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2E2B6C5-6F8A-53AF-2B10-A7F58D35F745}"/>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77D0AD7-E5D0-80F6-3743-CAD3A741CD6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72466264-A3EC-61C5-C491-80B3963AEAF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81C4412-403D-4488-1CDD-0D7124E91D4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1D801A4D-4B9B-9786-9238-18AE8EECEB3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01A27BF7-A272-4EA7-36A7-3EFD63AF238E}"/>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58E6053-FC9D-7B4D-B812-5AAAFB4A4F0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2011A49-AEB1-DC38-E024-8EE79FB6645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EDA3717-0E76-ED8D-198F-026337FCAC8C}"/>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AD8E63A-D46D-28E1-E93E-E4F6E970D412}"/>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CA2121EE-A36D-D97B-FDEB-C068CEB035A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F4D5373-002E-D15C-394D-169DFC2F8CE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13722F3-264C-E29D-0433-7469320C8E2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3374B7FB-ED9C-045F-7727-EF5F8D5F449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3194394-F5D9-E16C-4149-4ECDD9E982EB}"/>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2439D47-8F89-B0AA-0159-8E37B548594F}"/>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583AC21E-4330-70E1-69D3-FBB6F322C6D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013753A-1F3B-82BF-9690-5C94F7848C2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8D9E62D-95F1-C400-BE4E-1990F93E650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86DA0D6-C13D-4C2E-6B55-DE28142F50D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89783B4-58EF-2FEF-6199-E7E41326EEE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3F19FEBE-7C59-3887-CCAD-5BC8A202985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F9AD01C-8774-F1C9-75F3-F096C8DA1CC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0C1873-677A-71C2-13C3-3AF0C2F8A72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F4118607-0352-5F11-0869-5A054FE3DA9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DAD903F8-C899-B3B5-A406-4F9E62530D9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46EF1DF3-F259-2BFA-AAFF-1217DFDE9F5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3088B766-62CD-2091-A528-1AEB5D4F7692}"/>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E0F032F2-EB0F-634E-5756-82DAA319EF5F}"/>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12B24198-F2C8-9827-2AD5-CB8EBA5C769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BAB7D9C4-861D-BC50-C1E4-017272F1ACB9}"/>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20CE593C-FEC5-4DF1-FC65-A3DD25ECAE36}"/>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33252907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D6B68-FBFA-36AE-38BD-EB689DDD7C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2D6F42-D03B-6184-910F-93230D6AA922}"/>
              </a:ext>
            </a:extLst>
          </p:cNvPr>
          <p:cNvSpPr>
            <a:spLocks noGrp="1"/>
          </p:cNvSpPr>
          <p:nvPr>
            <p:ph sz="half" idx="1"/>
          </p:nvPr>
        </p:nvSpPr>
        <p:spPr/>
        <p:txBody>
          <a:bodyPr>
            <a:normAutofit/>
          </a:bodyPr>
          <a:lstStyle/>
          <a:p>
            <a:r>
              <a:rPr lang="en-US" dirty="0"/>
              <a:t>Update grey cell.</a:t>
            </a:r>
          </a:p>
        </p:txBody>
      </p:sp>
      <p:pic>
        <p:nvPicPr>
          <p:cNvPr id="4" name="Picture 3" descr="A grid of sudoku puzzle&#10;&#10;Description automatically generated">
            <a:extLst>
              <a:ext uri="{FF2B5EF4-FFF2-40B4-BE49-F238E27FC236}">
                <a16:creationId xmlns:a16="http://schemas.microsoft.com/office/drawing/2014/main" id="{285007F0-2CF6-BD7B-DC5F-D3668580782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30F2E12-46A2-0FDA-75E0-ADB91DE792D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E67D3F-8754-3F68-6745-F742578CB4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E640F9-7197-3BD5-338E-789BFEB7B7E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C886CA-CD8B-C9CD-1C70-917581871E3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6FC5CAE-191B-A562-98FD-6C86D0912F57}"/>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4FCAD17-958F-3B08-DB9C-58F2DA2B145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8573666B-60F4-62A9-167F-17579524428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1988785-B077-9BA9-39E1-DBFB41474DC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87659B61-A3CA-FD82-EAE4-3DB34EE4F80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C9D3666-27DD-C6FB-9C18-57F5800AD3F4}"/>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76D4D083-EEAA-A68C-A9D5-36156E9B13A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C4E6D13-465E-9DDA-9AF7-5FB26F5ECD1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4A61E92-B522-620E-87FB-D6B47415CE9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DEDA783-D363-A138-25D9-1EC817E060C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881A26F-44BB-9F5D-EABC-9008AB82C81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B06BCCA-DD65-E19B-BCAB-9CCE5D84782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9F94F12-17A0-288F-4C78-8C5455BF16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6266E04-1EAB-9D95-C755-E31A0B863353}"/>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B6C4438-A34C-5480-3689-DCE56D2119A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58C8AA0-310A-5241-6675-D7D1470A24FA}"/>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DB39667-37C5-E467-0B01-2F0F0B505F1A}"/>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E89A877-473C-AD47-0A7F-0A1452BF68DE}"/>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3007FB5E-205D-B2C8-ACDC-FC5D2DD9D6BC}"/>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0E162E0-4650-DCC3-B0B6-B6CD0B3642A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003C0B0-DE61-F415-81BE-E2D2D0614FD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892BCF5-4753-A5E3-ED55-3FC8BE13B412}"/>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8029CE45-1642-5C01-D6CB-52E50C5B2367}"/>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C90342E-24FE-2B42-497C-335CD43D30EE}"/>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43DEBEE-5E87-B46A-EEBA-CA31BB28591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02BA7FF-1057-21B2-A978-1A5E4B151CE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E981598-E50E-BB74-79C0-F8E72423800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A9DAE0D-5D58-A98B-F562-9B471A13DE1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1F5C647-D94C-F85F-FBBD-896A66388A2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7B026A5-A62E-2AE2-9573-4CEB167F1EE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C71FADD-2365-1EEB-3BDA-8777B802EDE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397D83D-CC08-88D9-0D30-D66B52099E8F}"/>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8B5DA8B-14E6-16D8-52B5-688C183F78B0}"/>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4E66EB9-9213-66C4-9781-4AFDA8FE710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EC9344F-16F9-4C49-EA81-D10C40FC64D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7C027BB-6C7D-1A18-B7B9-9BCB704D546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296C6A68-2497-DD6F-1BB5-EB7D7786E74B}"/>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43140F92-7162-E203-9F12-B4176767A70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8DE06257-9467-7476-ACB9-C93308BB1D1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CF375D3-66FD-AA4F-9AB6-1FFEB18A72D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86CE9E56-3868-B136-D238-CA26BF1B3B7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3AC83FB-7E92-1DF4-5288-65EF4E973B7C}"/>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8677465-12F8-323C-017B-F3C48FC4E5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1DE9A3A-911F-D0C9-A362-27A54EEE1CB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41EA2D7-6AB8-C39F-0A0E-556C043A1451}"/>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41E4F58-E225-E25A-69FB-C788C485D98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3F27A77-90A3-0596-8A9E-6F29F487139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C8F91BB-5F78-6B67-F520-87223C459E9B}"/>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189960B9-09B0-3489-F4CE-3CADC9AAD07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A4479AC2-3580-3D4A-BCE5-079ECB72607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0308E7B4-2636-0C71-BE76-B5D44582697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AC7C2CB-9D76-4C78-A2D7-D9B85ABCD3D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BFFA6C08-4B0C-7194-43B9-30FF820F472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2A5871E9-92B0-09CA-8FF6-15EF234D362E}"/>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711EEBB9-2600-4BF4-9965-ED822D65CC8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C18F5761-D519-726D-FB71-1EF7FB0C8F1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7A28D9FA-7128-5933-63BC-15E9EE4ED23A}"/>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A82E1869-BEA5-2A28-B752-0CFE4ED2A06A}"/>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32651314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1BDBA-22BF-6C1E-543D-0331563F72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2A332B-F7EB-5F3F-DA6B-4F1C17E4D7CD}"/>
              </a:ext>
            </a:extLst>
          </p:cNvPr>
          <p:cNvSpPr>
            <a:spLocks noGrp="1"/>
          </p:cNvSpPr>
          <p:nvPr>
            <p:ph sz="half" idx="1"/>
          </p:nvPr>
        </p:nvSpPr>
        <p:spPr/>
        <p:txBody>
          <a:bodyPr>
            <a:normAutofit/>
          </a:bodyPr>
          <a:lstStyle/>
          <a:p>
            <a:r>
              <a:rPr lang="en-US" dirty="0"/>
              <a:t>Reduce. (789 triplet in upper left block.)</a:t>
            </a:r>
          </a:p>
        </p:txBody>
      </p:sp>
      <p:pic>
        <p:nvPicPr>
          <p:cNvPr id="4" name="Picture 3" descr="A grid of sudoku puzzle&#10;&#10;Description automatically generated">
            <a:extLst>
              <a:ext uri="{FF2B5EF4-FFF2-40B4-BE49-F238E27FC236}">
                <a16:creationId xmlns:a16="http://schemas.microsoft.com/office/drawing/2014/main" id="{CD5DD88C-E768-9B8D-2C34-717FB5EC493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1689B6B-DA68-337D-75F6-4A41A758A65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D63239A-C8EE-1498-9E7F-5120EA7674C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BDD826-BCED-B8F5-B435-82F2BC58D8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1DE8988-D578-536C-B9E4-C11300346A4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E1C9A36-21D1-DF90-6EE0-0F253C8CD51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A514BB8-7458-8A60-2722-ADA1E094CEB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C4AF080-777C-3110-23F7-C56EFF83BAE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C4BD16D-819F-7ECD-E95C-FC99D98E367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B625A196-F9AE-EB5F-ABCE-6A693E81E1F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2D1444C-0EF0-3468-D803-F9BB3148CE3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CAD9B441-C245-EE49-7081-4B3E5069AC6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7731645-E416-9F70-1956-F0771BB1383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F9B41A3-9966-F3C8-8CB0-6CEE56D469E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329D27D-8A44-3F64-53F7-5657DE3FF24E}"/>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54D11B4-2779-5395-0E76-135CF0DA241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F6084E9-876D-EA5F-5A04-C165936E26D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E0A46F3-B18F-ED90-EA3B-A5CB20EE3A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198C83-F78A-9C43-2D5B-D9166A77871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D7789BA-261C-7B27-A70F-C17650EB498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4D3AE60-5E0B-6F25-079F-FF7F10137A0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C6E53D9-2440-D81B-3C54-3AFFEEB7B0D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A5AE7B0-9356-19B3-7252-77D8F475CA6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F3070B2C-9F52-31FA-52E2-A41F4FED6F2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F8E82D0-1C2E-C68F-54B6-D07D7BA9121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384BE40E-6E71-8188-EB05-123EC6051F2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FD55E9C-AADE-FB76-2669-91512FB0ED2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03EA870F-8F84-D759-F800-04883AB1123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7EBF535-D36E-7623-33AE-D9094D87F3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97844E5-38AF-22CB-ACBD-EADAB11FF202}"/>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81B6EEB-23B2-AB76-6E84-0D10B0AA9B2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231214E-D4A9-0A85-FEA4-14C0448A4C8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4A670E21-224C-9C4E-BD6A-F1B7EF10AB0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E5BD65C-24FF-B9E3-43BD-6ED05B8F6D9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49786CE-907C-6AA4-469D-E77A9F9A880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BFECE39-A7DB-5CE9-3B8E-CB47763108B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75131D64-1547-0EA7-3F00-E44EC68D4926}"/>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2DDBF90-EFA3-F01B-824F-DDBAD3B1E775}"/>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22E67C7B-4074-EA82-9A30-6F36D762A9C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6B05C5D-7EDD-9415-1995-584AD62789B2}"/>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6A2397D-5796-CF6D-EBA6-1D4E742B6F7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738C6FD2-E0A9-DCE1-41C7-C26FA9F98E4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a:t>
            </a:r>
          </a:p>
        </p:txBody>
      </p:sp>
      <p:sp>
        <p:nvSpPr>
          <p:cNvPr id="48" name="TextBox 47">
            <a:extLst>
              <a:ext uri="{FF2B5EF4-FFF2-40B4-BE49-F238E27FC236}">
                <a16:creationId xmlns:a16="http://schemas.microsoft.com/office/drawing/2014/main" id="{003A0E65-0DDD-71C7-1661-1378CB7B12F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a:t>
            </a:r>
          </a:p>
        </p:txBody>
      </p:sp>
      <p:sp>
        <p:nvSpPr>
          <p:cNvPr id="49" name="TextBox 48">
            <a:extLst>
              <a:ext uri="{FF2B5EF4-FFF2-40B4-BE49-F238E27FC236}">
                <a16:creationId xmlns:a16="http://schemas.microsoft.com/office/drawing/2014/main" id="{14FFCDB1-2118-BEFC-E499-0BE3D64B4DD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E113938-BEFA-E797-05BF-E0274C171BE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118159EF-DBC5-D3FF-B337-C00573A3D98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446D776-DDBE-858A-8036-64B78E5F65F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F2B82B40-FD66-0A98-28C9-5C12274DA8A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15A96FE-251C-75DC-3506-AA2C013002E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63212D43-BBEA-B00C-A767-5ABB4A9732B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EF4BB63-8F35-0269-8F35-3D5FDAF2407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7F14C58-F3F9-90B5-E07B-1EB15C721B4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E3DCCF9-5811-BFEF-63A3-44C5F94136F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F7D3345-5139-4002-20BD-B2F4CB71B8A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08BA6CD5-F61E-A5ED-F1C1-BDEC51776D0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358DC88B-589B-221B-DEC0-77B7732D41C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9E59EB96-BAC3-854D-2D81-716A3692A8B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4F2C4BF3-E316-1060-C205-C0CE98B0BC00}"/>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4EF175FD-C7D0-38AD-A4A1-BE00986403C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BE772CF7-55CA-CF23-4C50-2E4B6338AAC2}"/>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09193AD4-EE12-E9B7-63C1-66A7EC3F787B}"/>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786D5277-41E7-DC1A-7AFF-B743775C735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5E3A858F-142B-2473-27BF-45640D8F24A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551008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7E580-95FA-0461-FFC2-6597D996306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229F61-B9FB-2668-4C3C-AC36B9F941A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36D5292-C1C1-2969-B644-07DF63617EF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E6193A-CA8D-855B-7880-3890ACEC41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E2282ED-F7F4-B8FA-90CF-8043289CC8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497BE5-AA29-0549-2FB5-C5800516C8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AB7A024-9560-BE73-E24D-751C548FD5F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A0DF9B7-6BF1-83B7-DB80-6E7C391AF5D8}"/>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E6415EED-103D-C8D3-3EEF-6F20B91F2E1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28C98AF7-F467-E9DD-40CA-3C4BD6F80F6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BCF5896-6608-4E91-2228-29C9C97FB0B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D3C5E329-DCEC-7834-DAD1-6B8D39FAEBA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55754C05-9CDD-C19F-EC92-43B6D26C1922}"/>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78F1F780-158D-836E-775A-DEB2D269A01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19CCD8-F92A-28E3-9440-1D1EBB5879A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BDC89FE-FF9E-9105-A675-8A9EFE2A190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83282D1-2CF8-D975-825A-897AC27FADE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D14CF02-DDE2-3802-52ED-830283A904F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10B554-7539-27A9-45AD-0DFCB0D28F8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F562982-9723-38E6-4006-95A230E7459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110ECE0-8C62-60FF-2EAC-67B9F1F76D2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8C6DACB-A9FB-FBC8-6545-3BFA3A85F6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867A16EB-8D1F-4CBB-5F92-AD6137A6200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DBC44D99-0DD7-0FA7-FFB1-1CF51322239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2804A80-DC7A-7B31-2BBA-11E49100D11C}"/>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DB63DC42-FFC0-BFDE-1B0D-8939B1268816}"/>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E37FD92-CBD1-270C-B688-46D57333A76D}"/>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AD888D0-9F29-4070-F63C-E9EDDD5E532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7A97589B-B3E2-F1F9-79F3-14034A2B9E7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9DD3C7A-FE1E-1214-5BB5-A796A64ED80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7E2C03B-7CD4-EC68-B7A2-BBAFB48175AE}"/>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39D042C-4417-D2D5-55D3-6249899AE14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41B53BF-E6BF-DDE3-ECF9-01BC2AC03E0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BA5A719-12B9-63A0-52D3-26168212FE15}"/>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69B82E3-8B50-1617-07CD-F077A2E402D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ADB1B57-CBF8-11C8-1794-08DE9F8C1B7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ED23A79-788C-9BA4-08BC-6B0C87BCC51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32FA467-444E-AF81-FC6B-F6012702518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0FF2436-14AD-F8A3-E1B1-55F1A5353A84}"/>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732F318C-1E62-8D4B-C297-4D73B48A6FE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83DF008E-55DA-23AE-83F5-A750D76A829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CD5FE2E-85BA-425D-7822-14230B921B8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76AE6C6-AC69-F61B-7102-3FCC0A1BE02D}"/>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0F91998B-8412-6AEB-9BAE-271AA7BBA54F}"/>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5DB0A6D3-4A2E-5EAE-7A1D-E0B2BC1E79AA}"/>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84130FD5-9B4F-64C9-B27B-E0323D08A8B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3718731-9B24-1661-D5F2-C2335D3083F8}"/>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DFA5C2A-5AB8-29C1-E7F1-F3580D9DB7D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86EF0B5B-9C51-E00E-00D8-27468D743DC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F1F304B6-E2DA-7064-1925-C9E131EE7D0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AA06F73-826B-5086-7BF5-BD86C2BEB7C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9A60DFA-F805-F484-CFFE-B0934A932D7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E5AE001-1098-5E59-5671-B50F5B26EF34}"/>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92C6084-3CF1-0EAF-42D2-BB8D73B665B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9387504-73DF-3D58-7904-818D0757E9C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4A4194A9-7121-CE65-CD60-39583FF475DA}"/>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B1D7AF0C-718A-6B6B-36EB-D735BF29777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2248A921-F14C-0245-C013-B4D5BBB3BED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FCF45D01-E242-19C2-70D0-EA330D10E16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BEDD597E-DAA7-C25C-1A8B-625946ADAC30}"/>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F87B613D-675A-BCCF-3724-82508BC9C67F}"/>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7CA53665-F1FA-4C86-C8CB-8CE36D9CE882}"/>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303E9F89-8510-5137-B05F-4596CFD5D08D}"/>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FFD18075-2C50-804B-5DA7-403AAB900710}"/>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A14E4AC8-1AD4-1BB3-AC79-427C143D680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5981271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20118-72B8-C6B3-AC35-B65023A356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0D97B1-2750-FF09-8096-93FA55AF30F9}"/>
              </a:ext>
            </a:extLst>
          </p:cNvPr>
          <p:cNvSpPr>
            <a:spLocks noGrp="1"/>
          </p:cNvSpPr>
          <p:nvPr>
            <p:ph sz="half" idx="1"/>
          </p:nvPr>
        </p:nvSpPr>
        <p:spPr/>
        <p:txBody>
          <a:bodyPr>
            <a:normAutofit/>
          </a:bodyPr>
          <a:lstStyle/>
          <a:p>
            <a:r>
              <a:rPr lang="en-US" dirty="0"/>
              <a:t>In bottom left block, 6 is in Column 2.</a:t>
            </a:r>
          </a:p>
        </p:txBody>
      </p:sp>
      <p:pic>
        <p:nvPicPr>
          <p:cNvPr id="4" name="Picture 3" descr="A grid of sudoku puzzle&#10;&#10;Description automatically generated">
            <a:extLst>
              <a:ext uri="{FF2B5EF4-FFF2-40B4-BE49-F238E27FC236}">
                <a16:creationId xmlns:a16="http://schemas.microsoft.com/office/drawing/2014/main" id="{B5614247-5F52-9C79-ADA6-04C342056C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89DE91-DBD9-BF6F-3A3F-7624BA0275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265D4D-2E32-4A25-4182-B35DA8DFC7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4B4FA02-F90D-B80F-007A-1B673783961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9A38D9-4DE3-CAE0-C93B-136942FAA12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E071FE8-87D4-B241-EC03-E530CC6A1D41}"/>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E9A3998F-DD63-0C8B-C868-CA5D32E1CD7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8504F4C-3354-2AE7-016D-78D6A5C1EA5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C69757C-28DF-3ED5-AF5B-BAEE6713996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FBD174B-4E82-3384-8DDE-5A292C3DD04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6ECA2AF-A58D-661E-0222-EB37A5B81FE2}"/>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E7A038D-7E68-EE81-B4F2-02D7B1C49F3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01E78B9-458D-389B-C9F2-02444E3337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5877657-2F13-A77B-A88E-0188274A09D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176CB22-3E90-1C97-9C88-F0C679068D8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F24BFF2-FE25-36EE-6F1D-00449AA51D7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4740B16-D8FB-4D3F-7BD6-A7E8BB9B44D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B00C4E2-D65A-5818-75BE-0534FCA1682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AF54416-496A-74FD-4F89-F3E76C315F9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8357967-4ED6-D18B-ECCF-3483CEDAD596}"/>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9F4BFF91-4C46-D157-DEFB-9B93F60F255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C82695E-5634-526D-40A2-C552497A21A0}"/>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4C9CA400-F778-70CF-E45E-D0D1A09D075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30ECDA2-9BAF-9D88-FF5A-E990DCB5587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AB679FC-058B-9F9F-AB98-7DB30831F06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B1B41F2-F541-8C06-3421-3B636E7D3DC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4A030E5-5223-FD3D-75EC-42EEE1EF9E5D}"/>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47F2EE5-5501-DE10-1317-BDE404DF50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924876A-613C-DB11-5B6C-E5E2204D62FE}"/>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77FB86B-3868-A6C5-EDDF-06133753E99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83438B8-9FDE-1B1D-B135-26239AF987C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DA45E73-0D4C-4342-DFE1-AD5294D80EB1}"/>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3A7CD06-FCEE-0592-2B73-FDF6DB1C787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8FE7A24-0180-CFA6-26F2-C4B150CA33C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4F475AF-278E-BAA7-241E-974D4BCDED7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0272658C-5FAC-C168-3C71-A784F54BBC7F}"/>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018374CA-4F50-004F-A876-28CEE677143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70FD0697-1AB5-5DE1-01C7-A47593A8BBA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72D51970-7A58-29C1-5C54-D3BAD746ADB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541E7E3-F34F-1D7B-85AA-2F2C7C0B4D4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A5A403F-AD24-C287-4977-DE03A91614C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5C3BF5EF-0BB1-4589-EDA8-153519DAF8AD}"/>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1DB67027-F275-89BC-F61C-CD012FB6152F}"/>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63E0F183-6E03-E032-ABF8-7F4BDB9B97B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68D1454-D920-E8E4-5379-5084C9C9373B}"/>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2CD87FC-4C97-242E-35A0-60658C68491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DF2C45B-933D-AAA4-EEAB-9732D29C817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D1E62B8-FD3E-17EF-BA84-7A9F92A4885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79DC15A-ED9C-E006-24A5-B871FF5CD98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DF015FD-ACB7-12DB-1D5A-8003A7B5AC0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113CF3B-1BAB-DDFA-E34D-3DC1C570D38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4FB3A15-AF91-F667-5390-9025E9B915D7}"/>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FB32A2C-9862-8984-9857-BDAAD9E630B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EBCF325-64C5-1E1B-24ED-B972A6E6B95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289EC41C-8352-6D75-18DC-2B4E2F024D5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D3EB10D-5A8A-3A3C-113A-AF8F93A16D6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292D4013-D95D-EA0D-A2C3-7D0A71ABE52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1F6C08FA-5AB5-C001-D90B-E8DB0ABED70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2" name="TextBox 61">
            <a:extLst>
              <a:ext uri="{FF2B5EF4-FFF2-40B4-BE49-F238E27FC236}">
                <a16:creationId xmlns:a16="http://schemas.microsoft.com/office/drawing/2014/main" id="{DA8DA2EE-F4AB-393B-B446-EED7FFA5ED6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D2E2F257-9012-7BC4-9FF9-DBD5A15883C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DD83865F-B76A-3005-5FFF-A1DBA742502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B120ACFD-502E-54BB-034A-54F5ACF0CE8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13CB5813-F57A-73A5-C9D3-E8DBE1FCB0C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0097025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A8B46-D379-2AED-8BD1-F65A198904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8878031-DCA2-065F-21BE-106CD7DE2CF3}"/>
              </a:ext>
            </a:extLst>
          </p:cNvPr>
          <p:cNvSpPr>
            <a:spLocks noGrp="1"/>
          </p:cNvSpPr>
          <p:nvPr>
            <p:ph sz="half" idx="1"/>
          </p:nvPr>
        </p:nvSpPr>
        <p:spPr/>
        <p:txBody>
          <a:bodyPr>
            <a:normAutofit/>
          </a:bodyPr>
          <a:lstStyle/>
          <a:p>
            <a:r>
              <a:rPr lang="en-US" dirty="0"/>
              <a:t>Complete upper center block.</a:t>
            </a:r>
          </a:p>
        </p:txBody>
      </p:sp>
      <p:pic>
        <p:nvPicPr>
          <p:cNvPr id="4" name="Picture 3" descr="A grid of sudoku puzzle&#10;&#10;Description automatically generated">
            <a:extLst>
              <a:ext uri="{FF2B5EF4-FFF2-40B4-BE49-F238E27FC236}">
                <a16:creationId xmlns:a16="http://schemas.microsoft.com/office/drawing/2014/main" id="{6F0C7103-AAC9-FEF0-16C7-525737A633C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D38856-7EBE-2927-758D-993C8AC9FCC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A626FD8-6E71-B71E-E4A9-BC1D1102827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D6B6434-5A39-553B-6886-7CA973C2F3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12547E-9AEF-67F4-5426-A5D84A6AD19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7DCCDF6-E183-BEED-E0A7-6D9F348FFDE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78B0E79-70C7-15A3-B9EE-590331C242A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243E9C2-FABB-2FD3-6629-1B36EFC28EF1}"/>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C74A732-E07E-4EF2-A132-C328BF716FA1}"/>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1C0FEE3-0A8F-68D5-1186-0988416205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25D9EA1-70CE-3229-0126-69AE5D36F1FC}"/>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F37CC38F-025A-103C-436E-F8FD987E21E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70FD87C-715F-B380-C1EA-E25F9FE2FC4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55A0882-A45D-1E14-1FB0-DC1D0F1F421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3B54D75C-D766-1E68-7678-51A59DAA7DB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B4A566E-6F29-83C0-08E3-FA46D0737B9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87F7591-66FA-7C8B-7B5C-AFF734B6E6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DC8975B-5AF3-EFC2-FDC7-95E49C29D30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F3C0F59-94BF-F796-6CDF-E599E1393E43}"/>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13F0FDE-0CB5-4EE9-B574-49978A272781}"/>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EF57DF1-AA00-7090-90E1-BC3CD25AFB0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6B2905F-E9F5-BA04-5B0F-5D9616ADCC0F}"/>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60D89A8-E83C-FEE1-5D7D-07B4B8B355EC}"/>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9FEFCC9C-540B-B4F5-FACA-F63E4871206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BD9BB7B-780F-9FAD-A54C-A86740BC4E0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948B8CB3-8AFD-DBC4-AAB9-4325077F74C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05E7ED8-9918-3532-7A78-20ABA8CC379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1D1DA1A-70AD-3366-90AF-F10ACE8E4B0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8FE1C09-0898-C3E7-44A4-85738690D32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4EA7DE0-1117-573A-83B6-873A49856DCE}"/>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CA90580-5894-F4AC-FE27-E39E1459FFE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54A0EEF-33AB-D88B-8F80-08FEB4A36D2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4F750AD-98A3-072C-17D8-FDB8452F83D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4557B3E-E2BF-27AA-4AA0-00C6A8EEEB6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AF4D07F3-33D8-A956-9919-D24CA4B6A26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C54EAE6-A710-3D71-C998-E5E2A6389D4A}"/>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C0114AC-2F6E-C4FC-9610-F04547A0301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8999B7AA-4276-9385-60FD-877F5F904D2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A131A501-32E8-6D46-E39F-07DFA0DEFBD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D45E388-D97A-51AA-8119-FD79B049316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32AC7CE-0D38-6583-F6A8-67278D31A2A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CAB1B174-A787-65A1-BB4E-EE89B02A5D73}"/>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78B6198A-F4CC-FFCB-C577-813B856E094F}"/>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80EB187E-5008-D195-8773-6D395F4A840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67E0EB3-745A-0E28-DBA5-5FDAF34F581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F7DF004-78CA-654D-5FB8-F884EC7745A4}"/>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D80CD09-147B-A576-FCEE-0C536D43B1C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6DE2AE5-2697-A72F-B01F-5F0AEC7F895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8C891BB9-48FC-4789-0A31-D063A5C7149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814A3C2-A557-DB2D-46FA-C0FDD60871C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2B8FAAB-5AEE-A022-3D10-B975B9F780C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C0A4135-7FEC-DD50-AC5C-26B3A84A84D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A1DA97B-2BEE-4CCB-4D77-0A9603F0AC5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3351E3B4-A420-95BD-29BE-6311D974CEB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5DEA9B4-D798-1B8B-A1B5-72909975D0C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435A8974-500B-A76B-8931-3F70C49CE24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E9B27EB2-E661-3FCE-CA95-A50B1D706F0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40252F1F-E84F-CB11-C5F0-F89992276D2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2" name="TextBox 61">
            <a:extLst>
              <a:ext uri="{FF2B5EF4-FFF2-40B4-BE49-F238E27FC236}">
                <a16:creationId xmlns:a16="http://schemas.microsoft.com/office/drawing/2014/main" id="{0494A58D-ECF9-5A66-4D51-F5032D0100C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605826D3-9598-4A53-2BA7-C43F061D35B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1C56790C-4C4E-1027-95FD-22EA9E606A7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42D8D9E3-8691-CC36-F864-647A0AFD8D70}"/>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92A4BC27-0D87-8195-DCE9-70876421905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99864E11-6E61-B1B4-5495-9186AE963F79}"/>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7" name="TextBox 66">
            <a:extLst>
              <a:ext uri="{FF2B5EF4-FFF2-40B4-BE49-F238E27FC236}">
                <a16:creationId xmlns:a16="http://schemas.microsoft.com/office/drawing/2014/main" id="{F6922388-2880-42E3-2AE2-714EB3D78CA6}"/>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8" name="TextBox 67">
            <a:extLst>
              <a:ext uri="{FF2B5EF4-FFF2-40B4-BE49-F238E27FC236}">
                <a16:creationId xmlns:a16="http://schemas.microsoft.com/office/drawing/2014/main" id="{32328F2F-812D-AAFF-DE4B-F363AFB3519E}"/>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40472999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0C523-2C13-1BFC-06C8-6C85DB8A97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7F0460-F2CA-5EB1-7F82-8383961433A5}"/>
              </a:ext>
            </a:extLst>
          </p:cNvPr>
          <p:cNvSpPr>
            <a:spLocks noGrp="1"/>
          </p:cNvSpPr>
          <p:nvPr>
            <p:ph sz="half" idx="1"/>
          </p:nvPr>
        </p:nvSpPr>
        <p:spPr/>
        <p:txBody>
          <a:bodyPr>
            <a:normAutofit/>
          </a:bodyPr>
          <a:lstStyle/>
          <a:p>
            <a:r>
              <a:rPr lang="en-US" dirty="0"/>
              <a:t>In Row 3, 1, 2, 3, and 4 are taken. Whichever of the center block is 6, 5 is needed adjacent to it in Row 3.</a:t>
            </a:r>
          </a:p>
        </p:txBody>
      </p:sp>
      <p:pic>
        <p:nvPicPr>
          <p:cNvPr id="4" name="Picture 3" descr="A grid of sudoku puzzle&#10;&#10;Description automatically generated">
            <a:extLst>
              <a:ext uri="{FF2B5EF4-FFF2-40B4-BE49-F238E27FC236}">
                <a16:creationId xmlns:a16="http://schemas.microsoft.com/office/drawing/2014/main" id="{CB37A167-5283-7BFC-5D72-B051128012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687345-8DE7-ADAB-612D-F9981D27598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720889-0EBC-B195-06F7-C001CA905E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1047C4-109B-0F1A-6DBD-5670A3DD96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B7B000A-A922-0B93-9FE8-879CB3B9E5F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5468742-5528-3AC1-683A-6BF2A278D8CA}"/>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CA36986-C3A8-1F85-1898-F28965F8779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A14CC9A-DA32-2242-0BED-59B7C99D0B0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FC09942-38EA-CC40-BB41-C14D74D1937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EAF1712-20B8-C164-DF10-431B699FC599}"/>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D8A968CE-BF73-1D7C-EC27-FBFE0CF6471B}"/>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2B2DBBB-8406-E6EF-5E92-3739688A616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D37848B3-F507-46E9-ED5F-CB35BC920F2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FBF4B31-1261-40C2-9889-46D9F4DB04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5D6E48D-F8AA-C127-E330-DC79D682F78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0A706BF-060A-1155-1925-BC5EB63190D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5279A6-9BA9-212C-AE18-7E6C800E79F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85CB317-90BD-0463-FAC5-F42E4729B92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D602CF9-F9D0-AD06-31D8-47A4C8BE5EA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5A85FD2-8AF5-8A07-4749-990A9582C21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EAE075DA-969E-3BE0-2A60-27D724304D2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F684D6E-3592-4DE1-837F-1AFAB820C3D4}"/>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CD2154A-020F-FC60-AF71-083C7C6F84C1}"/>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A348D58-3D32-7ABD-E10B-570A5FA5B57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A78B3A4-6220-FF27-29A4-A8C9DB51227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8AEB2EF-1D5A-5FD6-B671-42745C3C3EBF}"/>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CD42525-462B-9157-05C7-E3D73CB8FA88}"/>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BC4E8EE-A589-20F0-F004-EA00F679295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B025D73-178F-CEFB-8586-1CF4061B4B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EF0E261-E805-4A1D-F1B2-61E0BA3E9B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3EC5821-4A32-44F6-5922-F70A97D438F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F1974CA-E572-A54B-6FE7-136DAF81116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8216618-C0A1-AF3D-1562-FA0D99BD2BD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1EEB00E-580C-5ECB-4E10-7D31F03AF2A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BD6E5C2-90C2-0712-5495-3170349C865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77059E6A-3607-2DDF-9E87-8AF46DF966A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C4570242-507E-6F5B-AE7D-04C21C1DC4B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22B4C7A2-CBBB-2DFC-9996-DB299D107EB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8C4C0EC-AD6A-7077-2737-583B7F229BB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8B18142-9154-EA83-C819-0BDD80D18C3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CFEB5C2-BE23-EA23-9EF1-09DAF711F525}"/>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F7E30AE-1D63-DB12-DD1F-1271BD3CF90D}"/>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55D82258-1537-252F-E9EC-1F7D8DED319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B3F15959-6271-6CDE-A213-CB020EDF41E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9B67C10-ECFC-B5A1-B6BC-69FC1014413B}"/>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09E86CF0-1B32-CF6E-9EE0-4D0C80EFE6A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0A8BD03-FCFD-B288-CC8D-F3968C51B84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AC2CDDD-C9A2-065A-721E-7471D7DA518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9FCFD2A6-E1D5-5D38-8C18-27296D6FCB0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9F0D472-7D70-0EEB-B49E-0C7B6D3B4565}"/>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01DA8872-0586-966F-6040-2BDE9F6C4D9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74276FA-4F76-58D4-71B1-1EB9EC03F7D4}"/>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1ABCBB9-6CCB-4519-24E0-E31B3C725BE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A86E2122-8AFD-5128-5951-C89DEC6B95B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4C3ADA78-8C37-D948-EFF5-FBE7D82744F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BEF0FF6F-3BF9-3991-75EC-B94B4B1E4AA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F8C8D0B1-A096-6357-8D86-19F216C6F7CF}"/>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2007ABF6-B426-0973-F48C-8ECB6202E5F5}"/>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2" name="TextBox 61">
            <a:extLst>
              <a:ext uri="{FF2B5EF4-FFF2-40B4-BE49-F238E27FC236}">
                <a16:creationId xmlns:a16="http://schemas.microsoft.com/office/drawing/2014/main" id="{383C1780-D412-D600-1483-FF75FB61314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9AF93AD4-AFE0-6BD2-D09F-D2F6008C198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6A6E2EDE-08A2-8A1C-21F3-9CF65D68030D}"/>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A111AD71-F834-00CA-EF01-DFD1EC3BCDEE}"/>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C4A342FF-AEBA-E23E-530C-D0DB1278CF9B}"/>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37774A18-8FC9-58AB-916D-CE57FFC6C3C9}"/>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7" name="TextBox 66">
            <a:extLst>
              <a:ext uri="{FF2B5EF4-FFF2-40B4-BE49-F238E27FC236}">
                <a16:creationId xmlns:a16="http://schemas.microsoft.com/office/drawing/2014/main" id="{0D73FF10-C296-71D5-839F-C85FE2FA1A42}"/>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8" name="TextBox 67">
            <a:extLst>
              <a:ext uri="{FF2B5EF4-FFF2-40B4-BE49-F238E27FC236}">
                <a16:creationId xmlns:a16="http://schemas.microsoft.com/office/drawing/2014/main" id="{E2C2C39F-9E1B-B407-2539-1133C75EAD16}"/>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Tree>
    <p:extLst>
      <p:ext uri="{BB962C8B-B14F-4D97-AF65-F5344CB8AC3E}">
        <p14:creationId xmlns:p14="http://schemas.microsoft.com/office/powerpoint/2010/main" val="14563874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1759D-71D8-75C8-A7E4-8F90BCC19E3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DB3859-C75B-0789-63BD-B31549CF3A8F}"/>
              </a:ext>
            </a:extLst>
          </p:cNvPr>
          <p:cNvSpPr>
            <a:spLocks noGrp="1"/>
          </p:cNvSpPr>
          <p:nvPr>
            <p:ph sz="half" idx="1"/>
          </p:nvPr>
        </p:nvSpPr>
        <p:spPr/>
        <p:txBody>
          <a:bodyPr>
            <a:normAutofit/>
          </a:bodyPr>
          <a:lstStyle/>
          <a:p>
            <a:r>
              <a:rPr lang="en-US" dirty="0"/>
              <a:t>In upper right block, 5 is in Row 2.</a:t>
            </a:r>
          </a:p>
        </p:txBody>
      </p:sp>
      <p:pic>
        <p:nvPicPr>
          <p:cNvPr id="4" name="Picture 3" descr="A grid of sudoku puzzle&#10;&#10;Description automatically generated">
            <a:extLst>
              <a:ext uri="{FF2B5EF4-FFF2-40B4-BE49-F238E27FC236}">
                <a16:creationId xmlns:a16="http://schemas.microsoft.com/office/drawing/2014/main" id="{172B2476-ABE7-DE78-3FE5-A03E958AA4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C217873-BF51-096B-97D9-4A477E9CB3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A9FF6F-AB7E-5E8B-F701-975F0BAB00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28A25F-442D-27A8-B7C9-00D47A494B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73C64F8-7DFB-F401-980E-D04F0CAD99A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E893700-2377-979E-EE0C-966714FE7F2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45741104-5380-0AAC-B97C-85A3FF9B1FB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44D333B-319D-38A0-A326-855D791CD511}"/>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1E9D470-01DE-840E-96AC-7B612391AE1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84BFCAB7-EF9E-2EBE-5BF9-2772F6F154C5}"/>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AA489DC4-DECB-5CC1-154D-30F0A634218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5347BAB-EC7A-4767-B7EC-C2A18A9A06D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411074D-B087-30AB-B322-6811DEC94DF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ACD685F-41F7-EC12-250D-54C95E5EE58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377986E9-7C0A-91BC-3ADB-6D03A62F715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511B3FD-BE16-B523-7E67-B3B737B8A34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C49F3D5-AB73-16A2-C7F6-5703CA0EF51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71D728F-7E19-5B3B-8F3A-E9B22C87896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CCFBDB0-6A6F-D029-B9E1-0E1C5C27E23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3073E12-FEA5-BD13-5011-9A28642C708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95722D1-B747-B168-B7DF-9DC23763AC8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1D252C4-D88D-1778-51C8-ADC8ECD3F24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C0D5422-E062-7106-35FC-97117F573434}"/>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124F321-993D-712B-6887-4B2D8292686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B5474EA-59CF-F773-84D8-B84FA750F67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5694800-1398-314F-EB37-679816D9C64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C9F5221-95A0-20F6-ED6F-6E6B323514FE}"/>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0904B87E-79F5-2CCD-CCAC-EC6828C30E2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F1825D1-ED69-EEF5-7BED-D4110557FB0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B61C6BE-EE2C-CB36-C0C8-F5E3D196E7D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C9DBD82-3E8F-5932-851F-B92624C0F26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2C45440-86E4-1D69-3839-D771FEC22BA1}"/>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46C7BCC-D1CB-AB7F-E311-360EB9BB28E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74190FE-11E3-13B8-5896-4E98A91DA9E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8D708BC-435E-306C-4C0A-1DAF4BDC118B}"/>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8F639C1-DDA1-D8A2-B205-FBD9E5A398C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A70BF2A3-0273-8745-4879-2DF49FC76A1C}"/>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978D6474-B881-247C-BDE2-D1B048DEF413}"/>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9C213517-6FD2-DD01-CCB9-44D14891D73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44399CC-8987-0BB7-1CA1-7B293A8D0B62}"/>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50CD35A-FA51-8D43-1CCB-7A16F8762C04}"/>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236BE69C-E675-4774-0F04-13C05C2D83B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2AF2826-5039-A9C7-FAB9-4AE84DD72393}"/>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325E2BF-5A19-6591-E249-3C92A2C6124F}"/>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39688B8-6F7A-7163-97EE-DC58CE3208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D67A294-45A3-82DC-3793-5DBD8B135F1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5239907-CF41-933A-C67E-53FD821A8549}"/>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2747221-501D-7C28-AD45-1E2075539B1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5115B26-667D-0151-B3F5-734025F0A5A4}"/>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040183D-398D-AE48-A97A-BDD3933EA04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2CD7F5F-64DC-C79D-A2AF-9FACCF6066F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6D25CC4-38ED-923B-D824-ED80D23B504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4E3AA59-AE7E-A862-4DBC-F3DC0E35A03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35C016D4-912A-B5FC-4425-2F31365A6F6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1C3010E9-1DC4-8BD2-05F1-DB8CF64E8EA0}"/>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13D8E007-B1FD-A61E-ED68-C79D3033F21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2" name="TextBox 61">
            <a:extLst>
              <a:ext uri="{FF2B5EF4-FFF2-40B4-BE49-F238E27FC236}">
                <a16:creationId xmlns:a16="http://schemas.microsoft.com/office/drawing/2014/main" id="{CA5F22CA-67B1-96DE-8F98-87D10B4C797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D0ABA5D0-53D8-3569-1ADA-D129228587F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D3011DEA-C294-ACA0-AA83-3CDBA8C18C8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5D73D679-AC65-4DB1-E006-AB9B6FC1680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5000E2DF-7800-FFC6-1156-23EE298F067B}"/>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DBCE22A-D71C-BE85-AC81-1B775E6ADAFA}"/>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7" name="TextBox 66">
            <a:extLst>
              <a:ext uri="{FF2B5EF4-FFF2-40B4-BE49-F238E27FC236}">
                <a16:creationId xmlns:a16="http://schemas.microsoft.com/office/drawing/2014/main" id="{FB050984-06F8-F264-825F-255DA8F8A75A}"/>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8" name="TextBox 67">
            <a:extLst>
              <a:ext uri="{FF2B5EF4-FFF2-40B4-BE49-F238E27FC236}">
                <a16:creationId xmlns:a16="http://schemas.microsoft.com/office/drawing/2014/main" id="{A714DC98-B631-2414-99AB-75EEDD7097E8}"/>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
        <p:nvSpPr>
          <p:cNvPr id="69" name="TextBox 68">
            <a:extLst>
              <a:ext uri="{FF2B5EF4-FFF2-40B4-BE49-F238E27FC236}">
                <a16:creationId xmlns:a16="http://schemas.microsoft.com/office/drawing/2014/main" id="{6287223A-87E9-AB95-193F-DB28CE98256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E1F2A279-CE44-9AAA-49AD-130A690FEB5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1411437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FFC3F-74B0-DECA-6D29-CF59BC81F4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C4485E-FE73-B609-C9A7-D0FF8EF7CDA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D87C9E0-C81B-ADCF-1905-6DCE34F689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126685-D7AC-C1EF-958B-D40E102E2A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A57866-3F58-2C24-9A7E-340E78BA7E5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671973-F6EB-2C67-12D7-A9478868384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CE3D704-6630-77ED-C21B-1E5334D3A84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684724A-69E4-AD60-03F8-10AECBC12442}"/>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B0B8438-D986-9A62-1394-7DAD98BB43A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2B8A8CA-19DE-CC98-3DAA-5AB1978AB9B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74B9039-FCAC-3375-A5FF-08FE142CFEB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776D52DF-40BC-E1FD-45A4-D814428E44F1}"/>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D60CF28F-3A93-AE84-76C0-7CFE7ACC7075}"/>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92712406-D6F2-8B86-8DCD-B80CC600FE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6A38DF2-E7B1-1641-72FC-6D542855A9F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F900171-A019-ACD3-CB49-926D9A7E0A8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AE31C72-92A9-8792-6D32-CF879143529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7AFA9C0-EE65-28DC-3166-1B421A7AAE3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15D0E33-6D38-D061-204E-189EBB3830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2CFD7F0-D46C-EFBF-6B9C-A700947199A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0F41263-5FA6-BA34-36F1-86DE2B69F60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AE5F498-B576-6709-36EB-6FECEA8FF12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6365D57-D177-7211-6920-19698D12983C}"/>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E8B5BD8-EB57-15DE-AE57-B12700AFE6A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292D1B6-B124-AE51-3A37-A00439794AE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91BF64B-A7DB-B16E-0640-A580BA56CE5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ABBBAD0-7029-F790-B2B7-70BD5E379DE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5AFDD65-52A7-AABF-F114-B15E99E0329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CA0A1BC-2D34-4BE2-0487-8F47C3556B2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02A1831F-6136-F04E-F5A8-57F76B804FF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B0D2DE-DF70-CBC9-14C2-680FE654127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18D5C07-1222-F44F-5A3D-54EECB19AD0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9B0ACED-FA42-22EF-7AFE-BCE0180A93A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7ED71EB-87F5-08E6-F30A-80BDCAB4FEC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A326CCB-2D03-2428-0E31-2D50431600C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06B5D23-789C-5ADC-4CCD-431664BE3A1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64267F2-1FA3-BE9E-0922-67696CA65E0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0F6EC0B-336F-A5EA-BC0F-00BB28F6665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6748CA7C-4DEF-DE17-13FF-CA25B67A0A0A}"/>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09CF4E99-F110-8DF8-1809-FB0F65C20AD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00C3CE8B-2436-3D3C-D9BD-0E5820F674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C276A0D-1292-1D55-5AC3-8423D2C2C94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FAD6F0D-D826-595B-3EC9-895CEFF712F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D4E16E87-BFC5-749D-0B23-041409366F1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24E59F0-C1F1-E2E2-E07E-1B6728AD57A3}"/>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769196D1-CB20-3189-7B22-5844CD55652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5AF154F-C59E-CE6B-5AB0-060D4DD81AD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1A0DE0C-EE09-1FF7-BA7A-6123738376B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02F8E713-3CD9-4FE0-3152-14CA2B715511}"/>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9B708BA-1240-F9FA-06CB-5E95990D459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108A7E2-BF60-3FAD-3ED2-B9B5A5EE2DF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3260C38-15D4-95FA-EDF5-D744E24D1CB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0A7695D-B8E2-EEE7-42A7-36F4579EC70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009EFC6-BA23-A1EB-16DD-32323F825A5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1C521087-13DE-0191-BA66-03FB1670ED8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B6CFAC94-0CC9-1C66-CC83-0E1F4CBCC8A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60" name="TextBox 59">
            <a:extLst>
              <a:ext uri="{FF2B5EF4-FFF2-40B4-BE49-F238E27FC236}">
                <a16:creationId xmlns:a16="http://schemas.microsoft.com/office/drawing/2014/main" id="{93365187-1453-62B6-932C-18CA3A970B5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1" name="TextBox 60">
            <a:extLst>
              <a:ext uri="{FF2B5EF4-FFF2-40B4-BE49-F238E27FC236}">
                <a16:creationId xmlns:a16="http://schemas.microsoft.com/office/drawing/2014/main" id="{9A10A5E6-3BB0-4BE9-A787-3C45BB71EF8F}"/>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2" name="TextBox 61">
            <a:extLst>
              <a:ext uri="{FF2B5EF4-FFF2-40B4-BE49-F238E27FC236}">
                <a16:creationId xmlns:a16="http://schemas.microsoft.com/office/drawing/2014/main" id="{8AFA1BFA-4B23-8908-491B-2D07C8D7A52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3" name="TextBox 62">
            <a:extLst>
              <a:ext uri="{FF2B5EF4-FFF2-40B4-BE49-F238E27FC236}">
                <a16:creationId xmlns:a16="http://schemas.microsoft.com/office/drawing/2014/main" id="{3F903E6D-B7C1-BC1C-4F0F-6B07F4804A52}"/>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75126E86-E4EC-C172-282E-73DF35C95483}"/>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0327E969-1F3E-99CD-08D6-E517A971FFF6}"/>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066A5621-8A5E-97D6-90B3-5C18D55ACB8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BA1D5DF-9E1F-80D3-5EAE-EF07789088F0}"/>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7" name="TextBox 66">
            <a:extLst>
              <a:ext uri="{FF2B5EF4-FFF2-40B4-BE49-F238E27FC236}">
                <a16:creationId xmlns:a16="http://schemas.microsoft.com/office/drawing/2014/main" id="{3B122D2E-99E8-B8DC-12BF-D379E4FC30A9}"/>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8" name="TextBox 67">
            <a:extLst>
              <a:ext uri="{FF2B5EF4-FFF2-40B4-BE49-F238E27FC236}">
                <a16:creationId xmlns:a16="http://schemas.microsoft.com/office/drawing/2014/main" id="{DB2CC4AB-1E20-8CE1-1366-6477A146454B}"/>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9" name="TextBox 68">
            <a:extLst>
              <a:ext uri="{FF2B5EF4-FFF2-40B4-BE49-F238E27FC236}">
                <a16:creationId xmlns:a16="http://schemas.microsoft.com/office/drawing/2014/main" id="{6DA8A88D-A26D-7680-7876-062FCBDCBC4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1A18E41C-9B0B-86E3-6E30-9A220D80411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2763799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A824C-AB4E-9B30-E017-4D61AB031E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3801FF-B9E4-6842-FA54-96A8428DABC7}"/>
              </a:ext>
            </a:extLst>
          </p:cNvPr>
          <p:cNvSpPr>
            <a:spLocks noGrp="1"/>
          </p:cNvSpPr>
          <p:nvPr>
            <p:ph sz="half" idx="1"/>
          </p:nvPr>
        </p:nvSpPr>
        <p:spPr/>
        <p:txBody>
          <a:bodyPr>
            <a:normAutofit/>
          </a:bodyPr>
          <a:lstStyle/>
          <a:p>
            <a:r>
              <a:rPr lang="en-US" dirty="0"/>
              <a:t>Complete lower center block.</a:t>
            </a:r>
          </a:p>
        </p:txBody>
      </p:sp>
      <p:pic>
        <p:nvPicPr>
          <p:cNvPr id="4" name="Picture 3" descr="A grid of sudoku puzzle&#10;&#10;Description automatically generated">
            <a:extLst>
              <a:ext uri="{FF2B5EF4-FFF2-40B4-BE49-F238E27FC236}">
                <a16:creationId xmlns:a16="http://schemas.microsoft.com/office/drawing/2014/main" id="{0D10312A-E549-300C-B023-98E583E90DC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247D79-E121-CEA5-50C4-7E2E6E1A89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E286A2-D944-BF4B-239F-300128F1F6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C53960-6CFA-03A2-3CFF-B224E74F16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8E050A-D9F8-AE4A-0601-522D6558551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9731B2-6C20-4E2A-C314-61655B6058F3}"/>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70BF481-D64D-7A04-F17B-58650EA942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22512AE-7066-3ECE-25F2-7F06A7E511B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53B2FDC-3ECB-5CDF-577F-F1AF2549887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7906BC3-ED72-EF84-94D3-694B97F1BBB0}"/>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28C6BCD-7791-11FE-3E1B-D256FA3AE98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02AD1612-9B53-55F1-18E2-48C300843BB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FA839A2-1F2D-387B-DB46-2F1B03CBDE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DC32DD2-99B0-BBDE-AF35-88F0476E27D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52A6EC-68EE-6515-DC68-009ADE05E70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CFEA5-417B-2F4E-BBAE-C308DEDB8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B23ADB4-BEA3-C30A-9030-7F8590451F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1888469-D1EC-8E21-FED7-26B7F9649C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F6C6D08-3513-D61D-8B20-E78AD9A8B24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B371688-779A-1E0C-C349-0C6B5E9068C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6CF8B19-7FF0-0410-B088-00140814A0CA}"/>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F09F598-C734-5EE1-56C1-3C019C98C35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9F15AD0-B335-4CEB-821A-0D7A218D84F7}"/>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CCA42D2-D208-C735-10EB-F4329E828B7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CB17B9DA-736E-567E-E863-1C7978A2A22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2B333F4-3F7B-FE92-5CD5-E9A3995FD74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56450F3-4088-7370-7164-DDE1B57F131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D0F5235-AA28-9936-5233-B16ABC726B8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27537C9-CA5F-B6F3-1544-F0BE260A584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E2EA3CA-D460-98D1-A3BF-72B67965FC7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2223C63-D28A-A980-36D3-4FC2098C266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7F1D23-8109-C5C3-5B14-05FC8AB36905}"/>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93DEBD1-68A2-08D9-6E04-CD46465A26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E790A8D-414D-5888-B1BD-0D7748C573B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D7B5544-C679-1F22-3ADD-738F0C2F153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7692A87-505D-E665-08B2-B5F8FD3348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570A49D-83E3-0304-9842-6BC7450FC1CA}"/>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F8EB589-AB47-A37E-06E9-07D40089B70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CEEF24D3-E8C5-7547-9AE3-E4DA49CA300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8768F0F-9679-31F5-AEB0-96CD9A07966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739247A-8FAA-4335-5EEC-95BEAD505A67}"/>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F1CC3817-CCAC-2868-9AA6-ED84CA5FFA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58B1613-1426-4CA9-D32B-CEEC5EB45E1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4636360-ED04-32E6-9A58-B8C835B7B20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8F3EC3A-9A6B-FABD-3558-28651AB626B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EDC16578-A184-80CF-7457-973F86BDBE5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F1BBE6A-5231-DDC5-4A9E-06C80626DC0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97A0B7D-C140-90AD-5D7B-3BDF88D3AD1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1904F15-6F7D-F2FE-C584-3FBA0AF53A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BE0685-E9B8-1AB9-24D3-D30FA3C182B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6629313-F1EF-25AB-75CD-EE4562F72DC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0214592-F8D4-7F65-6D4B-64DE037F6CA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4217ABFB-868E-78F2-B9A6-A2C8163433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9DA0688-ABD5-CBF4-2FC5-50F5219A4DED}"/>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3EC9BD14-2648-8BEE-F87B-1A2FD428169E}"/>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7D72350C-672A-FFB7-5F37-F43A1F6F665D}"/>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B6F258AC-0CC0-A252-0138-2DB1F12F6F1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C7C2D4E-A458-4466-D335-BF582278191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994A244-5522-24E5-6046-15C3F9FE715B}"/>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6487B4C-524F-19C4-851E-06F809B90A1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AE816E34-C7B2-B753-1C39-322EE3AF76A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5F03D22-276C-E207-DEF5-E0FC4CFAB0D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A2655466-2123-5D44-1E5A-D4565719E1D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49E016-873A-EAC2-29A9-CD23610ECD2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36624343-C4FD-EE5A-CE4C-4237DE58B80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3325F7E7-AA67-CF29-B8A8-EF62C4A1D2B9}"/>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260D49C5-484E-4E61-ED4D-F328E97C013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64C6B1B-4DF5-2BEF-9561-BA0493800370}"/>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016EC085-8142-705A-479B-D4E1207A3C8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9D23BB11-27FE-82B7-12F4-0B306E36C79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4755445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6AFD2-21EC-5692-2943-1ADEA2FDF7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8AC656-4169-2260-320B-CCA8E46AA6C3}"/>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66A32DAA-83D1-435D-DA5D-319D4BC7E8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AFC8CE-13D3-38AD-024B-280C4B101FE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D16354-10E3-F10D-3501-630E77B1F4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40BAF8-D335-A245-550D-D6B624140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E539D0-2750-41C9-D5CE-673B8447D53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57A9A97-BE74-CF0D-D51D-13DDE13DDAF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D47D0F5A-B504-661B-7BA7-133A70FDD34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1444922-9645-99CD-76C1-727DB6E4D9C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B750A80-0EF9-2BC8-A7D8-78725FEE6A3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C64E7C6-F1DD-9139-B77F-AF049A71C761}"/>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19EC94CB-080B-BEB1-8050-E3E5B82B01F1}"/>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6E63DD4D-890E-87B2-1B78-304BFA15B7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CDC620-F625-9251-2C70-2CFE620095C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B3043FE-38E9-909F-653D-E20643D490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3A50D99-0B05-CA91-8E59-9C5B4229782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8966978-1AB2-B7DF-369C-6B625D15CC7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3FA5D1D-8B26-23FD-960E-BDBECD7C8F1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4EBBFE8-E75A-DF6F-A6C5-CD6083CA00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B977D8D-6C13-5446-18CB-39049D4294F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096869F-84AD-9174-E64D-CF158FD9FAD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F4EDA40-F8CF-7CCF-1A37-25C9CF08945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3405127-1C72-7972-150F-4F4D70BB85B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8DE6DCF-E744-CD9B-CA08-C5861668BD9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F0BD4482-DC15-A27B-4AED-94EF0ACC104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5F9C88-28F4-7792-FB62-6B187DFDD53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A26CA9E-13B7-56F0-D404-D9F4136D28A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C29D72D-EC9D-8CC8-910B-56AA1720228C}"/>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1C81274-AC24-C5AC-2E4F-E62427A0842C}"/>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671D1C9-9122-0620-F5A1-079A7CBB38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878D9D-E7FF-E9A8-33DA-E844828F83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EE2E27C-EEEE-62A5-DE8D-65230390F00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7D21EDD-C30E-F479-11CD-E241696A0B42}"/>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CBE7EEB-00A8-F718-5E11-2C607F98E00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C9CB549-FB21-51A8-DEBC-15754874587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C53BC17-A394-8B16-4A67-55624AB59E4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7E1F8F0C-9581-02B2-9615-02B25565985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8C52F9E-31FD-8B03-5F14-468D5DEAB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D5DE1F0C-4698-E4E7-3811-A59FA90FB1F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9BCF5192-2D9F-3C56-F098-AE87E2E30C8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D86781-C83D-D9CB-9312-4A23BF6018D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8ADB882-AD4A-CD8A-07D6-1DA13445175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C8B32BBB-5833-CA93-917C-1B55D67EF4B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57F692CC-0BC8-5FED-C687-D21578659C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B493CBA-8303-57BD-DAFC-15929A64B68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6E8EA62-B242-D5E9-ACCF-0116E7AE50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C218F21-EF5B-2F74-B456-9007B47C933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DEABC59-4D8A-F3BE-3AE4-DDC945FED2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9757B80-52F0-C580-4976-8E821E74A52C}"/>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C676B41-F69B-C400-C23F-9AA31AF7C2C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F09F3D6-4B20-A21A-D3D5-81CE29F2E56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DF7A4A1-139D-DFFA-5FF4-50914312B3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9446F17-4F40-F73C-42ED-12C7CEBEDAB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93C225D8-546C-2428-DF22-2B4F80A09F6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A0BF51D9-5DCE-7431-2173-267A31EB5B9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85E8165C-E6B3-5497-37FC-DCF4D9418F12}"/>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B165D841-3648-A2E5-0E81-3EAD2EA53A41}"/>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494D3FDA-3567-352A-F462-A60C15E9982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6C245B-9281-0293-9D3C-1972433EBF2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CDDB295-117C-3E9C-E027-0E2F47C15D9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E90AF65E-33FA-B5A3-FC5C-9F6B5A72F76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8AE77551-45C8-0214-C640-A9D4EE2468A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2C33772-8BD2-129F-EFA2-E400283F76F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31BB842C-1B8E-1DA7-051A-2FFA3B38348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33F7EA7-C2FE-494C-AED9-06293DB1F0B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11619DC-D76C-A621-C8BF-7684D61775C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E92B4CBD-5824-718A-51C5-DABABFA19A4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04A7C52-2133-DA83-27EB-8B07E614DAF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5290986-31C2-F69D-3314-A25B677E0C23}"/>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CF74C0DA-73E2-26F5-CE96-318DE1FAD78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339A0CEA-34F2-57F5-86D3-A311EA1F494F}"/>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A3540BE-8D69-2F5A-34CB-764A8D5DBC7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80031F00-E9BC-08DE-911D-2EA3360DCBC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36E4F887-838D-1D4B-9FF8-CC3F3C23472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793941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9B93-1B55-A4AD-CFEC-379381C82FE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62C5A4-C9DE-0E40-EEB2-C6B6C88E8C4D}"/>
              </a:ext>
            </a:extLst>
          </p:cNvPr>
          <p:cNvSpPr>
            <a:spLocks noGrp="1"/>
          </p:cNvSpPr>
          <p:nvPr>
            <p:ph sz="half" idx="1"/>
          </p:nvPr>
        </p:nvSpPr>
        <p:spPr/>
        <p:txBody>
          <a:bodyPr>
            <a:normAutofit/>
          </a:bodyPr>
          <a:lstStyle/>
          <a:p>
            <a:r>
              <a:rPr lang="en-US" dirty="0"/>
              <a:t>Complete Column 9.</a:t>
            </a:r>
          </a:p>
        </p:txBody>
      </p:sp>
      <p:pic>
        <p:nvPicPr>
          <p:cNvPr id="4" name="Picture 3" descr="A grid of sudoku puzzle&#10;&#10;Description automatically generated">
            <a:extLst>
              <a:ext uri="{FF2B5EF4-FFF2-40B4-BE49-F238E27FC236}">
                <a16:creationId xmlns:a16="http://schemas.microsoft.com/office/drawing/2014/main" id="{DE19E857-3881-4B78-0F52-2EB27A135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81A506-6FCD-DB7C-B963-569165AD0EF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5C897C-A1AD-46B2-90D4-ED23998102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F8D776-83A3-72DA-3C41-C503E9C218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D57921-51F5-9B34-ED84-1F3D023CEC6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7E24FD7-B3F8-A9D5-AB37-7407AF95296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799D68B-25CE-E108-FB60-A241AE0C69A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032D3E7-1A2F-90FA-9926-9E3EAED3C6B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BC912A8-01D1-6D73-06DF-22DC38E72E6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747E1CF-8C1F-D92F-06BE-69F5EA4E435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13CD685F-7866-7A38-63BA-FF51650B98D3}"/>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094F5ED-D3F4-1519-8A57-23CC0BA279A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CBF62FA-B716-EF1C-52D6-D7052B4C795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70DF0F7-5E47-D004-043D-0C6C9FEBB39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23544D5-BE85-D41C-0C30-79E38BD29EB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AE88EC3-BFCC-77E1-8392-39786561577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44BC174-595D-B961-1056-96908A0C05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6B21CE-43D8-55EC-A188-875F223BCF9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9094FB2-6B77-57BE-949B-A749DD477C6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D3EE7DF-F3A4-EB97-D457-DC4660799DE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E02BB3A-6239-21BD-717C-E114F7CF8FC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DA64B74-F93C-7841-C5B7-463B98482F4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D70C64B-B531-F42C-C45D-C3E8AB2499B9}"/>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D33BE028-8397-C049-3501-21B8C9AA0DB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C9FA31E-6909-7281-F299-48100B0E11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933DF07-90CF-9B1A-7D15-FF0353E4C53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13D38031-A56A-45FE-8773-71BEC5EC334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9282E5C-E986-2C40-E6A6-E58B45D47D7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8840989-A68A-A20E-D91B-E4760E3E8D0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BCF98A6-2100-7B02-7514-0E90BC72BB2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7A4ACA0-67E2-509F-FCA9-AA710C0C44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AC82152-1BE2-4435-A623-48FEF7647FE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07975C4-0E95-0FF2-7187-B92A2D482E7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90833B2-28E0-9799-05AA-D447BBDF83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84DD57A-E5CC-EA22-F4CF-895B3760A54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D93795B-66E1-2F5F-47AC-637E97592E4B}"/>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E717E02-4757-6DA6-DACF-31F86EF66C4F}"/>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F191D3-093E-1088-EBA2-CCA5B3BD569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20F46F35-F8D8-551E-0ADC-8146B513F4D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3AE9D60-633E-109E-1C19-41B3B46B9EF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605CA52-C2A7-DF83-70C7-2715F268A5F0}"/>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185D193-FF41-0D62-0D8F-2743F49625DC}"/>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40BFE40-0A5B-2B15-69D0-5103AC6CB62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194ED84-A97B-9474-8D72-3DC60BA0715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A3E516D-2738-740D-5B9F-2379AD8BEC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D310E8-F6A2-2300-3C2B-A84803739F3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1CE6056-7848-45FA-1B06-C6D7837F090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75542C-F21F-9C85-9F18-D67C3BC2B3F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B2D709F-892B-158D-BBC0-BFD81E05F0C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9DF46AF-ED44-2C7A-C9EE-3CE75CB040F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78A9CF8-1AB4-9DCD-7605-9E1C6FD4E7F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8ADF9D-0129-160C-CF68-7E307BE002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0457F26-49BE-13C1-C75F-DD5669245BB7}"/>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2D99E2-8865-F941-2A05-2DEB79281A38}"/>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E60E1D84-5308-46B2-CF9F-15635418E362}"/>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F2A997D4-CDCA-159C-90E6-33F26727E95D}"/>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B124F47E-8265-B90C-E23E-3C298921B2F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B7FD846-33F5-8BE0-33BD-5B191919DE6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53DDC3-3DFD-441C-3D9C-E6FF1205FAB2}"/>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3586E583-914B-B778-01C1-E5DB766969A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2D21E456-736B-F971-6B1E-08605994FD0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ADEBAFD-432E-28EB-2642-FF2019790E3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2B159689-388F-5B4D-AA8B-90DA0516BFC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79245B23-B285-308B-81CE-A6D2CB31C2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DBC978A-5183-E959-676A-F90B2BADCCB8}"/>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1B4260CE-A061-214F-7806-4788DC72E5B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5FD035D-834C-DB4C-15FE-362D2B210DE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37E9E49D-2933-723D-21CC-660B230BC10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3068A006-623A-3A2E-A556-91B2BCCDB47C}"/>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1F522A7B-8AFC-51C0-5288-BFDAA1B3FB32}"/>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954EAE5-504A-AD4F-1E43-475515615AB9}"/>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053C0AAC-8B2E-DFCC-AC52-6B2E0402378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22FF6C63-FC82-93D9-1F28-26B63C38FB58}"/>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008DBB57-6591-7354-2BA0-3AFCF69F28E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466D1240-D655-12EF-F3F6-8E18AE617669}"/>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0" name="TextBox 79">
            <a:extLst>
              <a:ext uri="{FF2B5EF4-FFF2-40B4-BE49-F238E27FC236}">
                <a16:creationId xmlns:a16="http://schemas.microsoft.com/office/drawing/2014/main" id="{F0BDF694-D611-9B8B-30B9-4D9643D1163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5924944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899FA-44A9-898B-6E43-C0D923108E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20486-E716-A52D-CD7F-ECD428DBDBDB}"/>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2968C17D-01B3-262D-8293-28914DB94D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022E92-E687-0F81-20C3-644AB067BD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A36F0D-66B4-7F66-4105-99CAB18464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C0769F-A120-AE4F-711C-375E40CA5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96A344-8B35-4023-0AB0-01B9D52490B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5ACC8A3-6D10-7F20-2B58-D8734F565F9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4761418-14E8-B704-F3DC-46C96BBA25D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83F83D0-FF0C-7D0E-AC35-D09853CE7C2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BBF3343-BF79-EF16-D16E-01AB9156C2B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D7563B3-48AB-4E27-E190-DA9E507EF43F}"/>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603AD3C2-1357-04DB-0B79-B1C1EC50A4F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BDCCB956-F1B5-E369-321E-57CA238C2F0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52E7EF0-9F86-E6A2-BBE5-9A4BA666221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755BCF3-28B9-32DE-B484-A2FF60149D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82D741B-E7F1-F81E-C78D-3AB7E4DCB37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08091E5-5C07-8726-4583-62CF27D2B8B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17F97B2-EF61-40D6-D482-689F79492A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6D77F88-B179-273D-2EAA-6F853C787A7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B40E6F-72E2-F8E4-4626-C0B894188B0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0D18713-89BE-CBCA-B85F-B9204BE5E6B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26023B4-3DED-3100-E5B9-29F0D36F98A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517E499A-E2B2-6E2A-C729-87A74F92374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62ABEDD-D02C-A80D-4C47-EA8F178D8DD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972A6C7-1DAC-41EB-C596-07F0BDC927D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4A42342-4F97-BA33-0B76-2A4D961E0A6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1A8ECEF-9746-C87A-42B7-0C20DCF7F0F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8F7C9A2-AC63-D950-054A-2AC3AD9DB39F}"/>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DEBC1AC-1AEC-B209-EEE7-717137084E9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5FF7221-14D2-1FE2-52C5-17145DCCDE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6EF8237-CEE0-08F2-3850-5794ED9CC4E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A2FD371-EC9B-666D-1494-DAC5A461D45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5DA1DE3-C3D5-EB35-51B8-EBCB37126D4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2834EF4-5CB7-C502-46B6-D7E637A51B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172C0A-3FA2-FB61-83B1-C94EB06CA2B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0E4A096-90EE-D83E-3892-0BA8118D45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D388AB9-AC09-02FE-CD2A-C4343C4FFD6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311AD62F-C5E7-7731-81BA-1B1DC5404C5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9F1D92-391A-CF55-92FD-CDC3DE5FF42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292BFBD-23EB-27F0-E45B-0AA8BD44E13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E5B2C1-DD1F-AC62-A90B-0AF0B54095E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DC7D86D-D421-26B3-A9C7-D4AC0078BC96}"/>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9744F320-49AA-A958-51F6-B7C3051B58D7}"/>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A4A1F91-DB9E-0C3A-E639-8396E486360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E0E4777-0AD7-900F-E447-3D758F77EBC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918981BB-BD55-437E-422E-8A624A1D450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0EABB3E-807A-B7F6-F562-521349BD0B8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CB3E2A9-6118-99D5-0EC7-2E22753BBDD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950DBC1-FB00-4D55-1EA6-BBF1576A867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05573D62-3940-20EF-7FAF-A2B7B39F570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517DE0F-485A-9F8B-4AC2-7C357CB0BE9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584FFBF-0826-C501-9F48-9557C9E90A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31F82B31-19EE-EDAD-C25B-EBA7FB7E319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C645692E-C322-E0A2-915D-F64450574C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E9B72E-BC64-1D53-4186-87FF95535C88}"/>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EE90D3A0-704B-7558-9B7F-F29D72E68844}"/>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1D812213-AFE3-9DF9-2F61-2247A19004D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812F0C02-D2AE-857C-4270-0E797C0768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B7B630B-8D2F-3277-C371-76E86DF927A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C9C593A7-3214-9B4C-8679-53766A748A9E}"/>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FB4B8E5B-A507-F1BE-C7CB-9E2FD4A2921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CF3B764-8D5A-B2E6-0E28-20B9136DA52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62B8B9EE-9C06-CCFA-049C-B7CD83E28F6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03035B76-F927-F20B-10B8-52681FC5F45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89156DFF-BDBC-6C54-CDB4-54A3CBC7A36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FF0CCE4C-E824-29F6-48C4-0AA294979FE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4FA7ECE4-1159-E8FE-9901-1AFCCAF96A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3CA5E3D-65D9-AEBB-4DD2-D93DF4FCBD6F}"/>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B35E32D-6BD7-37AA-3823-C8D5E570669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998985BC-CDEC-0ADF-64FE-44C62A35EC5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BD6789BD-228A-94A7-B7F0-A16A63FDE12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F342C3C8-BA28-3D6A-D447-AC38EA189B8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B4D03A58-7F39-9F69-4417-2FF484BEC93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1BDF6CEF-4E35-69A5-4752-CE746E54BF0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363B5066-3131-A302-3704-6D870FA796F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DE76CCB8-D270-4D04-9109-70FD511C8227}"/>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0" name="TextBox 79">
            <a:extLst>
              <a:ext uri="{FF2B5EF4-FFF2-40B4-BE49-F238E27FC236}">
                <a16:creationId xmlns:a16="http://schemas.microsoft.com/office/drawing/2014/main" id="{23D5B788-201D-BFA4-2AB3-7243BCE7A58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387576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FDE77-9FA6-4E32-7380-BE3908F197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D8A439-78EC-A4B0-5FA6-0B4E5214929B}"/>
              </a:ext>
            </a:extLst>
          </p:cNvPr>
          <p:cNvSpPr>
            <a:spLocks noGrp="1"/>
          </p:cNvSpPr>
          <p:nvPr>
            <p:ph sz="half" idx="1"/>
          </p:nvPr>
        </p:nvSpPr>
        <p:spPr/>
        <p:txBody>
          <a:bodyPr>
            <a:normAutofit/>
          </a:bodyPr>
          <a:lstStyle/>
          <a:p>
            <a:r>
              <a:rPr lang="en-US" dirty="0"/>
              <a:t>In right center block, 6 is in Row 6.</a:t>
            </a:r>
          </a:p>
        </p:txBody>
      </p:sp>
      <p:pic>
        <p:nvPicPr>
          <p:cNvPr id="4" name="Picture 3" descr="A grid of sudoku puzzle&#10;&#10;Description automatically generated">
            <a:extLst>
              <a:ext uri="{FF2B5EF4-FFF2-40B4-BE49-F238E27FC236}">
                <a16:creationId xmlns:a16="http://schemas.microsoft.com/office/drawing/2014/main" id="{3E0F8382-7311-E78C-AB36-B33A53FC9E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9CCE1C-794F-0D1C-1EF4-27CCB2966F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6C3869-0C1B-5728-003E-E3693638D2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5C1538-63C1-A8AB-ED02-4D399FB1E1E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A7A541A-7406-58A8-7D7E-531DBFCCB4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5F70329-EE7C-27C8-836D-8382A0EFF9B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57273-35E8-B086-E92B-C10832918E6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B105D8D-2AA3-2C42-6A7A-248895006D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77913A2-8983-E8DE-7775-51F74AE7847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EA41351-7967-9B8E-BB4B-2823F59CFA2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824487FD-AF23-980B-31A2-468BF513E8D9}"/>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1784C41-AE9A-E451-5CC1-F366365E1F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CFA2E0-D421-6D34-19E8-21BE537296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479DBEA-F93B-2477-F34F-F4D3150FA9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9AECD8-F130-D1FB-15F9-347AC4485F2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A41CEC-D090-00C6-3C6B-7B30AA3FC8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C0C0D64-00FA-4D98-A49E-C7C67A70EE5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A387D4-840E-9236-092E-E8EE5858FC1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95E5D8E-1EE3-4626-2107-D7455FD261D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E54F32-3AF5-DEE1-CA20-8CCC4C35A26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8C83027-D17D-5EB1-E27C-71128FB3087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4D05F169-FA5A-5D84-4449-DE8020C6C98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8DB590A-F6DD-19DB-FF85-22975C74EBD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9EEAD6F4-59CE-BC72-E222-02F4137A64F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7767010A-95CB-E021-8C9E-4310DC3F53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B5585BB-F47F-E5FB-A04A-4190D95941B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90995CE-899A-2730-B621-FC234423ADB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6F1680C-4438-33DE-A373-6AA7569A2C3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59407A83-313F-10B9-7C21-2A6B6EDFD1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997D64C-CE15-9902-3AEE-113752B12B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51D3E9B-6968-DA0E-AC6E-F64A64C89AA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054CC66-2EAB-8921-31D5-BB250F1817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A8FD1E6-15E4-2D00-3034-F1B33C27F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6CC62AC-AEA9-3965-3B29-A68316DEC90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011FB77-4CD8-16A0-39EE-18587786470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CF489E5-F319-A122-C4DA-74B22A92BE1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36EC4D5-32D7-6B86-0492-D8FF865861C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7B5C8B1E-17F7-E4E8-E3F3-77923003DB7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330E686-34C6-BAAA-60D6-CAE6EFE621E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04C72970-1DB1-BCAC-6D89-1E8B623151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2C922F4-4977-AA3F-9DFD-368CEE192E9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3684FEC3-E948-9C63-7A2F-C98D44D8E87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F89483B-5195-A15A-9739-2D2071010F8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B07E02E-1D7C-05AA-FBFC-48A37EECF8F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1E6EE05-CF4D-B89C-7E66-E166AD1F68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78FD0B-A563-ED0B-12C5-22A711E3BAE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3E65C8-092F-8EF8-1160-3C53BBE8432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74A079D-7C5F-44EB-EE6F-983B8304B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378799F-9ADE-AEBE-B957-E4D9BE0C761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D811CD6-DAFF-53B6-D27B-91776E430B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327FDA4-03D2-84C7-EFA7-BF10A67FBC49}"/>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1EFB6CAE-40C1-EFEA-BC55-B4A3B71B840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BE58D283-65DF-3203-8BDB-C194CF703B0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38A12D2-D892-28F4-AC4E-3D25B49D3330}"/>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1A678634-E84F-3579-91A4-9ABB8D6954C3}"/>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927FC5F6-A410-666A-FEDB-8BD050CA39B7}"/>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5A73F4C0-1111-1CA0-C3FF-3F8C49B5763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C58390E-9A8B-0084-ADAA-DC6CD486779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6F6B921-4D39-35F1-BFD9-150F1517347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4F996125-FDFE-B2F7-3B11-FAC129707F7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45E9833-F3D7-1D36-35A4-A7D67A4E2E55}"/>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C6239DD8-3875-E21D-7F2C-61A3C7CA0BF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8CA5A3B3-4D75-9D99-EFBA-8A14EFB762FF}"/>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B8CDB152-9547-5742-84E3-C42DB6BDAC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2009575-3B91-15D1-C490-96E5EF3F77F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F0DA89FF-1CBB-A7C6-CC5C-AFD992644073}"/>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5A3D3B4E-B844-3BF1-545F-3B0893A5C1D3}"/>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E4169A48-02BF-9161-8E8F-4A246C39C68C}"/>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4775B4F2-C1D1-18D6-375A-3308E549A3E5}"/>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4FD053B2-5CDB-D9BC-B57C-B315E0756419}"/>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8E340A99-9D2A-1783-642C-34D9AE9F7E4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9983EDD-B696-AE28-285E-988F3498FB6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B3C46F69-7F07-C199-1FD3-AB77237FDDA7}"/>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DF2FAA66-8903-0FE9-E050-C0174CFD6668}"/>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F25917EA-9B8E-ADA9-FB6C-97C42CFF4B0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853CDAE7-75CE-BCB9-3191-B6CB448C44B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BDA7D42E-BA80-AA54-E17D-9330E313598B}"/>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6C285467-C5C4-AF27-58F9-A96D431E2CB4}"/>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9955046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53D6E-BB89-88DF-8B84-5BACAA14D9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F12A1E-1F0B-8009-91F5-E4499714FE5B}"/>
              </a:ext>
            </a:extLst>
          </p:cNvPr>
          <p:cNvSpPr>
            <a:spLocks noGrp="1"/>
          </p:cNvSpPr>
          <p:nvPr>
            <p:ph sz="half" idx="1"/>
          </p:nvPr>
        </p:nvSpPr>
        <p:spPr/>
        <p:txBody>
          <a:bodyPr>
            <a:normAutofit/>
          </a:bodyPr>
          <a:lstStyle/>
          <a:p>
            <a:r>
              <a:rPr lang="en-US" dirty="0"/>
              <a:t>Last possible 6 in Row 5.</a:t>
            </a:r>
          </a:p>
        </p:txBody>
      </p:sp>
      <p:pic>
        <p:nvPicPr>
          <p:cNvPr id="4" name="Picture 3" descr="A grid of sudoku puzzle&#10;&#10;Description automatically generated">
            <a:extLst>
              <a:ext uri="{FF2B5EF4-FFF2-40B4-BE49-F238E27FC236}">
                <a16:creationId xmlns:a16="http://schemas.microsoft.com/office/drawing/2014/main" id="{5A165BA1-5268-49BC-448B-AFA9A28802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75A99A-FBCA-50C9-BCAB-381EC0514E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51802F-E38C-A336-DF44-15D6A75BFF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38DE7A4-230C-D713-090D-8F2DED85C0A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46BF44-E946-5FC0-50D6-8AB8FE13B42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22B8F12-D177-CA7D-031D-5F621C2A2B9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063748E6-A6C2-3121-AE5B-D2C0896B7C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7D938CB-74EC-F51D-4B61-9B51E78C6B5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5712A68-23D5-A5AA-59AE-C40912C457E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7483142B-8B9A-4A67-61ED-7D71713DBA71}"/>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25C2A514-9582-AB74-9C8C-98C44305D6C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EDA93597-A50E-66BB-E272-F65C035CE0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973F875-6D88-F9BC-F18B-877A0AB08F3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3E0C4A2-3F3D-8962-5150-E98903ACB81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B1481D4-E9B2-6225-F1DA-F10994D9FA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C5C6FD0-2D6B-C997-0722-1537EFE79F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BA049BC-4421-4DFB-C566-CB4224A1D8A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0120B47-E64D-8B0F-9701-7E97999D86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896D768-8B3E-3602-7975-14E30AFE7A6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D70D6B0-D998-4E67-7AA7-7D37C77DEA9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4E70B68-359E-FF55-D5F1-8A8C56223B5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3A50297-AD4F-E097-5C17-8A4C9E1B8EF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B44199C-0EF8-E423-8CFA-725C73318C6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18DBACFC-73CC-F2C9-24E9-6244532391EE}"/>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0932E873-6E82-1A4D-126C-3C3FD75E480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562CF0F-BED5-57BC-419E-91927C7DE2D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CDB799B-BFF5-F1F9-AE6D-90D9F4EF15B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6E764608-C0ED-B206-7E17-BE58259E2E7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4A44261-3459-B948-AE6F-44B75DE6860E}"/>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209635D-2682-9E5B-BCE5-59709A35D24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6AF49EB-2638-8ECB-DCBD-BF6E5346A5F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73021E9-8A0A-989B-0A68-AEC022E8FE5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B6BB689-8702-6838-8E1B-E98A6B2DB46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2FE074C-91CF-DB6E-12A4-535A41D508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0E350DC-5BD6-158A-1F01-362A347D4CB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C536CC3-96DD-D636-9B22-41BFF9623D4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CAE07232-E7B3-9086-EBE5-A9F8175D78E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2A07FA-C0B3-D05C-5D04-1431907A12B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26E6C71-DDFE-6D56-1FE9-B8DFA5B8079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BC92BFC5-FD26-7F6B-E147-A45CCB1790B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219116A-13DE-9359-8465-529D61E84B1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3A2F70D4-1ECE-172C-8CF0-19A1CF02094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CF89C12-6294-019A-5FDB-2720ACEE84E9}"/>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C937FA0-CA7B-BDCB-E6BE-69C32FD1DA02}"/>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A49C184-E5B4-2EB1-84C7-683A218A016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4CBAEE2-37BA-8AE5-5D3A-151CAC02E57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9698255-487B-6E2D-4BC2-A7A4229C4C8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76FA189-2B48-9E81-2117-F88AD3CE2C26}"/>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B7EB31FF-F294-B859-7AD4-BC8DE0D26F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7131626-615C-3402-0A25-E01648C7072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EF8417-4BC7-8476-FCEC-DE15E54D57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47D1B513-A7E7-D841-80ED-A1F464A543C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96597A8-E53A-0501-2393-318B280645D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C82BC10F-D447-40AB-2176-5BD26C4D29F9}"/>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DB00D1E0-EB89-7A1A-6427-2936640F6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9238CFE1-9246-9F5C-36DF-67ECAA72160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409B4B93-99B6-1C89-0919-17E4B41BA2D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250E0C33-957B-C482-B6E0-7229865D0C1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1592B92-F037-7192-C4C4-08E7DEA40670}"/>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B1E1302-61A5-52B4-5390-64BE13A53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4BA2E3C1-AB5B-700B-1E61-F29AA49CF60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066A7249-9F43-04C2-BC45-026D378D0437}"/>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9" name="TextBox 68">
            <a:extLst>
              <a:ext uri="{FF2B5EF4-FFF2-40B4-BE49-F238E27FC236}">
                <a16:creationId xmlns:a16="http://schemas.microsoft.com/office/drawing/2014/main" id="{96461E03-B6BA-1102-FE73-4469A6FA94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232734E-CF9F-883A-D32F-156F682C182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D138F70E-9114-0899-F171-B42ABB6F91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42DE5A0D-0256-D934-9937-BBCE245EC39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6D6A36F-B32A-7EB7-566B-5B732235790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5548A8-3EED-CF58-7C69-5DDCF9382ED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E1B8A36E-4F1B-1A38-9F89-13C44959C8A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0BCC375-E20B-A42B-9043-EE309FA1E1C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3513126-16B9-92C2-50FC-3AE72D1DB58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ECA623F-7625-5B2E-E400-DE7E8052D9FF}"/>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C9922933-C5B0-794B-636E-48E818CFDC24}"/>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78EA0019-1FA2-763C-D602-DAF8DB39E33B}"/>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97D7E78-63B2-C109-2859-BF5B921E427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79723BFC-9874-0A64-6C1D-C73A3B85549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15B3EF15-F5AB-4FDC-02CF-86CA0FC324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A16C2650-0484-E9F5-338E-7F1BB228F6A4}"/>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2872519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1173D-FDBE-3933-7542-7A9457EBB3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C44DE3-D36B-88D5-4813-62BE4FB10BA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FFA96F6-8E8B-319E-E0F2-F2C5A5C0D7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B8571F-D3BA-BB0B-BEA9-5ECEFEDD99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4B9614-740D-2750-0AEE-AC780BEC7F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6EF3AE-5AC2-A33B-6DD1-49279B9B6B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486B3C3-2E33-7A29-80C6-42E12B6333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0B8F51F-8F65-56BF-A0CF-5F59149C0DA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489F0064-1C44-00DE-1A83-F1615B52C87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B79BA24-F4F8-238E-6F36-671AC62982D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CAD77B-45CD-380E-B35F-27E5523916E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8400C53-8F6A-2376-3ED5-AA4AC5CDA1E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D82BAF9D-31B8-69AC-C4CE-D040D4118D2A}"/>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D2C4F103-AAB0-F741-C343-E44D2B81D9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209204-745E-B711-D995-30F6C035C7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36F4A26-D059-5E9C-B7EE-886DF1F54E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D77260-B288-5FFA-115A-946BEE88128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5EB906C-6F34-D132-D1D0-B09BC752D6D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F9A96B9-D8E7-8E7B-028C-7EE7324CAA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26039BC-C748-CB21-1B32-93BCE3242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4E98A48-8B15-8448-8041-6B2384CCD27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7280830-BD3B-7851-EC29-D431B214655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CF74B55-C442-0393-1B06-FDF461D6E8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3A291F31-8970-F845-7992-4ED3E72ED4FC}"/>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9D2AFB3-0853-601A-6D30-05D6A0F23D2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C471303-B969-B354-65F9-2BBF69B7CDD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26372C5-40FD-7973-5E84-4107B1573E2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6E33C3C-F490-396B-2D13-887EAE399B6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26B5F8-11A0-2445-D761-8076450AAFC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17A566C7-712B-76AF-EA55-8CDF33B212B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192A444-77BA-7E23-2ADE-2D7BFD513F0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AB9E87D-C87A-A2FB-99C2-8616548A51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BE47EA5-6442-EDE0-4076-D35E60820CF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F1C39F8-8F89-8980-F102-82734ADC7D7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3C22910-72FA-5883-C199-559E3B68999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EFCABB49-B7EB-48DF-5717-4BB7F39B6B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4A684D9-6416-7C7C-DC2D-6E32A864EAF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AAF1EA6-0145-2197-271A-BD31126B54C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99DE415-835D-05E8-6A31-8BE9E74355A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A5CE45-53BA-77BD-4D48-277E998AD73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5FE455E-9D5A-C399-A976-6875DCC97EF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6700D9A-216B-163B-5093-E5CCD9B3C0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C5FB274-F763-F9E7-4220-A2BD65214B19}"/>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7B67B6A4-55B7-256D-9697-9A3B981BF8E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5D1B8B6-662D-C5BD-8B77-277225B6BFF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3326AF1F-B39C-CA88-0919-54A94FECAA6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0D318E3-F3BF-ECFB-AF5F-3A7D2752465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99A42C4-9B30-3F3F-CD37-19706737C4C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0FDFB6D-F6CE-0A48-7114-0018D791C42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2830A24-AF68-7FE2-408B-95AF5DAB063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6CB75CA-6755-4428-320C-B9ACB4AC7506}"/>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9C356A4-7ACB-08D2-00A8-0B9F2F9C59F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DE013AA-0247-1520-C55E-C1EFBFF311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E56C2FD-8E8D-0F79-7C8B-8BCED6BF952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D0C95AA6-24D1-3242-0EDC-34678BBC7DEA}"/>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4306847-EB59-9EDC-555B-2AAC1C511741}"/>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C26D63BC-7769-E90E-A63C-8E6580C5BF99}"/>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DD2AC2E5-C19D-A991-0D67-6425D0A06B9E}"/>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EDFBBD79-FA47-B9A5-CA3B-87189CAEDEA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FB51444-1FFF-AE5A-F141-AD08D553D18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B7A1405-39D7-E691-51F5-03A4F168862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2837B36-2890-FAD7-2AB6-B234E1B52AD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A06E94E-9AEE-59B3-D546-78A28DDBC19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614B9F1-79BF-B460-7E7F-A7BF9AF0E9D1}"/>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A2FA4639-421F-704F-DDEB-F621701711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DC7C084-134F-C58C-B702-03F26185081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8EB3824B-9861-46ED-89C9-12077F1DE16D}"/>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071E532A-D1E6-AEDA-F5AF-DE96FB4E0CF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051F1B8-E072-77B8-8706-F03ABC3E1ED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5E08A4D9-4D4A-B5B2-D341-96069033A1B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5E9C81E-93E3-70EA-29C7-0DD6BDEBCDB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ABACDEB1-DF4D-3748-3D37-31EFB65DF7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0F26F27-F7FE-02B4-FE97-EB12EFB72EE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560238D9-5ACE-DA6E-7D5A-A5B2A0BBA80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8A95BD0-93C6-1A88-1705-615DB6D8DF26}"/>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B2B5F2A-14E0-3CFB-E87B-B9D4E76C858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03DF0BB3-E82A-C5AA-2949-3FEE115B9FF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28C667C-BA5B-6498-D4DB-422D17EB92C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9AC431B4-4744-C048-A052-66BA226A2B6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33B9520-5188-6A33-7BE9-07A574A31580}"/>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0230581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A278F-337E-5891-91FF-E77BBDB4D5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9E8310-7E30-D600-7A63-FF68958CCD4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F0C4D33-47EF-4168-F071-2B7292E4851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9B7A93-8675-4819-5A57-843D5D72E5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0DECA12-707B-9354-FEA0-F519478518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6ED6D55-3999-546E-4003-45832FD4B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2BF430-A617-5D64-8642-2458DB0851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337ABF3-7016-C104-B13C-F9116563520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B94150BF-2F84-E3AD-857B-BEED98FE903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D10D1F1-0593-DA8B-3F53-40CB46C436D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D264D2-AE90-EAD8-63C4-840B821A88B8}"/>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B6EE66F-BE60-7670-76C6-C24935E1C8A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4AE9E358-40A6-197A-5C71-84B62C8F6E5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BEEEDA34-6275-D9A7-5E2E-B4B56A9D911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E275DC7-92D2-83D8-6163-A2108FA770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91A3A1-6AB6-EB25-470A-A5604ED19B4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A793CDF-890D-D912-3A31-6EBA8F7857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36FA3C4-7C93-8B1B-668C-3B00D8567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BD96080-A525-59DC-3C6C-F009E27232F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F152BD4-3E7F-1C66-C73E-99E1818514F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B83A318-E489-4A8E-8A83-C825E861988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50C3616-8FA2-A6E6-1475-ABCC9B30676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69A96BB-0F68-C437-D1E4-309DF5248F0E}"/>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C31FD7DF-47A9-7E6D-34CA-5933B39A394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0E223C5-F096-EA81-1F61-4ABF1A8E731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FE423F1-C75D-5C1B-681C-4B844F8853C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EA961AF-E906-B592-7CB1-E459AAACBFD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6911516-C71F-1DE3-221C-8928FF69A4F4}"/>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DCC9E00D-960B-A94E-64AA-073F3507236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15F0FF1-36C2-340D-7732-16D76D0484F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15D0395-4293-BAF8-74D7-645FCC7555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0D3FE99-2321-B279-1304-D52D7CF376C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C4D982B-8FDE-360F-95AC-C4BB96EFBEA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6E2A8F7-AB06-B1F7-6639-725D169DE60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BB429D-5827-4600-F1E2-E1B0DB38FCF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1A177DA-F95A-1FC0-06CE-50848042FC8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DFDA548-9793-E170-DEA4-9993F04F4A6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4E0D98-BCE3-F642-C4E3-B6276AB7A37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53B4B0C6-4722-EF9E-A4E7-219FEE1DA417}"/>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A44D907E-7D8B-5724-8E95-B8FF628E1C5C}"/>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3A36FBE-03CB-6C52-1D0B-D3BFEFBF63D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CB8A062-93A1-5883-C3D3-8769E498D61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87F839DA-E668-3EF9-4373-1F682D2A796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3553E19-DF65-8F03-B70B-6FF698CF50C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536CC23-3024-C7E3-5BA7-E6A3B8901FC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17A8F0D1-421F-929A-D230-D580F7C02F1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3AA60F0-F91D-4EE4-266A-4E75E3BFA2C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7CE012FD-886D-65E4-A7A7-D3A3CA449DD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91C438A-91EB-8EF8-1C84-704BC0814C5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FE2BCA4-7309-399E-DB5F-FDF3F76B87F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2BDEBCE-0BA4-A4E0-7357-F2D43B17F9C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4CF9189-FDB4-FEE3-FAFF-C04BC232EA95}"/>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45B8BC9-9B0D-D8BD-191A-ACDF0A68C24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67D31CD-639A-F1A7-1564-710A4013413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7B1AE28C-3198-9309-864A-BDE17ADDF068}"/>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E29FBF4-44E3-45FD-B50A-2430254974FD}"/>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AB5839C4-38D9-397A-5BFC-5A177E52DCD6}"/>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06ED890D-A34B-0B0A-9EC7-792B38E828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1E797A9-8663-37D5-5FC1-2CECD9EA28B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6757D78-65BD-B779-8EF8-8B99448D1B67}"/>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1854AE5-E2BE-B23A-0FB4-C4DF5D31F351}"/>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38F1C5-E7A2-F167-DC6B-1A8AD5B0FFB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595965-AEAF-89CB-D574-B9DC33F354ED}"/>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4546A648-EFB3-0857-3E1C-63191658B70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67CDBCA-155F-4FBB-50C5-53B0C6017D3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A6D2E9D8-B07D-58F1-8904-0509AF2FE742}"/>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3525C0C5-378A-658D-5E53-CA013D479FA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1F514D6-0134-8389-E5EF-5252E347A2C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01B490E-FEC0-0F4D-2768-E224B41FF09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BA59E1B-CE0C-251A-FB9B-46AD8DBE55ED}"/>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A182325-015C-6BE5-A8BA-E4206BF0C67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17B6394B-CE0B-B729-D15D-23DDF4345E94}"/>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32F5CEC0-9738-8838-25F7-07BD5745B58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FAAD822-8671-484A-4BC2-B70C04559C6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8903B759-B42B-2CA0-B92D-6616DECB31D3}"/>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3669831-FC71-3249-13D5-D3953D3B42F2}"/>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9094AF28-0D0F-E859-8FEE-AF3C810E8E9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F3D2F9B-6FA5-5883-68E4-516AAB9BF7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A458E56-56B3-152E-6103-3B27C576331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6D564E25-C001-8BE0-1523-C1B25C89849F}"/>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65574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8C457-0899-035F-1808-39DB9C8786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658A4E-6338-7914-4E6D-FCCDA96D42E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3C7878-9E35-7C57-24B8-1450EB9C77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FB5A8DA-F03B-FFC0-A758-CCD30CB437D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DD08AA-C4BB-BACA-749B-ED079BBAD1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9E2431-BC5A-3864-849F-9467CACE90B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A051D3-6B91-7AC3-5A90-970F64795C2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6C44385-D916-F8FA-C9D6-4CA21AFAF892}"/>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DCA8569-4515-E39A-EBBE-0FCBB0ED174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934F624-F957-BF55-51EF-9ABE17C181A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A2245F7-C83B-1700-0F40-62326234EF3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646B8C7-8516-30A8-185C-163B3B7C4327}"/>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66AC4FC-B98D-62B5-6AE4-C6767BE92483}"/>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775E3A3-A8F5-D21A-D3E1-1EA4FA9EC6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D21634A-94AF-973C-83DF-9117A71E97A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488A9E6-F4D0-FC76-CFE5-6FED3E6720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AD6C6A7F-A550-4BB3-B6B6-DD4721BB7CD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796CC9C-706F-F671-19B1-03B8B39AA9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B7B1353-3F67-D520-60EC-A8ADF3A16F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2FD3E0B-EAE3-ADEC-ACB3-79129F93C30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9C50C8-5784-BC18-44FB-B5EBA486E40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930A3E5-E23E-9BB3-8B49-38D0414BBB7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64443C4-A460-982D-5742-9031948667C6}"/>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D1092604-099B-74F6-2D7C-A9A887FD903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FFBF489-86ED-FDF2-73D1-47224015FF28}"/>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C6DC469-EA51-9735-73FD-D6B1958E53E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3963988-3977-1A85-5973-165AD8C04C2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B6DED8A-82BD-CD91-CAAB-33B4396042A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5E1A8891-9F12-CF7B-D30F-4E81D521AC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726D5F-F992-5378-6A27-F4FB2BA51D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E86F2F-360C-1744-0693-AFBA749304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03AE6AA-588F-97A1-D4A1-0E59CDEE39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48547D2-5A23-B3F6-00C8-5C4DAC685F8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8599656-2321-4363-A47B-6157F3718DD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1F819AF-F594-A2ED-40A9-AEB5F583F6E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B9ADEB6-2BA3-013B-4928-0B219AF6C34A}"/>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E1D48-329A-ACBA-6455-F0B05E1D73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CD24528-FE55-474C-ABDD-66D0E3E04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1BC81A4-7624-1C97-BE6D-1AAFC950772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4747C3FB-D7C1-A0AD-34E2-38E2F567A24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22613AB-DA57-FC78-840D-6363E649DF4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020ED73-45A6-C95E-56C4-9B08AC414B39}"/>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0A8F66A0-0F59-5551-9711-C192A81260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6A42222-B791-48A4-2F42-BBA253617E88}"/>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DBE2DAC-82EE-DF65-8CB5-187B64A0ADA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216E46F-51FD-4810-5227-B2FB9AAC1B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F067969-2085-DF44-4A4E-AB01A253633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946ABA4-799A-EA13-0F62-A4B9E45D4B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3A2ACE6-51AF-BE8C-336E-80DA4622E1E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13CB030-DD60-5E44-1827-3B9A82CDAD7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D8BF673-73C8-956D-8F4B-F0B2FCE9163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D4DF88-4CEB-1D2F-84C2-DD5FC6B16C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9ACF5F-E6E0-4ADD-4CDF-58F4ACA4B53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096AA2A-C221-4E9F-DD81-ED54373F69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0ACDB5C-0360-244E-ADD4-2C725C38C131}"/>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3CDCCDF3-B548-C6DE-AD30-38CC09D09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95216625-DF26-2C0A-CD5D-590640604342}"/>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8F802AD2-547F-C02E-4184-6EF0D964339A}"/>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FF4853D-C7D9-7938-4871-E3C264B8E5A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A1CBD282-ED31-62FC-C3B0-2102C13B2F5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C59BB77-2404-2577-E0B2-A0D305896C0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D06466A-5494-A8FE-3405-59D7A06DA7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790D3038-31CB-C4A3-13DE-B3953DF2B9F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ED559C6-AF46-D380-E949-5B2924E419C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A9E34F0-77E3-0EF9-B35D-A477566F8C03}"/>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3270E8C4-E0E7-2CA7-EED7-AAD5FFE134F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B5EF0A15-C932-0927-C45D-54D2A051567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955B28BB-B033-94A6-3D13-89CC1579D36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D7929C08-D902-41EF-8420-A8650BD1985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1B238D97-5E94-E2FE-CDC8-395F26FB21C8}"/>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028B5BE1-49B9-96D4-FF86-C4D4A508C68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DB50B0C-9080-6CE4-E45D-B9A56D063AEC}"/>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94EC7041-0C63-6FA0-F027-B20A42B44ECB}"/>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143683A-13DA-4B76-96A3-60B49D1A782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2E9CDCB9-F9BD-1995-2C6E-8961D8A6676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76AD4AC2-43D3-5065-5D32-E4D2243C1D17}"/>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87200539-59BE-8FE9-D5A0-2E28A1B23F05}"/>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D6588C1-465D-76EE-60D2-0B82FE2BD69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0500DB1-6761-B0C7-4FED-93E3E04224C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60F14E62-178A-EE05-1029-680A561D8E5F}"/>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485914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BC485-1210-12F2-C25B-1022E9EFA11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29B7BB-386F-754F-A548-1C1A9589D1AB}"/>
              </a:ext>
            </a:extLst>
          </p:cNvPr>
          <p:cNvSpPr>
            <a:spLocks noGrp="1"/>
          </p:cNvSpPr>
          <p:nvPr>
            <p:ph sz="half" idx="1"/>
          </p:nvPr>
        </p:nvSpPr>
        <p:spPr/>
        <p:txBody>
          <a:bodyPr>
            <a:normAutofit/>
          </a:bodyPr>
          <a:lstStyle/>
          <a:p>
            <a:r>
              <a:rPr lang="en-US" dirty="0"/>
              <a:t>Complete Rows 8 and 9.</a:t>
            </a:r>
          </a:p>
        </p:txBody>
      </p:sp>
      <p:pic>
        <p:nvPicPr>
          <p:cNvPr id="4" name="Picture 3" descr="A grid of sudoku puzzle&#10;&#10;Description automatically generated">
            <a:extLst>
              <a:ext uri="{FF2B5EF4-FFF2-40B4-BE49-F238E27FC236}">
                <a16:creationId xmlns:a16="http://schemas.microsoft.com/office/drawing/2014/main" id="{162F9A8B-F269-F306-AA3F-75D6D9A67B2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CC1817-201C-6C32-5564-C0DB2DDAD2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60BCFE-3030-B6FA-704A-563132F8AC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91FD817-2F2B-CF4C-3B31-04FFF47CDD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627442A-60EA-E9F2-157B-192D6CF5FF9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A325A46-1B92-CCFB-F0ED-E853CC9F8F4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A4B014F-7740-0BCF-ACE1-723CD443B7B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3AED472B-C346-613A-FB38-EBAAE17AC2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F8DFDA6-B150-BBF6-C561-6B7CB6118E5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505E425-4B3B-9C66-F851-423263054FB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8B599FA8-180B-4862-2FAA-C9F9D8628B1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93197732-5CE7-9517-220F-9A0180BEE6F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A810CAC-A2CC-DE82-421B-15E34A0968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E942FC8-462C-0146-BE70-13B5B0910A2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9F6EA8E-3F31-F60C-AC1A-5A37EE4B0AB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1FDACD4-6CA5-CF89-D46D-43E7464263E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DC6955B-6177-F38A-C2ED-09218B137B6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D347737-D113-665D-97E4-678BE6761BD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F2CC1D-82E3-2BA8-027F-D880BC133F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7E8BA6D-BBA1-12CF-507D-FF57357B7F8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2ECEA8F-3C37-83AF-E761-1C66F8F6EFD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B4335D1-BB6B-35A6-E0EE-2FE4680F5F1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FF475C39-E4A1-2EFD-22CA-9778FA1A7E8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BBBF9F4-B70D-0AE0-3529-F645E14BEBA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634F20C-6470-9CAF-97F2-6CBE38E2977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39C2C82-54BE-592B-3AD1-DD1BAD44632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0A6F32B-97BD-676F-F97B-5252543ACC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3C27C3-A9B2-85C8-71E6-F84A9122CD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F93D575-EAEA-4840-ECEB-432E80442258}"/>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084A6C5-07EE-FF85-B7AC-3159D3EB03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B2C6BEA-2245-27E5-EDCB-D155FACBCB4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C48E8E1-AA7F-C7DF-266E-A7B60296095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A91BB0-AF06-ABC5-72AD-F647018D087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7C64328-BD23-074E-F2B4-488A90E25BE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26F2E16-ACDF-1313-9213-A357AB6914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93406BE-DB8F-B91E-035E-464B95CED2C7}"/>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59F861E-A01C-3CFC-3294-7E4EC38087B3}"/>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D9796FC1-1570-8885-276C-5B598FB94B0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9B003D48-433E-100F-CB19-1AABB1C7987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B5BA91-CDED-17B6-0F81-E0183AA83EB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58A1AC3-82CB-7FE4-CCAB-66696A9B1AD9}"/>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0C7CAD8-3FBF-8C6B-E899-7D090131C3C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DEEECA7-1D97-897D-2D02-246FF04DC1D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3C51BFB-85EB-BE64-8464-95281536DD1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8A2454B-3989-216B-4FAE-FB6B9A1FCFC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7959C12-B211-794C-2B73-8F33177DF52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17997A-E694-187A-E69D-F4AB99780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0CEBF7B-FA71-614D-924E-352A4DFC12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AA61184-92DE-3CFC-294F-CB00FA12F60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6E4AE36-3481-2CB7-F512-AB0DCF5697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10D4C67-255F-B3F7-7827-DF155FBE6B8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E22CC50-3390-1FA7-0CB9-BAAB87EC0B1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6BC93E62-5804-7FDB-AA97-AEF011F1A7E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7900B86-AFE1-05ED-E668-68C184277D26}"/>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58222F-D770-E08A-B315-91BB5568F93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70BA43B3-1EFC-6DE7-436A-B6B1E2C9747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671F3C7-B083-BD58-7FA3-38803442955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86A2B34-1ABA-DD2F-902B-93CBCD8794D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890664D-5B24-A4E4-6D80-80D2661DCDD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7D6BAA7-6CEC-CB38-5E57-D2073903451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5CCE0486-BF88-C611-AB9E-665127EA3445}"/>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545EECD1-93C0-88FB-24F9-1064AEAE734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E7F5BBC0-658B-8BE2-DDF8-A8DC6028C6D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1B052C3F-5967-8FA0-703C-F6A88661C42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AABB4BB1-A436-FDA9-29ED-E5FB397774D7}"/>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C27E06DC-697C-FA21-D3AA-65B8EDE6025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1AEAB738-1536-5086-65EB-F8EC156DFC2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1F10330-CAB9-C23F-03BB-89EC68B8A285}"/>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7C9CD32D-C071-4B46-6E86-638AC4ADA44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388179D-9AB7-65AC-1743-0D448C32C9DD}"/>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A5C6C8C-7737-3916-01A1-28413DCD5866}"/>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7BDCA70-CE18-68AA-0DAF-BB9F8AC18311}"/>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301493F6-E6D2-126F-8B36-D132823459D7}"/>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2AC9018-E7DD-BD41-8A2C-71938A2A9F81}"/>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A1FCDD0-61D4-F798-2A51-33BD387030F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D4066195-078B-C7CA-8014-FFD7264AB3C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E22136A-3174-0BAE-E2F5-99A8E5B7C32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240187B-4F8D-5ADD-1B06-AE3DBBFAB57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148FD9DC-7185-D574-3F71-5C43C0FEDAE4}"/>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E94FFF27-45EA-7A27-06DF-820B88206ABC}"/>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8253012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55159-F58F-A4A7-EED4-33B256830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9C4490-24BB-2718-CAEA-6E25804BBBA1}"/>
              </a:ext>
            </a:extLst>
          </p:cNvPr>
          <p:cNvSpPr>
            <a:spLocks noGrp="1"/>
          </p:cNvSpPr>
          <p:nvPr>
            <p:ph sz="half" idx="1"/>
          </p:nvPr>
        </p:nvSpPr>
        <p:spPr/>
        <p:txBody>
          <a:bodyPr>
            <a:normAutofit/>
          </a:bodyPr>
          <a:lstStyle/>
          <a:p>
            <a:r>
              <a:rPr lang="en-US" dirty="0"/>
              <a:t>There are a large number of cases where there are only two possible 9’s in the same row, column, or block. With this starting point, either the purple set are 9’s or the green set are 9’s.</a:t>
            </a:r>
          </a:p>
        </p:txBody>
      </p:sp>
      <p:pic>
        <p:nvPicPr>
          <p:cNvPr id="4" name="Picture 3" descr="A grid of sudoku puzzle&#10;&#10;Description automatically generated">
            <a:extLst>
              <a:ext uri="{FF2B5EF4-FFF2-40B4-BE49-F238E27FC236}">
                <a16:creationId xmlns:a16="http://schemas.microsoft.com/office/drawing/2014/main" id="{0DAD7C9D-3DBA-4C70-FBFE-304195C6DC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E23363-9741-1E85-6E7D-390D3F8AB2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4DDF6F-7EEB-14A7-D713-E557958B3B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FA30B7-6FED-9077-31A6-FD2C23BCD7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2A0317-CD59-E6B0-A0C7-26FAE4BCB42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95DE1E8-A500-00F9-7F0E-8D015645F033}"/>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2E5CA5C-EF0B-EA91-CFF5-421A44A604B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04F0730-7BF2-BCBB-247D-EF9677121BE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55739B-46AF-EDDD-9AFE-2E36AB693760}"/>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5E50C56-6529-F221-2D53-162F47E25479}"/>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F92CFD06-6F44-B46B-7365-E43E8B11100F}"/>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4F758F95-C7AC-647C-C7E8-6567558BEC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D17208-EEFB-11C8-C2BE-05C558CCB64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352CA8-9A8C-E064-0569-8688644136D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215D30A-8909-8024-B09E-340D079199D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8DDBBA5-206A-C941-4830-743CFA63422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6A4138F-19EF-FAF4-00AF-0878EED4D1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6F0ABB2-950C-E01C-AFDE-7AC41687582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35B75-D7ED-3F4E-EDA3-CA211BFD661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8B1DE2F-4D97-3471-D4AC-C2ED5A17E94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14C678D-6E0F-439A-7492-ABBDD06A451D}"/>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83B54097-52E6-60EC-C43C-CEDEDF5F2381}"/>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5E1796D7-3601-070F-CD70-357513A5CE0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436A50A2-4AEF-BC5D-04CC-76EA85A2E01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EC1C843-1C32-DAA8-CBD8-3F8F62A406B4}"/>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ACBBAB0-102A-9692-77FD-9064E6F63AD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3BDDC24D-17BC-8E0F-6788-04AB529A187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5C76514-9B22-3489-9278-A4941CA2907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159366E-475D-B644-8BD4-74B399964D0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8E9076-BC95-7672-1EA6-7B64DB03213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543B83B-0285-9AFD-BB0C-C91E2B5201B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B87F2D5-B596-A43B-DEFF-9D4B2E12A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AC82F81-1BC5-FB77-D30F-2F81BF1FCCF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E6CC8B1-1A1D-7299-91A8-A5395D558A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467FF04-77A2-B193-999D-04D746842C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54AC2D9-B8BE-4F61-A6D1-3B32BD5B852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E4C8F609-772F-EE63-1BD3-3FD41F2F2FE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354FEC9C-BE49-0287-2CAD-A76507EC27D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3A5E8BCC-0D73-66FD-C00E-3EFE05C2C9B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1FDB208-D810-B4DD-5CEA-A092B30B8B89}"/>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BCA54CA9-9C67-F8ED-C6B0-37764B5BE32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755BB94F-845A-1353-63FF-FFE800B90703}"/>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8F9947E-41CC-7878-E5A9-D1F54219119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516770E-BF3B-DDA8-E68C-A16BFE896CE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04E834C-16E7-1B72-9DD1-D2B249E049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84F60D0-491F-64D9-2EC6-10D2E016647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0FB5D10-F6CF-1661-8896-A3B428A1082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6AC11FE-4C3B-6C25-BAE3-25A82F06B8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2D35C28-BAC4-26C2-4E8E-C3FE9C03055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E3A0001-1FA8-1EA7-4FB8-CE3C6381F33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9FD9F2-302A-9408-DD05-BC0C6E6C8CE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595C3248-E03D-F7A1-CA4C-AE3CEC0A277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1021BB4-10CC-4B5A-B127-4194C7463F48}"/>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E9939760-6D0A-F597-87A7-FFBFB7DE2A1A}"/>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B34A1BA9-46AA-D32B-D414-07A557F4BDA7}"/>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E2643690-34AA-7A8A-42A4-CC7228B97DA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AA9431E-E422-9FF8-1AA5-AB9F0F463BE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5E177FA3-C969-E216-94EF-F204D318671B}"/>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A0F484E-8231-2DD5-AB7D-80EC4FD620A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D8D7CB3-8342-AB48-A22C-9785127FB77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BF77AD-6C5B-D346-975C-3833F1A0F7D0}"/>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D222595-BA82-017C-4893-BAC907102F8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819334E-EA17-C9DB-29B4-6DBD171EB4BA}"/>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F9C6B009-5789-6A74-243B-9252B6D6CCA1}"/>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4F96F90-8DBF-FDD7-DCFB-C1B94475E098}"/>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D64DF40-E127-4A15-7382-90F02792C83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F7E7EDAD-2709-292C-8A4F-FCA71CC1513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85DBCA92-4302-D5AA-DF50-C5429E409B64}"/>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5B6436E9-0AAE-B73D-91D8-5877CC529D3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A0D3D7E-A091-1D73-156A-06F82DFD87B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866D440-47DA-744C-D3D4-29E13397436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6E3909E2-71BD-617F-8885-DE5A8A28D422}"/>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50C4E704-1051-2ABA-B035-7E8C91D63D0C}"/>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C29F82C-D139-82E7-84F9-4775F076E81A}"/>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A4FA37F0-B0F9-E4A7-AB4C-E842D2F9A01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1251267-280D-15D0-A947-0E97FCF01E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9BDBD67-9C64-8F29-E6C6-78CC4F5794A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36B0521-4ADE-1940-4B6F-B569D22C0BB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3B5D7E79-C5CF-7473-EA2A-0184BC1DA80D}"/>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68D402AC-FE2D-E430-DA8F-E3C5FD99C76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112907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4E7BC-B447-C70E-7D78-872A0E9E05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694E1B-44C4-74C8-4924-38A38257B622}"/>
              </a:ext>
            </a:extLst>
          </p:cNvPr>
          <p:cNvSpPr>
            <a:spLocks noGrp="1"/>
          </p:cNvSpPr>
          <p:nvPr>
            <p:ph sz="half" idx="1"/>
          </p:nvPr>
        </p:nvSpPr>
        <p:spPr/>
        <p:txBody>
          <a:bodyPr>
            <a:normAutofit/>
          </a:bodyPr>
          <a:lstStyle/>
          <a:p>
            <a:r>
              <a:rPr lang="en-US" dirty="0"/>
              <a:t>These two cells (in blue) can’t be 9 because they have a common row, column, or block with both a green and a purple 9 (same logic as x-wing).</a:t>
            </a:r>
          </a:p>
        </p:txBody>
      </p:sp>
      <p:pic>
        <p:nvPicPr>
          <p:cNvPr id="4" name="Picture 3" descr="A grid of sudoku puzzle&#10;&#10;Description automatically generated">
            <a:extLst>
              <a:ext uri="{FF2B5EF4-FFF2-40B4-BE49-F238E27FC236}">
                <a16:creationId xmlns:a16="http://schemas.microsoft.com/office/drawing/2014/main" id="{27C3596C-9BBE-5181-9C70-9779161288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9A4D03-DD96-7387-1D1D-59DD28E95A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997FEE-9C2C-81EC-5203-ACAD0CCFC9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8FFCC1-08B8-8459-9352-01DE478FA3B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7199B39-698E-E12B-5BFA-6F46CA18C83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6BCB7EF-C795-CF13-2AF1-7A561B8D52F4}"/>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EB889721-2FE5-9094-AECC-367CFB59A25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4DEE1E6C-8D1D-0CC2-7B6B-B1AA13008C9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74F81F3-3DD6-F6FA-5E99-8856CEE2EDAF}"/>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133899E-CD54-EDE9-BFA1-FBCC52ED928C}"/>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AADE7E7-E36E-3C37-0D14-8B0C62CCAF3A}"/>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097757FE-4625-1299-B87A-E6D8BC0CA75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F3C84D1-2513-9A75-1E6D-51927BCA568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D6DA3ED-E43E-7E6E-F4C6-08339E224C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BBC6956-024A-6C35-89CD-77CF554888C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55DF169-B291-BFC0-DDAB-2C8BDC9DAFD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71DD617-3E0F-A920-3821-27D912A0C3F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A8A1BE8-71A2-0BC7-5113-788C7F74801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8BC5B96-C17B-502C-A171-7ECA3E0A652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97487A8-BFEE-42C0-9883-F42BB3F84EE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5BBE6C4-B418-7F2C-F911-EC5FFAE48A7D}"/>
              </a:ext>
            </a:extLst>
          </p:cNvPr>
          <p:cNvSpPr txBox="1"/>
          <p:nvPr/>
        </p:nvSpPr>
        <p:spPr>
          <a:xfrm>
            <a:off x="7157158" y="4408541"/>
            <a:ext cx="570089" cy="230832"/>
          </a:xfrm>
          <a:prstGeom prst="rect">
            <a:avLst/>
          </a:prstGeom>
          <a:solidFill>
            <a:schemeClr val="accent1">
              <a:lumMod val="20000"/>
              <a:lumOff val="80000"/>
            </a:schemeClr>
          </a:solid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742DCEA3-7BC4-1F9E-41DF-30C5798DD00E}"/>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AA30EF12-84B4-62D3-8947-2CB8B5EB8A84}"/>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E26EB0F1-CF40-BD01-96AA-922CDD2C696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E61A2A5-B329-9191-FD6C-195FAA589F2B}"/>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DB962D2-2FE4-C827-A2E8-984CA6F95DF9}"/>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59A9ACD-8011-67B8-2D9B-31AF4E39438C}"/>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1E8C3C5-3959-2B1D-8195-86A6B21DB75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7B272D3-7DF5-D06D-BB57-CEBFD6472B7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148402E-53EF-41A2-6839-AC7C553C8EA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98AA2EE-902E-C69D-5F98-A7D0096D377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7777E59-9BD9-410A-0EEE-B3EE47EB1D9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254E9AE-D863-79F3-8695-005C536D064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074323F-761F-B5C8-224E-151943B8F06A}"/>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1AA1C9AB-7AA7-581A-7B6E-20E899599F2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8C82B19-0A37-E435-A7FC-F5F4E6C7CAC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FF7EDE18-0B80-6220-CA3C-3E9264FACC24}"/>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DBD39BB8-6EEF-9387-ADDE-B64D544831D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D643814B-8586-2B1C-922B-01740898817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8CAEC50-9E16-837F-9BFE-79BD2F8C512A}"/>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E89AE8E6-65D2-7F55-150A-BB79BD89384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5A2ED23A-8F73-7E95-DFDD-8DB41CA54CE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1B203730-03D6-A209-C969-DFAEE63C99B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9DA09BC-0588-E764-C82B-A5F3032859A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FF2A7DE3-9309-EC81-ACCB-48FCCA8373F7}"/>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AB18EE2-C375-9BAF-D9F5-C873651B17B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147A0EF-6E98-CA18-3082-A1876B7C5FB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E19DF69-4F2A-AA99-674E-B8E27C17D3DB}"/>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9CA8568-80A3-F370-54BB-D547DFFFB33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5A4E3A2-1D2E-63EA-22B6-B26E684DA30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57C49C9-2DE6-917E-7B89-4BE60186193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03F1D1D6-D7BE-17DE-276F-29F6061471DD}"/>
              </a:ext>
            </a:extLst>
          </p:cNvPr>
          <p:cNvSpPr txBox="1"/>
          <p:nvPr/>
        </p:nvSpPr>
        <p:spPr>
          <a:xfrm>
            <a:off x="6654802" y="1402877"/>
            <a:ext cx="570089" cy="230832"/>
          </a:xfrm>
          <a:prstGeom prst="rect">
            <a:avLst/>
          </a:prstGeom>
          <a:solidFill>
            <a:schemeClr val="accent1">
              <a:lumMod val="20000"/>
              <a:lumOff val="80000"/>
            </a:schemeClr>
          </a:solid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0C5FBC2F-FFBA-DC23-0B86-F51E15907D15}"/>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559969B6-8F19-AEE1-59F5-371A5B1C3A85}"/>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BFBC07AD-C1E2-C665-2247-9DC4208C470B}"/>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2C677F07-2B75-DB7C-15F1-8EB1915E446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815C5084-CCDE-0765-7C36-87347F06F758}"/>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28096A4-995E-88C2-59A0-61497C9D17FC}"/>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B5F51035-502E-1A5A-C214-960E09D3B70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C5460D5-DE18-6DD0-1397-2A96A397B09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48F1FC13-26F8-BE67-D271-C146087FD63A}"/>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C831DA95-9D46-2BF3-60C4-0FAAC1B566F4}"/>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605A285-E17A-4730-E2DF-85BE1D3A23E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4426BA51-2E62-92DF-936C-4E8EE9E1F5CF}"/>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531719B8-7957-7AF6-C37C-C70189DCC31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91D6E6C4-B2CE-5507-CBF8-793C5AF25FE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AB089595-BBA8-0760-C962-CDF8605994E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EB04A33-7B1B-1B31-7788-678AAC08A663}"/>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1A9221E2-C000-8444-BD5A-CA9BA3EA55B9}"/>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62E0F89A-6014-6C09-25EC-F553AD9479A9}"/>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A4878C88-E0CE-9ACE-1E58-E92617066B7A}"/>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1100FCE7-664D-1329-E769-0433566AAE8D}"/>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52C69101-4913-CCF7-140C-F51F0432586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D988A087-0DBF-17AC-FEE2-962422E055E1}"/>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A329C3AB-879D-1588-E817-B70EBD533531}"/>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93C130F2-5EEB-6067-8B6F-D2C3023F0D8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62AD267-2A69-3B3F-EBF2-EC0D95B963AA}"/>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E99745DC-A91A-6555-5B9C-E9C636220B04}"/>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045EF75A-E7ED-7F10-69BF-94B0875F9E2D}"/>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5E3AD50F-08D9-109F-7801-8287537852FE}"/>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42736836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449F0-A081-7977-B478-A6AAABEC0E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4D6DA-AD51-B0D0-A70C-6C20E1684753}"/>
              </a:ext>
            </a:extLst>
          </p:cNvPr>
          <p:cNvSpPr>
            <a:spLocks noGrp="1"/>
          </p:cNvSpPr>
          <p:nvPr>
            <p:ph sz="half" idx="1"/>
          </p:nvPr>
        </p:nvSpPr>
        <p:spPr/>
        <p:txBody>
          <a:bodyPr>
            <a:normAutofit/>
          </a:bodyPr>
          <a:lstStyle/>
          <a:p>
            <a:r>
              <a:rPr lang="en-US" dirty="0"/>
              <a:t>With their elimination, there are more instances of only two 9’s in a row, column, or block—that connect with the previous ones. We extend the green/purple pattern.</a:t>
            </a:r>
          </a:p>
        </p:txBody>
      </p:sp>
      <p:pic>
        <p:nvPicPr>
          <p:cNvPr id="4" name="Picture 3" descr="A grid of sudoku puzzle&#10;&#10;Description automatically generated">
            <a:extLst>
              <a:ext uri="{FF2B5EF4-FFF2-40B4-BE49-F238E27FC236}">
                <a16:creationId xmlns:a16="http://schemas.microsoft.com/office/drawing/2014/main" id="{72E4C1D2-2884-A182-0DEA-AF7514ABB6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F69EA86-D363-DFA2-FF70-4275C95D596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A85A17A-98C5-F910-E195-9D885403CA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DA9E03-CF0E-3253-E9C9-53B39A0EE6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C8F4C6-0133-A1E5-9A0D-AEED9E3D7EA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353AB7-2C01-D497-4D8B-602BA7351BC0}"/>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45A91-9169-4BD3-B578-43D6A9D6CC6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6F02F42F-F91B-9A8A-390F-81286774851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9DD681D-3678-71A9-A0D9-FC098E085A48}"/>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B34991D9-9A16-DB78-2A1C-7A08AC4589F4}"/>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71BBA743-78D7-92C0-6563-2D3BD70A7A6E}"/>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B3A66F8-F391-8606-74F4-377B2FF7BC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4F1939F-F503-6D82-9307-AD47DA26A4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2AEAEFB-39FE-72E5-96F7-62221F9575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AE80159-9B6D-F681-C54B-48740C71158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83DBF43-4C6A-5494-BAC0-CAE77E15255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74B5D42-848C-E7F8-2E1F-8E896F05EFC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7DCA54F-95EA-62A1-87B4-0FDB0DA5A23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9BAE70-2DAA-734D-72C0-7D7B7BE6E4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9AEA1EE-D72C-CFE0-932A-30EA2AB3E37C}"/>
              </a:ext>
            </a:extLst>
          </p:cNvPr>
          <p:cNvSpPr txBox="1"/>
          <p:nvPr/>
        </p:nvSpPr>
        <p:spPr>
          <a:xfrm>
            <a:off x="5147734"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F355616-8FFC-DD4F-E301-0683CB3BD94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F21C2278-A467-6E79-BB60-BEC8737B48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30815496-F1F8-1389-5257-3D5B33F558C5}"/>
              </a:ext>
            </a:extLst>
          </p:cNvPr>
          <p:cNvSpPr txBox="1"/>
          <p:nvPr/>
        </p:nvSpPr>
        <p:spPr>
          <a:xfrm>
            <a:off x="7157158" y="2905709"/>
            <a:ext cx="570089" cy="230832"/>
          </a:xfrm>
          <a:prstGeom prst="rect">
            <a:avLst/>
          </a:prstGeom>
          <a:solidFill>
            <a:schemeClr val="accent5">
              <a:lumMod val="20000"/>
              <a:lumOff val="80000"/>
            </a:schemeClr>
          </a:solid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82577D22-453F-BB1D-D57E-C36687FA32F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EF78343-ADA6-9F2C-B61F-6331FACA76DF}"/>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47F2E5-558E-9164-525F-373B1557AAF7}"/>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9B5A6E8-4BB6-0653-B3EC-468543981331}"/>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128F856-0A04-820F-8631-C8907E83721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0DA9094-5D3F-BA7B-A6C7-BC15115A1B5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D1EF765-C206-75B7-F909-346634FDB1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E86AA2A-4E16-40D4-1FCA-0890EC999B4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050B1A9-AA56-B5AC-BF73-D7D51839436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1670683-6B87-8A5F-75E2-FE5C7EF6E84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E2EBD76-300B-ECF5-6B44-ED6E16A5026B}"/>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2909280-8411-3698-30C8-147B06E0B62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04FC371-F1FB-8B96-6E87-B281CA3143B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09902540-364F-AAA7-484B-5ED02B34575B}"/>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E1DEEBF8-724F-E67C-5907-05F6A1C04E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294D4E08-9A93-5082-60B1-65E4CD127E2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C9BF115-4D2A-E5E7-DE97-9AF05A1F789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04DE789-CE33-C40F-D0D9-3A2796C1DB4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EA1BD64E-0375-10BD-54D0-C91A6C2D6E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4D42FF2-3650-4C97-732E-4C034A83FEA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B4FB950-D392-70A7-EED0-29649F94BCE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118A785-BFF2-7AED-A95E-7C5D6C9DA1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CFDAAC-1BBD-706A-1F49-02673E20EF5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D54A31-D91B-0BDA-097C-64AF3AE866A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4373B12-E418-AEF4-E1FB-916D2A36ECE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06BE1A6-A3C2-567D-5DD7-56B7999A8DE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C094EC0-FEF6-BBF5-EE97-24DB9A87A7B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ADDAD9E-C0A0-1B1D-E7F2-0CC2EB5FE97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3237E187-D639-2340-DE2D-0FFC48F9D92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00DE7E37-6502-6C5B-A714-D7EB0232F1B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334ECADB-C9F4-76A0-43AC-08AAAA64ECAC}"/>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0B49BFB-04DF-167D-D5D4-42C318FBCCC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22F8F2DE-79B1-37B3-6F32-E21BFF5C723F}"/>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2FAF1CA-B3DA-8420-3578-13E9B241375E}"/>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BB683A27-3D4A-EEBA-9086-2588055EB389}"/>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97EE2F0D-3BC9-1666-1355-CFD13563F56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E079D3B4-0184-B654-0539-6EE21B4E434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F201C1AF-E8A8-A94E-289D-397A1CC7ED5B}"/>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018EE4F7-1CD0-D5B7-6B20-163D261EC388}"/>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587FE64-67EA-28DE-C995-8CE8694F7A5E}"/>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A6BC8EA0-C0D5-1030-9BE2-F0711545536E}"/>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FFB814-D2F9-8BDE-624D-24FF5BDF9E3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2DE14BDC-B813-0F1B-F9D6-62D01F1CBED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BDA4F456-E39C-E32A-71E2-9D9F7551EEE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1D4D188-3016-125E-17A5-1FA5A6893B95}"/>
              </a:ext>
            </a:extLst>
          </p:cNvPr>
          <p:cNvSpPr txBox="1"/>
          <p:nvPr/>
        </p:nvSpPr>
        <p:spPr>
          <a:xfrm>
            <a:off x="615244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7333DE8-E0D2-7DC7-3DF8-B07D03EFBE2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5C12DF7-F331-C02A-0D1B-C2E0E42C792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20266DD3-868E-7195-B790-EC53AE727BB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D3E4474-4CE9-CEA5-E3E5-A90F9BA8294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260AAF24-A0C5-6D6A-A06B-2C1DBAD20A11}"/>
              </a:ext>
            </a:extLst>
          </p:cNvPr>
          <p:cNvSpPr txBox="1"/>
          <p:nvPr/>
        </p:nvSpPr>
        <p:spPr>
          <a:xfrm>
            <a:off x="6654802" y="2404765"/>
            <a:ext cx="570089" cy="230832"/>
          </a:xfrm>
          <a:prstGeom prst="rect">
            <a:avLst/>
          </a:prstGeom>
          <a:solidFill>
            <a:schemeClr val="accent6">
              <a:lumMod val="20000"/>
              <a:lumOff val="80000"/>
            </a:schemeClr>
          </a:solid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6E916A3-35D2-DB5E-965F-CD557E4E4AC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CCB73500-E3F5-A1DC-D9D6-D98520FB178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3CBEC6AF-2EC7-FFFB-EF56-61EE18FA2B3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3B947F1-85CA-8F22-C5DE-77D270E250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88D23506-67B4-5628-3858-78041F59C8F4}"/>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B02A232A-E774-8919-13DD-5F053D615A97}"/>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F89B739-04D9-53F6-CBD6-8EC6E345CBAF}"/>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1953588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67B1-11A7-6C4B-98EB-6AAF472B88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6CC0EC-D56E-AF2A-BF15-97229FCB7E34}"/>
              </a:ext>
            </a:extLst>
          </p:cNvPr>
          <p:cNvSpPr>
            <a:spLocks noGrp="1"/>
          </p:cNvSpPr>
          <p:nvPr>
            <p:ph sz="half" idx="1"/>
          </p:nvPr>
        </p:nvSpPr>
        <p:spPr/>
        <p:txBody>
          <a:bodyPr>
            <a:normAutofit/>
          </a:bodyPr>
          <a:lstStyle/>
          <a:p>
            <a:r>
              <a:rPr lang="en-US" dirty="0"/>
              <a:t>The green cells can’t be 9’s because of the conflict in Column 4.</a:t>
            </a:r>
          </a:p>
          <a:p>
            <a:r>
              <a:rPr lang="en-US" dirty="0"/>
              <a:t>It must be that the purple cells are the 9’s.</a:t>
            </a:r>
          </a:p>
        </p:txBody>
      </p:sp>
      <p:pic>
        <p:nvPicPr>
          <p:cNvPr id="4" name="Picture 3" descr="A grid of sudoku puzzle&#10;&#10;Description automatically generated">
            <a:extLst>
              <a:ext uri="{FF2B5EF4-FFF2-40B4-BE49-F238E27FC236}">
                <a16:creationId xmlns:a16="http://schemas.microsoft.com/office/drawing/2014/main" id="{259D82CE-924C-B1CD-38E6-DDE38DAD31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302634-417B-BA2C-6C35-FDB2C5897B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F7358B-CD75-AAAE-0BB9-7954171B3F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1E6939-7080-C75D-461C-4050127754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28BF337-64B9-8E3D-9DBC-58F65EEE5F2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F2A8847-AC36-157C-1842-074ECD0F959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8EA1B844-7248-A255-0540-D67D2787BEE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1ECF42B-9A9E-1A1C-C6FF-5B4C62929C5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524DF04-9749-C314-54C5-668E73F4DFDE}"/>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7BE8F96-B3E1-2EBD-C458-18EDB1BBFEB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A0FC27-2840-53F6-C9F1-80CCA19D15D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1F515B0-1419-645A-384D-3B401D04FC2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D6A2966-7E20-5453-4D61-323A21FC761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6567AF8-719E-D942-75C6-398E5F6F16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3FFE36-22AB-C9B7-DF72-799957F1219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AE6400-FE98-9813-B1E4-57C5DE58EF8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197621D-A16C-F6F4-EE9B-8920F4ACBB0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A2F1D3B3-5CAD-E739-67F8-E187DA4B395F}"/>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E93A8C71-5CD3-F24E-A618-F292EC3AA8EE}"/>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7" name="TextBox 26">
            <a:extLst>
              <a:ext uri="{FF2B5EF4-FFF2-40B4-BE49-F238E27FC236}">
                <a16:creationId xmlns:a16="http://schemas.microsoft.com/office/drawing/2014/main" id="{75224C6D-995C-8B94-5556-2BD92BDC76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4BBC5AD9-BF0D-6B7E-9C6E-61BCA3EF46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E9C95D-5CEB-D1CB-A374-666F70762D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4682B36-A194-7B7A-9998-EA74F23D8B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81E58DF-72A5-5928-46B3-C3FD4351FEA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ED79537-E3A4-FEB5-42DF-0CA7208E9D9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DBEFD4A-B68E-8400-2CFD-9A72BA00354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EAC2840-2AE5-36C9-38BF-CF55B6664AE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EDEA9ED-FE45-89FD-210B-CC512B87052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EAE06C8-2343-9DF6-AB3A-3BD2C2956E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D48E5E03-1049-2AB8-82F5-76C42C51E8C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F23F502-6A23-4E0F-2B41-745F1C4CE0B2}"/>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87A192D-0F9E-F922-8814-FE0323C85DD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49" name="TextBox 48">
            <a:extLst>
              <a:ext uri="{FF2B5EF4-FFF2-40B4-BE49-F238E27FC236}">
                <a16:creationId xmlns:a16="http://schemas.microsoft.com/office/drawing/2014/main" id="{4755251A-F817-BA50-2518-92EF7DF8D47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65EB0A2A-DD0A-0AAB-878B-B60DFEC91CF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3352008-7CA1-46DC-B5C2-B67E902FB6E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8A6BB3E-6924-7AB9-F2C8-A97C85827FF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335B292-7B9D-70A6-723C-1BDA2A8BACD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38215F1-74C8-10FF-2B7A-F670B05D3EE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011D48D-4805-94E2-9036-56D6B05CB36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B572311-E79B-8836-45E2-860D9C1C364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AD2FDA8-B8B8-92E8-4F1A-C4697868055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4EC6631-A925-9AA6-294E-5A9DC48AEC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68721D3-3355-F45A-5594-410DDD21CB7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62D5AE8-1C3A-AB3B-072E-71767658FA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1765250-710A-ED45-0960-8C3F71DBCBE4}"/>
              </a:ext>
            </a:extLst>
          </p:cNvPr>
          <p:cNvSpPr txBox="1"/>
          <p:nvPr/>
        </p:nvSpPr>
        <p:spPr>
          <a:xfrm>
            <a:off x="4645378" y="901933"/>
            <a:ext cx="570089" cy="230832"/>
          </a:xfrm>
          <a:prstGeom prst="rect">
            <a:avLst/>
          </a:prstGeom>
          <a:noFill/>
        </p:spPr>
        <p:txBody>
          <a:bodyPr wrap="square" rtlCol="0">
            <a:spAutoFit/>
          </a:bodyPr>
          <a:lstStyle/>
          <a:p>
            <a:pPr algn="ctr"/>
            <a:r>
              <a:rPr lang="en-US" sz="900" dirty="0"/>
              <a:t>378</a:t>
            </a:r>
          </a:p>
        </p:txBody>
      </p:sp>
      <p:sp>
        <p:nvSpPr>
          <p:cNvPr id="60" name="TextBox 59">
            <a:extLst>
              <a:ext uri="{FF2B5EF4-FFF2-40B4-BE49-F238E27FC236}">
                <a16:creationId xmlns:a16="http://schemas.microsoft.com/office/drawing/2014/main" id="{32122F12-8296-6EFB-F282-F2C450F7D87F}"/>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3FC30D-4EA1-4172-448A-0BFBB338DC6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A830D077-5A71-E61E-780A-A0DC414A947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EB188584-896C-D86E-D19E-ACD48F2B5FB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6680AB-9786-671C-A639-13B4E910A16F}"/>
              </a:ext>
            </a:extLst>
          </p:cNvPr>
          <p:cNvSpPr txBox="1"/>
          <p:nvPr/>
        </p:nvSpPr>
        <p:spPr>
          <a:xfrm>
            <a:off x="3138310" y="3907597"/>
            <a:ext cx="570089" cy="230832"/>
          </a:xfrm>
          <a:prstGeom prst="rect">
            <a:avLst/>
          </a:prstGeom>
          <a:noFill/>
        </p:spPr>
        <p:txBody>
          <a:bodyPr wrap="square" rtlCol="0">
            <a:spAutoFit/>
          </a:bodyPr>
          <a:lstStyle/>
          <a:p>
            <a:pPr algn="ctr"/>
            <a:r>
              <a:rPr lang="en-US" sz="900" dirty="0"/>
              <a:t>78</a:t>
            </a:r>
          </a:p>
        </p:txBody>
      </p:sp>
      <p:sp>
        <p:nvSpPr>
          <p:cNvPr id="65" name="TextBox 64">
            <a:extLst>
              <a:ext uri="{FF2B5EF4-FFF2-40B4-BE49-F238E27FC236}">
                <a16:creationId xmlns:a16="http://schemas.microsoft.com/office/drawing/2014/main" id="{9450D0E2-9D08-A376-26B7-EA3AF3F887A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0789C183-DE5F-BC28-FFC5-E849B7D74B4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7BD6B71-CB3A-A07F-9FDF-E08CBFCC8DAE}"/>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E5BD5169-06BE-6530-9129-80100AF39E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2FFA40F-CD76-A2A0-B2D9-2C1651A18F9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EB9ED8F4-2FFF-55DB-1D05-0F0FB0F9720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E6AAF0-C102-7F40-A381-AA7E69559E5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A603643F-36BE-9E70-92CA-9C1F95653B1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7425E020-9AE1-C185-ADEF-5697692FDDF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F0BE3C6E-AF27-DC7D-5C86-42868E7FF5E0}"/>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E670F316-CE2A-96EA-E05F-E73B3B35F2F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498B2A8-FE58-CD8B-1447-82615B136931}"/>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EA9225D5-F73B-2C93-AF52-EA65E04D317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D05EC0CE-5C07-9A8D-0D18-1D037CF2F8E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621360B4-68A0-107C-E78F-22E69D07BB9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D3789F-11E8-5EE0-F7FD-CCF0D60CD303}"/>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FAFB3B58-C72C-FFFC-F218-8F8E7B59A8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73770FBE-D422-DFAF-3E5D-5AAC19974B7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E1CB438-976F-8014-4F27-BF3673E61F0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6AC91B9-7C10-FB90-97F1-F19E61B394A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C70B7B4-3DF6-F066-AA1B-E9048C0DC61A}"/>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F9794514-4780-EA0A-D871-3910BDE23B7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
        <p:nvSpPr>
          <p:cNvPr id="83" name="TextBox 82">
            <a:extLst>
              <a:ext uri="{FF2B5EF4-FFF2-40B4-BE49-F238E27FC236}">
                <a16:creationId xmlns:a16="http://schemas.microsoft.com/office/drawing/2014/main" id="{33F70F6D-F7C6-1801-A7F8-7A95FCF8CA9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00A866B8-D66B-8A82-F722-AA00053D001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5CAB039-D9CC-44AC-48C8-807742DBB737}"/>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0678AC48-A93E-9A7A-B044-65C5D6B26EEE}"/>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C78D274-AD3C-D9BB-BF58-423855A6F01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6F26FC6-EA14-84DE-D02C-3A5E1487DC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F6D91FDC-2419-AC4B-8271-BB697C97C5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739ED1A-3543-86BE-24A5-6E020842AC55}"/>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9107840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72E41-5C99-4AAF-962C-A787032B7A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41681B-DB10-4911-BDCE-BFDF624B103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A96C31D-87C2-BA87-9FC6-50B17E68D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F0D823-D644-67E3-5C58-A44FE1568A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2322BA-750B-CABD-35B1-8E49847714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E38655-1AB5-B10B-876F-CA26E6DB12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C5CAB7-1E81-F0A5-D771-853E3EF44B9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00A0D6E-84D0-74DB-38FE-B79F04297A7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9FBE5C70-1ADE-F5B1-E8F4-B068EEA524E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292F9207-1041-FE52-F2EF-D5890344E2D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091F30F7-92AB-60EE-8D9D-C91E7D82961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11B6F37-0552-0C14-492E-0CD7AC56F5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76F98FE-3D2B-9E14-2783-F8226665DF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3B29B19-6163-50DE-9A74-22BC0A1509E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AA1D187-FACB-E6ED-5AB1-97F5436A32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1A2D6E7-3567-F6C8-A9E3-AEADEEE0C7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D01D907-9953-C1F1-F9DE-BF27E35224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9836CE4-7C4F-1F27-5CD3-58AEE6D4D0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78E67E08-B8A8-9FB6-2A07-3CFCFA140A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5A77678-F2BE-EE06-F934-3486C71B7CC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77BC007E-56D0-361C-6E54-5A44FA5D9B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DF1E90-9526-D555-B68B-78B9EDDBAE8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707406A-41FB-9883-986B-7201A65EF8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B42CD34-8778-5BB8-7C94-24B6C26174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F338840-16F1-D930-EE14-637E2CFE7AE1}"/>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78CE567-FC90-A07D-0F86-C1821171BF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a:t>
            </a:r>
          </a:p>
        </p:txBody>
      </p:sp>
      <p:sp>
        <p:nvSpPr>
          <p:cNvPr id="37" name="TextBox 36">
            <a:extLst>
              <a:ext uri="{FF2B5EF4-FFF2-40B4-BE49-F238E27FC236}">
                <a16:creationId xmlns:a16="http://schemas.microsoft.com/office/drawing/2014/main" id="{2BB4BC4E-EA83-5417-2649-1BF2DD3B7AB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99633D5-F389-FB58-F6C8-481D5AFE365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C6E76B2-DB4D-83AC-E56E-DEC0209EB68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679</a:t>
            </a:r>
          </a:p>
        </p:txBody>
      </p:sp>
      <p:sp>
        <p:nvSpPr>
          <p:cNvPr id="44" name="TextBox 43">
            <a:extLst>
              <a:ext uri="{FF2B5EF4-FFF2-40B4-BE49-F238E27FC236}">
                <a16:creationId xmlns:a16="http://schemas.microsoft.com/office/drawing/2014/main" id="{69277DAD-A8EB-5420-8D65-811D14B4C80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D5EF0B3-4AD5-0CB5-BF08-9FA7965EC12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27B8462-9997-8219-4834-F572897B79E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F1B190C-B866-FBE7-30D7-DB332B41063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97778D3-F240-4110-7F0B-BB0B4A6484B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414E944-ACBC-AD8C-F48E-566C3C2672E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8707DE8-E076-9BB1-7DBB-A72883ADFFC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FE6E5A5-2BFA-0116-C53A-BE881E14A70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EB538D9-CCDD-45B8-3248-B1BC58C51C2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1483BE4-D56B-166E-CBF2-EEC45D045B2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323795C-6CE1-15EA-69A7-DDE1DF05DF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10BC58-4EF6-C2C1-1585-4AC60247591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73DA6BA0-9FF3-41F6-DBB7-E4D24A16F58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1892B05-4E85-1D29-F887-7B7D7B4FBE59}"/>
              </a:ext>
            </a:extLst>
          </p:cNvPr>
          <p:cNvSpPr txBox="1"/>
          <p:nvPr/>
        </p:nvSpPr>
        <p:spPr>
          <a:xfrm>
            <a:off x="4645378" y="901933"/>
            <a:ext cx="570089" cy="230832"/>
          </a:xfrm>
          <a:prstGeom prst="rect">
            <a:avLst/>
          </a:prstGeom>
          <a:noFill/>
        </p:spPr>
        <p:txBody>
          <a:bodyPr wrap="square" rtlCol="0">
            <a:spAutoFit/>
          </a:bodyPr>
          <a:lstStyle/>
          <a:p>
            <a:pPr algn="ctr"/>
            <a:r>
              <a:rPr lang="en-US" sz="900" dirty="0"/>
              <a:t>37</a:t>
            </a:r>
          </a:p>
        </p:txBody>
      </p:sp>
      <p:sp>
        <p:nvSpPr>
          <p:cNvPr id="60" name="TextBox 59">
            <a:extLst>
              <a:ext uri="{FF2B5EF4-FFF2-40B4-BE49-F238E27FC236}">
                <a16:creationId xmlns:a16="http://schemas.microsoft.com/office/drawing/2014/main" id="{3DF98F57-2413-FF99-5511-245639FB2095}"/>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479C7C6-923F-6D9F-BB9E-C2BBE1434752}"/>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D2BFF729-4BFC-D594-029B-867266466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35B4C81-4A71-1699-24F4-C8E87555D4B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C622D147-626F-2161-D4DF-F02361D15A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D03CD4F-1055-2517-CE98-9A8852821087}"/>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1AC4364-20D2-2920-F35A-7803566E6EF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6F5C8021-3D03-DF59-1025-A9FD93ABA2F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BCA65B66-9051-74FC-B200-3977A6A10E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6F436453-50ED-6C4D-8568-DB79C6F98C6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B7AD4C30-3A2D-97F1-D8E1-63B222655C68}"/>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ABABF31-842A-EADB-5935-9070183460D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BF5E191-9D90-B7FD-40A6-670510F0A1C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960EE249-43E1-6771-1DBF-B762B622D6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F4A753C3-FCF0-DEE1-4E90-1E8DC1049AA7}"/>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C7A4FBEF-56AF-650D-BC62-DE955F796F79}"/>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F851C1B-4D5F-4A87-FE4D-8E6BBD0C790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4FE6BF96-4DD1-5457-B989-1FDD8303A64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4F42EF-DE4A-418D-4828-B6F2C2F66B09}"/>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10902F12-4BC1-BC30-B4BC-CF046BFA12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AADD3301-DAFA-9277-CF53-B4F1548BF5E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8592938-7E01-9C08-7153-2A73BFB8E3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CE685C1C-E814-1200-91FE-1FE546602E4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A9293C4-773E-82FF-2FD9-0299BA2E19DE}"/>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94545F0-A3EE-57DD-AE4A-44986D253C0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6D0D10A2-50E7-8C90-D303-21494549D26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E2D7E1C8-4C41-8FAC-E6D3-AF0E77D94597}"/>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FE19B96-BAB8-4F2C-1D58-5BB5BD4A4FE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29D4BEC7-EBD3-A390-E187-3F339EC1038D}"/>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722D9FA-15F5-1C8A-95F9-1C4BDD854081}"/>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F5D6417-9C15-18BE-AC90-930E39790A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DF35F1B2-28DC-6A34-CCFA-21E20EB52B85}"/>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9392AE17-2F45-526E-1C18-D1FB20C240B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AF1B8AD7-8DAB-1A54-F6A8-085A7F48E755}"/>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74B5638-CFC9-9548-B07F-61B98BB32B77}"/>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516400E5-88EE-29FA-7A31-8A7B5F5E9C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AAE4695-3B8E-A1DF-B338-1076ECED880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63EAB16-BA2A-ED55-1553-ED4EF7E19AC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7226361-C238-87B8-CA7E-6DDA321CA67A}"/>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880458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3C9A2-7E38-FA3B-A77F-B84A3BA2C9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555828-4DA6-ABC8-A4C0-D13AA656CDC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B484BC-9B2E-614D-ADFD-6748565F68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42D7F20-A022-EF8A-38BF-0335C8565EC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86891B-8EB6-C10B-21D5-F456112C6D4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BD8BDAE-5CEB-C4DC-907C-1C9BD26527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24766C-AC43-1998-A5C1-1B1B210B7D0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833FE2F-FC04-54F2-F666-FE57643051BD}"/>
              </a:ext>
            </a:extLst>
          </p:cNvPr>
          <p:cNvSpPr txBox="1"/>
          <p:nvPr/>
        </p:nvSpPr>
        <p:spPr>
          <a:xfrm>
            <a:off x="3640666" y="4909484"/>
            <a:ext cx="570089" cy="230832"/>
          </a:xfrm>
          <a:prstGeom prst="rect">
            <a:avLst/>
          </a:prstGeom>
          <a:noFill/>
        </p:spPr>
        <p:txBody>
          <a:bodyPr wrap="square" rtlCol="0">
            <a:spAutoFit/>
          </a:bodyPr>
          <a:lstStyle/>
          <a:p>
            <a:pPr algn="ctr"/>
            <a:r>
              <a:rPr lang="en-US" sz="900" dirty="0"/>
              <a:t>68</a:t>
            </a:r>
          </a:p>
        </p:txBody>
      </p:sp>
      <p:sp>
        <p:nvSpPr>
          <p:cNvPr id="10" name="TextBox 9">
            <a:extLst>
              <a:ext uri="{FF2B5EF4-FFF2-40B4-BE49-F238E27FC236}">
                <a16:creationId xmlns:a16="http://schemas.microsoft.com/office/drawing/2014/main" id="{AE4ED5F5-6789-C9F2-971D-98408483BE3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95792DE4-EC11-665D-100E-58B97ABE29D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952CBBB3-590A-6D28-6B1A-668BB50A92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D44DAF-D686-4889-5D31-048B0EFE77D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CCFFBFA-E0B4-1832-9FDA-42AE9C2CAD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7482F65-4629-899E-AC94-D964FD3E95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4DE643-D7A8-658C-F4C5-F86A9E60E78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6D6620-7810-55F9-E7FC-08022344EB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74D75E2-EEE4-0B5B-9AF1-5C57B503059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75B42D-7C4A-CC07-1F0D-6391FFA35CE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5068EBD0-077F-69C4-9685-ACEE94445CB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C68533AB-E15E-6F73-3937-14B80F1F01D8}"/>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B9040EC6-CD21-2D75-2771-9B714A920BE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6DCFEC6-3208-000F-A4A6-D41D466D181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BA96ADC-C58A-FE5D-97BD-E60B9BA4FD7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B594D95-8667-BD72-5DE8-05D566A59F3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FC90AE0-EDF5-309B-6051-2B031B2BCE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275D4BB-D71D-93E8-D52C-15E9E3790B9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568</a:t>
            </a:r>
          </a:p>
        </p:txBody>
      </p:sp>
      <p:sp>
        <p:nvSpPr>
          <p:cNvPr id="45" name="TextBox 44">
            <a:extLst>
              <a:ext uri="{FF2B5EF4-FFF2-40B4-BE49-F238E27FC236}">
                <a16:creationId xmlns:a16="http://schemas.microsoft.com/office/drawing/2014/main" id="{B1EC2038-6774-863B-E44E-022DB20B1BEE}"/>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DF0C0A2C-0A90-AC3A-A5A4-48C4EAD2B78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5BED057-31B7-F20D-4909-C1F44196A29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3568813-2ABE-18E3-0343-44DB6BA5127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07867BA-81F2-FD9B-0194-09248759E7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0ABB0C1-7788-F5DB-4BAD-F03D6F5B381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62CF3A8F-BF6A-9E28-0D85-66A276D5F22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C852383-AED7-0F3D-4109-3BC08C9F9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377FD15-C030-5086-1BB4-E42B556EFF1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159880EA-8DCD-4EEC-97BA-510AD736E1B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56260B-D2A7-EDA0-3D1D-A7455679819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213ED5E-7813-8F9E-91F4-4B5F061EA38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C57BB6EB-B1A5-460B-3CEA-B78CAF1FB5E8}"/>
              </a:ext>
            </a:extLst>
          </p:cNvPr>
          <p:cNvSpPr txBox="1"/>
          <p:nvPr/>
        </p:nvSpPr>
        <p:spPr>
          <a:xfrm>
            <a:off x="5147734" y="901933"/>
            <a:ext cx="570089" cy="230832"/>
          </a:xfrm>
          <a:prstGeom prst="rect">
            <a:avLst/>
          </a:prstGeom>
          <a:noFill/>
        </p:spPr>
        <p:txBody>
          <a:bodyPr wrap="square" rtlCol="0">
            <a:spAutoFit/>
          </a:bodyPr>
          <a:lstStyle/>
          <a:p>
            <a:pPr algn="ctr"/>
            <a:r>
              <a:rPr lang="en-US" sz="900" dirty="0"/>
              <a:t>38</a:t>
            </a:r>
          </a:p>
        </p:txBody>
      </p:sp>
      <p:sp>
        <p:nvSpPr>
          <p:cNvPr id="61" name="TextBox 60">
            <a:extLst>
              <a:ext uri="{FF2B5EF4-FFF2-40B4-BE49-F238E27FC236}">
                <a16:creationId xmlns:a16="http://schemas.microsoft.com/office/drawing/2014/main" id="{3B74881F-8B0F-24E3-C399-528857FF8C6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8D0ADC51-AB2E-045D-2326-79E78C1392D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A2F521-3B7C-9570-4375-6EEACC9D9AAD}"/>
              </a:ext>
            </a:extLst>
          </p:cNvPr>
          <p:cNvSpPr txBox="1"/>
          <p:nvPr/>
        </p:nvSpPr>
        <p:spPr>
          <a:xfrm>
            <a:off x="3640666" y="3907597"/>
            <a:ext cx="570089" cy="230832"/>
          </a:xfrm>
          <a:prstGeom prst="rect">
            <a:avLst/>
          </a:prstGeom>
          <a:noFill/>
        </p:spPr>
        <p:txBody>
          <a:bodyPr wrap="square" rtlCol="0">
            <a:spAutoFit/>
          </a:bodyPr>
          <a:lstStyle/>
          <a:p>
            <a:pPr algn="ctr"/>
            <a:r>
              <a:rPr lang="en-US" sz="900" dirty="0"/>
              <a:t>86</a:t>
            </a:r>
          </a:p>
        </p:txBody>
      </p:sp>
      <p:sp>
        <p:nvSpPr>
          <p:cNvPr id="65" name="TextBox 64">
            <a:extLst>
              <a:ext uri="{FF2B5EF4-FFF2-40B4-BE49-F238E27FC236}">
                <a16:creationId xmlns:a16="http://schemas.microsoft.com/office/drawing/2014/main" id="{11BE8866-707F-18A9-DE83-7698044D053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C31A3EB3-446C-C4E5-2C0A-28C287F2FDA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4BC1A537-3D6A-CCD5-C7AC-DBE76E8447B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66C0057-1281-4B91-5B58-C92DB71EE221}"/>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D8438144-BB5B-0E88-BD7C-E8AA1AE6F0FA}"/>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AC1E0AA4-E2F6-E0E6-9F8F-2D058621782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39E2CF54-368C-1557-F4FB-D434A2A4CC5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3C49E2-4E06-C87D-F1AA-F7B64D81FF4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59AA655D-41AB-612C-328A-751FF29E793C}"/>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661182F0-C2B1-5C3C-88EF-77025743216D}"/>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6D7E7E4-B808-D125-03F0-156D7F5C77E2}"/>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A1CD52BD-6A3C-EA1F-8003-1823E7B27EC5}"/>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0674C423-CFA2-9921-E79A-90450820221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847F72C3-CA0B-5375-D202-33F1CCE1266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FA2B8842-BCC2-4CD9-7378-5B72FD9A371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5C84E732-46C4-5EB4-2AE3-F1898A948AF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3279260-29E4-FABD-4C17-4BF8F2A0131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3DC2E6F-5429-84E6-A9EF-6ECB1D9E5AB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F92D735-3E44-8722-4D87-BFD395532D6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DFA9227E-1D1A-5A22-EEFB-2BB7EEFE9202}"/>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5A4E5556-9FE7-6F02-2F6E-690A8A90FE4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8364E370-3D40-FB83-AC3F-19F18A1F8B5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784B0746-8B3B-42C7-D9F8-21543F30FEFB}"/>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5BD57DCA-A795-64DE-5305-0E96F9FC6D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F485B842-C6C0-857D-FBBB-508F2E9EFB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1669E27-CD2D-BA1F-5D93-A2FB6234C109}"/>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2D4EC49-F259-E043-9373-732337742426}"/>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B59AD17-3C60-6AD5-EBB3-AF77F0833E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A1C6B9A5-D32C-8A2A-817B-EC9FD53CA93F}"/>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BAC978D-4C4F-E2D3-D22A-B4CF713A84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92DD489-F153-55FB-E7D3-8B3DD2341A7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5F0B16B-AC24-3309-B902-1E8AA514237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94CA426-BDD5-9216-E9B2-0F72CB4F44B6}"/>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7FD2403-7FF0-5BDD-8D82-F97598D00C5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5E5A1A7-DF5E-3B66-2FCB-491B0FF170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28117EC-CD22-3852-B878-FCEC0700B7F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FE4C68A3-0D03-0C6E-954F-5749C6A6A8AD}"/>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7C4094EA-485E-9A12-4432-F6E8267E95F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7BF98170-1B35-74D0-E341-BBC4DD10C25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A268EDD3-CD83-6E20-0594-C0B76B0052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69</a:t>
            </a:r>
          </a:p>
        </p:txBody>
      </p:sp>
    </p:spTree>
    <p:extLst>
      <p:ext uri="{BB962C8B-B14F-4D97-AF65-F5344CB8AC3E}">
        <p14:creationId xmlns:p14="http://schemas.microsoft.com/office/powerpoint/2010/main" val="7524500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72840-63B2-5969-1BAA-709422032E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97AED1-780A-745E-FBDF-1B87A55423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7306E22-D58B-47CF-9E5F-E07FC7FDAC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87CA2F-50D7-FCC2-C759-C4C49FBE68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D491247-AB4C-DB64-A229-28A9E9650D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2457FF-1DDE-90F0-4B5E-46E6D8B4B34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E00B42F-8532-30D2-3574-E50C976D7A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84723B34-9D27-B887-564B-85BD264A4B4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4" name="TextBox 13">
            <a:extLst>
              <a:ext uri="{FF2B5EF4-FFF2-40B4-BE49-F238E27FC236}">
                <a16:creationId xmlns:a16="http://schemas.microsoft.com/office/drawing/2014/main" id="{A28EA73F-2287-07DF-0F51-262814FC34C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37162B5-3F35-5C6E-BE63-26ED557BA41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90E4389-0701-554D-7293-BCDAA0FFFF0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FFA625A-0FDA-9971-2D5B-6EC4ED31839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F24C143E-C090-1CC8-6A0D-703FE18A924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6EDC627-E7B1-B466-6720-63CF84BE4F4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E79654C-48DF-A296-3BEC-7627BDA534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BD2530D-164B-0A6A-EFDC-E65B97D98D6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F5D633A9-2B93-66E5-5CCA-0B17AC88EEA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993CE7B-5BA7-4BA1-75B4-963D8F1038BF}"/>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24FA6E66-320A-6EC8-15AD-E108407A302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FEDCCE6-0ADF-ED01-4E94-F241E09571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5BE3E0-9D12-C584-4D13-CA871BEBCA5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58B7EF8-6B23-AF6C-B4F8-4E4319AB5EA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12CBDBF-03BF-5131-BC6D-D3EAFE10F76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1B8774AB-D56D-0DF3-7358-13E725B251DB}"/>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2A5DD32D-336A-11E2-ADF7-76038B2EE79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351264C-E3FE-F4D9-C8A8-37CC68E881E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754F066-2C8E-764D-6B74-F5020B0909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651A4CE-2DB9-F696-6B61-A0501373837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169B2785-C7DA-6209-8F85-D3F0B12F2F1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A772343-D902-3EF2-B32E-9105F2273C7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9214C72-0937-6A75-6A94-7CE09E9D6C0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102F245-C278-86E7-7CE7-FFD74CC06D73}"/>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F525AD89-D8B6-DFA3-54EC-510E04AC7AA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1" name="TextBox 60">
            <a:extLst>
              <a:ext uri="{FF2B5EF4-FFF2-40B4-BE49-F238E27FC236}">
                <a16:creationId xmlns:a16="http://schemas.microsoft.com/office/drawing/2014/main" id="{2A4B2A40-8A67-125F-96DD-FB055C68CBF8}"/>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E8511C4D-3BE1-8D3A-67F4-6633B37B11F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1D1C391-9232-D3C2-0EBB-DB7B713CBF8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F38D6B9B-07BC-2239-0EE7-5254984A60FF}"/>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8694AD5-7B54-E803-1445-4F1F342653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71DEA14-9471-AA20-B771-9CA51F95C51C}"/>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8E3CE386-7D32-957B-DED7-029D191AFA7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4ABBD4B5-69C0-AC4D-334E-BA446207B122}"/>
              </a:ext>
            </a:extLst>
          </p:cNvPr>
          <p:cNvSpPr txBox="1"/>
          <p:nvPr/>
        </p:nvSpPr>
        <p:spPr>
          <a:xfrm>
            <a:off x="5147734" y="4408541"/>
            <a:ext cx="570089" cy="230832"/>
          </a:xfrm>
          <a:prstGeom prst="rect">
            <a:avLst/>
          </a:prstGeom>
          <a:noFill/>
        </p:spPr>
        <p:txBody>
          <a:bodyPr wrap="square" rtlCol="0">
            <a:spAutoFit/>
          </a:bodyPr>
          <a:lstStyle/>
          <a:p>
            <a:pPr algn="ctr"/>
            <a:r>
              <a:rPr lang="en-US" sz="900" dirty="0"/>
              <a:t>278</a:t>
            </a:r>
          </a:p>
        </p:txBody>
      </p:sp>
      <p:sp>
        <p:nvSpPr>
          <p:cNvPr id="72" name="TextBox 71">
            <a:extLst>
              <a:ext uri="{FF2B5EF4-FFF2-40B4-BE49-F238E27FC236}">
                <a16:creationId xmlns:a16="http://schemas.microsoft.com/office/drawing/2014/main" id="{16F86EA6-4472-039E-1D59-A181787640D7}"/>
              </a:ext>
            </a:extLst>
          </p:cNvPr>
          <p:cNvSpPr txBox="1"/>
          <p:nvPr/>
        </p:nvSpPr>
        <p:spPr>
          <a:xfrm>
            <a:off x="5147734" y="4909484"/>
            <a:ext cx="570089" cy="230832"/>
          </a:xfrm>
          <a:prstGeom prst="rect">
            <a:avLst/>
          </a:prstGeom>
          <a:noFill/>
        </p:spPr>
        <p:txBody>
          <a:bodyPr wrap="square" rtlCol="0">
            <a:spAutoFit/>
          </a:bodyPr>
          <a:lstStyle/>
          <a:p>
            <a:pPr algn="ctr"/>
            <a:r>
              <a:rPr lang="en-US" sz="900" dirty="0"/>
              <a:t>278</a:t>
            </a:r>
          </a:p>
        </p:txBody>
      </p:sp>
      <p:sp>
        <p:nvSpPr>
          <p:cNvPr id="73" name="TextBox 72">
            <a:extLst>
              <a:ext uri="{FF2B5EF4-FFF2-40B4-BE49-F238E27FC236}">
                <a16:creationId xmlns:a16="http://schemas.microsoft.com/office/drawing/2014/main" id="{3B770FDD-686D-2B32-2D73-5D88B326D3A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186DD312-FA10-98E1-EC35-57A89F628A82}"/>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C9F45306-3A7A-00E9-5300-85CC3FE02271}"/>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3FA283B-519E-97FF-F069-0DE0E1DEC1F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DB481A69-B807-D3DE-282A-16E87B2E80CB}"/>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4D7520D1-0584-1293-D4D9-23F7143F063B}"/>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9EA75B26-885A-A8FF-DA3C-38D69FF35C60}"/>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0BF9D266-A45D-2434-BF48-E92EEAF3CF0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02CA1F90-6CDB-5F03-AB6B-29AF86B8ACE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84B9E8A-8892-BB4C-19E7-819935B5888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6D22EA1-09E5-72EE-E53F-1D6E0DA21E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08F4DBE-A904-E33E-D01B-FC9ECFBA28C6}"/>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4F8D3C1F-D67F-D60D-2FE9-FEB20C2F4948}"/>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69FFAE49-ED2B-D0D1-B5BD-2B2A1CEBEE36}"/>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a:t>
            </a:r>
          </a:p>
        </p:txBody>
      </p:sp>
      <p:sp>
        <p:nvSpPr>
          <p:cNvPr id="83" name="TextBox 82">
            <a:extLst>
              <a:ext uri="{FF2B5EF4-FFF2-40B4-BE49-F238E27FC236}">
                <a16:creationId xmlns:a16="http://schemas.microsoft.com/office/drawing/2014/main" id="{5144C021-291D-E191-9717-54B4FBC72BC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4001D87-6653-4DF5-8349-09587A9F3E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21D28C0-99A6-2416-E44D-3CF4FA761B9D}"/>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C226C258-207E-4C51-AAA3-DF5636F836B1}"/>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8CD53D2-0D3E-FF1E-AFF5-10CDEED0161A}"/>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17E671DF-617D-9F21-799F-31F1AB7BFBFF}"/>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61EC44A4-DD9C-3F6D-D013-317A06EE4363}"/>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4AF7CA5B-7919-C9EE-5E3C-A60C5DFA2F51}"/>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A09FDEA-1339-9A6B-58B4-693A4214DB4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D474727-D5C0-3702-0F5A-E7B5E7B49384}"/>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ACA440A-49B7-01F0-76EF-518E710261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2AB4B4-DE5B-A85D-0B6D-B462A5AF013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608BAA9-74BE-EA4F-2E6F-8EB23A8630B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796A19C-4D35-0E1D-1B97-978F61E6E967}"/>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30116325-506B-2092-669F-56539054C4B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64569031-629B-526A-4133-49BEF228843A}"/>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9A97C7BA-10BD-A44F-B105-0EC5700855F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CF2D62B-ABED-EA2A-D63F-E00DB0B865F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BF670C7F-ABC4-ACCA-DA78-057AD94695DC}"/>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06AEDB24-AAA0-2146-7C55-0A494FB10C7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8D27C217-C253-F046-1115-0405A5E97817}"/>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79129A7D-8071-BEA4-8167-8F0991F3C27E}"/>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49" name="TextBox 48">
            <a:extLst>
              <a:ext uri="{FF2B5EF4-FFF2-40B4-BE49-F238E27FC236}">
                <a16:creationId xmlns:a16="http://schemas.microsoft.com/office/drawing/2014/main" id="{72993287-5031-6F01-88D7-8CFCDF594C2E}"/>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C9A70A84-33DE-8EF9-F8DD-D6CB36A455F9}"/>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E3C4E19-0717-CDCB-F730-AFA9924072C1}"/>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58819D6-DA34-066E-61CF-83491AB93E29}"/>
              </a:ext>
            </a:extLst>
          </p:cNvPr>
          <p:cNvSpPr txBox="1"/>
          <p:nvPr/>
        </p:nvSpPr>
        <p:spPr>
          <a:xfrm>
            <a:off x="5650090" y="1903821"/>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6897522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15F30-3E43-90D8-2BAC-28D9F10AA5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877C9D-F6E4-5E85-84FB-C1763B78670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B603E7D-63A3-75CC-FCA5-109FFA963F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FD05DC-FD4C-334A-8B3C-6CB3B5A3C5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270DFB-2793-3EE5-50C4-AA77703A146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37469E6-B680-D4B6-E700-8200D9C600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170352-733A-4BA7-16D6-823FE9EE8FB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322CC78-091D-6F8A-A970-6BCE05BB74DF}"/>
              </a:ext>
            </a:extLst>
          </p:cNvPr>
          <p:cNvSpPr txBox="1"/>
          <p:nvPr/>
        </p:nvSpPr>
        <p:spPr>
          <a:xfrm>
            <a:off x="4645378" y="4909484"/>
            <a:ext cx="570089" cy="230832"/>
          </a:xfrm>
          <a:prstGeom prst="rect">
            <a:avLst/>
          </a:prstGeom>
          <a:noFill/>
        </p:spPr>
        <p:txBody>
          <a:bodyPr wrap="square" rtlCol="0">
            <a:spAutoFit/>
          </a:bodyPr>
          <a:lstStyle/>
          <a:p>
            <a:pPr algn="ctr"/>
            <a:r>
              <a:rPr lang="en-US" sz="900" dirty="0"/>
              <a:t>79</a:t>
            </a:r>
          </a:p>
        </p:txBody>
      </p:sp>
      <p:sp>
        <p:nvSpPr>
          <p:cNvPr id="14" name="TextBox 13">
            <a:extLst>
              <a:ext uri="{FF2B5EF4-FFF2-40B4-BE49-F238E27FC236}">
                <a16:creationId xmlns:a16="http://schemas.microsoft.com/office/drawing/2014/main" id="{967BA259-79F1-DCED-CD43-85A339F2D58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03EEF3F-319F-E896-F01C-7648F2EE478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AF51385-58BA-7DF8-1FBD-559E945EA0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FF0539-EE0B-4DBF-3443-75C938C627D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39B20F-B344-397B-AF96-92172FCFB0D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61491D2B-AEB5-D000-D502-914C7B9E2F7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A83D8E9-3050-823B-43BD-9D6AA1CFFFD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C6669F1-AD55-8E2D-F92A-699294F5871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2A9D02C9-3DC7-687F-FC02-9385663C9C4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a:t>
            </a:r>
          </a:p>
        </p:txBody>
      </p:sp>
      <p:sp>
        <p:nvSpPr>
          <p:cNvPr id="31" name="TextBox 30">
            <a:extLst>
              <a:ext uri="{FF2B5EF4-FFF2-40B4-BE49-F238E27FC236}">
                <a16:creationId xmlns:a16="http://schemas.microsoft.com/office/drawing/2014/main" id="{4D3A04D0-803B-7180-A818-A8BEE72C06F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1B442DC-897A-3776-20AB-3ABEA812FE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BC506B4-1A6D-010B-88AE-B7A03609E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A65871B-CAE2-A1E3-1539-F0FA4E50DD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860A4F4-A29E-013B-000C-DFFF4F641D7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C44415A4-068F-68D0-269F-20C178EC9E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D90ED0F-5760-A80E-7687-E38844C4C2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B6874C2-9659-6AB2-AB08-DF71F52F038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CAEA276-9D36-7971-8194-7B5C6DDE72E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F594ED7-FC92-1312-56AE-BA43AAED1F6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877C9B3-F8D5-43BA-7277-53B8AA7B7CDB}"/>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9DACDC9-F48D-F4DC-8A1A-02BCE590956E}"/>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2" name="TextBox 61">
            <a:extLst>
              <a:ext uri="{FF2B5EF4-FFF2-40B4-BE49-F238E27FC236}">
                <a16:creationId xmlns:a16="http://schemas.microsoft.com/office/drawing/2014/main" id="{B90E28A5-C6F6-2FEE-316D-DDA699F42D9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3D91080-C7FA-EBA7-56D4-9EF9BE88ECC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F83127-0EAC-6612-8F63-9F221F428F8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08346DC0-07A7-2CB5-9561-9084F6011370}"/>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0" name="TextBox 69">
            <a:extLst>
              <a:ext uri="{FF2B5EF4-FFF2-40B4-BE49-F238E27FC236}">
                <a16:creationId xmlns:a16="http://schemas.microsoft.com/office/drawing/2014/main" id="{A4BC4943-C985-82B6-A8B1-B52EF03EA9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708ECB35-0353-9CC9-1319-7BA635E0B9E8}"/>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29376FF3-372C-B63D-AF19-DF71E16F9565}"/>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F8D4AB4-BF36-A5A9-3BBC-7E03686BE0E3}"/>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4728D420-2A30-F650-3AB4-264D04D04760}"/>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05B32EE1-3A6F-755B-2123-81D55D75A8E4}"/>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99A31ECF-C8C7-8195-3CD0-4F7D8CCBB6A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4D9F6BD0-8713-B2BD-1B84-AA12697AD98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C249CC24-C869-9CE7-A7FC-ADA669C4338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E7223ACD-13CE-7E4C-4FC4-5F25B402546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9F83633-C080-EC01-D95E-3901270310F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705032A-7CF1-063E-5233-AF73EEB0EB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D52B7D7C-FB6F-77FF-E25C-70F92282E45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139C61C-3B41-B6E6-EEE3-8FAD2B566E35}"/>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a:t>
            </a:r>
          </a:p>
        </p:txBody>
      </p:sp>
      <p:sp>
        <p:nvSpPr>
          <p:cNvPr id="48" name="TextBox 47">
            <a:extLst>
              <a:ext uri="{FF2B5EF4-FFF2-40B4-BE49-F238E27FC236}">
                <a16:creationId xmlns:a16="http://schemas.microsoft.com/office/drawing/2014/main" id="{0B8E6CBC-AC44-94BD-AF7D-B6C04104AE45}"/>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2347</a:t>
            </a:r>
          </a:p>
        </p:txBody>
      </p:sp>
      <p:sp>
        <p:nvSpPr>
          <p:cNvPr id="83" name="TextBox 82">
            <a:extLst>
              <a:ext uri="{FF2B5EF4-FFF2-40B4-BE49-F238E27FC236}">
                <a16:creationId xmlns:a16="http://schemas.microsoft.com/office/drawing/2014/main" id="{0A8F2004-E29B-48B3-6AC9-6E02555F77E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2343EC03-EAFD-BB16-19BD-7838C9D793DE}"/>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1D1FA8C9-77A6-8EF5-628D-172BA7F4E6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5902A00-1C77-83A7-92AA-CD6B115B5BE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53B95A72-3E1E-F6ED-9239-3E1ACBD8754C}"/>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BFC0F541-A1E1-FFEF-ACBF-378D1A0D4C5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3A8AF258-B072-6195-08D4-0312555B6252}"/>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D60461EA-EFC7-6427-9861-E47C4268465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57C6ED59-FEF5-0F5B-FDFD-5163D06B916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98ACC62-D9B7-BFEB-741C-4206962B1C9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47D93D2-239C-E8E9-B75B-F03E065E277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B38BCDF-7652-075A-25D2-C5CEBF567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B818B56-62C6-8B7C-0B3D-EAB0F32A19B0}"/>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ADE9D76-47F6-C34F-41B1-F686ED52F73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4A1A9DF-64B1-FF1F-A163-8E9F9BAAE5A0}"/>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FFF8276-1CB9-68AC-35C3-39F4A14BF5A4}"/>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F69ED207-C636-76EA-0FEE-71EA461285F0}"/>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7DB094-E23C-A2E4-650F-AC21F4DC535B}"/>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1CFBCE5-0BEE-9BE3-C7C0-46BDC0681D31}"/>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396F9311-D25D-6E3C-3C16-AEAAA95BA863}"/>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A3B1C0A0-0918-5227-0584-B343F9339262}"/>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99D7A11B-CD89-76B5-49C9-346E8A2B926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4EBF9FE3-AD80-BFDA-490B-F574B0FE704D}"/>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A808B5E7-4D81-67F4-7AA4-68930276C585}"/>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1F71F753-5D22-CBBE-DE89-7DD4E4EA83C0}"/>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8C83F19E-70F3-8364-FBE1-11CE16DBC571}"/>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2065A04C-E43F-4062-D996-26105BE7060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9F6BBA33-D0E7-7F63-52A8-F66B9C37EFFC}"/>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01063251-515B-57AA-A41F-B6ADC3EAA797}"/>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EF35A199-4EF6-8C35-1D9F-9C90892D8F9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29AC3FB2-A15A-D6AD-FE6C-28EC171B946A}"/>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27" name="TextBox 26">
            <a:extLst>
              <a:ext uri="{FF2B5EF4-FFF2-40B4-BE49-F238E27FC236}">
                <a16:creationId xmlns:a16="http://schemas.microsoft.com/office/drawing/2014/main" id="{0BCCEA00-C709-C6B4-DC4B-8F4D121AA14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47A76969-E5B7-3FDE-DF11-2CE415ACCC3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45" name="TextBox 44">
            <a:extLst>
              <a:ext uri="{FF2B5EF4-FFF2-40B4-BE49-F238E27FC236}">
                <a16:creationId xmlns:a16="http://schemas.microsoft.com/office/drawing/2014/main" id="{E1152C9B-8093-97E6-B164-E6D2A35FDA1D}"/>
              </a:ext>
            </a:extLst>
          </p:cNvPr>
          <p:cNvSpPr txBox="1"/>
          <p:nvPr/>
        </p:nvSpPr>
        <p:spPr>
          <a:xfrm>
            <a:off x="5650090"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27363989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8C304-F857-654F-18C9-1360D995F26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2E79AA-9C68-78BF-B4E9-76EF29F1035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2806C8-A622-0920-D2F2-E01C85ABAC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F81D86-DC5A-DFD2-82B1-2D08B844CF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93F059-AE29-5F1E-C398-60F22C23189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4ECB17-8FFC-4EA0-CC20-4C9381A74A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54596A8-9F68-C633-C913-8828DF33B50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04431E1C-2198-5344-0ED5-BCF1C36501B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FAB8455-6FC5-9C92-B449-51B27DF7164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22F30D4-9594-C78A-FBB2-FE455FA27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382546-DA25-D39C-F42D-954D253D175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4717023-BBC4-4D39-3E3C-F89640DE095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808A02F-6092-903A-46CC-604DD4E1721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A90A998-F77A-3EB4-54E1-C61A70FE9D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887F978-F50D-E0EA-A685-CC0C1F5009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D9DE62A4-1740-EDDC-FF0E-A397612D4AA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C8B9743-CAAC-8759-47B8-47C3E01BB5A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7FC97ED-6937-46CB-55BA-F47B5C1CC1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EA20978-E810-50D9-9146-88A711AE25D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A12CA8B-E4D5-D24F-C6BB-6A2949C437C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B66B3828-4A49-DD7D-2696-E614FEDD060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4875968C-D1DB-8568-647E-C9DD1B18D18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D2D5EBD-9AF1-31CA-F67E-08F2513893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366837F-45E1-C551-8D7D-F7A3D1A9DD2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A67523E-8369-53C4-FC2B-B2FE31DE37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FE35F8B6-92A1-B3F6-37BB-790A0965352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62" name="TextBox 61">
            <a:extLst>
              <a:ext uri="{FF2B5EF4-FFF2-40B4-BE49-F238E27FC236}">
                <a16:creationId xmlns:a16="http://schemas.microsoft.com/office/drawing/2014/main" id="{56B5B873-D683-EB63-4328-7659F6142FD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7BA53F0-B918-87AB-F650-ADB35381B1D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F5ABE91-B0FE-4F6E-7E60-360617135B3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A7970A26-0079-0A33-D876-7EA7EA3EA6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A1C278E1-3DA8-4908-5E83-B667FE65067F}"/>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17F24AB3-2A31-8653-DE95-5D8CDCA4724B}"/>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C63B38D-2603-3241-B36D-65F39CA549D7}"/>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FBA56627-D4DA-3FC5-4E0F-E25084D158F6}"/>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F5C3940F-CF46-E5C1-26E8-309A4D463182}"/>
              </a:ext>
            </a:extLst>
          </p:cNvPr>
          <p:cNvSpPr txBox="1"/>
          <p:nvPr/>
        </p:nvSpPr>
        <p:spPr>
          <a:xfrm>
            <a:off x="6152446" y="4909484"/>
            <a:ext cx="570089" cy="230832"/>
          </a:xfrm>
          <a:prstGeom prst="rect">
            <a:avLst/>
          </a:prstGeom>
          <a:noFill/>
        </p:spPr>
        <p:txBody>
          <a:bodyPr wrap="square" rtlCol="0">
            <a:spAutoFit/>
          </a:bodyPr>
          <a:lstStyle/>
          <a:p>
            <a:pPr algn="ctr"/>
            <a:r>
              <a:rPr lang="en-US" sz="900" dirty="0"/>
              <a:t>47</a:t>
            </a:r>
          </a:p>
        </p:txBody>
      </p:sp>
      <p:sp>
        <p:nvSpPr>
          <p:cNvPr id="76" name="TextBox 75">
            <a:extLst>
              <a:ext uri="{FF2B5EF4-FFF2-40B4-BE49-F238E27FC236}">
                <a16:creationId xmlns:a16="http://schemas.microsoft.com/office/drawing/2014/main" id="{C419A061-9ED8-7361-CBBC-0FCB5F023932}"/>
              </a:ext>
            </a:extLst>
          </p:cNvPr>
          <p:cNvSpPr txBox="1"/>
          <p:nvPr/>
        </p:nvSpPr>
        <p:spPr>
          <a:xfrm>
            <a:off x="7157158" y="2404765"/>
            <a:ext cx="570089" cy="230832"/>
          </a:xfrm>
          <a:prstGeom prst="rect">
            <a:avLst/>
          </a:prstGeom>
          <a:noFill/>
        </p:spPr>
        <p:txBody>
          <a:bodyPr wrap="square" rtlCol="0">
            <a:spAutoFit/>
          </a:bodyPr>
          <a:lstStyle/>
          <a:p>
            <a:pPr algn="ctr"/>
            <a:r>
              <a:rPr lang="en-US" sz="900" dirty="0"/>
              <a:t>57</a:t>
            </a:r>
          </a:p>
        </p:txBody>
      </p:sp>
      <p:sp>
        <p:nvSpPr>
          <p:cNvPr id="79" name="TextBox 78">
            <a:extLst>
              <a:ext uri="{FF2B5EF4-FFF2-40B4-BE49-F238E27FC236}">
                <a16:creationId xmlns:a16="http://schemas.microsoft.com/office/drawing/2014/main" id="{DFE55F67-1E31-5945-FEBE-AB99DD14E0B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75C6A5B3-5457-BC67-2A2C-A90AA098F62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622ED59-0132-DCD3-A1BB-98454B79FF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1C86079-8386-FB82-A855-6CA5E6E6491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895A651-94EC-05B4-375A-848F3C46F48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04C33F93-524F-C633-8A64-8044B567CED9}"/>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0DE7C1FD-E8AB-FA30-AA2B-7786CC1358B0}"/>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3EC4F149-66CC-7BE0-A852-D172FA8DEDA2}"/>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A433D107-3410-7B2F-3AE8-DC9778B2B4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524A6161-A89C-C8E3-035F-ABDC1F5217C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CAB273F8-5A80-5A5E-F839-052C7D7BBE8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F996E88-2168-C48A-9046-E573F19DAF62}"/>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BA1012F8-7E15-F5DE-A3C3-80955730F1C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6AE23A3E-8965-5904-2139-D97D63D34F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7DBDFBDE-9A5E-C031-7A26-A50756CA0A08}"/>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1A09929E-3563-4D44-0937-F2F8B6BD22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D5B6DCB6-CA3F-5C34-17B5-D47E2A8FB639}"/>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A5D2E14-E433-2F8A-86AD-2D0C55093E5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39AE163A-E9DC-79EE-18A2-7FEE57E2D21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CEEC8B-301C-B7F3-E6EB-9132C127DFD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D0546C6-A406-B7F0-6459-E9BC2A6DF4E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EF21A14-3B25-818A-5AE9-B94ED3DE02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AC871F31-46AB-CBA3-70AE-6E0D4564AA8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A6097623-8840-81D0-08ED-29E6413688B7}"/>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E413DA27-5F84-398F-33D9-638D33DE76CD}"/>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1B7E148-9E80-6D0F-8FBB-78038C0D7F4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CCE6E9A3-5E03-BDBD-91C9-F8363FF3CAC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3744A3D-A811-4333-098B-77C10CAF6A6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0C257AB-2849-1669-DF8D-6D8D94F4FF6E}"/>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1ADD4F41-5572-9D27-E2AA-DC8269641617}"/>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1E3C0C3-D5AF-C5CB-A65D-F511ACDD2BC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2E809A4F-EA51-4B5F-640D-DD5D8292A07F}"/>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00803AC4-5F2E-13D5-2850-59E745948470}"/>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50306A7-E239-3F09-BE94-B3E018918B2A}"/>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E2FFB86A-1504-9981-F45A-A68FD79409EF}"/>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3EF392E9-52F6-0EFD-6CE2-6D0023A753C9}"/>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258A5C50-A263-7812-A289-C4F1BB9D786D}"/>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118593C1-6914-DD9A-7E7F-8188306EFEA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F8A46CA6-EFE7-A394-8EBC-0AF28CCBDCB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E8C9FA38-70E8-0F61-100E-51C549C56E42}"/>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C599B129-C1C0-4C7C-9A06-9B63D95D13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AFDD4F3-5774-71FC-ECCF-E99606C9209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45" name="TextBox 44">
            <a:extLst>
              <a:ext uri="{FF2B5EF4-FFF2-40B4-BE49-F238E27FC236}">
                <a16:creationId xmlns:a16="http://schemas.microsoft.com/office/drawing/2014/main" id="{93BDEE37-5112-1884-477C-F1FA079C4B36}"/>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525ACA-B266-1B6E-32C3-A831E9D06C2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27" name="TextBox 26">
            <a:extLst>
              <a:ext uri="{FF2B5EF4-FFF2-40B4-BE49-F238E27FC236}">
                <a16:creationId xmlns:a16="http://schemas.microsoft.com/office/drawing/2014/main" id="{018E3C4C-34DB-D023-F5FF-CF52DB3CF0EE}"/>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1578A92-90BA-F5A6-C56C-9E392D18B6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857720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C4EC7-6F76-C64E-246B-C3CC06642E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4690F7-4936-31A3-FBF3-602863B4B5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92416B1-74AF-6B03-9F1C-E419B4E1F1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780BB7-DE2C-A6CE-B083-724BDF3D61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1F6A4E-B767-3AF8-FA6D-4B2C9E47AF1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7067C2-1D3F-6B73-67AE-A5024A0777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EB1A76F-308F-EB1D-1287-2A915FE7B2E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2C47F0F-1A83-FF4C-6AE9-4AA0948CFE7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C93C66-288B-904B-7AA2-70AB708D180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DD79887-5838-B947-361C-4A5CF7E72A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0D21E5-5960-FB1C-EE77-B747F3E97F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D10CCD6-7075-D0C5-4947-455428891BB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A530DD2-5E57-1C6F-A027-8ACA42675B9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F809CF6-7AAB-2ECC-AB8A-A176B30A9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18729A0-5E0E-6665-26A5-3061E7E46E4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3CF54DC-EB2F-DBA2-6FFA-0EB7454C7FB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B9445CF-197A-8F5F-8AC7-2C00D183D5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618240-678C-49D9-640B-7EBB896077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F2129A5-67A2-6DDF-885E-52852E25F1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FFB85AB-1346-4128-509D-DAD5062AF6D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4126A80-A837-3AF4-E78C-6FF102294D9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71A74F8-C2FA-43F6-ACB9-C746CB68C0D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C044813D-8874-6A5A-B4AD-82370C13F95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160302E-983B-52D9-4EDD-6507B79BC100}"/>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CDAAA19-99BB-F629-0F56-7CDF1A583BA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7FDA8EDB-622C-7FEB-5936-C7CEF0951168}"/>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7913B23-7276-5526-DE6F-F93912F2BCE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59AFAC5-2C27-2FA0-953A-2F9A6ECDD99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829B4ED7-DFB7-9744-CF89-6F2B5753EB3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D9DE961-D28A-2AF6-74C0-0214530AC25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9" name="TextBox 78">
            <a:extLst>
              <a:ext uri="{FF2B5EF4-FFF2-40B4-BE49-F238E27FC236}">
                <a16:creationId xmlns:a16="http://schemas.microsoft.com/office/drawing/2014/main" id="{DCB83954-A404-3031-3F31-FB174258702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18BE8093-B516-0193-7293-A833476ABD56}"/>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BB27B26-4EB8-BD07-5513-E74E5B2D8AE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C0A4313-1F7A-9715-3A76-0AB16528DCBC}"/>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16F58BA-9167-5A29-82EB-F73A23A4E39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9A1FFB9-EF7F-3C46-7EB0-8476868E150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B1901E8-0421-201D-6E57-1E28E0A40429}"/>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A7DC0DD4-7D9E-74CE-71A5-8E09C902F0E8}"/>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2B33112A-89C2-0954-0AE4-23D512BEB5E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A7840AA-3674-58DB-D16D-0032E0E16681}"/>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CB39331-182C-B57C-9B67-A67AE2FA21BC}"/>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6AEDE563-0FC0-5BAE-2842-1DF58602FAE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FCEDA659-A287-FCC4-86BE-48E9E7A953D6}"/>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8545799-7185-75D0-D042-7FCDDFCB9E39}"/>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0E2187C1-0CCB-3A9C-BECD-3664AAA8331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81C7F1E-8CDA-5BCC-14F9-5DC822AE85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4A54D2DF-8A08-4FD1-FFA5-BD3375CFD81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EA85889-A5A7-A32F-40A3-C932A9D16B4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17265F1-9748-4394-1EA2-B3F618BFDDE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58C81DF-3546-AD5A-3EB2-09B0F14EF90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474F75F-103F-B940-039C-0707C62570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D40EFC7A-0A5C-226D-BC55-6F40ED2F14A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1E88D64-5713-FBCE-038D-483F00E7971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C0D664DB-31C5-351C-2D7A-AC5E0C483992}"/>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3169620E-A9E9-3344-9D71-9910DC71091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B8D6B33-FD77-B8B1-3ADC-E957FCDC95DA}"/>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2A7A457C-A535-30EC-F60E-D2F1F02C07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76FCD07F-D4E9-BB98-738B-98F2E8031DFB}"/>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8A6DE3D-C677-662B-8CEE-3445C66D1D8C}"/>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25AB07B-2DAC-01F4-5A79-1EF62F2E7844}"/>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B8006310-4F66-3CF8-4F5D-CCCB101A2086}"/>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CAD48558-1C31-F536-1B7E-B3466FA0A685}"/>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2ACD7F1E-D31A-64F8-913F-E48394ECC94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CE1A39D-4DA4-DD22-FF17-A3AD72A56C5C}"/>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B569C210-C8FC-1EBF-3F6A-92DCDC8C7BB9}"/>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666CC6E7-2534-4E8D-B172-6C2D0F05F18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B83B245E-378F-DECC-96E9-E907C34896D4}"/>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5EA002D9-D6CC-CDFF-6DA0-A97BD46EB24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7283AB20-F775-21A1-03C1-DEA5A324B0A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D9586D96-5063-F4F9-EACA-C939C9F143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A256AFA5-E2EB-4C03-D2C4-3A9815110A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C57CD72-CAA5-A1AE-4581-6B7DB62B7AC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F95BB5EC-079D-24C5-7E19-CB12BBC814BB}"/>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10952B21-03A2-EF33-D929-B06423799014}"/>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883DC4F2-0D19-98B4-8FE6-6A1388C155F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79D3A9DF-25A2-BC16-8C9A-73B47C0BF6A0}"/>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4D26922A-A2DB-7DE2-5887-A1FB7142C900}"/>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E1225935-9547-DD8B-B7ED-6641499EF1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6001DD0E-19EC-430C-34DD-370E335625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BCAF80FF-3A40-3870-D4EB-5E0BD7839BEE}"/>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25DD523-D10C-C30B-B6FB-29AC17BE337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27" name="TextBox 26">
            <a:extLst>
              <a:ext uri="{FF2B5EF4-FFF2-40B4-BE49-F238E27FC236}">
                <a16:creationId xmlns:a16="http://schemas.microsoft.com/office/drawing/2014/main" id="{4E2509EA-2688-F984-4852-EDF38E01BA0D}"/>
              </a:ext>
            </a:extLst>
          </p:cNvPr>
          <p:cNvSpPr txBox="1"/>
          <p:nvPr/>
        </p:nvSpPr>
        <p:spPr>
          <a:xfrm>
            <a:off x="6152446" y="4408541"/>
            <a:ext cx="570089" cy="230832"/>
          </a:xfrm>
          <a:prstGeom prst="rect">
            <a:avLst/>
          </a:prstGeom>
          <a:noFill/>
        </p:spPr>
        <p:txBody>
          <a:bodyPr wrap="square" rtlCol="0">
            <a:spAutoFit/>
          </a:bodyPr>
          <a:lstStyle/>
          <a:p>
            <a:pPr algn="ctr"/>
            <a:r>
              <a:rPr lang="en-US" sz="900" dirty="0"/>
              <a:t>58</a:t>
            </a:r>
          </a:p>
        </p:txBody>
      </p:sp>
    </p:spTree>
    <p:extLst>
      <p:ext uri="{BB962C8B-B14F-4D97-AF65-F5344CB8AC3E}">
        <p14:creationId xmlns:p14="http://schemas.microsoft.com/office/powerpoint/2010/main" val="29835762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11C6C-B155-EC5E-BEB4-E01F8A9031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1E5861-BC4C-E275-5954-43A68B1C8E8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711CE3-17ED-8840-9092-0DFD4CB061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D94C43-CFD1-6F24-C6C0-4DC57BECF0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8C0E42-DA25-E883-7046-A5D1CAB478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C54739-9F10-2FA3-5E54-879DB616B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DDE965-205F-BD51-A0AC-450EF8C043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3C28D2E-CDDD-EB93-7EFF-5451891D62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1316780-28FA-8CB6-C03E-03511D1C324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F0953DE-DE6F-CD2A-7785-8610BCCCD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D526445-8450-A937-CA14-9E7CA658D1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3400075-8506-DE66-13BC-D005D1B17E6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CEC086B-BC94-440E-805D-40E5A6D63B6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3467210-B539-9D38-06D2-F9039787F3F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1C056A9-BAEF-E0F2-90D2-DB474F84D3E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2898ADC-88DC-FF70-7A9E-9F43C2F6EF8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5E192AD-CE51-7C3B-544F-C601F86750D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634B9E7-0B93-A7E9-412A-3134E8E2E0B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7DDEDB-9EC1-050F-C17E-334596AA1CC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97DC492-CDE6-9D85-BC09-CD3C87CD695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C950F85-E7F4-2401-0CAC-401452CBEA4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E56326A-1A9C-CB8F-8159-E615DA95C6C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E03F7919-8E4A-75A0-2189-273ECA566269}"/>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4D862A7-B3DE-5F71-AE9D-E5A08DEDC1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8F70FF3-EBA5-3C6A-0DE9-5D9BF7A38E5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D51886F7-1D06-A492-73AA-A2B05559F40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72CEA88-11E1-E32E-DF0C-75C3415FE8C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9" name="TextBox 78">
            <a:extLst>
              <a:ext uri="{FF2B5EF4-FFF2-40B4-BE49-F238E27FC236}">
                <a16:creationId xmlns:a16="http://schemas.microsoft.com/office/drawing/2014/main" id="{43328B9F-99AD-B03F-5338-421C8B0FDB8F}"/>
              </a:ext>
            </a:extLst>
          </p:cNvPr>
          <p:cNvSpPr txBox="1"/>
          <p:nvPr/>
        </p:nvSpPr>
        <p:spPr>
          <a:xfrm>
            <a:off x="6654802" y="2404765"/>
            <a:ext cx="570089" cy="230832"/>
          </a:xfrm>
          <a:prstGeom prst="rect">
            <a:avLst/>
          </a:prstGeom>
          <a:noFill/>
        </p:spPr>
        <p:txBody>
          <a:bodyPr wrap="square" rtlCol="0">
            <a:spAutoFit/>
          </a:bodyPr>
          <a:lstStyle/>
          <a:p>
            <a:pPr algn="ctr"/>
            <a:r>
              <a:rPr lang="en-US" sz="900" dirty="0"/>
              <a:t>34</a:t>
            </a:r>
          </a:p>
        </p:txBody>
      </p:sp>
      <p:sp>
        <p:nvSpPr>
          <p:cNvPr id="81" name="TextBox 80">
            <a:extLst>
              <a:ext uri="{FF2B5EF4-FFF2-40B4-BE49-F238E27FC236}">
                <a16:creationId xmlns:a16="http://schemas.microsoft.com/office/drawing/2014/main" id="{D5DE35D4-1739-9A98-D969-EE4ADE4E02A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FAEF8189-F1C1-29FD-4DDC-22FFA9E74F6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E3D6710-0890-89DA-DB5E-0E9B65B24F8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289D643-D353-385B-AE0E-90C3539819C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6F29F21C-0244-CBED-913D-EF892D9AA65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C2149A7D-0642-65A2-1D4C-FAD617A188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D98D642-CE74-BB9E-6353-FFAC93A9CF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2EC7BD8-6250-5EE9-1E26-8B031D6F860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360C05C8-A982-8B40-82B3-F68F3D21D6E2}"/>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C9F261F-DA96-6EF9-BEE8-31C549B3A4D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E28AD6DC-D6F6-471D-FD42-569E7306EE89}"/>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27AC11C-0BDC-774A-A33C-0B7F01D797A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79C069F-F5F6-1760-0489-542C965640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5BA45BF-8361-388B-9E4D-15ACE6D6E7C9}"/>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601B362-8AD5-E0B7-28F7-2390EB7C8EC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EAAC267-15F3-1F30-205C-B7B556E5E23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0DFB10C6-3011-384E-B249-2CDEEEE14F5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D1FA8C5-EFF8-1FA1-65B6-AC7423205F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66135AF-DED6-B831-40B8-8C028C6B49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E4BA04F-EF95-2DD6-04F4-18F49F262C60}"/>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B799A189-A875-7B15-CE95-3C993FF825F6}"/>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F9285B6-6852-BF2B-0B25-C6F16F360BE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D38FF36E-7C5D-CF39-B69B-D907F992F3D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2412D2E-157C-4070-C0EE-EB2B45C63D6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77622BC-681B-0DAF-50BC-7B44FA117076}"/>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8D06CFD-BA02-103E-B3C5-59E85BB75A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38E1F4E-52D0-D98A-A546-A95E2F254C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153E370A-70A6-2D1D-02E5-4795783876A4}"/>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F39C64B2-8646-68C8-D640-2DDC04D07D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A95ACA00-D075-A8B9-4D4C-419CE2865D01}"/>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9736C5DD-3A66-8B6D-D7C4-E3328782217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E314A125-BEE4-3305-13C1-30EEB08199FF}"/>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EA908FAC-A1FC-FDC9-5269-2DD505274D4E}"/>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8F21D3D5-5DE7-227D-007B-5F5CF6A26B7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A0C72D95-C681-3B20-7EBF-808D313EE14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8D20F1ED-6FDB-35C7-1CAE-E5DFFD460E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9E8C89D6-AE56-47BF-CD5F-D6A96C9A17F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EA00450-B032-822A-34C5-259CD2E48061}"/>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85A6FED-3CD8-1E19-FD06-D6B50B655A5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EF60EF5-844F-3FE6-87AB-9BFF282BC58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B0594280-5E19-DFF5-A08A-BA67EAC989E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3D7FB6A-8231-8EB9-EDBE-772C86F8181E}"/>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18B68C3-C37C-55AE-1B0A-543457FAA9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EABB72BE-955C-6670-5D51-21BB35245D8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A815EFE-2DF0-12DF-8FBF-DE76319D69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83F1CBBA-AD46-FDD9-885F-B29518ACF46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3FF4894-E9ED-75B0-91C3-62B651A5EEB6}"/>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0" name="TextBox 59">
            <a:extLst>
              <a:ext uri="{FF2B5EF4-FFF2-40B4-BE49-F238E27FC236}">
                <a16:creationId xmlns:a16="http://schemas.microsoft.com/office/drawing/2014/main" id="{34CE4392-7CC2-5D57-FBA5-8811580CFB5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CC86E1A-AD0E-A7E7-C219-F019C9F4D942}"/>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3" name="TextBox 62">
            <a:extLst>
              <a:ext uri="{FF2B5EF4-FFF2-40B4-BE49-F238E27FC236}">
                <a16:creationId xmlns:a16="http://schemas.microsoft.com/office/drawing/2014/main" id="{C41D7539-0567-09DF-204B-2D7519D0FD5B}"/>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F81CBFB4-CE5D-CBC7-23F9-83F0E09302F8}"/>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6" name="TextBox 75">
            <a:extLst>
              <a:ext uri="{FF2B5EF4-FFF2-40B4-BE49-F238E27FC236}">
                <a16:creationId xmlns:a16="http://schemas.microsoft.com/office/drawing/2014/main" id="{70A28102-D05F-CCA5-0D76-315E8463F5E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73A93A68-92C8-2D07-5ABF-B82F2F01724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37BA2A7-32F5-81CA-2C29-F4B5408257D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385186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ADCAB-349C-53BA-AF92-84FF1B2FE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C0F7A8-B5E4-F6C0-959D-9FC710CAB5E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823A21C-56FE-0CC8-AE82-E3BE10184AD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07E4EE-8AC0-7BB4-E214-C2063F9919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3F4D6A-7595-78CB-43A6-E777BC8188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19D092-005A-D4AB-093A-05AB5079C8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13275B-6142-2CCB-19B9-86162A4F5ED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24145D8-C0A5-842E-4922-EF8DBA87A6C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E0076F5-2F94-63FD-35EB-FBBB9CFEFB4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30EB9C4-9146-E538-92F3-8F891D7277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A389DFE-0C98-408A-45D3-A2C99816586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ED5D5DE-2E1D-6485-DF10-22332FFA94C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2F7C06E-2B46-B71F-CB60-DBE2F56B006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5461D5B-A95E-A6C9-6CBC-A5382F0E85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A8FAE3-1E9A-DE3E-1CD7-E5CAE32E72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7B266B74-E6BB-E558-EC59-B034A19D53C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DCC7CC4-D851-80C5-1AF1-6DD988B2F75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0374848-53AD-C377-74D1-048BAFA6CC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060160C-D43E-B437-2322-222920C1C9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1655A96-E9BF-77C9-BBA0-0D2A6ADAF8D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15C713FA-FCE9-2CAA-6A24-B793C992065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46E1972-30BA-9168-DD47-1173F2790799}"/>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3E2EEB42-9345-9EF4-13FC-1AEE3A9A633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ABF3511-6821-7153-E39D-BB90D8B2ED7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7706202-7D97-9432-506D-8D7E59A66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3A80530F-2E4C-5DA3-05F0-248A77A83979}"/>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97343E77-CFFA-D92D-D9D0-B510D6F7C7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2C9DC8EA-2457-3F05-650D-3F43E60AAC7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6708C28C-5CA5-DBAE-DF55-C0664E64E28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1848D53-36EF-DAC1-9791-F3D2A9663D2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9AC79A91-B59B-D90F-EEE0-DB04006E1D9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B0A8C34-B4BF-9425-E820-F7765F8EE8C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986F5B0C-0365-A479-E441-816A7938920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3616EE0-EFBC-B56F-B77F-9B8FB9418D80}"/>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676C923-0AB6-1D51-CD0A-E67952261AB6}"/>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A49F8ABC-6317-7071-E672-8B054C88E1BD}"/>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A1250E94-01FD-58FA-D593-8E0D5870E7C0}"/>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0901C8C-D37F-65F6-1E37-8109DD25F29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077EE37-9AD7-E0C6-74B7-8D6D67F3073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812C0B63-D54D-CCFF-FB88-E6BDCF1624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B73B0D15-AE62-3BEB-0DBD-6E570288785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84FFEC9-926E-5093-73E0-33580098CF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8D17E97-9555-4535-7F76-27691894BE1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869E678-0D19-34DD-B65B-35AD1C606FA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47B29E3-FF27-9EF3-1B7C-5BDBF86B1EB5}"/>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6E9EB62-7611-C7DB-37BA-2B1FF5423C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FF18183-F326-2097-C1D1-8AC92F4A268B}"/>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2EB2815C-1961-88B4-DC07-FC20CD6D5E79}"/>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2BDA45-1A4D-086F-A11E-498FD0608E55}"/>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FE10FA3-8D93-A108-07EE-FE2B466EE2E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FA461342-4CD1-E4FA-15A6-82B8FA80401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ECA5061-EB4F-DDA8-5344-D6C1C35BF6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66D38629-EECF-84F0-1887-DA5D5F47FD66}"/>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41830ED3-91F0-EF87-BA5E-6E8A2FF1E8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DCAB36F6-9848-9417-8C3B-B8DD21220578}"/>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12871CFD-C9A5-5C9B-A1A7-94227B39AF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52CB8FD3-71ED-3D2A-0C32-49FCFF77AAFB}"/>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F9C77E6E-AF0F-BDF8-37B8-9C6F5F5E5057}"/>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B6DAAC58-20DE-96EF-D135-DE1254C01FAC}"/>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31D6BED9-477A-956D-8C2B-55439B6C5B33}"/>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3B186DDA-DDAC-6065-450C-7722825E14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D5E13C37-B2B3-1D4C-307A-FF21302E832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431A2FBC-AAB8-9508-555D-5E3E6EC61C6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4CA5F9DF-1FE0-9991-FACF-D1507CBEB303}"/>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24BFB37-83B1-3542-455C-5727E34CAF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DEF70678-136F-10BB-F76A-13C6CA14B17A}"/>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A3DACD8B-13F3-A424-134C-41B2A03B63F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36EC976F-7A10-1E13-1D59-AC955A64B45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129DDA8F-E966-0C31-25D1-45D1B8F07C83}"/>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CA49E70-0E20-DBFF-4396-582860E39FA7}"/>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0B7FD03B-17A0-F142-113B-87FF0488FD8E}"/>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13443AF6-057B-CBC3-BF87-CDA76FDCFB67}"/>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FE98E57A-960C-93B8-DA8B-2969EFC2DF4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DAB7328-50C0-750D-DE54-34FD6D171ED2}"/>
              </a:ext>
            </a:extLst>
          </p:cNvPr>
          <p:cNvSpPr txBox="1"/>
          <p:nvPr/>
        </p:nvSpPr>
        <p:spPr>
          <a:xfrm>
            <a:off x="6714071" y="223122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C354B84-B6DE-6B6E-91E8-FF9AA6EBDAE6}"/>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59" name="TextBox 58">
            <a:extLst>
              <a:ext uri="{FF2B5EF4-FFF2-40B4-BE49-F238E27FC236}">
                <a16:creationId xmlns:a16="http://schemas.microsoft.com/office/drawing/2014/main" id="{A0F5AF80-5ABA-832C-1755-83D1050C8EE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5B423B6-14A9-6205-B1FE-E4C52AF5009E}"/>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F631E59-6868-A9A4-283E-36BCE48D0B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49C7DAE-8979-B27C-29E5-981A1CB47D4C}"/>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7D003D-1FBA-79F0-BC9D-8DBBA4266B62}"/>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8BDA3DE-F326-153A-0CD7-58E7A3DE21F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CB379485-D281-0120-0F67-C3FA7D0094A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84573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10778</TotalTime>
  <Words>4557</Words>
  <Application>Microsoft Macintosh PowerPoint</Application>
  <PresentationFormat>Widescreen</PresentationFormat>
  <Paragraphs>3619</Paragraphs>
  <Slides>72</Slides>
  <Notes>72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72</vt:i4>
      </vt:variant>
    </vt:vector>
  </HeadingPairs>
  <TitlesOfParts>
    <vt:vector size="7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431</cp:revision>
  <cp:lastPrinted>2026-07-11T05:04:17Z</cp:lastPrinted>
  <dcterms:created xsi:type="dcterms:W3CDTF">2024-03-19T02:13:08Z</dcterms:created>
  <dcterms:modified xsi:type="dcterms:W3CDTF">2026-07-12T21:32:59Z</dcterms:modified>
</cp:coreProperties>
</file>