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457" r:id="rId2"/>
    <p:sldId id="531" r:id="rId3"/>
    <p:sldId id="546" r:id="rId4"/>
    <p:sldId id="551" r:id="rId5"/>
    <p:sldId id="552" r:id="rId6"/>
    <p:sldId id="533" r:id="rId7"/>
    <p:sldId id="538" r:id="rId8"/>
    <p:sldId id="553" r:id="rId9"/>
    <p:sldId id="555" r:id="rId10"/>
    <p:sldId id="556" r:id="rId11"/>
    <p:sldId id="539" r:id="rId12"/>
    <p:sldId id="557" r:id="rId13"/>
    <p:sldId id="558" r:id="rId14"/>
    <p:sldId id="559" r:id="rId15"/>
    <p:sldId id="560" r:id="rId16"/>
    <p:sldId id="562" r:id="rId17"/>
    <p:sldId id="563" r:id="rId18"/>
    <p:sldId id="564" r:id="rId19"/>
    <p:sldId id="565" r:id="rId20"/>
    <p:sldId id="566" r:id="rId21"/>
    <p:sldId id="567" r:id="rId22"/>
    <p:sldId id="577" r:id="rId23"/>
    <p:sldId id="573" r:id="rId24"/>
    <p:sldId id="576" r:id="rId25"/>
    <p:sldId id="574" r:id="rId26"/>
    <p:sldId id="575" r:id="rId27"/>
    <p:sldId id="578" r:id="rId28"/>
    <p:sldId id="579" r:id="rId29"/>
    <p:sldId id="580" r:id="rId30"/>
    <p:sldId id="581" r:id="rId31"/>
    <p:sldId id="594" r:id="rId32"/>
    <p:sldId id="584" r:id="rId33"/>
    <p:sldId id="583" r:id="rId34"/>
    <p:sldId id="592" r:id="rId35"/>
    <p:sldId id="587" r:id="rId36"/>
    <p:sldId id="588" r:id="rId37"/>
    <p:sldId id="589" r:id="rId38"/>
    <p:sldId id="595" r:id="rId39"/>
    <p:sldId id="590" r:id="rId40"/>
    <p:sldId id="591" r:id="rId41"/>
    <p:sldId id="593" r:id="rId42"/>
    <p:sldId id="596" r:id="rId43"/>
    <p:sldId id="597" r:id="rId44"/>
    <p:sldId id="598" r:id="rId45"/>
    <p:sldId id="599" r:id="rId46"/>
    <p:sldId id="600" r:id="rId47"/>
    <p:sldId id="601" r:id="rId48"/>
    <p:sldId id="602" r:id="rId49"/>
    <p:sldId id="603" r:id="rId50"/>
    <p:sldId id="604" r:id="rId51"/>
    <p:sldId id="605" r:id="rId52"/>
    <p:sldId id="616" r:id="rId53"/>
    <p:sldId id="606" r:id="rId54"/>
    <p:sldId id="607" r:id="rId55"/>
    <p:sldId id="608" r:id="rId56"/>
    <p:sldId id="609" r:id="rId57"/>
    <p:sldId id="610" r:id="rId58"/>
    <p:sldId id="611" r:id="rId59"/>
    <p:sldId id="612" r:id="rId60"/>
    <p:sldId id="613" r:id="rId61"/>
    <p:sldId id="614" r:id="rId62"/>
    <p:sldId id="615" r:id="rId63"/>
    <p:sldId id="617" r:id="rId64"/>
    <p:sldId id="618" r:id="rId65"/>
    <p:sldId id="619" r:id="rId66"/>
    <p:sldId id="620" r:id="rId67"/>
    <p:sldId id="621" r:id="rId68"/>
    <p:sldId id="622" r:id="rId69"/>
    <p:sldId id="623" r:id="rId70"/>
    <p:sldId id="624" r:id="rId71"/>
    <p:sldId id="625" r:id="rId72"/>
    <p:sldId id="626" r:id="rId73"/>
    <p:sldId id="627" r:id="rId74"/>
    <p:sldId id="544" r:id="rId75"/>
    <p:sldId id="257" r:id="rId76"/>
    <p:sldId id="256"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3"/>
    <p:restoredTop sz="94677"/>
  </p:normalViewPr>
  <p:slideViewPr>
    <p:cSldViewPr snapToGrid="0">
      <p:cViewPr varScale="1">
        <p:scale>
          <a:sx n="162" d="100"/>
          <a:sy n="162" d="100"/>
        </p:scale>
        <p:origin x="20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7/11/26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F6B42-6A71-77FA-597C-208C71628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33B2B-EB74-7A72-FBF7-71D719DB5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F58C5F-F543-A683-17BA-D2EA3261A0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D82A32-0D61-A68D-A42F-07081B419910}"/>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856573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48FAB-2199-4230-7186-66E3CB6E0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0A49A-738F-2F2B-0D2B-9353D2A143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143D8-F1DD-31F3-B3E5-2B417E2032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23F579-1231-C23C-3154-7DBECB6040CA}"/>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103512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ACC3-A1CC-AF38-F965-4A762462E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770B5-ABD6-3851-B84A-54ECACBD3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4F0-9905-B2F3-5E39-E61BE1A06E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4C2AB0-61AA-42F4-6705-8BDE779E9019}"/>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4284082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1682A-3913-EEF1-5F69-ACE3A123C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EA1E6-433C-2FBC-E844-915DB70EF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DE20C-260A-AB87-348B-1F5FE76806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C171AF-3BEC-5FEE-7DC0-2B6EAACC9C44}"/>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1901897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EBCFF-D59E-A171-B53F-DE39C613E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C7B88-7AE7-D410-1487-631F401E5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32A4D-FD59-F8FC-6CDA-7C8C7C6F06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7B4D3A-CA58-B569-7671-EA91B411768B}"/>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2214027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BF0FB-DC0F-EFA7-D2E9-E9FFD9F0C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B363C-29AE-368E-B041-55B873F6F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3AFEC-333E-2C8B-9EAD-4AA9B0E728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0C97CE-8842-7C5E-AEC4-4FDFDECBC1F3}"/>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865164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754E-3959-E1C2-F465-B9F949C0E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B6739-94A9-DD31-A8F4-F4EE95C20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B5D34-02CD-B367-009D-CCAE3807C7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8F1F64-A8BB-0F5A-0DB5-3FC640F99795}"/>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2443808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0E01A-12B3-5788-8177-BE930F2AC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20DD7-1792-DB8B-77CB-2150AA183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84FABE-1743-13B1-7BE7-7942B9870D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83A252-CBF5-079D-4EE6-BE03B8C755BC}"/>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3750422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9B1A6-7F43-99F8-6B54-E54D05E11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18EC9-D3D7-8E59-17F9-85F262CFE0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2D933-7D05-B917-68FF-08EEF8FFC1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13DF15-7DF5-40D2-B5EE-B368C4A0ECC8}"/>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655218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CC39-51E0-ABEF-1720-DB92F3D03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68389-4CBC-8896-9956-386D2379E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5D13CF-9883-4851-E663-28B96A2390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FC47C6-FEE1-9A87-29B3-FF7ED1346EF3}"/>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3115923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8605A-40DA-94CF-E539-127F58884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DCB73-93EC-D463-C348-3A9E2FDBB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CA06D0-8C81-2207-610C-E299F7C8DA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A0B1C8-672A-BCC7-D8AB-B85413CDEA99}"/>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2636933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59168-A3AA-89CB-4FD8-88FD9632E1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CFA1A-C7C2-EEB5-F29C-86159330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EA5F0-4BC6-671A-0AD5-6869143960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1A8997-5A4D-D3F8-67D4-8B52B06C21D8}"/>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1631069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900C-0A9E-B782-ED6C-EF5EC0D53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535BE-4CCC-BE8E-2234-944253CE0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98EBE-BC6C-A01A-7C1B-471930FB1E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80215C-3043-DB9C-2997-6989B682B692}"/>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993471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23C1-778E-428A-9449-3BF63448C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58FE8-5BC8-4E0A-57AC-F6F44810A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5B80A-D605-0ED6-BD8D-A9B2B5C751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ACC7A-E1C9-907C-2B1D-6A11D16B5BA7}"/>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3367671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45347-B743-510C-841D-8FBEA7E8E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B881C-7D1D-BDA5-9BBB-2EC9934D9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BAD142-7A49-1144-6F43-0F801799C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F8293E-3530-FDF8-EC10-E88F2740ABC7}"/>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1495016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D5FF5-D1EB-9CB3-32BB-100A131C8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FED9D-47FD-75FD-9D6B-2A5C3FB09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AFFE5-018C-62EA-0686-33C820A50B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9797B2-5890-C3B3-BFB5-8A86CCBAC1B3}"/>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735024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F388-A657-2979-EB04-2A12E0644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17BB3-C0F2-5122-6A0E-AF32D25A1A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D77F7-FEF3-DA29-B6AA-084B49EA6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4C427-EA80-0104-75FD-1153020A164D}"/>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2854424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4BE62-4032-F282-9186-2DDAD8EB9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89AA5-D7F8-D35D-7C5A-22325C5E1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D7A93-E57A-6B4F-5225-EEC07A36B4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C70C0-695B-59B2-8D1D-A538C2F192C9}"/>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3217117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5F682-0422-3B00-36F2-318ED002A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39C7F-6CDD-F744-C1A8-C486D5EDB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F7B4D-9C64-A679-0058-B94CF5C5EA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C7A23B-B109-DB51-8558-7785F712DF1B}"/>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2034440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97BA-DBAA-8360-44F7-34585AB43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12BB0-F6CD-FCB8-ADDB-0E96707DE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A2077-9BAD-137F-8ED3-A1D8C5143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24590F-BC1E-5264-A245-ABB2ABA32E2E}"/>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35522991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3D4AB-54A9-07B0-0B30-CEF19EDFC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4DF83-BEB8-DA6A-CDB5-69948933E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96A9D-DC52-0704-B3E4-9BB96D7F6F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D18F50-7594-DB42-FFAE-E2380BE096B5}"/>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502686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8C437-4B24-F551-A197-DF09324A6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C1D5E-A4B9-1542-8206-060F3EDFD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03564E-7110-09C0-665C-8D5A427DB9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443A18-2F82-C50D-38C4-427C1AD7311F}"/>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926849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1E127-1BFB-7FD4-E1DC-4ADF1785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50E9D-DA24-D65C-E50B-5298EDC90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451E4-C93C-2BDE-754E-DB2EA8AB7F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187D1B-BB12-4E27-5E80-F4EC3F3A2F84}"/>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846332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02114-6AD9-29A0-3EEA-37517BA6C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3F182-80B1-D76A-4ADD-36646E605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13B54-C69F-4E53-6CD5-823234F419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CF9299-F146-3D00-AF39-7A7BA1148A83}"/>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3139489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A754B-A685-B247-56F7-846027A7A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BE532-43D0-2B42-EDA9-C38B30831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EE679-A7C6-BFC4-057E-1150D18018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F16FD2-AC0A-6422-4823-5E4491028D58}"/>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8965873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187A-96F4-FAC5-AB39-A3A6032ED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9DDA2-E5F0-5B03-3984-A9F74B608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D1C4B-D64B-1F5E-7DEB-6A6A564B36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AC7AA5-8A65-4829-574C-E4D63522A179}"/>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3977747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256FD-291E-67FB-33BB-EFF3FBB50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547CC-FEFD-2040-9EFE-F1F54E436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EB2C4-30E2-7D30-0751-5C613E47EB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ACAC5A-4D37-C72C-3FD4-3D252170D601}"/>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1511693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A3ED8-2FB3-7F57-5E0E-A672181B4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14049-C737-D1D5-E85D-2DC08943C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F7116-EF70-9E77-2BE9-07FA60897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8FCC7B-5CBE-EEF7-4D17-613AD3734892}"/>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805634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F749F-C7B7-3F1D-7A57-CDD0F73E6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8CEA2-AD70-4520-A1CA-4E14F310A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57D27-6AF0-50FA-8631-D8013016ED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072758-1D99-2759-2DE1-35EAB896A4CB}"/>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0739110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8483E-8BBC-78CF-4E3D-1D08A12C4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9D04F-D9D5-CAA4-42A7-680688C70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3488C-E823-5512-40CA-94DB23860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6C18B-3E2A-0E53-CBCE-63B198B7A973}"/>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32826184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19BFB-F06B-E14F-4528-42BE7E702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9696B-A6E7-2906-7654-6BD2455F2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B74466-FDA7-EED9-A5A9-DB9E18E28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6EEE0C-85C2-B750-56E8-240F26C9EE5D}"/>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15886101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83F0A-356A-866A-70DC-522CEDC99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D1768-BCE4-984D-FF8A-3A1507CD4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78EA2-2532-A5C6-34F2-0E60DAFBC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5B6EC3-D530-277B-2125-691F7E91FECD}"/>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24210781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9BC34-FB8F-9B63-C59E-D62E32C39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6D8B9-C2F3-AFCB-1379-62E037952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E1295-3194-0552-BA99-B6775A76FC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A9375-65B5-4A9D-B4DA-6F8BAECC1D00}"/>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31069804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5A1-896E-23E6-A4F9-E7AD5CC52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BEB52-85FD-EE8C-A60C-B538908BD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FBCD4-8006-8E44-E84B-DAF64DC6D2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A4C91-B723-2989-B084-6AD6D578C9C4}"/>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20333877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97EC5-CA84-69F1-56F4-2F4B738F3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C71EB-8876-AF7B-8BA0-80321FA23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7A66D-BA7D-A3C1-4CC8-E859052D49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07DB92-DB1F-BCE3-176C-C3CEBA777014}"/>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11180980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1DF1-C60E-7D8B-CDD1-006FFB5A8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55CF3-124D-F698-0D92-072780157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0267B-91AD-6DA2-A2F5-B15FD51C61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E437BF-A6AA-E15F-8E32-EF067783C3FC}"/>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5654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2624-6703-6819-FE1A-4A5064E40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4FC41-16A3-4955-4285-5A412BD99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C617F-161B-B6B6-F718-A37B93D82C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0ED2F-3E70-FB6E-05C8-1163CE6B9005}"/>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15689035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F8B11-C361-5B9F-6794-186A358F3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C6F14-3DB9-330D-6A24-621A99C8E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306A8-5B39-4C07-3B8F-D68254B256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CF76DA-B7A6-6EFA-2D4A-32EA46B3B4D2}"/>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30031231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F068C-F3FF-9A20-95A6-A0B10AD2E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E7A90-6BB0-9D80-1DC5-87064ED39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ACEAE-3537-5ABE-85A8-7A1A7BE84C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0B7E04-3253-BE7F-FC20-ED62BA98B571}"/>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20162439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61C3-244E-A9A8-D010-86E1D391E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059D0-EC5E-FCB3-E3E1-5E281C789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974D1-4CEE-567D-6C26-3781B96A7A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398437-EDAB-5298-8BB5-FC0DD16A514A}"/>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12816683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2C233-B67D-F963-A62A-A8E3194CB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18C55-B21E-195E-3BD8-9654C5447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E94E5-C709-850B-EFEA-67C3105D5E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FBC0F-8759-ED3D-7673-389B6F36713E}"/>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40575972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7987-A259-B79E-535B-6CC92F758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295CF-CD91-6A71-11AC-E7333018C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E8F070-623E-86A8-3CCF-8EA8EEE211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B45BFF-FCA6-3D5B-69A7-EBA779235AFA}"/>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4582733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F6AD5-7A5F-4AE1-3179-4E6C85374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132FC-D844-CE9B-58C9-83834F5F7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1A3D72-F4BA-FC9F-057F-FAA1B0F5F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0DCDA8-51CA-B5AF-0270-DA7D49D60301}"/>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31177835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95826-DF51-88BD-F2E8-0A289225E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D74FE-0BC9-AFF7-CA89-545E18FBC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8401B-891C-EDB7-6083-FB4455BF67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D7F2BC-3940-25DF-6E4A-770E51B76262}"/>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1268994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41D02-D25A-5A7A-F8A6-A03FD3FCE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47D01-32E6-DF05-DFDE-D25CA544B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E88DF-C7B0-EEFB-C02D-D987516B6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BB2B31-8D26-BEA0-7FD1-864B24CB8D90}"/>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9635570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EF3F9-E716-FAE9-B69A-1E164719D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03DDC-5069-28BD-5900-9C5D66747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60785-B43C-CCBE-1E33-61C71B778C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7EDC57-BCD2-4A12-7C51-D509876F686D}"/>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4172904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E7674-87B5-57EF-C7A2-A5EE159B8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7C928-597C-01B2-3386-E0E181D45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59B54-D079-2986-BA14-E6ECE418C2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F63BC7-3C02-8B29-EE3C-34E3A76D7AD1}"/>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28985086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83865-5177-7D46-2319-5213BF569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BBE00-33DE-63DD-E434-5A99AF5D2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84856-BA83-370E-4C3C-0E288FAA65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81B229-F14F-F419-AD28-875FECB41666}"/>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8394278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CA068-C9E2-8351-2E04-AB6083868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3FF0B-A03D-CF56-09C9-626DAED5A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75516-D23B-AE92-B7CE-4FE71FEDD8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702983-4193-58D1-7B4C-B0248ADA5EEA}"/>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5597036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12CF-2226-4A45-39A0-229E76E31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5507C-E559-4D23-AF0C-071FD8602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F1A37-D4AA-7842-E9E6-2CF520B4A0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0679CC-82BC-9E51-12A4-7DC2538447A7}"/>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17913957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039BC-2DEB-A5A6-0C51-18BB99DC1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DF7DA-3DD3-9CDB-3FB8-524480095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0BE09-9844-08F0-203C-35C467AB1A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2186D3-3B9F-C387-45E2-0962029D26A7}"/>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36270016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F1DE-1BCD-1C10-9C5B-2E9A8409B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6B41DA-684F-EC01-6387-D18C29189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B191B-D50C-DB00-C54C-2E439ADCF3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48D7A4-5780-A2E3-CCA9-06E9AA433DFB}"/>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9657857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BFD15-25B9-50CB-F1D5-29449C39D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098A6-745F-E933-0176-B58D90966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870E2-9B2B-C20F-2FCA-E1F7B26BE7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412A8D-B228-F6AE-BA80-C3E2325FFEA2}"/>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41712534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B6F7B-15B5-F590-30E3-9CB56D310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1CB2E-226A-6B3F-AF43-DAC98DC6D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2D8049-1AEA-7C95-2E92-9DFC67D359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4354BA-0D79-7B58-A85F-CB85385EC200}"/>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556482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967DB-C179-4F46-234B-D092FDF97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24181-935C-1AA5-6E56-E9C38B1AA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DB715-9E84-02DF-B364-E0F025DDC8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11DA29-D021-65BD-8C88-7394647660FA}"/>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30884159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6597-49D2-0F5D-91DC-E43E21E8E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24D44-E1DF-C558-B7F7-833865B8E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504B1-ECEC-A608-7886-098111BBBB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4E1921-B133-8C87-1376-E1239369A7B3}"/>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31930417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90883-60CE-CDAD-DCE0-F6B903AC9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4CB01-B172-9356-AC01-F8AB8CC6F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D0401-792E-F5A4-4C55-3444597E18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9223D4-CEF4-19E8-AAF4-4EEF61FC44E0}"/>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14738275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3EFB1-F193-2606-3D08-7A0CC1AE3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13BCB-FB70-D505-38D7-4ADF3B776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26B3F-D57D-54B0-5A25-E8C56C696C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7508F9-9F1D-8585-30D8-B075D4079B47}"/>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18052758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284B2-2717-48D6-7A84-425F60790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C5BE2-8DFE-B6F0-E802-7A5A2EB7F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26DFF-04AB-5544-6093-44265DB22E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E8B4CB-66E8-FC08-3AB3-C94C1F554B88}"/>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12525928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8CA16-7A34-9D4F-12BD-15CB5F769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05FD2-01AB-25F5-5FC9-ACEE7907E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0C3BB-DEFC-E44A-EEA5-B81097362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28D53F-00A0-CBC5-8F90-EC9B90A22842}"/>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40887559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D01EC-3B6D-0DCD-4EBA-38B73CDA6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F5DC3-55DD-6EA0-AC0E-66293F8AC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733D65-254E-9767-C581-A9F568A88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A50F65-7E0C-1AAC-C35B-C407B3F3D663}"/>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4525951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20078-9B3E-136F-0176-288B53957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69985-932B-A684-5684-EB0C2F85F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CB838-9E5E-4F8A-978D-6D8C297E2C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2166A5-C716-6BC6-5191-D5200F563328}"/>
              </a:ext>
            </a:extLst>
          </p:cNvPr>
          <p:cNvSpPr>
            <a:spLocks noGrp="1"/>
          </p:cNvSpPr>
          <p:nvPr>
            <p:ph type="sldNum" sz="quarter" idx="5"/>
          </p:nvPr>
        </p:nvSpPr>
        <p:spPr/>
        <p:txBody>
          <a:bodyPr/>
          <a:lstStyle/>
          <a:p>
            <a:fld id="{C0E9560A-78B4-504A-9396-2AE516B1349B}" type="slidenum">
              <a:rPr lang="en-US" smtClean="0"/>
              <a:t>63</a:t>
            </a:fld>
            <a:endParaRPr lang="en-US"/>
          </a:p>
        </p:txBody>
      </p:sp>
    </p:spTree>
    <p:extLst>
      <p:ext uri="{BB962C8B-B14F-4D97-AF65-F5344CB8AC3E}">
        <p14:creationId xmlns:p14="http://schemas.microsoft.com/office/powerpoint/2010/main" val="409800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BB318-8D2E-E538-DA38-80B2A6384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813A4-E54A-2175-E6E7-DBE056A7B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CEEC1-76AB-4B61-2D90-8AFE1C28DD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BBED27-345F-6D70-CB1B-7BC7E412E813}"/>
              </a:ext>
            </a:extLst>
          </p:cNvPr>
          <p:cNvSpPr>
            <a:spLocks noGrp="1"/>
          </p:cNvSpPr>
          <p:nvPr>
            <p:ph type="sldNum" sz="quarter" idx="5"/>
          </p:nvPr>
        </p:nvSpPr>
        <p:spPr/>
        <p:txBody>
          <a:bodyPr/>
          <a:lstStyle/>
          <a:p>
            <a:fld id="{C0E9560A-78B4-504A-9396-2AE516B1349B}" type="slidenum">
              <a:rPr lang="en-US" smtClean="0"/>
              <a:t>64</a:t>
            </a:fld>
            <a:endParaRPr lang="en-US"/>
          </a:p>
        </p:txBody>
      </p:sp>
    </p:spTree>
    <p:extLst>
      <p:ext uri="{BB962C8B-B14F-4D97-AF65-F5344CB8AC3E}">
        <p14:creationId xmlns:p14="http://schemas.microsoft.com/office/powerpoint/2010/main" val="2202501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B4DCB-9D06-B871-1228-95A8FE24B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E33FD4-FF80-8D03-7352-D06EBE679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3C8D8-C2B2-7661-A737-E4C72ADAA3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842096-0DD6-1E6D-50FC-269E29111FA8}"/>
              </a:ext>
            </a:extLst>
          </p:cNvPr>
          <p:cNvSpPr>
            <a:spLocks noGrp="1"/>
          </p:cNvSpPr>
          <p:nvPr>
            <p:ph type="sldNum" sz="quarter" idx="5"/>
          </p:nvPr>
        </p:nvSpPr>
        <p:spPr/>
        <p:txBody>
          <a:bodyPr/>
          <a:lstStyle/>
          <a:p>
            <a:fld id="{C0E9560A-78B4-504A-9396-2AE516B1349B}" type="slidenum">
              <a:rPr lang="en-US" smtClean="0"/>
              <a:t>65</a:t>
            </a:fld>
            <a:endParaRPr lang="en-US"/>
          </a:p>
        </p:txBody>
      </p:sp>
    </p:spTree>
    <p:extLst>
      <p:ext uri="{BB962C8B-B14F-4D97-AF65-F5344CB8AC3E}">
        <p14:creationId xmlns:p14="http://schemas.microsoft.com/office/powerpoint/2010/main" val="36868210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7AB4-94AF-5ED6-AD65-A83EB3B19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D5332-61E2-D5BD-B044-659B5CDD7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D1AE6-E6A0-0DC8-88D2-53A38CDFB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5C7231-1FB2-76B4-8D88-BA07AD747850}"/>
              </a:ext>
            </a:extLst>
          </p:cNvPr>
          <p:cNvSpPr>
            <a:spLocks noGrp="1"/>
          </p:cNvSpPr>
          <p:nvPr>
            <p:ph type="sldNum" sz="quarter" idx="5"/>
          </p:nvPr>
        </p:nvSpPr>
        <p:spPr/>
        <p:txBody>
          <a:bodyPr/>
          <a:lstStyle/>
          <a:p>
            <a:fld id="{C0E9560A-78B4-504A-9396-2AE516B1349B}" type="slidenum">
              <a:rPr lang="en-US" smtClean="0"/>
              <a:t>66</a:t>
            </a:fld>
            <a:endParaRPr lang="en-US"/>
          </a:p>
        </p:txBody>
      </p:sp>
    </p:spTree>
    <p:extLst>
      <p:ext uri="{BB962C8B-B14F-4D97-AF65-F5344CB8AC3E}">
        <p14:creationId xmlns:p14="http://schemas.microsoft.com/office/powerpoint/2010/main" val="42768013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B4552-7F65-DFB3-C61F-5D9DB1B13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20361-2068-9D5E-35A0-1B83C59EA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07380-C843-C023-E5A9-32C9CCE0A0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968C2-F79C-7019-427F-A5BCCD0FA176}"/>
              </a:ext>
            </a:extLst>
          </p:cNvPr>
          <p:cNvSpPr>
            <a:spLocks noGrp="1"/>
          </p:cNvSpPr>
          <p:nvPr>
            <p:ph type="sldNum" sz="quarter" idx="5"/>
          </p:nvPr>
        </p:nvSpPr>
        <p:spPr/>
        <p:txBody>
          <a:bodyPr/>
          <a:lstStyle/>
          <a:p>
            <a:fld id="{C0E9560A-78B4-504A-9396-2AE516B1349B}" type="slidenum">
              <a:rPr lang="en-US" smtClean="0"/>
              <a:t>67</a:t>
            </a:fld>
            <a:endParaRPr lang="en-US"/>
          </a:p>
        </p:txBody>
      </p:sp>
    </p:spTree>
    <p:extLst>
      <p:ext uri="{BB962C8B-B14F-4D97-AF65-F5344CB8AC3E}">
        <p14:creationId xmlns:p14="http://schemas.microsoft.com/office/powerpoint/2010/main" val="22053911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61ACB-005E-3388-E993-58608C15C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C96AC-D8E1-FF2C-3422-59163683B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69945-8750-EDEC-9019-3AEA51DD6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C2A472-85FA-48CD-0AB5-C4D1CEFEF4CE}"/>
              </a:ext>
            </a:extLst>
          </p:cNvPr>
          <p:cNvSpPr>
            <a:spLocks noGrp="1"/>
          </p:cNvSpPr>
          <p:nvPr>
            <p:ph type="sldNum" sz="quarter" idx="5"/>
          </p:nvPr>
        </p:nvSpPr>
        <p:spPr/>
        <p:txBody>
          <a:bodyPr/>
          <a:lstStyle/>
          <a:p>
            <a:fld id="{C0E9560A-78B4-504A-9396-2AE516B1349B}" type="slidenum">
              <a:rPr lang="en-US" smtClean="0"/>
              <a:t>68</a:t>
            </a:fld>
            <a:endParaRPr lang="en-US"/>
          </a:p>
        </p:txBody>
      </p:sp>
    </p:spTree>
    <p:extLst>
      <p:ext uri="{BB962C8B-B14F-4D97-AF65-F5344CB8AC3E}">
        <p14:creationId xmlns:p14="http://schemas.microsoft.com/office/powerpoint/2010/main" val="315414008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BE876-8111-7F8C-55F2-BCA746AC2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500A-0090-14C8-8818-ACA8E6249D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CD422-98D8-3164-224D-30ED725B08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106FB7-B459-139C-335E-213B9E4F4661}"/>
              </a:ext>
            </a:extLst>
          </p:cNvPr>
          <p:cNvSpPr>
            <a:spLocks noGrp="1"/>
          </p:cNvSpPr>
          <p:nvPr>
            <p:ph type="sldNum" sz="quarter" idx="5"/>
          </p:nvPr>
        </p:nvSpPr>
        <p:spPr/>
        <p:txBody>
          <a:bodyPr/>
          <a:lstStyle/>
          <a:p>
            <a:fld id="{C0E9560A-78B4-504A-9396-2AE516B1349B}" type="slidenum">
              <a:rPr lang="en-US" smtClean="0"/>
              <a:t>69</a:t>
            </a:fld>
            <a:endParaRPr lang="en-US"/>
          </a:p>
        </p:txBody>
      </p:sp>
    </p:spTree>
    <p:extLst>
      <p:ext uri="{BB962C8B-B14F-4D97-AF65-F5344CB8AC3E}">
        <p14:creationId xmlns:p14="http://schemas.microsoft.com/office/powerpoint/2010/main" val="268995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E5488-63DB-D9C5-A68A-B7CF82710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9BDBE-2BA0-6953-6631-3C1A59707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C2AE2-D2E2-90E6-3FEC-714C03F7F3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0A3552-0D7B-000A-CB05-AA8BADCFFB32}"/>
              </a:ext>
            </a:extLst>
          </p:cNvPr>
          <p:cNvSpPr>
            <a:spLocks noGrp="1"/>
          </p:cNvSpPr>
          <p:nvPr>
            <p:ph type="sldNum" sz="quarter" idx="5"/>
          </p:nvPr>
        </p:nvSpPr>
        <p:spPr/>
        <p:txBody>
          <a:bodyPr/>
          <a:lstStyle/>
          <a:p>
            <a:fld id="{C0E9560A-78B4-504A-9396-2AE516B1349B}" type="slidenum">
              <a:rPr lang="en-US" smtClean="0"/>
              <a:t>70</a:t>
            </a:fld>
            <a:endParaRPr lang="en-US"/>
          </a:p>
        </p:txBody>
      </p:sp>
    </p:spTree>
    <p:extLst>
      <p:ext uri="{BB962C8B-B14F-4D97-AF65-F5344CB8AC3E}">
        <p14:creationId xmlns:p14="http://schemas.microsoft.com/office/powerpoint/2010/main" val="12504177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E6E17-3CC3-60AE-A206-69FCEAE15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46F93-5BFD-FF1E-BC4B-537B1338A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D307A-4636-B50B-DE46-960302730B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BE905C-DF60-12D3-10B8-9659C8E69AF0}"/>
              </a:ext>
            </a:extLst>
          </p:cNvPr>
          <p:cNvSpPr>
            <a:spLocks noGrp="1"/>
          </p:cNvSpPr>
          <p:nvPr>
            <p:ph type="sldNum" sz="quarter" idx="5"/>
          </p:nvPr>
        </p:nvSpPr>
        <p:spPr/>
        <p:txBody>
          <a:bodyPr/>
          <a:lstStyle/>
          <a:p>
            <a:fld id="{C0E9560A-78B4-504A-9396-2AE516B1349B}" type="slidenum">
              <a:rPr lang="en-US" smtClean="0"/>
              <a:t>71</a:t>
            </a:fld>
            <a:endParaRPr lang="en-US"/>
          </a:p>
        </p:txBody>
      </p:sp>
    </p:spTree>
    <p:extLst>
      <p:ext uri="{BB962C8B-B14F-4D97-AF65-F5344CB8AC3E}">
        <p14:creationId xmlns:p14="http://schemas.microsoft.com/office/powerpoint/2010/main" val="11977388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A980-C4C3-C869-FA8F-2BDDDDE4C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53EAF-6E4B-80AC-0A85-A80D623B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E5910-D81A-6125-048E-B2321AA972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369D09-926D-8DC8-43BB-A89BF2EBF78E}"/>
              </a:ext>
            </a:extLst>
          </p:cNvPr>
          <p:cNvSpPr>
            <a:spLocks noGrp="1"/>
          </p:cNvSpPr>
          <p:nvPr>
            <p:ph type="sldNum" sz="quarter" idx="5"/>
          </p:nvPr>
        </p:nvSpPr>
        <p:spPr/>
        <p:txBody>
          <a:bodyPr/>
          <a:lstStyle/>
          <a:p>
            <a:fld id="{C0E9560A-78B4-504A-9396-2AE516B1349B}" type="slidenum">
              <a:rPr lang="en-US" smtClean="0"/>
              <a:t>72</a:t>
            </a:fld>
            <a:endParaRPr lang="en-US"/>
          </a:p>
        </p:txBody>
      </p:sp>
    </p:spTree>
    <p:extLst>
      <p:ext uri="{BB962C8B-B14F-4D97-AF65-F5344CB8AC3E}">
        <p14:creationId xmlns:p14="http://schemas.microsoft.com/office/powerpoint/2010/main" val="3878139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8A82-1CF7-DE7A-4BD6-916AC7E34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33A2C-DFBF-11FB-0A48-467032B085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E771E-BB9E-CAEE-1DF3-93D07AA0BA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F8EC39-F2EA-23D1-033C-1D5F55C09DA7}"/>
              </a:ext>
            </a:extLst>
          </p:cNvPr>
          <p:cNvSpPr>
            <a:spLocks noGrp="1"/>
          </p:cNvSpPr>
          <p:nvPr>
            <p:ph type="sldNum" sz="quarter" idx="5"/>
          </p:nvPr>
        </p:nvSpPr>
        <p:spPr/>
        <p:txBody>
          <a:bodyPr/>
          <a:lstStyle/>
          <a:p>
            <a:fld id="{C0E9560A-78B4-504A-9396-2AE516B1349B}" type="slidenum">
              <a:rPr lang="en-US" smtClean="0"/>
              <a:t>73</a:t>
            </a:fld>
            <a:endParaRPr lang="en-US"/>
          </a:p>
        </p:txBody>
      </p:sp>
    </p:spTree>
    <p:extLst>
      <p:ext uri="{BB962C8B-B14F-4D97-AF65-F5344CB8AC3E}">
        <p14:creationId xmlns:p14="http://schemas.microsoft.com/office/powerpoint/2010/main" val="25329881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6" name="Picture 5">
            <a:extLst>
              <a:ext uri="{FF2B5EF4-FFF2-40B4-BE49-F238E27FC236}">
                <a16:creationId xmlns:a16="http://schemas.microsoft.com/office/drawing/2014/main" id="{B5FC8B98-A204-A09D-3F3D-18346C33A852}"/>
              </a:ext>
            </a:extLst>
          </p:cNvPr>
          <p:cNvPicPr>
            <a:picLocks noChangeAspect="1"/>
          </p:cNvPicPr>
          <p:nvPr userDrawn="1"/>
        </p:nvPicPr>
        <p:blipFill>
          <a:blip r:embed="rId2"/>
          <a:stretch>
            <a:fillRect/>
          </a:stretch>
        </p:blipFill>
        <p:spPr>
          <a:xfrm>
            <a:off x="3148660" y="173812"/>
            <a:ext cx="4754880" cy="5124192"/>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7/11/26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7/11/26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D9A4A-0F9C-9884-4369-7586026B72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BA95C6-6F53-44FB-227C-3D69BF1DB10A}"/>
              </a:ext>
            </a:extLst>
          </p:cNvPr>
          <p:cNvSpPr>
            <a:spLocks noGrp="1"/>
          </p:cNvSpPr>
          <p:nvPr>
            <p:ph sz="half" idx="1"/>
          </p:nvPr>
        </p:nvSpPr>
        <p:spPr/>
        <p:txBody>
          <a:bodyPr/>
          <a:lstStyle/>
          <a:p>
            <a:r>
              <a:rPr lang="en-US" dirty="0"/>
              <a:t>Every digit must be represented in the center block. 1 is the only digit that can’t be greater than another cell.</a:t>
            </a:r>
          </a:p>
        </p:txBody>
      </p:sp>
      <p:pic>
        <p:nvPicPr>
          <p:cNvPr id="4" name="Picture 3" descr="A grid of sudoku puzzle&#10;&#10;Description automatically generated">
            <a:extLst>
              <a:ext uri="{FF2B5EF4-FFF2-40B4-BE49-F238E27FC236}">
                <a16:creationId xmlns:a16="http://schemas.microsoft.com/office/drawing/2014/main" id="{72CCC1E7-A5D5-45E0-F0C6-51E15D090D6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441CCF-5B0F-2C2C-5CF2-7595BE87EE7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8AD3AFE-785D-BFBF-3D2A-E515B313663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D2C3C2B-3A3D-3286-F535-093E81EE124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7200E12-0EB3-AE5A-D251-C13D3496A269}"/>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193388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8A8EE-A38F-2342-F4C6-4134ABC562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2DEE66-167A-8C97-2502-1D94E7757176}"/>
              </a:ext>
            </a:extLst>
          </p:cNvPr>
          <p:cNvSpPr>
            <a:spLocks noGrp="1"/>
          </p:cNvSpPr>
          <p:nvPr>
            <p:ph sz="half" idx="1"/>
          </p:nvPr>
        </p:nvSpPr>
        <p:spPr/>
        <p:txBody>
          <a:bodyPr/>
          <a:lstStyle/>
          <a:p>
            <a:r>
              <a:rPr lang="en-US" dirty="0"/>
              <a:t>In the center block, 2 cannot be in Row 5 or Column 5, because that would put a second 1 in the same row or column. There is only one corner cell it can be in without creating a conflict with the given 1.</a:t>
            </a:r>
          </a:p>
          <a:p>
            <a:endParaRPr lang="en-US" dirty="0"/>
          </a:p>
        </p:txBody>
      </p:sp>
      <p:pic>
        <p:nvPicPr>
          <p:cNvPr id="4" name="Picture 3" descr="A grid of sudoku puzzle&#10;&#10;Description automatically generated">
            <a:extLst>
              <a:ext uri="{FF2B5EF4-FFF2-40B4-BE49-F238E27FC236}">
                <a16:creationId xmlns:a16="http://schemas.microsoft.com/office/drawing/2014/main" id="{2F8D0A60-DD97-3DA9-063A-003EFFF9A18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19D98C0-3496-4670-EC5C-DE66B97C118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B6F1631-C86F-554C-6EA4-095B909EE5C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E7AC36D-8A1E-E95B-D3B6-B95A019BDA8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47A7EC6-8040-D7E4-DE18-0E222DDE609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5CF36A7-AC4E-4AB9-A187-4CA1D2F22F13}"/>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C50A64F-9B52-C5EB-EAAD-2A63F16718C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D118845-56E2-B94E-D33D-1C16A117DA0E}"/>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630945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F6896-6521-A540-1978-F276CA1BAD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C597CA-D5E0-C444-6EDF-F9655FEA0B6E}"/>
              </a:ext>
            </a:extLst>
          </p:cNvPr>
          <p:cNvSpPr>
            <a:spLocks noGrp="1"/>
          </p:cNvSpPr>
          <p:nvPr>
            <p:ph sz="half" idx="1"/>
          </p:nvPr>
        </p:nvSpPr>
        <p:spPr/>
        <p:txBody>
          <a:bodyPr>
            <a:normAutofit lnSpcReduction="10000"/>
          </a:bodyPr>
          <a:lstStyle/>
          <a:p>
            <a:r>
              <a:rPr lang="en-US" dirty="0"/>
              <a:t>Last possible 1 in Column 6. (Grey cells can’t be 1.)</a:t>
            </a:r>
          </a:p>
          <a:p>
            <a:r>
              <a:rPr lang="en-US" dirty="0"/>
              <a:t>Last possible 1 in Row 9.</a:t>
            </a:r>
          </a:p>
          <a:p>
            <a:r>
              <a:rPr lang="en-US" dirty="0"/>
              <a:t>Then, last possible 1 in Column 2.</a:t>
            </a:r>
          </a:p>
        </p:txBody>
      </p:sp>
      <p:pic>
        <p:nvPicPr>
          <p:cNvPr id="4" name="Picture 3" descr="A grid of sudoku puzzle&#10;&#10;Description automatically generated">
            <a:extLst>
              <a:ext uri="{FF2B5EF4-FFF2-40B4-BE49-F238E27FC236}">
                <a16:creationId xmlns:a16="http://schemas.microsoft.com/office/drawing/2014/main" id="{45EF2970-DB11-0657-0782-CAF2BDC882B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27E594-810E-C235-81D0-7DF166BD4DE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28EE4F-65F2-5AB7-2477-C2ECE6F9F33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746B0F3-47FD-6320-7A80-0E4985E61D6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FB55B57-C9C3-44FA-E69A-C494D953281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D1EA1A8-C56E-1D9C-82DA-3E074C9F08A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23037382-9E12-0B01-29A0-E25532107E0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795AA3D-76BD-8AB7-2FC6-8EF18112D64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57F143E8-8D2A-875E-975B-C1AE4F5127F9}"/>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26CE7FE8-A000-3E9F-D97E-D19F0676B8E6}"/>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DD64C44B-AB4F-D28E-81D9-FA527AF4862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66589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49C5-E144-25C5-5186-DDFE84642E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AD23A3-950F-F3B8-8E4A-3F74594ADD1C}"/>
              </a:ext>
            </a:extLst>
          </p:cNvPr>
          <p:cNvSpPr>
            <a:spLocks noGrp="1"/>
          </p:cNvSpPr>
          <p:nvPr>
            <p:ph sz="half" idx="1"/>
          </p:nvPr>
        </p:nvSpPr>
        <p:spPr/>
        <p:txBody>
          <a:bodyPr>
            <a:normAutofit/>
          </a:bodyPr>
          <a:lstStyle/>
          <a:p>
            <a:r>
              <a:rPr lang="en-US" dirty="0"/>
              <a:t>Last possible 1 in Row 1.</a:t>
            </a:r>
          </a:p>
          <a:p>
            <a:r>
              <a:rPr lang="en-US" dirty="0"/>
              <a:t>Then, last possible 1 in Column 9.</a:t>
            </a:r>
          </a:p>
        </p:txBody>
      </p:sp>
      <p:pic>
        <p:nvPicPr>
          <p:cNvPr id="4" name="Picture 3" descr="A grid of sudoku puzzle&#10;&#10;Description automatically generated">
            <a:extLst>
              <a:ext uri="{FF2B5EF4-FFF2-40B4-BE49-F238E27FC236}">
                <a16:creationId xmlns:a16="http://schemas.microsoft.com/office/drawing/2014/main" id="{B75E9ADC-5D41-74A4-628E-069CD3C247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740BB4F-5FC5-0437-1CBF-C42E3500DA5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053F563-61D7-E21D-C98C-377ED74355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BE09849-4322-9495-43F3-D5CF14AFDBB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E264D5-737F-5C00-5D17-32E9DE368C4D}"/>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9F07AFD-AE7B-3D20-CC95-DBAA95A8684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8796AC1B-2981-169E-CFEF-BB01FD613A6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F277916-7942-B541-2F7F-77E11E15F61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6910912A-39E7-A034-986E-6F8345021854}"/>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87CFC69C-CD42-25A1-1ECF-A8FAC72B7E0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6BA089C2-F754-9FC1-9AF7-F809AB52F03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65DDBA33-CD75-1946-5BC9-2865D2416BF8}"/>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59B05C5-A9B1-EAA7-BF6E-9963BE17D60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697799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8639-87D8-251C-32CE-1797B796F3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80C43F-74C7-ED35-D935-E09B8031CDBC}"/>
              </a:ext>
            </a:extLst>
          </p:cNvPr>
          <p:cNvSpPr>
            <a:spLocks noGrp="1"/>
          </p:cNvSpPr>
          <p:nvPr>
            <p:ph sz="half" idx="1"/>
          </p:nvPr>
        </p:nvSpPr>
        <p:spPr/>
        <p:txBody>
          <a:bodyPr/>
          <a:lstStyle/>
          <a:p>
            <a:r>
              <a:rPr lang="en-US" dirty="0"/>
              <a:t>A grey cell that must be greater than 5 must be 6 or larger.</a:t>
            </a:r>
          </a:p>
        </p:txBody>
      </p:sp>
      <p:pic>
        <p:nvPicPr>
          <p:cNvPr id="4" name="Picture 3" descr="A grid of sudoku puzzle&#10;&#10;Description automatically generated">
            <a:extLst>
              <a:ext uri="{FF2B5EF4-FFF2-40B4-BE49-F238E27FC236}">
                <a16:creationId xmlns:a16="http://schemas.microsoft.com/office/drawing/2014/main" id="{51673900-B33C-AA9C-F736-79C487A055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0849283-B52F-4ABF-D232-8E3B671CC5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0263E6-0B91-6B35-0AED-2528DA1A417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BD98D8-FC6D-9774-AB64-0199F25BB0C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5046F6C-4F03-A5C3-B5D5-6FE955D3881C}"/>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D2B967C-BA01-339E-22A7-14BB7C642E79}"/>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643A264D-3CA3-94FF-E88F-9336A095230C}"/>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D7644352-FD87-A1C6-2BA1-8EBBF582E669}"/>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347E45FE-7389-58E5-D32D-175621D02C6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2" name="TextBox 11">
            <a:extLst>
              <a:ext uri="{FF2B5EF4-FFF2-40B4-BE49-F238E27FC236}">
                <a16:creationId xmlns:a16="http://schemas.microsoft.com/office/drawing/2014/main" id="{A520BB0B-BC07-303F-EA95-F63C8823CB4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B653E768-52B0-C7E6-5C4B-ADE9267A8DC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4" name="TextBox 13">
            <a:extLst>
              <a:ext uri="{FF2B5EF4-FFF2-40B4-BE49-F238E27FC236}">
                <a16:creationId xmlns:a16="http://schemas.microsoft.com/office/drawing/2014/main" id="{C92E12A1-AB8F-DBF1-6FA6-D056A5C6B999}"/>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B6B35B5-E760-C1B4-4F41-A4114B0FC49B}"/>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10EDED81-7035-6F5B-9C56-5DF250F1663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563114D-1380-A17B-911F-C2B8F506D4E9}"/>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11AD3A0-4023-86AB-5A58-CC71D1B266AE}"/>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877810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D99B-9572-9D9D-F911-52E38C5AF0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0F4434-4AB3-6FFD-50F9-2EC9BEFD6795}"/>
              </a:ext>
            </a:extLst>
          </p:cNvPr>
          <p:cNvSpPr>
            <a:spLocks noGrp="1"/>
          </p:cNvSpPr>
          <p:nvPr>
            <p:ph sz="half" idx="1"/>
          </p:nvPr>
        </p:nvSpPr>
        <p:spPr/>
        <p:txBody>
          <a:bodyPr/>
          <a:lstStyle/>
          <a:p>
            <a:r>
              <a:rPr lang="en-US" dirty="0"/>
              <a:t>A grey cell that must be greater than 4 but can’t be 5 (5 in same column) also must be 6 or larger.</a:t>
            </a:r>
          </a:p>
        </p:txBody>
      </p:sp>
      <p:pic>
        <p:nvPicPr>
          <p:cNvPr id="4" name="Picture 3" descr="A grid of sudoku puzzle&#10;&#10;Description automatically generated">
            <a:extLst>
              <a:ext uri="{FF2B5EF4-FFF2-40B4-BE49-F238E27FC236}">
                <a16:creationId xmlns:a16="http://schemas.microsoft.com/office/drawing/2014/main" id="{B3CB732F-3807-AF9B-C8C0-87C74A859BE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B8C5B6E-7D10-25B5-6205-C2508AB392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6245B04-77FC-B1BC-47E1-860B5EE09C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10A56AF-0131-E0F5-FF8B-B6EB6B887E1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CA3A286-78EC-A8DC-204B-ABCEF505756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8695F24-429C-56D4-A3D3-7D4D3D2B8753}"/>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D4E08880-2B1F-01F7-56A7-541ECFBFC090}"/>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F3FD23EC-AFDE-FFEE-1AB6-0B30ACA5EFAB}"/>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242A45C-B78D-8B0D-8ADA-81BAAE09118D}"/>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95F60541-8F0B-6912-8FAF-E1B28B86432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AE398E68-F001-375B-284F-25056878F78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5D48B087-B3B3-EF5C-0496-D82D4B4A0FB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0A442D11-78FD-B480-C725-C5E10047644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9DD96781-D16B-B508-02F2-A135A3C8B926}"/>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6C3A139D-D968-9C55-F5C0-B63A7B91AF7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4A0F776-8367-38B2-B82B-EAE02B78B445}"/>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3F9DA9E7-79F8-663A-8020-537302D38142}"/>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86430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B936-6917-4458-831F-7ADD779FBD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890040-027C-9652-5B24-9998C00F0B6D}"/>
              </a:ext>
            </a:extLst>
          </p:cNvPr>
          <p:cNvSpPr>
            <a:spLocks noGrp="1"/>
          </p:cNvSpPr>
          <p:nvPr>
            <p:ph sz="half" idx="1"/>
          </p:nvPr>
        </p:nvSpPr>
        <p:spPr/>
        <p:txBody>
          <a:bodyPr/>
          <a:lstStyle/>
          <a:p>
            <a:r>
              <a:rPr lang="en-US" dirty="0"/>
              <a:t>When minimal adjacent cells are 2345, a grey cell must be 6 or larger.</a:t>
            </a:r>
          </a:p>
        </p:txBody>
      </p:sp>
      <p:pic>
        <p:nvPicPr>
          <p:cNvPr id="4" name="Picture 3" descr="A grid of sudoku puzzle&#10;&#10;Description automatically generated">
            <a:extLst>
              <a:ext uri="{FF2B5EF4-FFF2-40B4-BE49-F238E27FC236}">
                <a16:creationId xmlns:a16="http://schemas.microsoft.com/office/drawing/2014/main" id="{D7099451-5F3B-2584-DBDE-8A91D5E8A5E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AD8B139-5A23-C08A-88D4-28810EEA8A9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F907932-A395-F22D-95A1-2A1F31FFCB6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EE6C03C-0D53-A9D4-8D21-5405EE6D554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7BAC4CF-3B0B-83F3-32B4-1FD29F577D7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F60C658-03A5-312D-EE5B-6F902B46A9C6}"/>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2116E71E-3950-A220-1A92-F7A7A797B75B}"/>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7E94D09C-CF3F-E137-DF1C-AF5AA7B3AAC0}"/>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029D0F23-E128-FCB8-66F0-9949D0B92C9F}"/>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8577AD07-0572-5541-91E5-5647250D274F}"/>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BDE24854-4ED5-DD7A-12B6-7C181455BDE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9996CA94-4546-FAC8-3261-618F7A20795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F39A61CD-8A23-8BC6-9C6F-2E4065023CB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394AEB6-4991-6091-6CD1-C656425CD0A9}"/>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1301A3B-48E8-B8D3-A5D1-E6FBA59D8DA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9EFD68A-1A80-AAD2-BBCE-2AEE8B0E8051}"/>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FC0201E-9F3E-A572-D52A-9EE42DC56E95}"/>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8006632-658A-F52F-4C6E-A63CE1FE9342}"/>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3319698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2D0B3-EC20-EBE6-77D1-5678B51E09E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9D5A5E-4FEF-164B-9562-F28D64E70363}"/>
              </a:ext>
            </a:extLst>
          </p:cNvPr>
          <p:cNvSpPr>
            <a:spLocks noGrp="1"/>
          </p:cNvSpPr>
          <p:nvPr>
            <p:ph sz="half" idx="1"/>
          </p:nvPr>
        </p:nvSpPr>
        <p:spPr/>
        <p:txBody>
          <a:bodyPr/>
          <a:lstStyle/>
          <a:p>
            <a:r>
              <a:rPr lang="en-US" dirty="0"/>
              <a:t>When minimal adjacent cells are 234, a grey cell must be 5 or larger.</a:t>
            </a:r>
          </a:p>
        </p:txBody>
      </p:sp>
      <p:pic>
        <p:nvPicPr>
          <p:cNvPr id="4" name="Picture 3" descr="A grid of sudoku puzzle&#10;&#10;Description automatically generated">
            <a:extLst>
              <a:ext uri="{FF2B5EF4-FFF2-40B4-BE49-F238E27FC236}">
                <a16:creationId xmlns:a16="http://schemas.microsoft.com/office/drawing/2014/main" id="{6B8C35D7-6268-D5FC-2AEC-95D46A0A38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10B11B-73A3-2002-033C-85D9ADD22A2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55D216-4B1D-7C8A-7A52-E6F957F0F51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A11DCF6-6A89-9AF6-28AD-398A9C27B5E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A2715C5-86DE-13B2-8B73-92DA15BF11D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7990DCD-7AAA-6634-68A5-33E57D5407B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06648E12-F5CE-20FB-ECBF-988807518C51}"/>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8557198A-38C5-8A01-EF28-ED8E5E6B89C0}"/>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082A01AD-B55A-D862-6A03-9BB09B6283E3}"/>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A0ECBF5B-C12F-8E3B-237D-C9FDBBF3135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BE938E33-7212-8332-0D50-2EA193261F9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BA4B6E11-E12D-B231-BF99-CB5425500CE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E922619A-3D1D-0F8E-0061-DC77A8DD83E6}"/>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3811D32F-5E0B-6466-7FC0-1D14B7411A05}"/>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E8C44FA-6BE0-EADF-E0B1-F1D6B025875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D8FDE3C-F0E4-9AD3-22CF-603A95E8DCAC}"/>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A08C180-DB03-7C94-9FE1-1371427EBEC2}"/>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90EC827-7888-21E0-213A-C99F37D815E9}"/>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1" name="TextBox 20">
            <a:extLst>
              <a:ext uri="{FF2B5EF4-FFF2-40B4-BE49-F238E27FC236}">
                <a16:creationId xmlns:a16="http://schemas.microsoft.com/office/drawing/2014/main" id="{1116C903-4291-D373-2641-0ECFD8F79200}"/>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2826025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4D251-B9BA-2F56-D24E-2369CB8F4A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A338B3-8F75-F3F1-EE28-725B8EDE336B}"/>
              </a:ext>
            </a:extLst>
          </p:cNvPr>
          <p:cNvSpPr>
            <a:spLocks noGrp="1"/>
          </p:cNvSpPr>
          <p:nvPr>
            <p:ph sz="half" idx="1"/>
          </p:nvPr>
        </p:nvSpPr>
        <p:spPr/>
        <p:txBody>
          <a:bodyPr/>
          <a:lstStyle/>
          <a:p>
            <a:r>
              <a:rPr lang="en-US" dirty="0"/>
              <a:t>When minimal adjacent cells are 123, a grey cell must be 4 or larger. Here, however, the 4 in the same block raises that to 5.</a:t>
            </a:r>
          </a:p>
        </p:txBody>
      </p:sp>
      <p:pic>
        <p:nvPicPr>
          <p:cNvPr id="4" name="Picture 3" descr="A grid of sudoku puzzle&#10;&#10;Description automatically generated">
            <a:extLst>
              <a:ext uri="{FF2B5EF4-FFF2-40B4-BE49-F238E27FC236}">
                <a16:creationId xmlns:a16="http://schemas.microsoft.com/office/drawing/2014/main" id="{07C34909-DA0E-5C98-EFB9-1E3EA8CDB4E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42F9916-58B0-B13A-1E74-B52B4B7DBB7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AF8E813-2429-240F-5948-D076314302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134D29-1C69-AA1E-0477-28B598C2877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21C6131-7C87-E164-4197-F7EC15F718B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D780CE4-C5C8-E357-9085-BFB2BFC9A1D8}"/>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0CEAE073-86B5-C918-EDDB-677DC52A618A}"/>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63D0BDC8-6B9D-03FC-2CFC-3243882D8273}"/>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3C6D8D8-B5CC-C737-C520-925AC87F7AD6}"/>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DE0B1E7B-D19E-B015-E1A9-BF6C1D2CB6ED}"/>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690DEF0D-4372-6AA0-8568-FB8E6C1AE7D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27696982-B93E-530A-0A8B-6F5695C0625A}"/>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5" name="TextBox 14">
            <a:extLst>
              <a:ext uri="{FF2B5EF4-FFF2-40B4-BE49-F238E27FC236}">
                <a16:creationId xmlns:a16="http://schemas.microsoft.com/office/drawing/2014/main" id="{D5AE9C18-F8B4-EFCC-1653-0E5CDEFF9E1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FCD2ED48-9DA4-5628-CA12-EC7284D9959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1AD55EC-D5CA-A991-E186-DD24ECC2AC2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E776D40-B4E3-7965-A398-002224B02F92}"/>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3817DC4-B500-D327-EAB8-6BDF1E25D61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2142B3F-5255-3975-69D7-285985E88A6C}"/>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1" name="TextBox 20">
            <a:extLst>
              <a:ext uri="{FF2B5EF4-FFF2-40B4-BE49-F238E27FC236}">
                <a16:creationId xmlns:a16="http://schemas.microsoft.com/office/drawing/2014/main" id="{924CDA73-2A85-1F57-24FF-F0B9F144F00F}"/>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2" name="TextBox 21">
            <a:extLst>
              <a:ext uri="{FF2B5EF4-FFF2-40B4-BE49-F238E27FC236}">
                <a16:creationId xmlns:a16="http://schemas.microsoft.com/office/drawing/2014/main" id="{6C9E9FE4-8529-B3D5-2E75-FCE9F303D18B}"/>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287701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92E9-7F96-E0AB-E0EB-6E5924F1D9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7CA942-595C-8441-356E-71E34F8C2DC7}"/>
              </a:ext>
            </a:extLst>
          </p:cNvPr>
          <p:cNvSpPr>
            <a:spLocks noGrp="1"/>
          </p:cNvSpPr>
          <p:nvPr>
            <p:ph sz="half" idx="1"/>
          </p:nvPr>
        </p:nvSpPr>
        <p:spPr/>
        <p:txBody>
          <a:bodyPr>
            <a:normAutofit/>
          </a:bodyPr>
          <a:lstStyle/>
          <a:p>
            <a:r>
              <a:rPr lang="en-US" dirty="0"/>
              <a:t>When minimal adjacent cells are 234, a grey cell must be 5 or larger. Here, it’s possible to repeat a digit in two </a:t>
            </a:r>
            <a:r>
              <a:rPr lang="en-US" dirty="0" err="1"/>
              <a:t>adjacents</a:t>
            </a:r>
            <a:r>
              <a:rPr lang="en-US" dirty="0"/>
              <a:t>. However, the 2 in the center block prevents repeating a 2, and the 3 and 4 givens prevent repeating them, too.</a:t>
            </a:r>
          </a:p>
        </p:txBody>
      </p:sp>
      <p:pic>
        <p:nvPicPr>
          <p:cNvPr id="4" name="Picture 3" descr="A grid of sudoku puzzle&#10;&#10;Description automatically generated">
            <a:extLst>
              <a:ext uri="{FF2B5EF4-FFF2-40B4-BE49-F238E27FC236}">
                <a16:creationId xmlns:a16="http://schemas.microsoft.com/office/drawing/2014/main" id="{2DE533E1-5A2E-76D6-E14C-8315D389813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DC65C2-5411-2454-8EC3-DDABC63F30E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B38E2D6-F6DD-7112-C6DD-70437CD59D1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A04CC15-DA03-C8A5-D223-F207277E0CD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1CF738-07E9-0D9B-C7E4-B85FAF2CB99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DF605BF-C476-ADA9-6C09-0E11A2E0FA01}"/>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FD92F35-6508-9549-AF72-18D2D66F9B1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0D3E54A4-5307-E93F-8916-C4E217AAA858}"/>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8DDC38AF-8FAF-994F-9B68-A454CD92F296}"/>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160B7AD0-DBA7-A897-57EA-3005E937CBDE}"/>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8B239612-B660-E26C-2DF4-1BE77A3D1E7E}"/>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6F70E194-06F1-AC07-8564-E821BBC375C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2800883-4B19-E596-0A42-E22B5E6D668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7E772BF0-4231-4A48-3450-075F6C65CBB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9B19DA99-DC71-8B3A-876C-4252BFDC0C6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2C9225BA-8BA1-88F3-C5F3-0DCDDF1E12B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DAA09C3-36B7-C5C8-79FE-61D7E4CFBFD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152318D-A96B-825C-E07C-0AB54B586E58}"/>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6BDA2EAC-6634-AB66-E7C7-2FB21A154E8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FF6C395-D4E2-446D-B9C1-46CD81E59E42}"/>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D38A70F8-70B6-B46F-410F-78F481B1A842}"/>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13F7D10B-A396-3D77-5C7E-E697FDB1F280}"/>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3839046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2E11-EEA1-A4DA-682E-3099850861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5F6974-AF66-134E-39A5-7E06060B054D}"/>
              </a:ext>
            </a:extLst>
          </p:cNvPr>
          <p:cNvSpPr>
            <a:spLocks noGrp="1"/>
          </p:cNvSpPr>
          <p:nvPr>
            <p:ph sz="half" idx="1"/>
          </p:nvPr>
        </p:nvSpPr>
        <p:spPr/>
        <p:txBody>
          <a:bodyPr>
            <a:normAutofit/>
          </a:bodyPr>
          <a:lstStyle/>
          <a:p>
            <a:r>
              <a:rPr lang="en-US" dirty="0"/>
              <a:t>When minimal adjacent cells are 2433, a grey cell must be 5 or larger.</a:t>
            </a:r>
          </a:p>
        </p:txBody>
      </p:sp>
      <p:pic>
        <p:nvPicPr>
          <p:cNvPr id="4" name="Picture 3" descr="A grid of sudoku puzzle&#10;&#10;Description automatically generated">
            <a:extLst>
              <a:ext uri="{FF2B5EF4-FFF2-40B4-BE49-F238E27FC236}">
                <a16:creationId xmlns:a16="http://schemas.microsoft.com/office/drawing/2014/main" id="{1B7CA035-A7F2-45BF-D4D8-FF86C92462F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3F594A5-53C8-3437-E9E3-8BA72EE145F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81416A5-4AE3-2790-B808-8D7E3C59B6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DD7E9D3-1E78-406F-1D5A-89A836AEC7E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FD1ECDA-BB0A-786A-D7E2-23CD90696586}"/>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96248F9-37CE-D96F-734E-DA37B11DA30C}"/>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AB0C1AAE-ABA5-78AC-F01B-0CFD3E9270A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1568FBA4-1635-2172-51DF-CF9E20DFDD4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FBD42904-DA3A-20AF-DD87-34C46CA093FC}"/>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63D23DE7-C114-9FDD-06EB-6CFC208A00B8}"/>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28070119-0D97-D95E-FC08-54DF29A1CBC7}"/>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D7F0C4CC-7635-AB47-B2AA-B317FE69CE2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3952E37-ED9B-1684-E77B-E61C3984645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C32FC662-069C-103E-1EE1-5CC60C16F2C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C0D9033D-9300-BA79-574D-0A4B83B8014D}"/>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9790F8E5-30B9-405F-CD0F-2BB91544BE65}"/>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20EDD1B6-5917-5E48-D0FD-B9F0051EB7E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5E20800-6D5A-B3D0-127F-FD1EFE72266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FE5E5E9-A748-F3DA-959B-08680EC7747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CDAAA68-9BC6-A253-EDE2-2ABB736B1E00}"/>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A6705013-BBFB-B981-A9E1-1FF4880A0772}"/>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CA19E21E-B700-F46E-3DEA-F7621F76755F}"/>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2DD7241E-8055-5330-4267-F280D7DAEC66}"/>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3728354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5059-4CBD-36AB-57C4-A8EA81565D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067ED9-9511-A796-0342-A0873E452B7A}"/>
              </a:ext>
            </a:extLst>
          </p:cNvPr>
          <p:cNvSpPr>
            <a:spLocks noGrp="1"/>
          </p:cNvSpPr>
          <p:nvPr>
            <p:ph sz="half" idx="1"/>
          </p:nvPr>
        </p:nvSpPr>
        <p:spPr/>
        <p:txBody>
          <a:bodyPr>
            <a:normAutofit/>
          </a:bodyPr>
          <a:lstStyle/>
          <a:p>
            <a:r>
              <a:rPr lang="en-US" dirty="0"/>
              <a:t>When minimal adjacent cells are 123, a grey cell must be 4 or larger.</a:t>
            </a:r>
          </a:p>
        </p:txBody>
      </p:sp>
      <p:pic>
        <p:nvPicPr>
          <p:cNvPr id="4" name="Picture 3" descr="A grid of sudoku puzzle&#10;&#10;Description automatically generated">
            <a:extLst>
              <a:ext uri="{FF2B5EF4-FFF2-40B4-BE49-F238E27FC236}">
                <a16:creationId xmlns:a16="http://schemas.microsoft.com/office/drawing/2014/main" id="{E01BAE1D-1F33-AA18-8E1A-6FCAA891C84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848F615-3026-B968-3974-F18F4DCD40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2D6386-7063-E7B6-42B4-ECB89CFF8A4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082AFA5-F724-2336-2F1C-6764DD5BDC5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3B57BDB-21EE-A067-6D07-A0E8C5DB80C4}"/>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B481FF1-1F88-A18A-8000-65AE539F36AF}"/>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C2EDAEAE-66FF-3F07-69A3-9268A2C967DA}"/>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BA4196CC-AE8E-3E26-E781-29C25189E07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21A51004-BCDB-1E58-7316-6EE8DA1F01B6}"/>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26F8A6A7-D216-BD23-C080-72FCC0200972}"/>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E14F87E0-085D-8064-7E9D-B4C939331D6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921D184C-2930-067B-3464-21E997D642D3}"/>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3EDFBAD-4BDC-A47C-F0F3-017FEB8C052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E23EEEAC-098D-60D0-CF80-78211728CBD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B16C492-32F9-B6DD-CB6B-BA694CF2612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5A3A92EF-DA81-475B-8F90-DD324A421099}"/>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283820A-353B-56D3-15C4-94B71E0139B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8257E6E-9B72-9365-47B3-03684D1A4062}"/>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1FB9F74-6ED5-EE77-72E3-032B27076C4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AA7EEEE-8CFC-2433-5559-DCA03C455454}"/>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FA8FD798-6E08-30E5-61E3-B0C5BD714567}"/>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02A993C4-9536-50C8-E14A-C36136C07882}"/>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AB9E6ACA-EC0B-5F29-E757-E390A1FEDF4A}"/>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653F9EAB-A16A-AD5F-4B21-F3033483229C}"/>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BA0CF3D7-4D06-3951-800F-7CCA8D3754E4}"/>
              </a:ext>
            </a:extLst>
          </p:cNvPr>
          <p:cNvSpPr txBox="1"/>
          <p:nvPr/>
        </p:nvSpPr>
        <p:spPr>
          <a:xfrm>
            <a:off x="5650090" y="4909484"/>
            <a:ext cx="570089" cy="230832"/>
          </a:xfrm>
          <a:prstGeom prst="rect">
            <a:avLst/>
          </a:prstGeom>
          <a:noFill/>
        </p:spPr>
        <p:txBody>
          <a:bodyPr wrap="square" rtlCol="0">
            <a:spAutoFit/>
          </a:bodyPr>
          <a:lstStyle/>
          <a:p>
            <a:pPr algn="ctr"/>
            <a:r>
              <a:rPr lang="en-US" sz="900" dirty="0"/>
              <a:t>46789</a:t>
            </a:r>
          </a:p>
        </p:txBody>
      </p:sp>
    </p:spTree>
    <p:extLst>
      <p:ext uri="{BB962C8B-B14F-4D97-AF65-F5344CB8AC3E}">
        <p14:creationId xmlns:p14="http://schemas.microsoft.com/office/powerpoint/2010/main" val="1859991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C2A34-E67D-6EA1-E999-EA8BB88936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0B7BE5-26B5-F0E7-A512-F153E414CE12}"/>
              </a:ext>
            </a:extLst>
          </p:cNvPr>
          <p:cNvSpPr>
            <a:spLocks noGrp="1"/>
          </p:cNvSpPr>
          <p:nvPr>
            <p:ph sz="half" idx="1"/>
          </p:nvPr>
        </p:nvSpPr>
        <p:spPr/>
        <p:txBody>
          <a:bodyPr>
            <a:normAutofit/>
          </a:bodyPr>
          <a:lstStyle/>
          <a:p>
            <a:r>
              <a:rPr lang="en-US" dirty="0"/>
              <a:t>When minimal adjacent cells are 1233, a grey cell must be 4 or larger.</a:t>
            </a:r>
          </a:p>
        </p:txBody>
      </p:sp>
      <p:pic>
        <p:nvPicPr>
          <p:cNvPr id="4" name="Picture 3" descr="A grid of sudoku puzzle&#10;&#10;Description automatically generated">
            <a:extLst>
              <a:ext uri="{FF2B5EF4-FFF2-40B4-BE49-F238E27FC236}">
                <a16:creationId xmlns:a16="http://schemas.microsoft.com/office/drawing/2014/main" id="{3B06C050-1AC3-9C13-85CF-74CCD31E76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9EB7F05-0435-11A0-80E2-B8C19314D77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6ACB432-B586-9A1E-D3C5-1D9360F2EF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D2E2E2C-5571-87C8-9D46-0B45D2F98F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CBBBC6D-8429-814A-B6DF-95DE0B60178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BE46070-567D-973B-7B82-769226AEC22E}"/>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024F5FE3-88DF-277A-0822-5EE07070ECA7}"/>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56FE059A-9045-69FF-66D7-526FCFF57052}"/>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CB249021-2BFD-299B-6D74-C5A5C64FF4A9}"/>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E5A8E925-631F-26D0-E836-21BA17AF71AF}"/>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59FD530F-19D1-733A-434E-C8E339EC9A73}"/>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0240D8D5-B348-B3D8-8A66-EFA6420BDF4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DE849E86-D749-35F9-0403-375918BFD5C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7E732063-5945-E7E1-5F07-5922A7135C3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284C6ACF-73A5-CB17-55FC-7F284E1A1ED5}"/>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B570F89-C406-5F77-7AA4-F72B80AFB143}"/>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99BBF8ED-3413-8F6F-5BE6-4664E0CD9DE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A8537DB-427D-34F7-0E66-2375247454FD}"/>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7F003EE-B59F-7B33-CC38-CE61ADB71B50}"/>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0A8E846-CE3B-6322-8431-A9185BD0151E}"/>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F2BCF1C1-35CC-E0CC-B97B-BFE1674C58D6}"/>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79B15FF9-D2FE-416A-6613-E909AC0A9386}"/>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C97C1E74-C75B-D58C-230C-369462DDBC0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BB115098-9AF4-C6F3-DC89-4C3D5016B0A6}"/>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04B79B7F-5556-7337-929D-916831996430}"/>
              </a:ext>
            </a:extLst>
          </p:cNvPr>
          <p:cNvSpPr txBox="1"/>
          <p:nvPr/>
        </p:nvSpPr>
        <p:spPr>
          <a:xfrm>
            <a:off x="5650090" y="4909484"/>
            <a:ext cx="570089" cy="230832"/>
          </a:xfrm>
          <a:prstGeom prst="rect">
            <a:avLst/>
          </a:prstGeom>
          <a:noFill/>
        </p:spPr>
        <p:txBody>
          <a:bodyPr wrap="square" rtlCol="0">
            <a:spAutoFit/>
          </a:bodyPr>
          <a:lstStyle/>
          <a:p>
            <a:pPr algn="ctr"/>
            <a:r>
              <a:rPr lang="en-US" sz="900" dirty="0"/>
              <a:t>46789</a:t>
            </a:r>
          </a:p>
        </p:txBody>
      </p:sp>
      <p:sp>
        <p:nvSpPr>
          <p:cNvPr id="28" name="TextBox 27">
            <a:extLst>
              <a:ext uri="{FF2B5EF4-FFF2-40B4-BE49-F238E27FC236}">
                <a16:creationId xmlns:a16="http://schemas.microsoft.com/office/drawing/2014/main" id="{A6370871-50AA-5698-AA10-941A2098534D}"/>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Tree>
    <p:extLst>
      <p:ext uri="{BB962C8B-B14F-4D97-AF65-F5344CB8AC3E}">
        <p14:creationId xmlns:p14="http://schemas.microsoft.com/office/powerpoint/2010/main" val="2345036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4B601-F2C9-EB60-6000-C50C5A502B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198EE1-0E2D-C87A-7930-26DAB03A3099}"/>
              </a:ext>
            </a:extLst>
          </p:cNvPr>
          <p:cNvSpPr>
            <a:spLocks noGrp="1"/>
          </p:cNvSpPr>
          <p:nvPr>
            <p:ph sz="half" idx="1"/>
          </p:nvPr>
        </p:nvSpPr>
        <p:spPr/>
        <p:txBody>
          <a:bodyPr>
            <a:normAutofit/>
          </a:bodyPr>
          <a:lstStyle/>
          <a:p>
            <a:r>
              <a:rPr lang="en-US" dirty="0"/>
              <a:t>When minimal adjacent cells are 12 or 122, a grey cell must be 3 or larger. Here, because of the 3 in the same block, they must be 4 or larger.</a:t>
            </a:r>
          </a:p>
        </p:txBody>
      </p:sp>
      <p:pic>
        <p:nvPicPr>
          <p:cNvPr id="4" name="Picture 3" descr="A grid of sudoku puzzle&#10;&#10;Description automatically generated">
            <a:extLst>
              <a:ext uri="{FF2B5EF4-FFF2-40B4-BE49-F238E27FC236}">
                <a16:creationId xmlns:a16="http://schemas.microsoft.com/office/drawing/2014/main" id="{EAC2663F-DBAC-6650-F049-E93960AE54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D309024-495C-E894-21AD-9E078CF5AD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ADE834E-DC98-28F0-3394-084ACD38EC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1908D35-2A45-FCE4-9963-FDD3CADFD26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1484682-9EB7-B302-3FEC-9245978AB58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4F7D4C5-734F-C0A0-68D7-5E6B82811CD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8597C5F1-F12D-50FF-74F3-DE0B985B41DF}"/>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C8008648-E11B-6EB6-6D91-627BB0F2C7C3}"/>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829651F3-12DC-6125-979A-4B6907246C18}"/>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A53541EF-0087-83E3-8023-8F62D87564C9}"/>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938B6D81-E43B-35A7-9802-03A35479C21D}"/>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6A068B13-C416-940B-7625-D4D6C8DB965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9FEC63A-C12B-8557-2E27-EFFDF373756B}"/>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5542C0C-1576-04F5-657A-B75B88FF141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70829A65-CC85-7FF2-3179-44202A9C91A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C1E7E402-4FD1-2095-58D6-96C76DB1B4F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010DCBB-8BD0-AE54-46E9-722F3D6E232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5BD092F-2951-C605-CF3F-538D40A18517}"/>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D45AD63-B083-D23F-4F55-56A0086A7562}"/>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EF965EB-77B9-A375-E856-B64E84094969}"/>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71AD37F0-0258-EBF6-CEF7-D613297B7368}"/>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15444596-0244-159B-9667-E0DA0D7AF1FF}"/>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22CFD1F9-8DF9-7B74-0300-36142BCB1187}"/>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FEDC905E-556B-D8C5-5725-FBB77131BF97}"/>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6211E7F9-8C63-E26C-EFEE-AF1DAE3D3E01}"/>
              </a:ext>
            </a:extLst>
          </p:cNvPr>
          <p:cNvSpPr txBox="1"/>
          <p:nvPr/>
        </p:nvSpPr>
        <p:spPr>
          <a:xfrm>
            <a:off x="5650090" y="4909484"/>
            <a:ext cx="570089" cy="230832"/>
          </a:xfrm>
          <a:prstGeom prst="rect">
            <a:avLst/>
          </a:prstGeom>
          <a:noFill/>
        </p:spPr>
        <p:txBody>
          <a:bodyPr wrap="square" rtlCol="0">
            <a:spAutoFit/>
          </a:bodyPr>
          <a:lstStyle/>
          <a:p>
            <a:pPr algn="ctr"/>
            <a:r>
              <a:rPr lang="en-US" sz="900" dirty="0"/>
              <a:t>46789</a:t>
            </a:r>
          </a:p>
        </p:txBody>
      </p:sp>
      <p:sp>
        <p:nvSpPr>
          <p:cNvPr id="28" name="TextBox 27">
            <a:extLst>
              <a:ext uri="{FF2B5EF4-FFF2-40B4-BE49-F238E27FC236}">
                <a16:creationId xmlns:a16="http://schemas.microsoft.com/office/drawing/2014/main" id="{C5D173E6-C257-6349-D4E1-2097A65E811C}"/>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DDF1CF47-C22F-33F8-4B4F-BB3EAEEEB867}"/>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30" name="TextBox 29">
            <a:extLst>
              <a:ext uri="{FF2B5EF4-FFF2-40B4-BE49-F238E27FC236}">
                <a16:creationId xmlns:a16="http://schemas.microsoft.com/office/drawing/2014/main" id="{32A50101-926E-5EB1-9EED-FB332223467F}"/>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Tree>
    <p:extLst>
      <p:ext uri="{BB962C8B-B14F-4D97-AF65-F5344CB8AC3E}">
        <p14:creationId xmlns:p14="http://schemas.microsoft.com/office/powerpoint/2010/main" val="2134561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9F9EB-F38B-67FD-1FBC-3F095D7BC3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E74871-12C5-7BAB-5B79-65ED4E3AA586}"/>
              </a:ext>
            </a:extLst>
          </p:cNvPr>
          <p:cNvSpPr>
            <a:spLocks noGrp="1"/>
          </p:cNvSpPr>
          <p:nvPr>
            <p:ph sz="half" idx="1"/>
          </p:nvPr>
        </p:nvSpPr>
        <p:spPr/>
        <p:txBody>
          <a:bodyPr>
            <a:normAutofit lnSpcReduction="10000"/>
          </a:bodyPr>
          <a:lstStyle/>
          <a:p>
            <a:r>
              <a:rPr lang="en-US" dirty="0"/>
              <a:t>Because all 1’s are assigned, whatever grey cell in the center block is 3 can only step down to 2. There is only one grey cells for which that’s possible. In five cases it’s an immediate conflict. In one more it leaves no possible 2 in the bottom center block.</a:t>
            </a:r>
          </a:p>
        </p:txBody>
      </p:sp>
      <p:pic>
        <p:nvPicPr>
          <p:cNvPr id="4" name="Picture 3" descr="A grid of sudoku puzzle&#10;&#10;Description automatically generated">
            <a:extLst>
              <a:ext uri="{FF2B5EF4-FFF2-40B4-BE49-F238E27FC236}">
                <a16:creationId xmlns:a16="http://schemas.microsoft.com/office/drawing/2014/main" id="{0F58BE04-AD43-5394-AE0B-CBE78CD86AB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1715C8A-E341-518B-5F78-A79EE2C09DF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56E95DE-C6B0-E066-F7FA-4DCE15DDE6B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7A7D89-C5F8-B8FA-2837-7390C54CCF6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C47BE70-1443-6FD4-FD66-0E0626FC695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21FCB5F-64B3-EA08-FF01-D5836EB29D55}"/>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E70E8F0E-86BF-7455-A054-9C8480EE8305}"/>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52F69264-2A75-D2F4-0839-DDDBD9BD336F}"/>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25DB70EF-B4FC-3944-A878-F281C97FB4EA}"/>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451D209E-14D7-0498-198B-EDBE5C7B1CAF}"/>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C173010C-9C29-2D95-45DF-EEB94C14A8B6}"/>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45094317-2483-175D-45B4-0062121D392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FFEF21F-CFE9-522A-3CC7-80E8BD628CB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5F496A0F-E128-DD49-1966-705AF07DA65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40579B2C-EB14-039C-9FD9-9F0713465BF2}"/>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AB3E5BF7-261B-2726-5B53-64615A35A22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8C7ED46-BC05-2823-4901-18D71E719CB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B6D9E52-5781-2977-BCD9-31593F71C2B5}"/>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9041667-5357-2739-1CE8-C5A1482DFCD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933E57A-9B94-B04C-BC5C-6CDF962B0801}"/>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D9E84164-65C5-BF7C-393B-3D664F6EE176}"/>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3E2F3DE8-6B0E-CF62-0A7D-A4B9F229D0CB}"/>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D34CD4B7-03DB-2B14-AE7C-ADC892068D3D}"/>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C30E2B15-FAA7-C093-3968-572BB8D6CAB0}"/>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E195A8C2-1584-C5D2-6921-059DCAC0CAB8}"/>
              </a:ext>
            </a:extLst>
          </p:cNvPr>
          <p:cNvSpPr txBox="1"/>
          <p:nvPr/>
        </p:nvSpPr>
        <p:spPr>
          <a:xfrm>
            <a:off x="5650090" y="4909484"/>
            <a:ext cx="570089" cy="230832"/>
          </a:xfrm>
          <a:prstGeom prst="rect">
            <a:avLst/>
          </a:prstGeom>
          <a:noFill/>
        </p:spPr>
        <p:txBody>
          <a:bodyPr wrap="square" rtlCol="0">
            <a:spAutoFit/>
          </a:bodyPr>
          <a:lstStyle/>
          <a:p>
            <a:pPr algn="ctr"/>
            <a:r>
              <a:rPr lang="en-US" sz="900" dirty="0"/>
              <a:t>46789</a:t>
            </a:r>
          </a:p>
        </p:txBody>
      </p:sp>
      <p:sp>
        <p:nvSpPr>
          <p:cNvPr id="28" name="TextBox 27">
            <a:extLst>
              <a:ext uri="{FF2B5EF4-FFF2-40B4-BE49-F238E27FC236}">
                <a16:creationId xmlns:a16="http://schemas.microsoft.com/office/drawing/2014/main" id="{038C43EC-2C5E-358F-E1A2-52D30DCDEC63}"/>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C51958C7-8DFB-4D36-E339-84028B1CDE00}"/>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30" name="TextBox 29">
            <a:extLst>
              <a:ext uri="{FF2B5EF4-FFF2-40B4-BE49-F238E27FC236}">
                <a16:creationId xmlns:a16="http://schemas.microsoft.com/office/drawing/2014/main" id="{D59DB949-AF0D-8584-1B49-607A2EE149FC}"/>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3F0FB32F-F1B2-7540-7376-8D908C44354F}"/>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5D89A13-D53A-AC9B-9CCC-93B94D6F5C8A}"/>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472839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FB423-D947-8CAE-E444-39DEE90971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4432D4-34F5-F22E-DCAC-182066C5764F}"/>
              </a:ext>
            </a:extLst>
          </p:cNvPr>
          <p:cNvSpPr>
            <a:spLocks noGrp="1"/>
          </p:cNvSpPr>
          <p:nvPr>
            <p:ph sz="half" idx="1"/>
          </p:nvPr>
        </p:nvSpPr>
        <p:spPr/>
        <p:txBody>
          <a:bodyPr>
            <a:normAutofit/>
          </a:bodyPr>
          <a:lstStyle/>
          <a:p>
            <a:r>
              <a:rPr lang="en-US" dirty="0"/>
              <a:t>Last possible 2 in left center block.</a:t>
            </a:r>
          </a:p>
          <a:p>
            <a:r>
              <a:rPr lang="en-US" dirty="0"/>
              <a:t>Last possible 2 in Column 2.</a:t>
            </a:r>
          </a:p>
        </p:txBody>
      </p:sp>
      <p:pic>
        <p:nvPicPr>
          <p:cNvPr id="4" name="Picture 3" descr="A grid of sudoku puzzle&#10;&#10;Description automatically generated">
            <a:extLst>
              <a:ext uri="{FF2B5EF4-FFF2-40B4-BE49-F238E27FC236}">
                <a16:creationId xmlns:a16="http://schemas.microsoft.com/office/drawing/2014/main" id="{15F902B9-9646-46A2-BB41-108953123D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207F28-9E15-E0E0-9A51-5B0CA258244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EA2E5AB-0397-758D-CD5A-58E1C5C18E9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444B274-E8F5-A6B1-4954-086F72BF181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17B1E17-C423-382F-105C-2C819BFD5029}"/>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3DDFB41-D2F4-79E4-02B3-95F30C4620A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7DD7F12-536E-443B-85D9-CC6DF8AF57F2}"/>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40E67609-C5C2-0268-6055-3FC18934959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5AD0FACF-F5EA-B7FA-C8F9-0ABECD5E8C25}"/>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A1475C33-4CAB-5D88-1416-35AF57E54A7C}"/>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A648EDFE-892C-79CA-9EF0-98E93756D03D}"/>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AD861F1B-8AEC-7246-9A06-0CC4A696E2D2}"/>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4066BD7-91B5-B67E-AC3E-2E61246BC48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CE29F0E-51D5-DB7B-9DD0-73129165EB5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F0EC3240-A354-E609-B64E-A5777C46180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1231298-9097-6DB1-6129-806796EFAD02}"/>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BA7821D4-645E-64D1-36E5-B11AFA3C74E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271FC39-264C-249F-67CF-F64130F55C6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941043C-8502-3CF6-685D-0892C9DBFBA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892CF10-9348-9954-8C10-DFE8A332B17A}"/>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F9DD62F1-3587-9991-0614-45B57D4108E3}"/>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E83E0C10-47A3-C711-DE43-AE97223EAD4B}"/>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AFF7A3CD-1FC9-5DB6-94CA-DA0BE3E7B5B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6E76D55E-4D8E-98F0-25B9-481E697E3DE5}"/>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5A138266-E1F2-47EF-5C9E-C8C34B495E96}"/>
              </a:ext>
            </a:extLst>
          </p:cNvPr>
          <p:cNvSpPr txBox="1"/>
          <p:nvPr/>
        </p:nvSpPr>
        <p:spPr>
          <a:xfrm>
            <a:off x="5650090" y="4909484"/>
            <a:ext cx="570089" cy="230832"/>
          </a:xfrm>
          <a:prstGeom prst="rect">
            <a:avLst/>
          </a:prstGeom>
          <a:noFill/>
        </p:spPr>
        <p:txBody>
          <a:bodyPr wrap="square" rtlCol="0">
            <a:spAutoFit/>
          </a:bodyPr>
          <a:lstStyle/>
          <a:p>
            <a:pPr algn="ctr"/>
            <a:r>
              <a:rPr lang="en-US" sz="900" dirty="0"/>
              <a:t>46789</a:t>
            </a:r>
          </a:p>
        </p:txBody>
      </p:sp>
      <p:sp>
        <p:nvSpPr>
          <p:cNvPr id="28" name="TextBox 27">
            <a:extLst>
              <a:ext uri="{FF2B5EF4-FFF2-40B4-BE49-F238E27FC236}">
                <a16:creationId xmlns:a16="http://schemas.microsoft.com/office/drawing/2014/main" id="{C89BAC3B-A9EC-4EB8-17FA-1BE9F2D79303}"/>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E824FA99-6533-8B2D-E0D3-24E0D908B83A}"/>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30" name="TextBox 29">
            <a:extLst>
              <a:ext uri="{FF2B5EF4-FFF2-40B4-BE49-F238E27FC236}">
                <a16:creationId xmlns:a16="http://schemas.microsoft.com/office/drawing/2014/main" id="{BB1D902F-D295-63E8-1DC9-F811CD69356F}"/>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D1635043-ACBC-4717-8CF2-E8173D96100A}"/>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D80DB706-DF70-5E20-19E6-5A08A24ECD33}"/>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209A2BD-E4CB-B8F6-A7C0-0B0C65BC4B51}"/>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5D450C68-892E-74B2-E46C-30387FB1929D}"/>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606950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B2F95-B1F3-9345-6111-FA83480A99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7E2E4F-6A0A-9FCE-FCB7-61DDA5B0C07F}"/>
              </a:ext>
            </a:extLst>
          </p:cNvPr>
          <p:cNvSpPr>
            <a:spLocks noGrp="1"/>
          </p:cNvSpPr>
          <p:nvPr>
            <p:ph sz="half" idx="1"/>
          </p:nvPr>
        </p:nvSpPr>
        <p:spPr/>
        <p:txBody>
          <a:bodyPr>
            <a:normAutofit/>
          </a:bodyPr>
          <a:lstStyle/>
          <a:p>
            <a:r>
              <a:rPr lang="en-US" dirty="0"/>
              <a:t>In the bottom center block, 2 is in Column 5. In the top right block, 2 is in Row 2. So, this is the last possible 2 in the top center block.</a:t>
            </a:r>
          </a:p>
        </p:txBody>
      </p:sp>
      <p:pic>
        <p:nvPicPr>
          <p:cNvPr id="4" name="Picture 3" descr="A grid of sudoku puzzle&#10;&#10;Description automatically generated">
            <a:extLst>
              <a:ext uri="{FF2B5EF4-FFF2-40B4-BE49-F238E27FC236}">
                <a16:creationId xmlns:a16="http://schemas.microsoft.com/office/drawing/2014/main" id="{0E7DCC4A-87E0-6183-30B1-79A02C043EB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F394F7D-1267-1293-78D7-2F5DB8419C8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4FAB2FF-A055-6B7B-54ED-F30AEDBE470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0332ED8-0C61-D77B-2D90-83FC240E81E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CAC8B1-E597-CED4-324F-1EACADBE5EFF}"/>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72153A2-4509-1F41-0E48-6FED6DAE14E9}"/>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801C154E-E80A-6C7D-2AAE-1B4D4D206883}"/>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0E313C7A-A076-8198-0901-2D801E6D4035}"/>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CBC72558-3822-F4D6-2A3D-71924AFBC695}"/>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C05A991C-0402-B254-19AD-23C8A3DB6402}"/>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5F0196FA-69D7-5059-415C-9D2643BB53D2}"/>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ABAE8991-17F5-9A5C-94E3-C7B29108380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B37C8A4-B86D-7A3D-92C7-544213933B6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72F6AB22-9CC3-6B04-AE34-47EDE83E2C16}"/>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91C6D800-BBB3-CD8C-7897-BCCEE57539D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9102F33-E863-7107-5346-00FA3D7A6CC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F91D4C0-8AB9-2190-672C-24652B4B3CF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88C4E5D-961F-A2B1-D9D0-BF1D7956D353}"/>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676ED66-4F13-8123-41AE-1D2FB9B21F7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D149739-1231-3651-A828-E8FA29085C2A}"/>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EE8DA45F-7441-5403-A845-175426484262}"/>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74ED027C-ADAE-0362-A359-5332D8CF29EB}"/>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3783D6EB-50B8-2C9A-4258-3D20DAB777A3}"/>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56415A26-FA85-3BE8-1E67-11780212DEB3}"/>
              </a:ext>
            </a:extLst>
          </p:cNvPr>
          <p:cNvSpPr txBox="1"/>
          <p:nvPr/>
        </p:nvSpPr>
        <p:spPr>
          <a:xfrm>
            <a:off x="7157158" y="2905709"/>
            <a:ext cx="570089" cy="230832"/>
          </a:xfrm>
          <a:prstGeom prst="rect">
            <a:avLst/>
          </a:prstGeom>
          <a:noFill/>
        </p:spPr>
        <p:txBody>
          <a:bodyPr wrap="square" rtlCol="0">
            <a:spAutoFit/>
          </a:bodyPr>
          <a:lstStyle/>
          <a:p>
            <a:pPr algn="ctr"/>
            <a:r>
              <a:rPr lang="en-US" sz="900" dirty="0"/>
              <a:t>456789</a:t>
            </a:r>
          </a:p>
        </p:txBody>
      </p:sp>
      <p:sp>
        <p:nvSpPr>
          <p:cNvPr id="27" name="TextBox 26">
            <a:extLst>
              <a:ext uri="{FF2B5EF4-FFF2-40B4-BE49-F238E27FC236}">
                <a16:creationId xmlns:a16="http://schemas.microsoft.com/office/drawing/2014/main" id="{344796AC-FF59-A45E-66C4-F1C2EFA1D146}"/>
              </a:ext>
            </a:extLst>
          </p:cNvPr>
          <p:cNvSpPr txBox="1"/>
          <p:nvPr/>
        </p:nvSpPr>
        <p:spPr>
          <a:xfrm>
            <a:off x="5650090" y="4909484"/>
            <a:ext cx="570089" cy="230832"/>
          </a:xfrm>
          <a:prstGeom prst="rect">
            <a:avLst/>
          </a:prstGeom>
          <a:noFill/>
        </p:spPr>
        <p:txBody>
          <a:bodyPr wrap="square" rtlCol="0">
            <a:spAutoFit/>
          </a:bodyPr>
          <a:lstStyle/>
          <a:p>
            <a:pPr algn="ctr"/>
            <a:r>
              <a:rPr lang="en-US" sz="900" dirty="0"/>
              <a:t>46789</a:t>
            </a:r>
          </a:p>
        </p:txBody>
      </p:sp>
      <p:sp>
        <p:nvSpPr>
          <p:cNvPr id="28" name="TextBox 27">
            <a:extLst>
              <a:ext uri="{FF2B5EF4-FFF2-40B4-BE49-F238E27FC236}">
                <a16:creationId xmlns:a16="http://schemas.microsoft.com/office/drawing/2014/main" id="{39E1D2E3-74B9-798C-21DB-84CD6DA484C2}"/>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6024E59A-C180-233D-270E-BAB1E65127A9}"/>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30" name="TextBox 29">
            <a:extLst>
              <a:ext uri="{FF2B5EF4-FFF2-40B4-BE49-F238E27FC236}">
                <a16:creationId xmlns:a16="http://schemas.microsoft.com/office/drawing/2014/main" id="{540F7D7F-08B3-1B60-DD15-D37A81B2EE68}"/>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D9E0FC45-26C8-4D2D-0107-8D3DA9B9F1DD}"/>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DF857DD-C31D-E370-CFC5-38B5B4CFCB8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C568B6A-5B27-FA74-A3DD-6ACEC3DC584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E30CC54-BD38-F2C9-1F8C-4FFCA2F5914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9318855-70AA-D496-A57B-C6C9F7A5840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570346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26543-445E-2EF8-0115-E322F6731C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089627-3837-E30E-3131-4ED76AA71D0A}"/>
              </a:ext>
            </a:extLst>
          </p:cNvPr>
          <p:cNvSpPr>
            <a:spLocks noGrp="1"/>
          </p:cNvSpPr>
          <p:nvPr>
            <p:ph sz="half" idx="1"/>
          </p:nvPr>
        </p:nvSpPr>
        <p:spPr/>
        <p:txBody>
          <a:bodyPr>
            <a:normAutofit/>
          </a:bodyPr>
          <a:lstStyle/>
          <a:p>
            <a:r>
              <a:rPr lang="en-US" dirty="0"/>
              <a:t>The minimal </a:t>
            </a:r>
            <a:r>
              <a:rPr lang="en-US" dirty="0" err="1"/>
              <a:t>adjacents</a:t>
            </a:r>
            <a:r>
              <a:rPr lang="en-US" dirty="0"/>
              <a:t> for these grey cells are now 124.</a:t>
            </a:r>
          </a:p>
        </p:txBody>
      </p:sp>
      <p:pic>
        <p:nvPicPr>
          <p:cNvPr id="4" name="Picture 3" descr="A grid of sudoku puzzle&#10;&#10;Description automatically generated">
            <a:extLst>
              <a:ext uri="{FF2B5EF4-FFF2-40B4-BE49-F238E27FC236}">
                <a16:creationId xmlns:a16="http://schemas.microsoft.com/office/drawing/2014/main" id="{A45949F3-26F1-9C6F-7296-8F766B498A7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E6564D9-9942-BFE5-CE8C-45BBE06D377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AFEF2EC-0D41-E3EC-321A-D76FBF2492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54AA74D-14D7-10FC-3CF2-DF2667BEAD8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33ACBAD-C7F6-24CC-61E3-B0A401E85F7D}"/>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FD3E014-D587-082C-17A5-2762D748CAFB}"/>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5D68965-5CED-0B91-9806-245A16BDD9A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9E350F00-42A3-2652-271F-D98CBCAE3CA4}"/>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B3F610A8-E531-5F76-0C5A-6C7B7BD36DDF}"/>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0FCE0AEE-0120-8128-6423-009D5AC189D8}"/>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23DE2A50-9E8C-E4B9-CC75-9B251BC38CC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DAFDC60B-44E5-0AD2-2917-DC6CFEE4A3D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AAEE290-27CD-00CA-9D95-4019D7F928A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764556EB-11FA-8354-8556-773A8A94522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1D842306-D84A-7F83-0745-83C0AD066789}"/>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753EFF0-B705-B2F5-8E7F-03DC6B4D7B65}"/>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523F0F40-3226-C352-7C8D-29032391FD9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D488FCC-9F3B-653F-6BBA-10C96BC2C5E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D4E4DB89-E32C-7ABB-C997-348D2678F07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D3C308C-B317-4A30-8580-2E9FB7657A62}"/>
              </a:ext>
            </a:extLst>
          </p:cNvPr>
          <p:cNvSpPr txBox="1"/>
          <p:nvPr/>
        </p:nvSpPr>
        <p:spPr>
          <a:xfrm>
            <a:off x="5147734" y="1402877"/>
            <a:ext cx="570089" cy="230832"/>
          </a:xfrm>
          <a:prstGeom prst="rect">
            <a:avLst/>
          </a:prstGeom>
          <a:noFill/>
        </p:spPr>
        <p:txBody>
          <a:bodyPr wrap="square" rtlCol="0">
            <a:spAutoFit/>
          </a:bodyPr>
          <a:lstStyle/>
          <a:p>
            <a:pPr algn="ctr"/>
            <a:r>
              <a:rPr lang="en-US" sz="900" dirty="0"/>
              <a:t>6789</a:t>
            </a:r>
          </a:p>
        </p:txBody>
      </p:sp>
      <p:sp>
        <p:nvSpPr>
          <p:cNvPr id="23" name="TextBox 22">
            <a:extLst>
              <a:ext uri="{FF2B5EF4-FFF2-40B4-BE49-F238E27FC236}">
                <a16:creationId xmlns:a16="http://schemas.microsoft.com/office/drawing/2014/main" id="{0D8FA0B3-0E9C-427E-4C70-A7DCCF8AC83E}"/>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AA3E004F-D2FD-4517-29A2-4C7699153A9D}"/>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C20EDE70-8827-BAE8-FC4C-6A117B76C132}"/>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4B234BD7-42F7-10CB-6153-5BA6786A7B85}"/>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4F948456-4C3B-5F57-E190-79258C73763C}"/>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B821EAD6-E020-B069-F8C5-CFA66ABE73E1}"/>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6161B5B7-14D8-6545-C25A-44F88B5F8F45}"/>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4487C18F-387F-8F7D-4561-A79B515E67CB}"/>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0DB25239-48D3-45DB-B109-4AA3EC9EB36F}"/>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3C0F269E-A022-63A6-CB73-57BEFD8E82E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CE2C3E6-13E5-4B3B-CE57-E42EEF4AE5C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3513447-BDE3-EFFD-6FD7-CFA8751DAD30}"/>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37182C6-955F-6BF0-BB9D-902AFDED5A7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032015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0BC5F-3100-3EA0-95DE-BFE9389206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189398-CD3B-2E86-9FD5-67A00E223548}"/>
              </a:ext>
            </a:extLst>
          </p:cNvPr>
          <p:cNvSpPr>
            <a:spLocks noGrp="1"/>
          </p:cNvSpPr>
          <p:nvPr>
            <p:ph sz="half" idx="1"/>
          </p:nvPr>
        </p:nvSpPr>
        <p:spPr/>
        <p:txBody>
          <a:bodyPr>
            <a:normAutofit/>
          </a:bodyPr>
          <a:lstStyle/>
          <a:p>
            <a:r>
              <a:rPr lang="en-US" dirty="0"/>
              <a:t>The minimal </a:t>
            </a:r>
            <a:r>
              <a:rPr lang="en-US" dirty="0" err="1"/>
              <a:t>adjacents</a:t>
            </a:r>
            <a:r>
              <a:rPr lang="en-US" dirty="0"/>
              <a:t> for this grey cell are now 3456.</a:t>
            </a:r>
          </a:p>
        </p:txBody>
      </p:sp>
      <p:pic>
        <p:nvPicPr>
          <p:cNvPr id="4" name="Picture 3" descr="A grid of sudoku puzzle&#10;&#10;Description automatically generated">
            <a:extLst>
              <a:ext uri="{FF2B5EF4-FFF2-40B4-BE49-F238E27FC236}">
                <a16:creationId xmlns:a16="http://schemas.microsoft.com/office/drawing/2014/main" id="{6E1B845A-F676-A3BF-8C35-F31A65E055C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1AC5A2-111B-BBEA-A8C4-71431DE4EE0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77BFAD-5A94-438C-0280-37B401896AE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0D74B5B-D88D-EFAD-90DC-496093D147B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21E0D43-755E-6F86-B9D2-8734C04854B9}"/>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2F76B9D-3134-F4D8-25B8-371B7E26DC19}"/>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64AC213C-405D-2179-6042-EEEFADC12316}"/>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B2E0F949-B988-F292-BC11-5C48F644A947}"/>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00188C02-27A1-8823-C6CE-02294D43E319}"/>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E9569F0C-DD75-28D8-26C8-17CBA144ED58}"/>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13" name="TextBox 12">
            <a:extLst>
              <a:ext uri="{FF2B5EF4-FFF2-40B4-BE49-F238E27FC236}">
                <a16:creationId xmlns:a16="http://schemas.microsoft.com/office/drawing/2014/main" id="{2CF047D0-FE9A-F9A9-C72A-B004A3BCA2E7}"/>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2208F852-1101-197B-332E-61D706D565A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3BA65E5-2AE7-7444-6021-13255FCFEFB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32BF3077-905E-EFF4-C2AF-9A14656B2C7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DAE7161B-10C4-229E-1DD4-854A93269314}"/>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C47A366F-AD95-013F-900B-21553060B97D}"/>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2E947DD-1DCC-5501-416D-EC284A69614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5869977-751E-E5A3-7669-F3BEB3D389D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E576EF4-F36F-62ED-ACA7-012B5FF40F8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D9F1D53-9E26-20E9-B5E4-65AEBBE286DD}"/>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5044CBB2-C65E-D6F4-3BD0-AC37B378D0DF}"/>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2E1EE091-5D1B-F8F9-446D-279BB2E7F008}"/>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9F9D5347-E27E-A541-FE5F-C9F805EE1A79}"/>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4FB5E3C3-88F7-8B25-EE92-D6F791B5C054}"/>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17B43AA7-E04D-8862-7988-EBAD51C017F7}"/>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ECE61F29-BBCF-3149-D3C7-15EFF0F63938}"/>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D03A41DF-0647-6A99-57F8-072051A93288}"/>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19694C14-B941-7F42-16FB-67E0435E7BFB}"/>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50A2E46E-E442-1030-BCCC-09CCC9A0EE55}"/>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C8715008-64CC-FA9B-B220-8F2F3DCF9D1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637C20C-AB2F-3BFF-A2E5-8CF3D640E0F0}"/>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6E3F759-4468-C999-2CD4-F5642B1B88A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3C8BC7F2-8A24-95E1-4B24-13CFBB6A02CD}"/>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056856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F8E1-7515-9698-192E-7B26F125DA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0B6A74-1734-38EA-4195-25DB532C5EEC}"/>
              </a:ext>
            </a:extLst>
          </p:cNvPr>
          <p:cNvSpPr>
            <a:spLocks noGrp="1"/>
          </p:cNvSpPr>
          <p:nvPr>
            <p:ph sz="half" idx="1"/>
          </p:nvPr>
        </p:nvSpPr>
        <p:spPr/>
        <p:txBody>
          <a:bodyPr>
            <a:normAutofit/>
          </a:bodyPr>
          <a:lstStyle/>
          <a:p>
            <a:r>
              <a:rPr lang="en-US" dirty="0"/>
              <a:t>The minimal </a:t>
            </a:r>
            <a:r>
              <a:rPr lang="en-US" dirty="0" err="1"/>
              <a:t>adjacents</a:t>
            </a:r>
            <a:r>
              <a:rPr lang="en-US" dirty="0"/>
              <a:t> for this grey cell are now 235.</a:t>
            </a:r>
          </a:p>
        </p:txBody>
      </p:sp>
      <p:pic>
        <p:nvPicPr>
          <p:cNvPr id="4" name="Picture 3" descr="A grid of sudoku puzzle&#10;&#10;Description automatically generated">
            <a:extLst>
              <a:ext uri="{FF2B5EF4-FFF2-40B4-BE49-F238E27FC236}">
                <a16:creationId xmlns:a16="http://schemas.microsoft.com/office/drawing/2014/main" id="{EBFE08C3-A05B-ABCF-C305-AD63D81431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2C1EECA-A94B-6A14-61E8-0712364856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D4E22A-0CE3-FD84-1679-26D9EE7D271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4FC8434-407B-06FC-0560-65451E0E7C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E3F369B-9646-8B36-4973-4904007ED2E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7428AF1-876B-E34E-9841-37846AD01F35}"/>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BE96A85F-18F2-4054-A192-A4BBA3905B22}"/>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5C272BD9-DE0C-2C6E-9332-D3EE6659DDE3}"/>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731AA6C0-F999-7532-B86D-C7F4172CAC19}"/>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7FABF799-CB00-9A05-F104-246FFA47B387}"/>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FB45422B-59A8-E993-4F82-B8412F19AC61}"/>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7C501FFF-BFBA-5C35-A4CB-349ADDB7695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05CDA56-5584-F8D8-5D6D-F30B3147244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B8F8E033-90B7-EE7D-AFDD-078A1323DFA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48F32995-42BC-8FDF-4D5F-B235B60D3888}"/>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CA5D1EE-3DE1-D3BC-5D62-32B8A72E1890}"/>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A6CE6EE-5813-AD1B-58D8-ECF5B4274FE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0087EFF-ED5B-0E51-836F-CB61344793AE}"/>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6F48A4AC-A0BC-19C4-83E2-03EDC6447EE0}"/>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DFE6E0B-1359-9264-A3A4-E699636CC6B9}"/>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13E3D21E-0099-8CE9-D62A-316B982FD5D0}"/>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5FF28F2E-2F6F-AC13-4196-190BF8B4A6C9}"/>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545F4806-36E5-0FBB-2158-501C74E3DE75}"/>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D9B78810-8F98-5712-6E13-FC36E2FF612B}"/>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471B5AEF-1A87-2D28-B0EE-B876F41AF390}"/>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C9044B0C-7951-0C66-7F3B-2C4AF3304BDC}"/>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1325DB48-0EE1-6321-D575-2A6B33A0A3C5}"/>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726FD92A-3162-CD9F-3E98-6866ADD19062}"/>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370D2E73-0714-2677-F7A6-B67AAABE0754}"/>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4E852D6-6AEF-70B8-C8B0-659D1432182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D9757A1-DC15-3B58-E51B-D2894B383256}"/>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902FCFE4-CB6F-00D1-83D7-8077A3E389C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550C6410-E620-D26F-EEAA-6665D98BAED6}"/>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300117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C3E8F-6ACE-DE36-AF45-4DCD55B2EC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68A546-D420-1E84-C136-EAAB8D283264}"/>
              </a:ext>
            </a:extLst>
          </p:cNvPr>
          <p:cNvSpPr>
            <a:spLocks noGrp="1"/>
          </p:cNvSpPr>
          <p:nvPr>
            <p:ph sz="half" idx="1"/>
          </p:nvPr>
        </p:nvSpPr>
        <p:spPr/>
        <p:txBody>
          <a:bodyPr>
            <a:normAutofit/>
          </a:bodyPr>
          <a:lstStyle/>
          <a:p>
            <a:r>
              <a:rPr lang="en-US" dirty="0"/>
              <a:t>The minimal </a:t>
            </a:r>
            <a:r>
              <a:rPr lang="en-US" dirty="0" err="1"/>
              <a:t>adjacents</a:t>
            </a:r>
            <a:r>
              <a:rPr lang="en-US" dirty="0"/>
              <a:t> for this grey cell are now 135.</a:t>
            </a:r>
          </a:p>
        </p:txBody>
      </p:sp>
      <p:pic>
        <p:nvPicPr>
          <p:cNvPr id="4" name="Picture 3" descr="A grid of sudoku puzzle&#10;&#10;Description automatically generated">
            <a:extLst>
              <a:ext uri="{FF2B5EF4-FFF2-40B4-BE49-F238E27FC236}">
                <a16:creationId xmlns:a16="http://schemas.microsoft.com/office/drawing/2014/main" id="{78B42334-8C0F-F743-B0D8-0AE7B412B2B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B141196-D95A-FD36-B320-539A32DAA0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C4667AF-BBC9-2A96-F64A-1868D415673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455BA32-6C0C-E0A7-BC3D-E1D842F1BD1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E2CD1CA-9533-8AFC-5BA4-A440261661F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CC08DBA-4ACB-6847-EFEF-D3321A0F34C9}"/>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D0FAB05-8451-9C25-DAD0-5ACA121DFA04}"/>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5FADEC13-EBFB-0432-81DD-34B3F74B3A3D}"/>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3934F2F-1EFC-0C99-678D-10879DA2DE67}"/>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DA1FC95A-D6F2-64B7-D215-80DC26B5D8F0}"/>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11A141A2-2624-8914-7F49-832BCB8FC0FB}"/>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1E52CB43-6583-FEC0-819C-623EAC77C4A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820DB75-AAE8-F7D5-FD82-72CC0BA1A2D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AD924988-C518-4D73-7145-A6A910A0B7D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117468FD-DA8F-DEC6-92C4-CEE73BE1D2A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AECEA652-05C1-0342-3878-29B0FE2C168E}"/>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7EFCAB4-0678-F3BC-23DE-B156BE7D1C2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1EB9A50-1CC5-AEA0-EF92-A1696F6EDD61}"/>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632B22B0-8F1E-CFAC-D9E7-BF7364454C11}"/>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88C1D19-31FF-A1BB-64B9-091D17773E04}"/>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F1E93893-1E32-E457-3BFC-8997E138249F}"/>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B2BB15D1-90AA-B385-C0B7-3A5776442B8B}"/>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76720AF4-F670-21E5-C369-2A692E863523}"/>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AA6D32DD-2D92-46DE-1B91-9AD2D313AF30}"/>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BE376F35-29F9-07D1-B165-7F6DBD16AABD}"/>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ED2622B4-C66C-2C52-6B29-A0EEDA918379}"/>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267A212E-E0E3-4CBD-D5C2-BF7F06FB52F8}"/>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6C66E6BB-D9E7-F5FD-B50D-4594956A6205}"/>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FA185FF7-EA80-6745-B387-32C78869154E}"/>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B402F68F-E4C7-05C7-921E-0D859ACE985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715C13B-7BBC-D069-5727-04A17FA6159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B5D75F29-B615-269A-EF0C-CC8D91EDFBD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3273D7D8-E58C-7BD7-1064-82A80907D11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538290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7A184-E308-CD75-B511-9473C0B8137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3EFF03-17D8-72C4-3C24-E00B05E6DBBD}"/>
              </a:ext>
            </a:extLst>
          </p:cNvPr>
          <p:cNvSpPr>
            <a:spLocks noGrp="1"/>
          </p:cNvSpPr>
          <p:nvPr>
            <p:ph sz="half" idx="1"/>
          </p:nvPr>
        </p:nvSpPr>
        <p:spPr/>
        <p:txBody>
          <a:bodyPr>
            <a:normAutofit/>
          </a:bodyPr>
          <a:lstStyle/>
          <a:p>
            <a:r>
              <a:rPr lang="en-US" dirty="0"/>
              <a:t>The minimal adjacent for these grey cell are now 5. (White cells adjacent to grey cells can’t be 9.)</a:t>
            </a:r>
          </a:p>
        </p:txBody>
      </p:sp>
      <p:pic>
        <p:nvPicPr>
          <p:cNvPr id="4" name="Picture 3" descr="A grid of sudoku puzzle&#10;&#10;Description automatically generated">
            <a:extLst>
              <a:ext uri="{FF2B5EF4-FFF2-40B4-BE49-F238E27FC236}">
                <a16:creationId xmlns:a16="http://schemas.microsoft.com/office/drawing/2014/main" id="{BC3BF8E4-D680-CAC1-E087-8C589CD530E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3D2F489-607B-81D9-76BA-CABDB836116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327DDFF-EC10-58C2-A602-657BBE748CE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89C9B2D-9DED-B2D8-3320-17BDBEBF81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9F0E90A-47CE-A690-7E0B-887B382FA646}"/>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B27B55B-BA44-1AA3-2D3F-216103FD9475}"/>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7B4DB3C7-C4EE-8841-0125-3AD9F021BAF5}"/>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60DF139F-D6CB-A3CA-E535-DC0279A75AA9}"/>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38AC582-B040-DAEE-4B5A-48F558111500}"/>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07A9F449-7929-76CF-7C00-C34FBF795C50}"/>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9C1963E1-A286-0509-E6E6-28200729F4B1}"/>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B81342CC-BD18-22D6-1DDB-32322A129F6F}"/>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2DB5E19-3CA9-02D9-F2CD-AE542A06EDE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203DDA64-C2B5-4D52-8377-F8B12FC8EFF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1ECCA75F-47F8-CAD0-04ED-17DD4AAFC1AA}"/>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B19400A8-5E93-DA16-C4C0-17FE9EA5DFCB}"/>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ED38B3C-7E34-EA02-592E-6F292C58E39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ED16883-0E80-4313-69C4-6E8350469784}"/>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42C01FE-4CED-4F39-FA95-1548A3F112F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237BA92-A3E4-CE4B-5DBF-B37FC054EBB9}"/>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2648E738-26EC-B0E5-D517-0E366B65A600}"/>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F125F7EB-E54E-A0D5-A367-A58D937DCAF6}"/>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4A3E3B68-DEF2-E4DB-90A9-A612B14CA08E}"/>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6FD96087-2CDA-6ABD-4F29-BE13F714FB00}"/>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723779CC-1160-8624-4231-9191AD01C0CB}"/>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ADBF9A2C-E610-6886-0674-EFA75FD74F39}"/>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AFE1EC69-C78A-466E-C412-2613A5B97B8A}"/>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6A610BFA-A086-CA1F-3B36-91C4CA3D0DD8}"/>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2A3BA8FE-710F-A740-808F-4D84F50A076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749025C-5BCE-632C-C0DB-33ECA41E6BC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9187571-1A2C-66A9-71C9-9415D5915A3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B6CA83F9-87E8-B309-4443-3B0D7A9FC660}"/>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90103CB-DD04-ACE7-1329-233FA183CBA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4B27D0B-184E-1E4C-DF00-1675B89B63C8}"/>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DE5653BA-C200-B4AE-31DD-AE210A51D1DB}"/>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EDD81B89-6D1C-6D5E-DC52-CCCF1DC971C0}"/>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2AC48DEA-ECB5-7B9D-6CCD-C764D49CE100}"/>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DD393A74-99E6-2A3B-809E-CD33789590A7}"/>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Tree>
    <p:extLst>
      <p:ext uri="{BB962C8B-B14F-4D97-AF65-F5344CB8AC3E}">
        <p14:creationId xmlns:p14="http://schemas.microsoft.com/office/powerpoint/2010/main" val="1974896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F74BE-05D7-4375-BEB7-04F0B857FB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D6DFAB-5F76-FEC1-782B-1C252EBF40CB}"/>
              </a:ext>
            </a:extLst>
          </p:cNvPr>
          <p:cNvSpPr>
            <a:spLocks noGrp="1"/>
          </p:cNvSpPr>
          <p:nvPr>
            <p:ph sz="half" idx="1"/>
          </p:nvPr>
        </p:nvSpPr>
        <p:spPr/>
        <p:txBody>
          <a:bodyPr>
            <a:normAutofit/>
          </a:bodyPr>
          <a:lstStyle/>
          <a:p>
            <a:r>
              <a:rPr lang="en-US" dirty="0"/>
              <a:t>Complete upper left block.</a:t>
            </a:r>
          </a:p>
        </p:txBody>
      </p:sp>
      <p:pic>
        <p:nvPicPr>
          <p:cNvPr id="4" name="Picture 3" descr="A grid of sudoku puzzle&#10;&#10;Description automatically generated">
            <a:extLst>
              <a:ext uri="{FF2B5EF4-FFF2-40B4-BE49-F238E27FC236}">
                <a16:creationId xmlns:a16="http://schemas.microsoft.com/office/drawing/2014/main" id="{DC77579B-8AA5-743B-520E-1132910682C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D00746-086A-6D5F-64B4-D85917C9ABE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397E671-7A11-B490-EC33-37137DFF7E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8E6847E-D9DE-1408-7AF6-46925E45050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94384C7-D10C-EBB9-E151-6A5543B527E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9E863C3-184E-A923-A6FB-5979B329228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BF6692B3-9A09-3C3A-4512-1ECC225D412C}"/>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1B21FBA4-0F91-E21F-F0CD-94B5E4A1430E}"/>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2107C99E-2FC8-1EB4-22F4-CCF5B6F1F46E}"/>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9BC55ED6-6082-2303-72A7-857728CB9B88}"/>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B781F7B0-DED7-2FE9-80CC-0723E80495CB}"/>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4F667C8F-4F93-69DE-2BA3-09D6538CFE3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F28F709-401B-68E9-248E-BFD86C37866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EA0ED8D9-1CF0-78B8-D9B1-60802BC58F2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D9ECF1B0-6D1C-3318-0D31-26A126700A0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A6AEC8F5-C932-71EE-095D-723085BEE75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F9F4EBC-B573-A709-AC07-4C8AB378506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ABE55D5-5A5F-236A-3CD8-41C42B94392D}"/>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49E8C39-8A87-115E-2077-B6B75BCB7B01}"/>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7B90533-6990-9465-C141-E0FA76FFFBC1}"/>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ADCE6DC7-6990-4EDC-B51E-ED7659807087}"/>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626CF791-3D87-C153-D571-D5A8E3CC2296}"/>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632DE3A8-E742-DD57-B7BF-26C9DB40536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79A6601B-08B6-B96C-4BB4-1CCC861E5565}"/>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894BD7CE-F524-ED3C-94FB-6DD016A1ECB0}"/>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EFB9D795-703E-C3D5-A41D-6E49428F23D5}"/>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4A998068-D9E5-B574-C825-C27B9368D04D}"/>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ADDADB92-CF9D-ED47-E0E4-E2BFF9EFBF18}"/>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1571B618-A9DB-0FA1-7422-014A2D8EB865}"/>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4A8104A-8838-0922-57E6-732747B0A54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1812CD0-297D-388B-E08F-791B0FE24566}"/>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A75FD075-C08D-01C4-0767-3E6C3BE5BE5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F63E2F0-44CC-68D8-85EB-2AEE5552DF1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0B3CFF1-7CBD-EA29-3BE9-97DE44EC482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4AB81DA5-7589-A334-D0DF-2396FBD53F4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62800BB4-FFD4-5B5A-6422-6B1BC3FE4859}"/>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8FB40D9C-1734-99D8-EB9D-B21842A1F35E}"/>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42199F1D-E818-2E0B-6EC1-7950AB07941B}"/>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1" name="TextBox 40">
            <a:extLst>
              <a:ext uri="{FF2B5EF4-FFF2-40B4-BE49-F238E27FC236}">
                <a16:creationId xmlns:a16="http://schemas.microsoft.com/office/drawing/2014/main" id="{1FCD0403-0B08-15F6-D8E7-E18DC3EF58B8}"/>
              </a:ext>
            </a:extLst>
          </p:cNvPr>
          <p:cNvSpPr txBox="1"/>
          <p:nvPr/>
        </p:nvSpPr>
        <p:spPr>
          <a:xfrm>
            <a:off x="4143022" y="901933"/>
            <a:ext cx="570089" cy="230832"/>
          </a:xfrm>
          <a:prstGeom prst="rect">
            <a:avLst/>
          </a:prstGeom>
          <a:noFill/>
        </p:spPr>
        <p:txBody>
          <a:bodyPr wrap="square" rtlCol="0">
            <a:spAutoFit/>
          </a:bodyPr>
          <a:lstStyle/>
          <a:p>
            <a:pPr algn="ctr"/>
            <a:r>
              <a:rPr lang="en-US" sz="900" dirty="0"/>
              <a:t>3678</a:t>
            </a:r>
          </a:p>
        </p:txBody>
      </p:sp>
      <p:sp>
        <p:nvSpPr>
          <p:cNvPr id="42" name="TextBox 41">
            <a:extLst>
              <a:ext uri="{FF2B5EF4-FFF2-40B4-BE49-F238E27FC236}">
                <a16:creationId xmlns:a16="http://schemas.microsoft.com/office/drawing/2014/main" id="{78B7434C-8E90-12A6-3481-275A8491956E}"/>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3" name="TextBox 42">
            <a:extLst>
              <a:ext uri="{FF2B5EF4-FFF2-40B4-BE49-F238E27FC236}">
                <a16:creationId xmlns:a16="http://schemas.microsoft.com/office/drawing/2014/main" id="{AFB770E7-4E22-6B58-0A93-15CEBA4DE057}"/>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Tree>
    <p:extLst>
      <p:ext uri="{BB962C8B-B14F-4D97-AF65-F5344CB8AC3E}">
        <p14:creationId xmlns:p14="http://schemas.microsoft.com/office/powerpoint/2010/main" val="2923939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34DC7-E341-C19C-942F-8A4500D94D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F503F1-954C-F153-1604-DCC6EC5AB5A8}"/>
              </a:ext>
            </a:extLst>
          </p:cNvPr>
          <p:cNvSpPr>
            <a:spLocks noGrp="1"/>
          </p:cNvSpPr>
          <p:nvPr>
            <p:ph sz="half" idx="1"/>
          </p:nvPr>
        </p:nvSpPr>
        <p:spPr/>
        <p:txBody>
          <a:bodyPr>
            <a:normAutofit/>
          </a:bodyPr>
          <a:lstStyle/>
          <a:p>
            <a:r>
              <a:rPr lang="en-US" dirty="0"/>
              <a:t>The minimal adjacent for this grey cell is now 6.</a:t>
            </a:r>
          </a:p>
        </p:txBody>
      </p:sp>
      <p:pic>
        <p:nvPicPr>
          <p:cNvPr id="4" name="Picture 3" descr="A grid of sudoku puzzle&#10;&#10;Description automatically generated">
            <a:extLst>
              <a:ext uri="{FF2B5EF4-FFF2-40B4-BE49-F238E27FC236}">
                <a16:creationId xmlns:a16="http://schemas.microsoft.com/office/drawing/2014/main" id="{D384FFA0-6BCE-B85F-68A3-8D0A3DA7385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D888323-50E0-4BFD-4AEE-AED2EBC8924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AE9BF9-870D-C106-F53B-91A005DD9CC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8612349-D004-899A-E7D7-324C8038CDA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23FB8A5-9E74-FD70-83CE-17B236EC1AE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9E258B5-BC9B-E045-CE93-B46CC353DE24}"/>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B27CBFE8-5C33-A246-3531-8ECAF61A1142}"/>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D66A5B5C-BDF0-DFAE-2FD3-35DD1A35292B}"/>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66E5E4BC-558C-EC05-2D2E-4A638E789C30}"/>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4B10BE99-B8C9-47A3-33C1-FB835522F876}"/>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DFD7E3C5-BEDB-B12D-D8A7-4F312E31072C}"/>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929FC133-B293-4D6C-13AD-6056EAA5636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71D18D6-79A1-F9D5-20E0-66933424726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2BE1FCFB-8943-F62E-7B1D-4AB1F17FEB9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B2A96C7D-5937-38B4-0841-47B507B0E8B5}"/>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7262A87-9CAF-CC56-DBAA-075B3C9DDC1E}"/>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7ED5DF8-B4E1-70CB-727E-C854300E1AE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56736A7-8621-0E9F-0386-3137D5A32D5F}"/>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E3463BB-3C03-FC01-49E7-338A06E521C8}"/>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9AFBB22-4830-BAA9-FF85-07F7DC041CB9}"/>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CBD82992-BE9E-7F33-7258-0D82B08A0B57}"/>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75D7AFF9-AB11-207D-200B-1C0C8ACD8036}"/>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8A8D70D0-B00F-5CAD-AD04-9E57D36E4BFF}"/>
              </a:ext>
            </a:extLst>
          </p:cNvPr>
          <p:cNvSpPr txBox="1"/>
          <p:nvPr/>
        </p:nvSpPr>
        <p:spPr>
          <a:xfrm>
            <a:off x="3640666" y="3406653"/>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6361A2AB-EF20-3840-BE46-2BAF14BF33A5}"/>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0FA726F4-EFEC-7C24-BC7D-E6791F71ABF7}"/>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B0AC5E3B-599A-335F-0460-56DB4B28E582}"/>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BC7BC3EE-55F2-E5BD-C278-EF2A06D85D1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3558DEDA-1DB6-FCB4-5327-42D1B3826858}"/>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964958EE-EEA4-99BC-68D0-0362622EDC24}"/>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A567697-A5FE-89BE-CA24-EAF0E14FBDC3}"/>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E77001C-EEEA-5FA0-F54F-20720CC557F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A89D3780-A083-EE4E-3BF9-6CE5873111A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8498B35-7612-5B8F-C7D3-E49483ED47D3}"/>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4CDFC00-A896-3525-21B9-604217205DB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99A18090-9494-4F53-9FD0-DFDC9202A05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340D23EC-C456-7215-118D-EF1BB7BB31C3}"/>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9F66E33C-6EB1-3B87-51D7-859DE6FFE777}"/>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482F63A8-CE8D-468C-9D92-FA2D3FF72129}"/>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E6AEFC3C-3D24-2F10-BF54-BAF1C234F46C}"/>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BF38C179-6907-39BD-3D86-6C864DB906FE}"/>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3" name="TextBox 42">
            <a:extLst>
              <a:ext uri="{FF2B5EF4-FFF2-40B4-BE49-F238E27FC236}">
                <a16:creationId xmlns:a16="http://schemas.microsoft.com/office/drawing/2014/main" id="{75B16E1C-D2B3-9430-9910-12548E0DE802}"/>
              </a:ext>
            </a:extLst>
          </p:cNvPr>
          <p:cNvSpPr txBox="1"/>
          <p:nvPr/>
        </p:nvSpPr>
        <p:spPr>
          <a:xfrm>
            <a:off x="4143022" y="901933"/>
            <a:ext cx="570089" cy="230832"/>
          </a:xfrm>
          <a:prstGeom prst="rect">
            <a:avLst/>
          </a:prstGeom>
          <a:noFill/>
        </p:spPr>
        <p:txBody>
          <a:bodyPr wrap="square" rtlCol="0">
            <a:spAutoFit/>
          </a:bodyPr>
          <a:lstStyle/>
          <a:p>
            <a:pPr algn="ctr"/>
            <a:r>
              <a:rPr lang="en-US" sz="900" dirty="0"/>
              <a:t>3678</a:t>
            </a:r>
          </a:p>
        </p:txBody>
      </p:sp>
      <p:sp>
        <p:nvSpPr>
          <p:cNvPr id="44" name="TextBox 43">
            <a:extLst>
              <a:ext uri="{FF2B5EF4-FFF2-40B4-BE49-F238E27FC236}">
                <a16:creationId xmlns:a16="http://schemas.microsoft.com/office/drawing/2014/main" id="{03FBF130-7BF0-6E05-F93B-358090F5444E}"/>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5" name="TextBox 44">
            <a:extLst>
              <a:ext uri="{FF2B5EF4-FFF2-40B4-BE49-F238E27FC236}">
                <a16:creationId xmlns:a16="http://schemas.microsoft.com/office/drawing/2014/main" id="{D39116A7-201E-4D88-3C21-82CBAD98D44D}"/>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Tree>
    <p:extLst>
      <p:ext uri="{BB962C8B-B14F-4D97-AF65-F5344CB8AC3E}">
        <p14:creationId xmlns:p14="http://schemas.microsoft.com/office/powerpoint/2010/main" val="603832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3CF78-AAEF-E5F1-2BEA-E90497B9041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63A500-C04F-401A-BDE9-C8CA2348EBD8}"/>
              </a:ext>
            </a:extLst>
          </p:cNvPr>
          <p:cNvSpPr>
            <a:spLocks noGrp="1"/>
          </p:cNvSpPr>
          <p:nvPr>
            <p:ph sz="half" idx="1"/>
          </p:nvPr>
        </p:nvSpPr>
        <p:spPr/>
        <p:txBody>
          <a:bodyPr>
            <a:normAutofit/>
          </a:bodyPr>
          <a:lstStyle/>
          <a:p>
            <a:r>
              <a:rPr lang="en-US" dirty="0"/>
              <a:t>In the center block, 4 and 5 are in Row 6.</a:t>
            </a:r>
          </a:p>
          <a:p>
            <a:r>
              <a:rPr lang="en-US" dirty="0"/>
              <a:t>(Reminder: White cells next to grey cells can’t be 9.)</a:t>
            </a:r>
          </a:p>
        </p:txBody>
      </p:sp>
      <p:pic>
        <p:nvPicPr>
          <p:cNvPr id="4" name="Picture 3" descr="A grid of sudoku puzzle&#10;&#10;Description automatically generated">
            <a:extLst>
              <a:ext uri="{FF2B5EF4-FFF2-40B4-BE49-F238E27FC236}">
                <a16:creationId xmlns:a16="http://schemas.microsoft.com/office/drawing/2014/main" id="{8B8C8862-5211-B33F-F5C4-7186CC84DF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17680F4-AB72-F290-4883-9C14CD719B8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B746756-44C8-9962-3FBD-D9C0D998E7C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57AF26A-9BFD-C1F3-7EE1-C8C515334C3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D21A70C-EA72-33E3-B65E-A0425411C52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7D3F3D1-5F84-D708-E57A-D501C4DFFAF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655D78A1-45F9-0DE1-0C7E-F36ED265BF64}"/>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3D919FAF-F6D0-71BF-BEFA-AB0A22935791}"/>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B47954DD-A562-F1B7-53BA-AD9E06A22C81}"/>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786FB190-4957-F635-05B7-7A6C2025EB08}"/>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FFF51D06-282B-EE46-39F1-37847ADA191D}"/>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71DDF526-5376-3829-62D3-DDBC5915386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BF3DE6F-19EA-4F11-6A0B-9BFE4E02BAE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979192C8-FDB8-C1F6-825D-56FC8490D4F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9899BC33-83B0-7562-BEA9-B361D1926AE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93C4781D-935E-0260-BD7C-E6DD43B7DBE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3D057708-CFAB-D330-4600-F1998D96B6E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0DB2052-276C-2B99-97F4-56A9CB370A05}"/>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662D9BF-95A4-9A93-03DC-4FE79F15982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7A11A34-2924-5C3E-C0B8-3CF0AB84934E}"/>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C3FB6D6D-B40C-4F3B-1F86-0E0C41A7C829}"/>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A211D6BA-227B-B1B1-FA45-8B37441BAD2E}"/>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2AF17394-7563-0712-9CA3-44FE71CC861A}"/>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9EBF30E4-4A5D-E1F9-41D9-4500544CF6EF}"/>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9894EC49-69B3-F6AC-85C8-FF92C3741872}"/>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0C8FFA91-7938-BD4A-05DD-09173FCAB33B}"/>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FFB35AE3-0452-7B6E-4C73-D9C9EDD85EE8}"/>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B506AAB1-DA94-621E-682E-75A691A7E33E}"/>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1D1C2950-CCE5-9370-672E-8E4ACA09201D}"/>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FD30CD9-F1A2-D06C-FF37-AC3B3F767BB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4E7613B-9BD2-94D5-97A0-DDE83998D26D}"/>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AE49EE21-D0CE-8860-57BB-FF9A130855B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CC4DF4FE-5098-8D1D-B60D-4008320414CF}"/>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F4CDD27C-07F3-1181-CB23-2C84658353F9}"/>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A984A6B9-E94C-0242-F305-2B88E5FF7497}"/>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5B01E8A1-4DCD-676F-06D6-1ADF5901F85C}"/>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26B13259-A221-2073-A684-B1EDF1AA1119}"/>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5A188834-EEF0-610C-75CF-AC271D920533}"/>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649D6E71-30E5-25E2-51AB-3029B3ACD33C}"/>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366C4143-A8F7-DFCC-712B-395A4B3A25DC}"/>
              </a:ext>
            </a:extLst>
          </p:cNvPr>
          <p:cNvSpPr txBox="1"/>
          <p:nvPr/>
        </p:nvSpPr>
        <p:spPr>
          <a:xfrm>
            <a:off x="4143022" y="3406653"/>
            <a:ext cx="570089" cy="230832"/>
          </a:xfrm>
          <a:prstGeom prst="rect">
            <a:avLst/>
          </a:prstGeom>
          <a:noFill/>
        </p:spPr>
        <p:txBody>
          <a:bodyPr wrap="square" rtlCol="0">
            <a:spAutoFit/>
          </a:bodyPr>
          <a:lstStyle/>
          <a:p>
            <a:pPr algn="ctr"/>
            <a:r>
              <a:rPr lang="en-US" sz="900" dirty="0"/>
              <a:t>3678</a:t>
            </a:r>
          </a:p>
        </p:txBody>
      </p:sp>
      <p:sp>
        <p:nvSpPr>
          <p:cNvPr id="43" name="TextBox 42">
            <a:extLst>
              <a:ext uri="{FF2B5EF4-FFF2-40B4-BE49-F238E27FC236}">
                <a16:creationId xmlns:a16="http://schemas.microsoft.com/office/drawing/2014/main" id="{18E474A7-0180-CBF6-F78C-D4AF058B8E74}"/>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8B3182F0-9119-6CDB-AAD7-189602BF8DF7}"/>
              </a:ext>
            </a:extLst>
          </p:cNvPr>
          <p:cNvSpPr txBox="1"/>
          <p:nvPr/>
        </p:nvSpPr>
        <p:spPr>
          <a:xfrm>
            <a:off x="6654802" y="3406653"/>
            <a:ext cx="570089" cy="230832"/>
          </a:xfrm>
          <a:prstGeom prst="rect">
            <a:avLst/>
          </a:prstGeom>
          <a:noFill/>
        </p:spPr>
        <p:txBody>
          <a:bodyPr wrap="square" rtlCol="0">
            <a:spAutoFit/>
          </a:bodyPr>
          <a:lstStyle/>
          <a:p>
            <a:pPr algn="ctr"/>
            <a:r>
              <a:rPr lang="en-US" sz="900" dirty="0"/>
              <a:t>3678</a:t>
            </a:r>
          </a:p>
        </p:txBody>
      </p:sp>
      <p:sp>
        <p:nvSpPr>
          <p:cNvPr id="45" name="TextBox 44">
            <a:extLst>
              <a:ext uri="{FF2B5EF4-FFF2-40B4-BE49-F238E27FC236}">
                <a16:creationId xmlns:a16="http://schemas.microsoft.com/office/drawing/2014/main" id="{97CE3441-8504-5BAA-B459-45FEA12E6A34}"/>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74658A6C-405D-99F2-D243-7E04B265D0A3}"/>
              </a:ext>
            </a:extLst>
          </p:cNvPr>
          <p:cNvSpPr txBox="1"/>
          <p:nvPr/>
        </p:nvSpPr>
        <p:spPr>
          <a:xfrm>
            <a:off x="4143022" y="901933"/>
            <a:ext cx="570089" cy="230832"/>
          </a:xfrm>
          <a:prstGeom prst="rect">
            <a:avLst/>
          </a:prstGeom>
          <a:noFill/>
        </p:spPr>
        <p:txBody>
          <a:bodyPr wrap="square" rtlCol="0">
            <a:spAutoFit/>
          </a:bodyPr>
          <a:lstStyle/>
          <a:p>
            <a:pPr algn="ctr"/>
            <a:r>
              <a:rPr lang="en-US" sz="900" dirty="0"/>
              <a:t>3678</a:t>
            </a:r>
          </a:p>
        </p:txBody>
      </p:sp>
      <p:sp>
        <p:nvSpPr>
          <p:cNvPr id="47" name="TextBox 46">
            <a:extLst>
              <a:ext uri="{FF2B5EF4-FFF2-40B4-BE49-F238E27FC236}">
                <a16:creationId xmlns:a16="http://schemas.microsoft.com/office/drawing/2014/main" id="{32296834-E8F5-D144-695B-EAB18CD5CB47}"/>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7D290613-1511-A1EA-49FF-40840B209251}"/>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Tree>
    <p:extLst>
      <p:ext uri="{BB962C8B-B14F-4D97-AF65-F5344CB8AC3E}">
        <p14:creationId xmlns:p14="http://schemas.microsoft.com/office/powerpoint/2010/main" val="993869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0DB97-F4BB-96D1-AECF-D757C821CF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DD896F-B664-DC1A-E008-FDE8A92E9BC0}"/>
              </a:ext>
            </a:extLst>
          </p:cNvPr>
          <p:cNvSpPr>
            <a:spLocks noGrp="1"/>
          </p:cNvSpPr>
          <p:nvPr>
            <p:ph sz="half" idx="1"/>
          </p:nvPr>
        </p:nvSpPr>
        <p:spPr/>
        <p:txBody>
          <a:bodyPr>
            <a:normAutofit/>
          </a:bodyPr>
          <a:lstStyle/>
          <a:p>
            <a:r>
              <a:rPr lang="en-US" dirty="0"/>
              <a:t>Grey cell must be greater than adjacent white cell.</a:t>
            </a:r>
          </a:p>
        </p:txBody>
      </p:sp>
      <p:pic>
        <p:nvPicPr>
          <p:cNvPr id="4" name="Picture 3" descr="A grid of sudoku puzzle&#10;&#10;Description automatically generated">
            <a:extLst>
              <a:ext uri="{FF2B5EF4-FFF2-40B4-BE49-F238E27FC236}">
                <a16:creationId xmlns:a16="http://schemas.microsoft.com/office/drawing/2014/main" id="{EDBFCF5D-F120-A58D-7CAC-6460C7267E5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B76FD5B-EF07-1405-4F44-84CC345F2CB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92E64F-2E3C-2F2E-754C-6D7D7D37D5F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E366225-D522-F914-2F39-A5A263AA8E7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141F7BE-4AF5-6E66-5C7E-4028A4A8B594}"/>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08B7226-F8D7-2499-1987-9CDDDB257BC8}"/>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F89D186D-5221-5A00-3EFD-75DD68A5AF25}"/>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BA3F160B-7849-9B1A-F73C-DA36CDE1D572}"/>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B3F268CD-4553-189E-8F2C-9D0F5600A8E9}"/>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FDB0C927-24A5-533C-AF6C-0A825DE2B7AB}"/>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AE633F2E-153A-41C6-3EA6-8B06AF744B0F}"/>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76BF9543-E68F-77DB-3A9C-DC370B3DFCA2}"/>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24A8041-BDE2-E72F-A3DF-D26E79B7F46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5A4CF19-55ED-92C6-99C1-95A807DE0A6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0B10271E-62FC-2EC2-077A-26988A3D37BA}"/>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4DCAD3A-A6BC-3C11-4261-7E8058CBB9A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D25A8576-E8A5-ACEF-5BD6-CC908313244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C882B50-863F-8322-D8AE-ECD7E0F92E31}"/>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C6E7D67-1BD4-31B4-38C3-036C811CA70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3F08FB2-C34E-4EEF-2B20-3AAFD0D27609}"/>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2512CEDA-F21F-30FB-0B3E-C68FEC82D86D}"/>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3E9C2A9C-814F-B94A-4B3C-C33224B60F3C}"/>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44374F11-F422-FA63-3EAB-ACBD08A5EA59}"/>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CD23AE43-08FB-2C62-6EA0-06B4ED9ADE2B}"/>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8B2820A6-A537-B5BC-3AFE-9A07D4D28F09}"/>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2F001642-97ED-7550-BF3F-B695CC88D696}"/>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62365A03-9C3F-5286-6784-B7EF79C63101}"/>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DA266856-2E82-F718-DB11-3859E8407B96}"/>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C0494BC4-C030-70DE-E5AE-773012838897}"/>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A033533B-280A-3FD4-5F0A-562591E8F7B1}"/>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B07B4E0-A1AD-48F6-18B9-A8381A6C967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B487376D-665A-1353-A76E-E05140869DD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0052EE1-8A72-0741-03E7-0C797E7728BE}"/>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7F1C4B61-04C4-383E-27EA-BF177E2AE39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57D2B76D-6224-4E22-E314-4AE2D5AE15C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15420859-23ED-6404-B929-6323691744CD}"/>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CC746BE2-A29A-ED07-D5E7-96DD24A89EC1}"/>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73FE766B-231B-273E-EC13-9C9639787860}"/>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DBBCE5B5-41A5-3895-B4FE-6EC22CD6E008}"/>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37B29ED7-D8F1-E8DF-D3E2-6212D7A0FEC3}"/>
              </a:ext>
            </a:extLst>
          </p:cNvPr>
          <p:cNvSpPr txBox="1"/>
          <p:nvPr/>
        </p:nvSpPr>
        <p:spPr>
          <a:xfrm>
            <a:off x="4143022" y="3406653"/>
            <a:ext cx="570089" cy="230832"/>
          </a:xfrm>
          <a:prstGeom prst="rect">
            <a:avLst/>
          </a:prstGeom>
          <a:noFill/>
        </p:spPr>
        <p:txBody>
          <a:bodyPr wrap="square" rtlCol="0">
            <a:spAutoFit/>
          </a:bodyPr>
          <a:lstStyle/>
          <a:p>
            <a:pPr algn="ctr"/>
            <a:r>
              <a:rPr lang="en-US" sz="900" dirty="0"/>
              <a:t>3678</a:t>
            </a:r>
          </a:p>
        </p:txBody>
      </p:sp>
      <p:sp>
        <p:nvSpPr>
          <p:cNvPr id="43" name="TextBox 42">
            <a:extLst>
              <a:ext uri="{FF2B5EF4-FFF2-40B4-BE49-F238E27FC236}">
                <a16:creationId xmlns:a16="http://schemas.microsoft.com/office/drawing/2014/main" id="{6DDC82BD-149B-8EB9-D13D-DF0FA81A5549}"/>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60667A0D-EBD8-AAED-DFC4-D03D7B56214B}"/>
              </a:ext>
            </a:extLst>
          </p:cNvPr>
          <p:cNvSpPr txBox="1"/>
          <p:nvPr/>
        </p:nvSpPr>
        <p:spPr>
          <a:xfrm>
            <a:off x="6654802" y="3406653"/>
            <a:ext cx="570089" cy="230832"/>
          </a:xfrm>
          <a:prstGeom prst="rect">
            <a:avLst/>
          </a:prstGeom>
          <a:noFill/>
        </p:spPr>
        <p:txBody>
          <a:bodyPr wrap="square" rtlCol="0">
            <a:spAutoFit/>
          </a:bodyPr>
          <a:lstStyle/>
          <a:p>
            <a:pPr algn="ctr"/>
            <a:r>
              <a:rPr lang="en-US" sz="900" dirty="0"/>
              <a:t>3678</a:t>
            </a:r>
          </a:p>
        </p:txBody>
      </p:sp>
      <p:sp>
        <p:nvSpPr>
          <p:cNvPr id="45" name="TextBox 44">
            <a:extLst>
              <a:ext uri="{FF2B5EF4-FFF2-40B4-BE49-F238E27FC236}">
                <a16:creationId xmlns:a16="http://schemas.microsoft.com/office/drawing/2014/main" id="{F86FAE65-5D54-985E-1C6D-69B4AB98925F}"/>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6E622449-794B-04DB-2BD8-871A0FBFE1AA}"/>
              </a:ext>
            </a:extLst>
          </p:cNvPr>
          <p:cNvSpPr txBox="1"/>
          <p:nvPr/>
        </p:nvSpPr>
        <p:spPr>
          <a:xfrm>
            <a:off x="4143022" y="901933"/>
            <a:ext cx="570089" cy="230832"/>
          </a:xfrm>
          <a:prstGeom prst="rect">
            <a:avLst/>
          </a:prstGeom>
          <a:noFill/>
        </p:spPr>
        <p:txBody>
          <a:bodyPr wrap="square" rtlCol="0">
            <a:spAutoFit/>
          </a:bodyPr>
          <a:lstStyle/>
          <a:p>
            <a:pPr algn="ctr"/>
            <a:r>
              <a:rPr lang="en-US" sz="900" dirty="0"/>
              <a:t>3678</a:t>
            </a:r>
          </a:p>
        </p:txBody>
      </p:sp>
      <p:sp>
        <p:nvSpPr>
          <p:cNvPr id="47" name="TextBox 46">
            <a:extLst>
              <a:ext uri="{FF2B5EF4-FFF2-40B4-BE49-F238E27FC236}">
                <a16:creationId xmlns:a16="http://schemas.microsoft.com/office/drawing/2014/main" id="{6F73A07C-6154-D1E9-8D61-AAF525FA59EA}"/>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AE8D8ECA-1753-67FA-75DE-45604C6F545B}"/>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7271EFE5-F5FE-486A-CE05-30CACD393E7F}"/>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273334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D7E28-608B-DE29-763E-CD3C4B2BDE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7293E7-3D36-C9D4-8DD0-56A10D77EBA4}"/>
              </a:ext>
            </a:extLst>
          </p:cNvPr>
          <p:cNvSpPr>
            <a:spLocks noGrp="1"/>
          </p:cNvSpPr>
          <p:nvPr>
            <p:ph sz="half" idx="1"/>
          </p:nvPr>
        </p:nvSpPr>
        <p:spPr/>
        <p:txBody>
          <a:bodyPr>
            <a:normAutofit/>
          </a:bodyPr>
          <a:lstStyle/>
          <a:p>
            <a:r>
              <a:rPr lang="en-US" dirty="0"/>
              <a:t>Complete center block.</a:t>
            </a:r>
          </a:p>
        </p:txBody>
      </p:sp>
      <p:pic>
        <p:nvPicPr>
          <p:cNvPr id="4" name="Picture 3" descr="A grid of sudoku puzzle&#10;&#10;Description automatically generated">
            <a:extLst>
              <a:ext uri="{FF2B5EF4-FFF2-40B4-BE49-F238E27FC236}">
                <a16:creationId xmlns:a16="http://schemas.microsoft.com/office/drawing/2014/main" id="{C3232997-4D8A-45EF-D0C6-8565A3FD7F5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83A6518-93BD-4530-CF61-14FDB26FFF9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E03F3B7-7977-81F3-E2BA-4499DDB1536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0B95089-4F70-51A0-13C2-A9FB1C8DC5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2404F0C-90BF-706B-A1E4-15A753B48FC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DBA664B-4477-AE6A-43FE-74FD84FD48E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87A426E2-66EA-0D01-2FCD-3EBC1F6F836A}"/>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3FE7937F-5EE0-0639-116A-BA5C23AB00A6}"/>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E20B9C62-0DF6-6227-B7A1-2C9010FF9E88}"/>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341E3516-1762-1C0B-9882-A41BBA2E79F0}"/>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94136BF8-02F9-E9AC-F13B-0DE9024AE619}"/>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FCC5441B-E5F6-CA38-BCDB-86C8FEC4AA5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99DED64-7A18-B371-2ABC-3A57B8B1B60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48862787-7F37-A45A-4FF7-8BC6D6D446E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9040E7FE-88A0-65F2-1CF4-4DFADCAB757A}"/>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CDAA4276-D21A-2F12-72C4-E7ADED23EC4A}"/>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148081C-D39D-D3D3-4B81-5DAC85B95A6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9186318-4705-1189-D5CE-EBA42586ADCF}"/>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4CC812B-941F-79A1-345B-B3E97EBDF413}"/>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AD8C463-BFCE-6001-9A49-CF398BAF90CE}"/>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B45BDFB3-5BFF-26F8-C64E-CC2CA6FA8CFD}"/>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47A9BF75-39C7-F39C-968D-F8A30BA02DE5}"/>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41CE9014-8C87-6A76-5087-F7C06B5A8BDF}"/>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10D10B00-3F10-6674-B4F1-95713FE16E83}"/>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F3AC6D1C-80DD-AFFF-56F4-4F748B85B2A9}"/>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DA8C00A2-CD8A-0C80-DEC9-8E307B8BE7E2}"/>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D02528F5-1B5E-1E19-1A09-9221A0D59F42}"/>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80DED6C0-CBA6-EF1B-0D95-058DC5667577}"/>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F9D73F25-2079-71B4-763C-EB6B5702D804}"/>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3C456A83-5DB2-5F0D-1602-B295178B8995}"/>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C86675B-6E3C-DB5E-A291-1D36508E00B5}"/>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799236B1-3977-C6CF-C516-46362B603BF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1AAE304-017C-8596-912D-E6BCF521F763}"/>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1C892800-C7C5-E45E-E1BF-4171426EABA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FA4910B8-0622-96A7-AA93-166D3332A77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79EFA984-5D4B-8EC7-9258-0512351D23D4}"/>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4D6D1550-721E-C089-04AF-1A1736BBFFF4}"/>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46AEE6D6-A8C4-DD0B-E6CE-F500E92632AE}"/>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F85F3EBF-0421-686F-CE0A-1B7F0306B514}"/>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2" name="TextBox 41">
            <a:extLst>
              <a:ext uri="{FF2B5EF4-FFF2-40B4-BE49-F238E27FC236}">
                <a16:creationId xmlns:a16="http://schemas.microsoft.com/office/drawing/2014/main" id="{072098E3-72FF-9258-1141-BA0F0F9A8CAD}"/>
              </a:ext>
            </a:extLst>
          </p:cNvPr>
          <p:cNvSpPr txBox="1"/>
          <p:nvPr/>
        </p:nvSpPr>
        <p:spPr>
          <a:xfrm>
            <a:off x="4143022" y="3406653"/>
            <a:ext cx="570089" cy="230832"/>
          </a:xfrm>
          <a:prstGeom prst="rect">
            <a:avLst/>
          </a:prstGeom>
          <a:noFill/>
        </p:spPr>
        <p:txBody>
          <a:bodyPr wrap="square" rtlCol="0">
            <a:spAutoFit/>
          </a:bodyPr>
          <a:lstStyle/>
          <a:p>
            <a:pPr algn="ctr"/>
            <a:r>
              <a:rPr lang="en-US" sz="900" dirty="0"/>
              <a:t>3678</a:t>
            </a:r>
          </a:p>
        </p:txBody>
      </p:sp>
      <p:sp>
        <p:nvSpPr>
          <p:cNvPr id="43" name="TextBox 42">
            <a:extLst>
              <a:ext uri="{FF2B5EF4-FFF2-40B4-BE49-F238E27FC236}">
                <a16:creationId xmlns:a16="http://schemas.microsoft.com/office/drawing/2014/main" id="{D28D2392-416A-8215-E698-BB6621280838}"/>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29DE262D-3E4F-3CBA-55D4-AFE2C8445275}"/>
              </a:ext>
            </a:extLst>
          </p:cNvPr>
          <p:cNvSpPr txBox="1"/>
          <p:nvPr/>
        </p:nvSpPr>
        <p:spPr>
          <a:xfrm>
            <a:off x="6654802" y="3406653"/>
            <a:ext cx="570089" cy="230832"/>
          </a:xfrm>
          <a:prstGeom prst="rect">
            <a:avLst/>
          </a:prstGeom>
          <a:noFill/>
        </p:spPr>
        <p:txBody>
          <a:bodyPr wrap="square" rtlCol="0">
            <a:spAutoFit/>
          </a:bodyPr>
          <a:lstStyle/>
          <a:p>
            <a:pPr algn="ctr"/>
            <a:r>
              <a:rPr lang="en-US" sz="900" dirty="0"/>
              <a:t>3678</a:t>
            </a:r>
          </a:p>
        </p:txBody>
      </p:sp>
      <p:sp>
        <p:nvSpPr>
          <p:cNvPr id="45" name="TextBox 44">
            <a:extLst>
              <a:ext uri="{FF2B5EF4-FFF2-40B4-BE49-F238E27FC236}">
                <a16:creationId xmlns:a16="http://schemas.microsoft.com/office/drawing/2014/main" id="{4D8EB9E5-CC92-D6EB-648D-9CD80A05DDCE}"/>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044BA9C0-BCA0-3357-4055-DD61E59B2C51}"/>
              </a:ext>
            </a:extLst>
          </p:cNvPr>
          <p:cNvSpPr txBox="1"/>
          <p:nvPr/>
        </p:nvSpPr>
        <p:spPr>
          <a:xfrm>
            <a:off x="4143022" y="901933"/>
            <a:ext cx="570089" cy="230832"/>
          </a:xfrm>
          <a:prstGeom prst="rect">
            <a:avLst/>
          </a:prstGeom>
          <a:noFill/>
        </p:spPr>
        <p:txBody>
          <a:bodyPr wrap="square" rtlCol="0">
            <a:spAutoFit/>
          </a:bodyPr>
          <a:lstStyle/>
          <a:p>
            <a:pPr algn="ctr"/>
            <a:r>
              <a:rPr lang="en-US" sz="900" dirty="0"/>
              <a:t>3678</a:t>
            </a:r>
          </a:p>
        </p:txBody>
      </p:sp>
      <p:sp>
        <p:nvSpPr>
          <p:cNvPr id="47" name="TextBox 46">
            <a:extLst>
              <a:ext uri="{FF2B5EF4-FFF2-40B4-BE49-F238E27FC236}">
                <a16:creationId xmlns:a16="http://schemas.microsoft.com/office/drawing/2014/main" id="{0EF9FD0C-9483-76B1-8FEE-C381424F22F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0445FFD1-B2B1-A23F-F9C5-28EB159C9A5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2322DE2E-FE5A-780E-4DF7-EC18B253A245}"/>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37F8DF46-35AF-BBBA-26B2-9B648656F5B4}"/>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98F452C4-0061-D33F-D01D-E2056507F8A7}"/>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Tree>
    <p:extLst>
      <p:ext uri="{BB962C8B-B14F-4D97-AF65-F5344CB8AC3E}">
        <p14:creationId xmlns:p14="http://schemas.microsoft.com/office/powerpoint/2010/main" val="3932468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FF48-EC84-7378-7FAB-FBCFF0AB14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D940B8-AF22-D1B6-9FA9-9087B2696C38}"/>
              </a:ext>
            </a:extLst>
          </p:cNvPr>
          <p:cNvSpPr>
            <a:spLocks noGrp="1"/>
          </p:cNvSpPr>
          <p:nvPr>
            <p:ph sz="half" idx="1"/>
          </p:nvPr>
        </p:nvSpPr>
        <p:spPr/>
        <p:txBody>
          <a:bodyPr>
            <a:normAutofit/>
          </a:bodyPr>
          <a:lstStyle/>
          <a:p>
            <a:r>
              <a:rPr lang="en-US" dirty="0"/>
              <a:t>Only digit less than 4 or 5.</a:t>
            </a:r>
          </a:p>
        </p:txBody>
      </p:sp>
      <p:pic>
        <p:nvPicPr>
          <p:cNvPr id="4" name="Picture 3" descr="A grid of sudoku puzzle&#10;&#10;Description automatically generated">
            <a:extLst>
              <a:ext uri="{FF2B5EF4-FFF2-40B4-BE49-F238E27FC236}">
                <a16:creationId xmlns:a16="http://schemas.microsoft.com/office/drawing/2014/main" id="{5FC432ED-E783-BA4D-3F0A-8EA852F088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B375767-C267-71CE-9130-725CBD8078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FBE6271-E01A-C221-A650-A2373E00054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0DF7CED-81D6-5905-6BBF-7E1D8F84B97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9344814-7DD6-EA70-6BFD-D03B2447F664}"/>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9476175-3A01-577C-F5F2-A0B4E5EB7461}"/>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564B4E0A-5C8E-D488-59DC-41D5E13CF58E}"/>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4B057A38-46E0-CFB8-4ACA-C08602CFDFF8}"/>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410C3C3-B02E-5A63-6535-60E238409A32}"/>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1D107DDD-882C-7D1C-E839-6323B86CFE79}"/>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B0257E4B-A16A-705E-7F75-B315371D1E05}"/>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6287769D-20B5-377F-D803-029BECC8015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659448F-BFF9-ADFA-D5E1-D1819378FC3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3AC1D5E5-4129-ED23-BE4D-B2DFFC70ACCE}"/>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B7AC9D54-251A-1845-F3FB-D037C0959747}"/>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0CD1B13-7716-F6FD-2159-0B3B1732C709}"/>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35367E99-3D88-BDCA-3516-C8396C8A593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9747D0B-6AF8-1F84-A868-AA9FDD03232E}"/>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E7FB618-AF56-2767-2D1C-A5E38814AFF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B44EE7E-15DA-1456-57FB-49AEE6AFAAE3}"/>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6624CAEB-D90E-38AA-55A3-00BBE4C7CFF7}"/>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92D51C90-3004-465F-CE26-A1B5D7B896E8}"/>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FC95D1DE-455E-D069-50A8-4D6109C729C8}"/>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A5702C4B-3309-CB83-346D-2F0A8E1B2377}"/>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378BB59D-A1C0-BD4D-9B94-6C837F63ADC6}"/>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7F1A76A6-CFEE-961B-88B2-05E7CD6C0107}"/>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07DC81C4-C890-E0DA-C7D2-8526F9034F86}"/>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83BF74DB-CE6D-4CC8-0CF1-1F3858DC0739}"/>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99A4F98C-D463-4DDB-B339-54187B1C44E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06AF32E2-F3EE-1EE4-D1E6-B36AF1C6F6D9}"/>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D201253-5809-1E1C-3E00-2AD0245F1D64}"/>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78F6273-DD5C-CF0C-5D61-DC69D96C75D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44D59DA-6944-6B7B-3CD7-59EA937EDD50}"/>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D350F019-1139-7E2A-8293-767B749EB325}"/>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4C55C558-5A21-7703-3137-003852670D1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11EA42EC-DEB1-A7E2-CCB1-857787FC9D9F}"/>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381A94B2-39FA-07CA-B037-195C368E068F}"/>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49F66FDD-A2B2-4E0C-C798-273ABEA0CF45}"/>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005D0E32-4FF8-20BD-6278-D7B651D777C3}"/>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F7F75430-21C0-BCAE-2195-BEC29A15E95A}"/>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8DE32F60-9278-F6ED-0324-DC5B2725699F}"/>
              </a:ext>
            </a:extLst>
          </p:cNvPr>
          <p:cNvSpPr txBox="1"/>
          <p:nvPr/>
        </p:nvSpPr>
        <p:spPr>
          <a:xfrm>
            <a:off x="6654802" y="3406653"/>
            <a:ext cx="570089" cy="230832"/>
          </a:xfrm>
          <a:prstGeom prst="rect">
            <a:avLst/>
          </a:prstGeom>
          <a:noFill/>
        </p:spPr>
        <p:txBody>
          <a:bodyPr wrap="square" rtlCol="0">
            <a:spAutoFit/>
          </a:bodyPr>
          <a:lstStyle/>
          <a:p>
            <a:pPr algn="ctr"/>
            <a:r>
              <a:rPr lang="en-US" sz="900" dirty="0"/>
              <a:t>3678</a:t>
            </a:r>
          </a:p>
        </p:txBody>
      </p:sp>
      <p:sp>
        <p:nvSpPr>
          <p:cNvPr id="45" name="TextBox 44">
            <a:extLst>
              <a:ext uri="{FF2B5EF4-FFF2-40B4-BE49-F238E27FC236}">
                <a16:creationId xmlns:a16="http://schemas.microsoft.com/office/drawing/2014/main" id="{4C5C160E-B1BD-49B0-2229-E991CC6B1B86}"/>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B6E0EC3E-F79D-813D-B9AF-A05DF9C7CC58}"/>
              </a:ext>
            </a:extLst>
          </p:cNvPr>
          <p:cNvSpPr txBox="1"/>
          <p:nvPr/>
        </p:nvSpPr>
        <p:spPr>
          <a:xfrm>
            <a:off x="4143022" y="901933"/>
            <a:ext cx="570089" cy="230832"/>
          </a:xfrm>
          <a:prstGeom prst="rect">
            <a:avLst/>
          </a:prstGeom>
          <a:noFill/>
        </p:spPr>
        <p:txBody>
          <a:bodyPr wrap="square" rtlCol="0">
            <a:spAutoFit/>
          </a:bodyPr>
          <a:lstStyle/>
          <a:p>
            <a:pPr algn="ctr"/>
            <a:r>
              <a:rPr lang="en-US" sz="900" dirty="0"/>
              <a:t>3678</a:t>
            </a:r>
          </a:p>
        </p:txBody>
      </p:sp>
      <p:sp>
        <p:nvSpPr>
          <p:cNvPr id="47" name="TextBox 46">
            <a:extLst>
              <a:ext uri="{FF2B5EF4-FFF2-40B4-BE49-F238E27FC236}">
                <a16:creationId xmlns:a16="http://schemas.microsoft.com/office/drawing/2014/main" id="{4276EEC1-BBAC-C784-382B-79D6EF0E43C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BA974BC0-6197-950B-635C-E116B760A84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1312B526-EC3E-E59A-5D74-9A970C5C14E8}"/>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027E0445-4825-A145-8809-97C56D4245C1}"/>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C2051A6C-9497-1783-8337-2414CBFC828A}"/>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A02AAE25-7851-C004-0F16-C0F892B733E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614281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2C65-13AB-1754-7F61-8BCB708E69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F008AA-86C9-C55B-476D-5A85BA8DBD8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D60C897-1EC4-05B2-B077-79E18839F0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12DFBB-4AC0-5855-1214-61CE913F1C7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91D2A05-FB11-1741-3641-8DFA86FBDE2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75A404F-755C-D43B-FC0A-414D9DD29A7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23C860-002F-4037-6489-0A42FF3D3B1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57368F1-A663-F143-D2C1-FE5760D1F448}"/>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79A7A33-6C9B-A2D8-DDA8-B9CD6FD153B4}"/>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19BD97CE-EEB2-A1CA-409D-4E7E118288C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664766F4-0B44-68AD-EF1A-238A487F1225}"/>
              </a:ext>
            </a:extLst>
          </p:cNvPr>
          <p:cNvSpPr txBox="1"/>
          <p:nvPr/>
        </p:nvSpPr>
        <p:spPr>
          <a:xfrm>
            <a:off x="4143022" y="1402877"/>
            <a:ext cx="570089" cy="230832"/>
          </a:xfrm>
          <a:prstGeom prst="rect">
            <a:avLst/>
          </a:prstGeom>
          <a:noFill/>
        </p:spPr>
        <p:txBody>
          <a:bodyPr wrap="square" rtlCol="0">
            <a:spAutoFit/>
          </a:bodyPr>
          <a:lstStyle/>
          <a:p>
            <a:pPr algn="ctr"/>
            <a:r>
              <a:rPr lang="en-US" sz="900" dirty="0"/>
              <a:t>6789</a:t>
            </a:r>
          </a:p>
        </p:txBody>
      </p:sp>
      <p:sp>
        <p:nvSpPr>
          <p:cNvPr id="12" name="TextBox 11">
            <a:extLst>
              <a:ext uri="{FF2B5EF4-FFF2-40B4-BE49-F238E27FC236}">
                <a16:creationId xmlns:a16="http://schemas.microsoft.com/office/drawing/2014/main" id="{A9B9E541-6803-0F0C-492C-94151411981C}"/>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BC63B2EA-0317-BF13-3748-081DE6A29B46}"/>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DF07FFFD-61DE-E530-8AD8-254A4CB6CBB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14F0380-01F1-5692-79EF-E465C1493DF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E5053383-8AD7-9915-1AA9-9513C77CEF3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7FCF40D-1024-09E2-C8D0-C76389D45217}"/>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0207553-B3C2-3859-D8F0-8F8DCA459F37}"/>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32CAA11-9C6F-4E21-2C0B-F0FD37D8C07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CA2AE73-2C39-291F-334D-F3E048970B66}"/>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F41E6001-251E-5687-D696-984D349A5C0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2DDC02A-1E95-2AAF-3612-01E45CA86D1B}"/>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04CB3582-2F09-B3A1-F111-8715C581B1E0}"/>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9B1416FB-979B-11F4-4162-777B125BC082}"/>
              </a:ext>
            </a:extLst>
          </p:cNvPr>
          <p:cNvSpPr txBox="1"/>
          <p:nvPr/>
        </p:nvSpPr>
        <p:spPr>
          <a:xfrm>
            <a:off x="3640666" y="901933"/>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B9A842E4-DA6A-695C-30A6-24F9C6AFA3EF}"/>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75D70E96-B372-9CA7-ED93-20A46FEC9E95}"/>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8A2FE498-0358-7C22-21B6-734A83121569}"/>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EBBD8394-790D-514F-6FE2-3BAA807E08A4}"/>
              </a:ext>
            </a:extLst>
          </p:cNvPr>
          <p:cNvSpPr txBox="1"/>
          <p:nvPr/>
        </p:nvSpPr>
        <p:spPr>
          <a:xfrm>
            <a:off x="6654802" y="3907597"/>
            <a:ext cx="570089" cy="230832"/>
          </a:xfrm>
          <a:prstGeom prst="rect">
            <a:avLst/>
          </a:prstGeom>
          <a:noFill/>
        </p:spPr>
        <p:txBody>
          <a:bodyPr wrap="square" rtlCol="0">
            <a:spAutoFit/>
          </a:bodyPr>
          <a:lstStyle/>
          <a:p>
            <a:pPr algn="ctr"/>
            <a:r>
              <a:rPr lang="en-US" sz="900" dirty="0"/>
              <a:t>456789</a:t>
            </a:r>
          </a:p>
        </p:txBody>
      </p:sp>
      <p:sp>
        <p:nvSpPr>
          <p:cNvPr id="29" name="TextBox 28">
            <a:extLst>
              <a:ext uri="{FF2B5EF4-FFF2-40B4-BE49-F238E27FC236}">
                <a16:creationId xmlns:a16="http://schemas.microsoft.com/office/drawing/2014/main" id="{C19B02D7-26F9-EEEE-6945-59BFEF66730E}"/>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3E6797FB-0AAA-3EAF-576A-6D83D8F81D81}"/>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F8EB1DC5-E7AE-D4B6-5165-B1498B7AC699}"/>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A7FE133A-9814-0C42-7176-DD55EB912CA2}"/>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A59B2F9-C48D-5B9E-E50D-1905A444B146}"/>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B68D159-B59A-BEE8-5A2E-B476A925629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093DCD5-9104-AB1A-C0F3-919161ED2D4F}"/>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D53EED7A-8B73-DBBF-383B-2217A11990D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4204F56A-0F0F-A909-474B-B8EDB0FA1F8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A11E803B-EA6B-B6FF-4C3D-6BBA27599632}"/>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F586FFAB-7620-F530-27E3-81AA7681B878}"/>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8D5DCF8E-25B5-55A5-F901-7E74335A3D10}"/>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2F20E6F7-C38E-9F76-4D56-CEB50DAD03BE}"/>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8EBDD8A7-E940-1FF5-8967-61A8AC1F05E0}"/>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50A3368-9EF7-958D-6A94-52F5736F323D}"/>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7A6614C2-1F7E-6215-269A-2F66F45DF265}"/>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2FFE9A5E-BB17-3F55-D507-1CE532CFAC40}"/>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C57E2814-DF52-C9E4-A856-8AD9E07AA31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0718D3DC-DEEC-D056-1508-5000D10C0037}"/>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045807CD-F610-93E1-F1DA-9C1614595760}"/>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65D77497-4AD6-8986-660D-5D4CBEF85B3A}"/>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4EA620B1-455D-D551-837B-F16939F4172D}"/>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60563E79-4119-86D6-18CC-7E0553D5AA35}"/>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258392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3BA2D-C234-9F18-6DDD-A6BB0DA04EB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7447B5-5251-559C-B330-4975C1B9F636}"/>
              </a:ext>
            </a:extLst>
          </p:cNvPr>
          <p:cNvSpPr>
            <a:spLocks noGrp="1"/>
          </p:cNvSpPr>
          <p:nvPr>
            <p:ph sz="half" idx="1"/>
          </p:nvPr>
        </p:nvSpPr>
        <p:spPr/>
        <p:txBody>
          <a:bodyPr>
            <a:normAutofit/>
          </a:bodyPr>
          <a:lstStyle/>
          <a:p>
            <a:r>
              <a:rPr lang="en-US" dirty="0"/>
              <a:t>Update adjacent grey cells.</a:t>
            </a:r>
          </a:p>
        </p:txBody>
      </p:sp>
      <p:pic>
        <p:nvPicPr>
          <p:cNvPr id="4" name="Picture 3" descr="A grid of sudoku puzzle&#10;&#10;Description automatically generated">
            <a:extLst>
              <a:ext uri="{FF2B5EF4-FFF2-40B4-BE49-F238E27FC236}">
                <a16:creationId xmlns:a16="http://schemas.microsoft.com/office/drawing/2014/main" id="{2EDD6BD4-873F-9C7C-B51E-7D092FFB3B9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122EA39-B48E-2189-A4EB-C01968B107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C8C3BDC-870D-7583-2F98-9F86ED9E70D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2CBB09C-AA6B-202C-9700-C9AA266944A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6DE0385-5B23-5FD9-136F-CCB7A2D8BC1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B619959-2BE6-E7AC-ECA9-F22974075F91}"/>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6A9B61A9-8958-6FD3-DAA1-BC2D34DB6560}"/>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7F43242F-B478-386C-0489-0C19B27E52D5}"/>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DB94FC86-FBA7-2A9D-C3F8-2395430C86DC}"/>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0279F9EC-8C39-4BD9-9968-B4C1E34B78D6}"/>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5FDB7F47-8665-A048-E049-C4EC28196A42}"/>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B88ACFBB-89BB-7F80-25A9-765509CBBA9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12558552-BA3C-DF20-C1C8-F6A59C072F7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9313714-754A-3CC6-6813-C3A65B8581F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E4D7C93-115D-3A4A-F77E-F2835C9D6FBA}"/>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694BEBC-F863-D6D2-540E-F2E2B7245FFE}"/>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56712A6-B9CA-6420-F994-5B19E5F7530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85CB6F7-13A5-FBF0-25A2-3A859A859933}"/>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6E716CC7-4431-880E-41C0-C0874191AB48}"/>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996C4DF-B6BA-DEB9-A591-CF30723509F5}"/>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37E0AFF6-3236-B3BB-2055-6A9C3047D948}"/>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8135C543-24CB-3C08-05E2-E7E1FCE3A07F}"/>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827A349C-6F08-79EC-A249-515F23B7DC25}"/>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5E49A681-9E1B-4CBC-264C-3432365D48BD}"/>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23697BA6-6315-C74C-2DDF-1C8629E0B042}"/>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B2E893CD-C3FD-8933-B199-7FC4D97D08FC}"/>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F3BE5CEA-C968-6ED6-9C14-BD539330DBC8}"/>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9A2C9F94-6F48-4C3B-BB5C-97D6D193F631}"/>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37950B19-D58D-BE7F-9233-422143DDC21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292EC9DA-FF4B-3CA5-9E2E-3B4A9828458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5F9CA49-B1CA-CDF3-0E23-54507284BF10}"/>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6CC3EDB-37C2-371F-336E-D9D3744D18E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3E02CA6-0CD0-FFBE-ACA1-EA87B7342553}"/>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79D58395-6A5E-F9C4-263A-4FCC043D23F8}"/>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0311E17A-95A2-859A-8533-240D1EE92A3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1EF4E686-9173-B74B-94CE-B4D22913A0F5}"/>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D728CD9E-618E-0F63-CEC8-68E78348F003}"/>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9E1D637A-EC2D-29DA-9D43-EDA32AEBAB75}"/>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A4AE49B0-1A7F-CE55-AA6E-35FA179C1B3A}"/>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F8D1D31D-7AF7-003A-5348-BA41992697A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425C8387-51E2-FD81-1632-B941931CFE83}"/>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FF60DAAB-D761-AC21-659A-23A0704928DA}"/>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A66F3421-92DB-E660-ED29-5D3F868B62CE}"/>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9129A5DE-5478-DFF2-9DF8-C265E34E957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72C2966F-7C98-054A-DB85-8D38D88CCB89}"/>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6FF72BA0-AA13-0ACB-00FB-021213E0B3A0}"/>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E909B5C5-E8DE-5A75-5846-7938EB72E8BC}"/>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C2906709-EE9D-8121-CE2D-6671E8905A18}"/>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CDDF4633-A0AB-1581-7ABA-538E618892E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8922711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E9D99-6946-5928-7CB6-DC0F178ED6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89E4B9-D953-D10B-E61A-C60FAC0F5211}"/>
              </a:ext>
            </a:extLst>
          </p:cNvPr>
          <p:cNvSpPr>
            <a:spLocks noGrp="1"/>
          </p:cNvSpPr>
          <p:nvPr>
            <p:ph sz="half" idx="1"/>
          </p:nvPr>
        </p:nvSpPr>
        <p:spPr/>
        <p:txBody>
          <a:bodyPr>
            <a:normAutofit/>
          </a:bodyPr>
          <a:lstStyle/>
          <a:p>
            <a:r>
              <a:rPr lang="en-US" dirty="0"/>
              <a:t>In Row 7, 1 and 2 are taken. Whichever cell is &gt; 4 must be 3, and then whichever cell is &gt; 5 must be 4.</a:t>
            </a:r>
          </a:p>
        </p:txBody>
      </p:sp>
      <p:pic>
        <p:nvPicPr>
          <p:cNvPr id="4" name="Picture 3" descr="A grid of sudoku puzzle&#10;&#10;Description automatically generated">
            <a:extLst>
              <a:ext uri="{FF2B5EF4-FFF2-40B4-BE49-F238E27FC236}">
                <a16:creationId xmlns:a16="http://schemas.microsoft.com/office/drawing/2014/main" id="{2E1079B3-DFE5-A8F1-2197-B3DAED91D3A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4C2931D-7D07-8D9D-CAB4-3AE6CF78B04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1B99773-8A4D-3EC3-5DBF-6E0989D1402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A1BF777-CCCD-52A1-9EFE-98B6979E69F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3D64B9B-EFC7-1CBC-020D-CF74BE39BF3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C6A3344-409C-BC9D-C959-E9A3AE95C702}"/>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95CFCDF-135E-0C2D-2759-5A972FA9A7F5}"/>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049BC478-E6BE-5620-F938-0E5B68C434D6}"/>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D0D6BBB6-74E1-7428-4167-C629A85E3A9B}"/>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C75FB328-79ED-423A-36C6-AAE977B1D7A5}"/>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0C2D1298-99A9-C3C4-DBB8-B5CB9D710B1C}"/>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F61F7D6D-F6FC-838A-819D-80D2D7EE627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93A203B-66E9-5DD9-1E77-100173F886A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E12CD33E-EF3C-4FFF-56D1-2CC536A58AC1}"/>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FED0290-358B-5051-F38B-BC64A1C04AA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3538408-9683-054C-4219-34AFB69D29D4}"/>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4134524-D208-98DB-101D-A91D680E637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E204E37-9B2B-2CFC-FF77-BB20920C1C17}"/>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F6AE6F4-8598-668F-95C3-2560BA62333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5649E6A-7543-51C7-8B88-F549AFA9ECF7}"/>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BCCBE774-6896-E49D-C587-04DEE147E743}"/>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85EE963E-B761-09E9-ACA6-8A369AF8DFC9}"/>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B2ED673D-7B3E-41AC-D922-C525361C852B}"/>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3C83D50C-AD50-E3FC-F320-941453A20F3F}"/>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2E8EF717-FE98-F5CC-E6D1-7511EB1B9C49}"/>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1D923FE5-A0B4-CDCD-8404-62F5EA226551}"/>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FDAC2D45-7984-33FC-49CE-99D273664B22}"/>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114254B1-6131-86FA-3B64-A5296E68F379}"/>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15EDF77A-D34D-11BF-D753-77A0C8999EB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B127D750-8E9D-9031-92AD-EE4A189ADE99}"/>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37769DF-51A2-32ED-8A2F-EA8498EEC5C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849C6FC9-D0F7-BF6C-D1D0-F6C61B2F26E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ED8FB15-2016-800C-F5EC-44C9A738EA7C}"/>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82FD9D02-BB6D-00A3-7A35-7DA7B565B89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A46F1BF2-6BBA-6BE2-57FD-D585CC9AB32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3FF6ED66-AA48-C2E1-D9B6-E21C6FD8C6FE}"/>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5C958AEB-EFDB-9686-43BA-58A5CA1637C5}"/>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BB1D2A31-CE68-28DF-8D36-00F4CFED92A7}"/>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5E87831B-58CE-9B70-8565-12607BD2433E}"/>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81EDB3E8-9B40-B120-7F0C-2CE7575ED01A}"/>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C9AF5273-BF6D-40B1-C9EB-DBC96FDC4B87}"/>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B3CA0B4B-55A1-9830-630A-32E49422B20F}"/>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917425DE-0828-2213-4BE3-A5582F77F379}"/>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CD379ECC-113B-4E63-A7CC-3788961F6817}"/>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E9B435A0-BA81-A7D3-EE25-F406CFBC721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5F348B5B-EA7E-F553-798B-5F7E73EE59FD}"/>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09935D15-3B93-BD6E-85A6-B45D66C0D972}"/>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4CB279B1-D503-E618-834C-68827599E9C9}"/>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68FDB19D-EF59-4705-24B1-F89EAD41AF4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F99D73A-64BE-47BF-24F0-E4A6303C8E5D}"/>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3" name="TextBox 52">
            <a:extLst>
              <a:ext uri="{FF2B5EF4-FFF2-40B4-BE49-F238E27FC236}">
                <a16:creationId xmlns:a16="http://schemas.microsoft.com/office/drawing/2014/main" id="{F7F66126-76F4-ABD3-D55A-298BE7DC5E33}"/>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Tree>
    <p:extLst>
      <p:ext uri="{BB962C8B-B14F-4D97-AF65-F5344CB8AC3E}">
        <p14:creationId xmlns:p14="http://schemas.microsoft.com/office/powerpoint/2010/main" val="2697086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CF78-9538-E3C8-1747-2778C7FAE6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21561D-A7ED-8031-6C4F-39E3AC619437}"/>
              </a:ext>
            </a:extLst>
          </p:cNvPr>
          <p:cNvSpPr>
            <a:spLocks noGrp="1"/>
          </p:cNvSpPr>
          <p:nvPr>
            <p:ph sz="half" idx="1"/>
          </p:nvPr>
        </p:nvSpPr>
        <p:spPr/>
        <p:txBody>
          <a:bodyPr>
            <a:normAutofit/>
          </a:bodyPr>
          <a:lstStyle/>
          <a:p>
            <a:r>
              <a:rPr lang="en-US" dirty="0"/>
              <a:t>Last possible 3 in lower left block. In the upper left block, 3 is in Column 1.</a:t>
            </a:r>
          </a:p>
        </p:txBody>
      </p:sp>
      <p:pic>
        <p:nvPicPr>
          <p:cNvPr id="4" name="Picture 3" descr="A grid of sudoku puzzle&#10;&#10;Description automatically generated">
            <a:extLst>
              <a:ext uri="{FF2B5EF4-FFF2-40B4-BE49-F238E27FC236}">
                <a16:creationId xmlns:a16="http://schemas.microsoft.com/office/drawing/2014/main" id="{B3C64BC1-0A72-D255-24EC-2429737CD76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51F777-E282-C0C8-362E-12F911B717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CEDD2AB-36AD-9FF9-8E8D-18C50E8E680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95FB155-69EF-828C-1D28-042FDB62D48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C0C1741-C305-AEA4-8945-F7403F86367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340F5B7-E408-E24C-AF4E-0B843055291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7B8EDDFD-A813-F5C3-8BBC-A78ED11C2AA1}"/>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D015DD8C-3B5F-103C-BE50-F902C007C15E}"/>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9C9C1541-4150-04A9-987C-1C23B560FA0D}"/>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A71195B4-23C7-5BC0-1147-C62FE7623F5D}"/>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65640F48-18B9-3463-6160-8817F1713A38}"/>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FAAD8432-A68A-35EA-7297-2DEE90728C4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C847D3FB-8697-0C6F-6421-C5349E02C6D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5AE559AA-FF1C-FC4B-0F30-3CE0CB829D1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B0D3C308-C6DA-09B2-205F-9E2F7B2C9E9D}"/>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360511B9-DB6E-ECF8-050A-9A6C6EF929A4}"/>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96FABA7-9BFE-3188-AED8-13D978F6414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D66C590-E220-AF41-0F14-886AF60BD042}"/>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183C172-5D24-5B52-8C7A-1B867FFD5DB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2191341-1F05-63D1-24D1-D4D45E879243}"/>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1EF4ACC7-E087-AD03-0D71-DAD3994133D8}"/>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2995BB7A-970B-69CB-CF02-8F06B4DE0B15}"/>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C38FC3F5-F7A2-6D6B-2A02-371A4C2A1AFE}"/>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04FE046B-14B2-8307-6120-78EF462620FB}"/>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D0F7171C-4DD4-2FC6-6F9B-0FA44FEB0259}"/>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4491CF6C-28CF-D2AD-F57C-79D2476DE983}"/>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0FB0CA1D-1F34-665F-F74C-3C69D935B6C8}"/>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0DEB0B21-3BC8-E6E2-8AE7-619B6638414D}"/>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844398D5-A1AE-0846-3947-E113CBAD8B4B}"/>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CCEFF704-5750-8FEE-DD9A-4F1840B1325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3E9CE7E-C2E5-AB3C-70FB-8D8C605903C9}"/>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968BA5E6-286E-0F8D-902C-4CA49832D49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438716D-9EF6-1993-4E26-969D45A8D856}"/>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E6C2E6CB-7C8A-9883-A949-F6262956C8D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ABEBDF1D-8F83-3140-118A-CD7D9B773897}"/>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52F2C868-ED41-F179-1040-3DC1CF9A6C8E}"/>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BB985A35-2322-6F91-84A3-B99B529B3B91}"/>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062BF7AD-F8B2-66E6-898D-3C23B844789C}"/>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A146A5ED-AECB-3FAB-DF9A-EF9C6D778E38}"/>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04B3C17B-E66B-2774-59FA-D99E05010029}"/>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79BA6263-2739-30F6-22DB-27CFA340D1A1}"/>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5A0D56E4-9161-FCAB-830D-E3E0EB1F6FA9}"/>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7ADDAC44-ADC0-F22B-C273-F29127504E2F}"/>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77522BD7-35F7-201D-F761-6376AE72951B}"/>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7237BCAF-E5F4-5630-03C1-4C518099DD6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3CAB7D14-2FD3-53FD-A55E-BA77B99A3A25}"/>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C4B3C04F-1FE8-981B-4E6A-68B75523DFEC}"/>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B1B423C9-6BFE-A8CA-9140-6ED1EC2A1F00}"/>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72C95BB6-7585-D7C2-5679-02FB8887EBEA}"/>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A39CE48E-2855-62E4-3E9F-58ED4477B8EF}"/>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5F540675-2CD1-84DB-8949-6F7EC1C73970}"/>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774E8EDF-9A1F-C039-17B8-98FF5192DA6A}"/>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Tree>
    <p:extLst>
      <p:ext uri="{BB962C8B-B14F-4D97-AF65-F5344CB8AC3E}">
        <p14:creationId xmlns:p14="http://schemas.microsoft.com/office/powerpoint/2010/main" val="708991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0500-3B14-C9CB-ED9D-DC2E1FD20B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F0C936-CD31-AE05-BD14-E949616EAFFF}"/>
              </a:ext>
            </a:extLst>
          </p:cNvPr>
          <p:cNvSpPr>
            <a:spLocks noGrp="1"/>
          </p:cNvSpPr>
          <p:nvPr>
            <p:ph sz="half" idx="1"/>
          </p:nvPr>
        </p:nvSpPr>
        <p:spPr/>
        <p:txBody>
          <a:bodyPr>
            <a:normAutofit/>
          </a:bodyPr>
          <a:lstStyle/>
          <a:p>
            <a:r>
              <a:rPr lang="en-US" dirty="0"/>
              <a:t>Last possible 4 in lower left block.</a:t>
            </a:r>
          </a:p>
          <a:p>
            <a:r>
              <a:rPr lang="en-US" dirty="0"/>
              <a:t>Last possible 4 in Column 6.</a:t>
            </a:r>
          </a:p>
        </p:txBody>
      </p:sp>
      <p:pic>
        <p:nvPicPr>
          <p:cNvPr id="4" name="Picture 3" descr="A grid of sudoku puzzle&#10;&#10;Description automatically generated">
            <a:extLst>
              <a:ext uri="{FF2B5EF4-FFF2-40B4-BE49-F238E27FC236}">
                <a16:creationId xmlns:a16="http://schemas.microsoft.com/office/drawing/2014/main" id="{863A740D-D4C0-A5A7-337F-BC676298E77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615CC71-1BFA-3A80-88F7-CB8354E0408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078B91-31E6-6713-87EC-65763A086CE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D8AF61-F4FE-9898-A80A-FDBF993A4D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7C049C2-6FB5-B870-A35C-33D23120B58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3C513CB-807F-AE30-BFA6-BE73E281FE9D}"/>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E071BEF4-A052-3D37-49D1-D32E77E4F85B}"/>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426C684B-EE89-C5F4-0FC3-1FD40F58860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32190807-6C18-ED1A-A3A8-B23C5EECA236}"/>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2FF21E6B-7F93-D341-525C-3F064A03C16A}"/>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2CD4C37F-E780-9D09-F90F-50440FFDE0CD}"/>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EFD61DB2-EBDF-8FF5-F511-64A93495967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3E132FE-C89C-BFC3-41AA-F20C6E5E8C6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C496EE4-5EDD-86AC-B7A9-B241AC0691F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2AA02725-F968-5FE5-27D6-39A532A38009}"/>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618F8C8-2FC3-F465-546A-9D6708C5FC36}"/>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7BA5951-1D10-65F7-4A5C-F385E2117C9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F4611CC-F844-3E54-B9C3-D6984E9806FD}"/>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1B5C2644-6CB8-33F7-C3EA-CCED465C8A0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619C6B5-979C-CF51-14A5-D39FEE9DE62A}"/>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D5C12B29-C013-A783-CF3C-249C803AF43B}"/>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362EC52D-15EA-D085-4C67-29B4A75783F2}"/>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DDC6434D-1360-9F1E-8DDE-394B6BA45DCD}"/>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606D4252-F99A-4969-5A9B-353AA1D52343}"/>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F8CD5ECE-004D-1006-B8EC-D5558E936422}"/>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81F31DF9-0F70-43E6-4833-50AD29552236}"/>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400E4746-BE2A-FA01-9F91-067ADF93BAA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0" name="TextBox 29">
            <a:extLst>
              <a:ext uri="{FF2B5EF4-FFF2-40B4-BE49-F238E27FC236}">
                <a16:creationId xmlns:a16="http://schemas.microsoft.com/office/drawing/2014/main" id="{557679DA-F810-6CD3-4803-7043E4B559A4}"/>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31" name="TextBox 30">
            <a:extLst>
              <a:ext uri="{FF2B5EF4-FFF2-40B4-BE49-F238E27FC236}">
                <a16:creationId xmlns:a16="http://schemas.microsoft.com/office/drawing/2014/main" id="{F98089F1-67B2-4A33-FF6E-7D55E575608F}"/>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000B6F7-9E5F-C38E-36CA-846DC82E191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EC4F4C1-33E0-89BD-CAD4-753DD5DB7746}"/>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10A43A07-F733-1D53-57D2-81714A2208F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5329332A-DA82-86FB-C9E2-66D7B609075E}"/>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56C43CAC-6DBF-19FB-F0A6-0D88C6E37C1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34D02827-DFEF-0329-7AE0-D24269DF035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CA51F6AA-50F8-2278-004D-0F3E9A63BD92}"/>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A66780DA-9F05-2BF4-CC46-8832BDA17E4D}"/>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832F0EAB-7AD3-6FAD-A8AA-E889FCA87D1C}"/>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08E51655-ADA9-2FD1-F328-19B5791A58DA}"/>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513AF90A-810C-3846-10BD-588CC8A62F1A}"/>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A56AE40C-C4FF-06AE-DF38-A96593A1F880}"/>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19D11D18-9873-6EA9-F27A-A757AEE63130}"/>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EBC0B42B-0E44-0E81-C239-46A58588014E}"/>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7956BD7C-5863-3D15-9032-537ABE660D8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0A1A1BD3-70E0-CDD9-4B5B-D366FEA3A8AB}"/>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C80AF282-0D9A-65B8-62A9-E2EBBFAD5A5F}"/>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1255BB97-D21C-6646-74D7-66CF89BD7130}"/>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8E2B95C3-173A-F0C2-1CC4-50EC2A3782B7}"/>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05D162A7-889D-138F-55F0-01DB346666C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AF497AC-FA75-C996-B69F-6B2D98281EEF}"/>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CDA0B92-19CA-BB38-4D04-D68BA5A87303}"/>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D00075D3-4D33-5AC1-6CC2-73AC0896CEC4}"/>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C0E6245A-12E2-4E84-A5EA-32C969127B6B}"/>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DB49127B-F061-B0B2-F924-88C5BD9EEBC1}"/>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31550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6BAE5-272B-9A2C-B701-1810C0AB0F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CC56E5-9285-01E7-5CAB-A90AFAE3584B}"/>
              </a:ext>
            </a:extLst>
          </p:cNvPr>
          <p:cNvSpPr>
            <a:spLocks noGrp="1"/>
          </p:cNvSpPr>
          <p:nvPr>
            <p:ph sz="half" idx="1"/>
          </p:nvPr>
        </p:nvSpPr>
        <p:spPr/>
        <p:txBody>
          <a:bodyPr>
            <a:normAutofit/>
          </a:bodyPr>
          <a:lstStyle/>
          <a:p>
            <a:r>
              <a:rPr lang="en-US" dirty="0"/>
              <a:t>Last possible 4 in Row 1.</a:t>
            </a:r>
          </a:p>
        </p:txBody>
      </p:sp>
      <p:pic>
        <p:nvPicPr>
          <p:cNvPr id="4" name="Picture 3" descr="A grid of sudoku puzzle&#10;&#10;Description automatically generated">
            <a:extLst>
              <a:ext uri="{FF2B5EF4-FFF2-40B4-BE49-F238E27FC236}">
                <a16:creationId xmlns:a16="http://schemas.microsoft.com/office/drawing/2014/main" id="{C5CFAAC6-8374-AD94-1D89-1ABC4C78EB6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02CC187-9BAB-A94A-6C4C-7320222EEF5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8F3198A-9725-B554-92C9-2BDAB69A969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6C27588-2DDD-B971-3553-B2B09EE017C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EF0FACA-0A52-D4F8-D84D-5E219CF06B1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86D5E5B-5DD4-A304-00EC-DD41F2918B05}"/>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4A0B7B69-51E8-2B18-F655-15492D6DBDB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E9924476-8BC0-D239-D00E-2713E23E2E53}"/>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0A236593-EBD0-F366-3721-0C1798F5D9D6}"/>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EA4725D4-B8AD-E1D2-2617-C0AF1C8A9517}"/>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46B3DBCE-E4F2-27A0-5458-0B6FE06A35A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9029A85D-D30B-9F39-6C8C-898AB828A561}"/>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6853E87-538F-0672-CE97-25081B371AE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3848AFE0-9D03-4F3D-2577-E340C11068F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DBD27CA2-340B-0DB3-7AE8-DEA90CE5B49D}"/>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B341626F-46E8-CA80-043C-79C8B83B4DE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EB12247-1192-D7AE-6BFC-A9EC1FE268E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6266AA9-F8B1-0D15-B595-A144DF03593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C4CDF4F-6CE5-AD9D-9B7D-3EA02FB5254E}"/>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20196D2-4842-599A-6FB4-7ABAE93C1DF4}"/>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FF90F9BC-054A-7AEE-4D60-ED3375DFA266}"/>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6AEDEB10-B266-3041-D086-42DF73C717C9}"/>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92A8DDC6-5EA9-1966-2ACF-87D947335854}"/>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7B0004BF-9120-DD15-93E8-8F8B86188CC5}"/>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19792B27-7653-877E-41C6-11B8D9D52EB5}"/>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6CAF4CB9-1E8E-8E72-EE76-0BFC26EEB366}"/>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31F2A443-1652-6F7F-48F6-EBB4C0DD28E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1" name="TextBox 30">
            <a:extLst>
              <a:ext uri="{FF2B5EF4-FFF2-40B4-BE49-F238E27FC236}">
                <a16:creationId xmlns:a16="http://schemas.microsoft.com/office/drawing/2014/main" id="{30E844BD-AC1E-1B98-BE86-3585FD32DED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A629AF5-DB3E-47D7-256E-4695A11DA79F}"/>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6FE121F-8ABD-F8C0-7CC5-F93E5BC663C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EC723615-ADAD-D227-16AC-8B590040605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E8A8D37F-B72D-5C80-423E-7DB2F0D2440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A3C7C43-68AD-C584-B126-931DF6CC2B87}"/>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D34936E9-51E4-661B-57A5-367F0015608B}"/>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DDE340B6-402F-BEA4-A12C-BADC379D30F8}"/>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C82F5BDC-C551-12BF-63B0-490677BCA0E9}"/>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DBD9014F-9619-B701-1722-280E3863AC32}"/>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FDE348A9-F05C-DA1E-558E-F4F244A45674}"/>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157E2A14-A3E1-A940-18DC-1AB7F3F9750E}"/>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251EA642-7F2D-4C02-7291-4238149638C1}"/>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DC8C4B5B-B0FA-FD9F-FE03-3C5B484B0521}"/>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8198A17B-3B88-81DC-028E-B63379A6F5A3}"/>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77D1F07C-0030-F250-50B8-7A7A5838709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4B811DA8-1779-E5F0-71F4-B3C8336B104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F1E705AD-C9BE-3A92-6F13-6F760A0AF8F2}"/>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22A11E63-6E50-75D2-6114-18BE684C43DA}"/>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D1131717-DD2B-BCB0-BB88-080D8CDB58B8}"/>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ACE07634-D117-B4FB-7989-4C55AD10E06A}"/>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660A7969-C1BD-FB6B-AAB6-0B63D47DA8B6}"/>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46EBD0AF-9D98-3B57-CD7F-BB642BD7C43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E5DAE9B2-5D1C-6303-E92D-75668DE261BB}"/>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71B03538-D9F6-E82A-EC0F-F68A934002A8}"/>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42E65CF7-7A19-1BDB-0B09-752B9137494A}"/>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F14A117E-709E-EE2A-F6F2-02FB2D6A775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857983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28D97-7003-52BF-278D-6FC39E5EB6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98BFC3-7891-1975-B2E3-F1AF8EDF623E}"/>
              </a:ext>
            </a:extLst>
          </p:cNvPr>
          <p:cNvSpPr>
            <a:spLocks noGrp="1"/>
          </p:cNvSpPr>
          <p:nvPr>
            <p:ph sz="half" idx="1"/>
          </p:nvPr>
        </p:nvSpPr>
        <p:spPr/>
        <p:txBody>
          <a:bodyPr>
            <a:normAutofit/>
          </a:bodyPr>
          <a:lstStyle/>
          <a:p>
            <a:r>
              <a:rPr lang="en-US" dirty="0"/>
              <a:t>Only possible way to satisfy &gt; constraint.</a:t>
            </a:r>
          </a:p>
        </p:txBody>
      </p:sp>
      <p:pic>
        <p:nvPicPr>
          <p:cNvPr id="4" name="Picture 3" descr="A grid of sudoku puzzle&#10;&#10;Description automatically generated">
            <a:extLst>
              <a:ext uri="{FF2B5EF4-FFF2-40B4-BE49-F238E27FC236}">
                <a16:creationId xmlns:a16="http://schemas.microsoft.com/office/drawing/2014/main" id="{400C7892-14FC-756F-01C8-C20B1AA614C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BAD6177-5AFA-A7DE-A249-AAF78FE276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912BB1-C06C-5074-B41F-F5253E9CA59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129907-9162-275F-B057-6E2215DA2F5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CED1738-9931-98A2-4F88-B5ED84A1DF24}"/>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F08611C-7F57-6B56-18D5-B3BD4F8229B6}"/>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4E0F958B-0D47-F5DD-4B43-613E4A374C3D}"/>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E21BBEC7-D9F3-15C9-3CF7-C9C2DCE5630E}"/>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09DDE14E-EDF4-5C91-B5BB-3F208922AF3F}"/>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6C04F331-3834-1AF2-9512-AE6E842CACC7}"/>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FD49AB3D-5014-A1E1-25C3-3D01740B9561}"/>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75D6FA40-482C-8DB5-D02C-C932A424554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EF3052F-2EFF-F37C-F17A-DABD69B29CA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4229132-11D4-5898-EE69-6C4180603D5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BC3C55D-8055-882B-5D40-53B3716BE0C8}"/>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888E684-F8D4-E4EC-0542-DE8825A0F86A}"/>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6BF7356-04AF-0E00-AF55-D4E6B4F8780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8AF3BFE-01A7-E2A1-9EFD-9D05784A5B9B}"/>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3EC0202-39D2-2AC9-4048-340FF79FC8E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79AB60A-183C-24C5-6C38-1F4FE0AC80F7}"/>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3094B662-897B-F7FF-02D2-2CF92612A900}"/>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5F7B37FC-5970-239B-8DFB-6562594314CD}"/>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A8E8281D-F8F3-07F5-BA0E-E8BD1F8B9FF9}"/>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40F15BE1-5246-78B4-22E3-C15F594D05E3}"/>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10F19441-E852-7545-BE78-8CCAA85A3F07}"/>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F80AAB54-CEDA-DF54-D464-1A3282D9E4D2}"/>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AB45C14F-B786-EB61-B56D-50A2A8C8F7B1}"/>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31" name="TextBox 30">
            <a:extLst>
              <a:ext uri="{FF2B5EF4-FFF2-40B4-BE49-F238E27FC236}">
                <a16:creationId xmlns:a16="http://schemas.microsoft.com/office/drawing/2014/main" id="{76ACB2C4-BA07-082C-FD5E-84130A37A2CA}"/>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023AA45-D4CC-9E99-D604-D81395327C42}"/>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543E419-9984-1709-749D-2560D23B86E2}"/>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842FAF7D-A756-1766-745E-7B23C9B5EA0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BD96A6A-E855-16D8-A467-38DE759A576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01432316-6B3E-7234-EAAF-1C68B42E7E09}"/>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B957C7DA-350E-9B1A-8310-4CBBA783697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077FC941-326F-A065-0906-40C35D081569}"/>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E11BA05F-C457-3010-8B16-ADDC8AB959E9}"/>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590B84B0-A1C7-ACC0-C59A-0E362141F3C4}"/>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49BD930B-E51F-28CE-9803-659ACF7EF4A7}"/>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1C5A9A7D-3DC0-1295-A8FC-F8E0EADD4602}"/>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AA9ABB73-29E5-9BCB-0EAD-188BF28ED2A9}"/>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71EC65AC-CF3F-FDFE-5825-5DDC7A509E75}"/>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A5BDC9E6-0FA9-B75C-CA12-02D03B57B466}"/>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1A7D0194-EA1F-22D5-702B-B6C5E18E9951}"/>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A07FFE4B-F0F7-4D97-E439-47D71E746187}"/>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C34A3393-3D07-1F0C-DBD7-9D1266DDE6BE}"/>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F017BB97-8731-56D9-D601-52C7453A03A7}"/>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AEE32510-EEA0-889F-7580-8D6E4783758D}"/>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DB29AEDD-23B8-0542-3312-81EE5FE5CF3B}"/>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3366AC96-1EB3-FBC4-0579-8CAEEE83BDCF}"/>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FFE3EA4-12E3-BC16-7F58-0024AA096F88}"/>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58CDCA2B-4E2C-32BC-1550-74459353BD74}"/>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3D3EFE77-1856-6E83-7F6C-E8FAE4A95E3F}"/>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D5F5C60-5D1C-684D-75FB-ABC21405AD69}"/>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91EF138-A550-C238-23C7-6BB80A1E68CE}"/>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5C94E7D3-8AE4-DFC9-C917-CE436E26CD9C}"/>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3966282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ED45F-5AB4-FA2D-3631-C628DF6084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733E07-3C92-6CC7-6687-FE3655F212C8}"/>
              </a:ext>
            </a:extLst>
          </p:cNvPr>
          <p:cNvSpPr>
            <a:spLocks noGrp="1"/>
          </p:cNvSpPr>
          <p:nvPr>
            <p:ph sz="half" idx="1"/>
          </p:nvPr>
        </p:nvSpPr>
        <p:spPr/>
        <p:txBody>
          <a:bodyPr>
            <a:normAutofit/>
          </a:bodyPr>
          <a:lstStyle/>
          <a:p>
            <a:r>
              <a:rPr lang="en-US" dirty="0"/>
              <a:t>The minimum adjacent cells are now 125.</a:t>
            </a:r>
          </a:p>
        </p:txBody>
      </p:sp>
      <p:pic>
        <p:nvPicPr>
          <p:cNvPr id="4" name="Picture 3" descr="A grid of sudoku puzzle&#10;&#10;Description automatically generated">
            <a:extLst>
              <a:ext uri="{FF2B5EF4-FFF2-40B4-BE49-F238E27FC236}">
                <a16:creationId xmlns:a16="http://schemas.microsoft.com/office/drawing/2014/main" id="{018758F4-C71D-BA27-735A-4AC5B905AC1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17B0BA-E988-8AE2-5E42-CC9CBF6D147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A056EC-F226-55D7-0A5F-3522636F405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D52FD90-31A6-2939-C5CE-D02FD5E97BD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2F4D95B-201F-49C4-B246-7BDFC9382E3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F4E2377-63A9-CDAA-E3A2-26C0BAD1F9AB}"/>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69BAEF2-A644-CE7E-FDD5-BEF493ABEB9B}"/>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E7ABE802-3370-DC78-C3C4-24EAA17B407E}"/>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0EE5D77C-2C73-9C71-99B5-A5B631B38AEA}"/>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42B13609-E71F-0A8C-D13D-B5A1A7194558}"/>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95B9257C-6EDA-DDBF-FD11-CA8001B22C6F}"/>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E80CFCB3-F820-2E61-D860-FBABC207A97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79F76BE-E2ED-0DE6-8189-AF056871B7A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22BF4ABC-2499-151F-FDC1-8F25465AC66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D9E255E9-63AF-136C-AEE7-7D36A8F01EFE}"/>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72B9492-1AC4-3D8A-B6A4-7BD6F67152E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B1029DA3-E55B-9933-2292-6BBD56AD2ED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40106D6-7920-9CE5-6C52-F0982AD29A9A}"/>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AED7D8B-CC50-E455-A33B-8A20BFC2EAC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5F79875-B8CB-E881-42CE-7F8A59EFB049}"/>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2F14B7FB-C2EA-82D8-1385-7105CF908FC4}"/>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1731DABA-A4B3-6D72-734B-5AB02BBAC445}"/>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67B986C3-E07A-D769-4BA9-53C7F55B239A}"/>
              </a:ext>
            </a:extLst>
          </p:cNvPr>
          <p:cNvSpPr txBox="1"/>
          <p:nvPr/>
        </p:nvSpPr>
        <p:spPr>
          <a:xfrm>
            <a:off x="3640666" y="3406653"/>
            <a:ext cx="570089" cy="230832"/>
          </a:xfrm>
          <a:prstGeom prst="rect">
            <a:avLst/>
          </a:prstGeom>
          <a:noFill/>
        </p:spPr>
        <p:txBody>
          <a:bodyPr wrap="square" rtlCol="0">
            <a:spAutoFit/>
          </a:bodyPr>
          <a:lstStyle/>
          <a:p>
            <a:pPr algn="ctr"/>
            <a:r>
              <a:rPr lang="en-US" sz="900" dirty="0"/>
              <a:t>6789</a:t>
            </a:r>
          </a:p>
        </p:txBody>
      </p:sp>
      <p:sp>
        <p:nvSpPr>
          <p:cNvPr id="26" name="TextBox 25">
            <a:extLst>
              <a:ext uri="{FF2B5EF4-FFF2-40B4-BE49-F238E27FC236}">
                <a16:creationId xmlns:a16="http://schemas.microsoft.com/office/drawing/2014/main" id="{A66096F9-1268-335C-D4F7-52D74E8E297E}"/>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4A849F59-ACB2-F24C-5716-617D212854E7}"/>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D91C8E52-85B7-8583-BB3D-8C9113A65A79}"/>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EDFA43E8-8244-6A79-F655-3AC713F462E9}"/>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921A6485-00D8-E479-18FB-0B7C139937FB}"/>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3FF8BB75-A448-FB33-5B4B-59813FC2F5D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FE1A08A-9F3A-6632-136D-8DBE7F03B6B9}"/>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4F205F4E-F948-20F2-448B-AC75AF2F54B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321B3C4D-B85C-6F67-6F4C-CDE5590B2C5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39357C13-888C-DF37-4E57-56E22FA645E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52EB2017-C272-73B3-C894-55F2DD3935E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0C8A58A9-2802-D9A0-73E0-72F21FF8F405}"/>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F6997A24-0DB0-A93A-5097-91A09C14B14E}"/>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942EC27C-3D8E-E03A-DCC0-C35478B528FD}"/>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35D86F4C-1B12-5754-0444-67CF8BE847A2}"/>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BC28E65A-C840-4095-BFAD-5FE33AAC82EB}"/>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911B832B-F8BD-9AA4-08D3-6BF6FFC63CCB}"/>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0C7B5DF5-E0DF-9450-1662-0587858FA9BC}"/>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01C473F4-84C0-FE8C-8319-9D8BCB13B791}"/>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0C56032E-7662-06D7-E874-3548A3EF2E3C}"/>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531897B5-D164-DBD3-BC1C-3E1AA6E5908D}"/>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62CD4186-A91E-5A9B-5CAC-0BA6CEB6ED9F}"/>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7CB6D56D-6300-C5BA-BBCB-D92C081CB6A0}"/>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A155F2F7-3678-B09B-BBE4-4027D2B124BB}"/>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0E6BCBA0-A7A6-D89A-244F-E2BABAC57C89}"/>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E37CF34-DE54-0FAD-E518-7AF0E509383E}"/>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3947EAFE-7E3C-5094-AE87-2A28A6794F2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06A398B4-DE27-11F9-3B67-E4AEB7282881}"/>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D23BB848-1000-D89D-4B96-CC5A2CB8131C}"/>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507DB0D3-0847-07CF-265F-A7D8B700C48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5110D5D-9062-1531-1DD1-C755988EE419}"/>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7C0EF7EB-8F61-94F4-F7A3-61B375CEB28D}"/>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992641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18405-94B1-F5F6-4D3F-C8BA9050EA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D8AFAA-31C5-2251-0485-2E5642CCD708}"/>
              </a:ext>
            </a:extLst>
          </p:cNvPr>
          <p:cNvSpPr>
            <a:spLocks noGrp="1"/>
          </p:cNvSpPr>
          <p:nvPr>
            <p:ph sz="half" idx="1"/>
          </p:nvPr>
        </p:nvSpPr>
        <p:spPr/>
        <p:txBody>
          <a:bodyPr>
            <a:normAutofit/>
          </a:bodyPr>
          <a:lstStyle/>
          <a:p>
            <a:r>
              <a:rPr lang="en-US" dirty="0"/>
              <a:t>The minimum adjacent cells now includes a 6.</a:t>
            </a:r>
          </a:p>
        </p:txBody>
      </p:sp>
      <p:pic>
        <p:nvPicPr>
          <p:cNvPr id="4" name="Picture 3" descr="A grid of sudoku puzzle&#10;&#10;Description automatically generated">
            <a:extLst>
              <a:ext uri="{FF2B5EF4-FFF2-40B4-BE49-F238E27FC236}">
                <a16:creationId xmlns:a16="http://schemas.microsoft.com/office/drawing/2014/main" id="{5A4219E4-9CAC-9E17-8F23-2D62E965BE7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A36F89A-F9B0-CE38-FB75-CFA2172739B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68C327B-7BF4-1125-7902-B01E39778D0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1CF565-799E-9B1B-C90D-DC19C196E6B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3184683-CF5F-E8D9-E071-C184E1FB0C5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49C927F-57A4-BD1D-4E58-4A453AD0573C}"/>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0796E584-2970-94FC-F5CF-5F4BCFAD9BA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633E7C98-20BF-AEC9-A90E-BD8A640E128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EBF7D35-6C27-9338-531B-ECBE401C9F39}"/>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E24EBEDF-6886-B7B2-8515-62B2FCD6F96B}"/>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F1678EFE-556F-C98D-3757-75922B31BD17}"/>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6EFBAE6E-E14A-008D-11BC-06E7C70BD95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B3003D7-4134-5F0F-2317-8DAECA3674F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C7917EE7-6B8A-D746-ED65-D458A251432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667A58D-0225-2234-01BE-A7632A0C5836}"/>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26EE2D4F-E4A1-13CC-FF97-8687E2B463B4}"/>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B2093115-9DF4-41DF-64F1-C5F1F094A74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EAB3832-A97D-03A0-C03C-F87E45305304}"/>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BC9D5BB-AA7A-DCE5-14EA-8A6BE2678A3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6167E52-ED78-6428-4D53-56D69EA15D2D}"/>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0D28A18F-FC3A-562F-E174-BCF177C2F6D9}"/>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2A4A9262-AB22-E6EF-815D-E92897481372}"/>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78EF0C1F-DE47-D3B1-9988-25CAAB63D21F}"/>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B8678AAD-0588-2B9E-CA54-796E756BDA88}"/>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D6055D9-F11A-3029-1997-05159BC5B796}"/>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C41CBA41-78E2-A649-9FF6-B667793EF224}"/>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5BDD9B96-3E35-D770-6F01-602D91BF3906}"/>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6DAA37A8-8605-9FDB-F4CA-6D277482F549}"/>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9DE8FE7-EBBB-2C7E-0A0E-AFC3B70D522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77AF948-62FB-ACED-A055-19831C49D3F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2BC3C30-2C5A-6DD7-75EB-0CDE42030FB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BEF47EE-82FF-5FED-E269-273C059F413D}"/>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BCF809C7-EE41-D3FB-E26E-FA88792AB2BD}"/>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B30D9CE1-2D35-90DC-4CD7-DF653CF2BF0A}"/>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9151042D-A695-454F-2A08-09E78358E892}"/>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FDE76F11-9770-8F2D-83D3-48420528AE31}"/>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5DDBE82D-8E19-8B41-CC90-EB6E598F93E2}"/>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43F6952B-8629-7426-5032-F245FF0F1582}"/>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6524AEA9-6C62-2799-901E-9B85E0BDFB64}"/>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A17A1DFA-AE75-2C84-2FE8-6D2CC60B9F87}"/>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8B1702D5-A45F-325A-7BFC-5299C751FDE4}"/>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50BB04EE-68C8-D411-F960-E5993CB02AE3}"/>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30FC2710-C472-46C0-39EB-02B06A982D1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410A0359-F454-9962-C67B-9B763C48531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098554EF-DD5B-369A-20E9-CE8D18384A88}"/>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4911A039-F43F-C108-68F6-EAD73A88887E}"/>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66B533E1-3659-AF1C-BA24-33AEFEFCF543}"/>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4BD5D615-ACE9-D61E-0E2F-996D0057F2F9}"/>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CED53A20-05BC-3923-4C07-707EAFB5EC76}"/>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2AB9FC3-468D-3BE6-C1ED-0475412449E8}"/>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8ADFF781-3494-C600-4B46-4301111A21FE}"/>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29AB598F-9F97-7AB4-D815-11B8D430A848}"/>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5E117E47-F0FE-D110-410B-2589AEA59F0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17E1C7B-0D75-150F-20E8-597B340D8563}"/>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DA90834C-00A2-97A6-EA53-37466BDF30FB}"/>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834320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6E422-1C30-D26B-5024-3ED9EF67F8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BC4BD1-DFC7-EAAA-6DBA-FF7B44C87DEF}"/>
              </a:ext>
            </a:extLst>
          </p:cNvPr>
          <p:cNvSpPr>
            <a:spLocks noGrp="1"/>
          </p:cNvSpPr>
          <p:nvPr>
            <p:ph sz="half" idx="1"/>
          </p:nvPr>
        </p:nvSpPr>
        <p:spPr/>
        <p:txBody>
          <a:bodyPr>
            <a:normAutofit/>
          </a:bodyPr>
          <a:lstStyle/>
          <a:p>
            <a:r>
              <a:rPr lang="en-US" dirty="0"/>
              <a:t>Complete upper right block.</a:t>
            </a:r>
          </a:p>
        </p:txBody>
      </p:sp>
      <p:pic>
        <p:nvPicPr>
          <p:cNvPr id="4" name="Picture 3" descr="A grid of sudoku puzzle&#10;&#10;Description automatically generated">
            <a:extLst>
              <a:ext uri="{FF2B5EF4-FFF2-40B4-BE49-F238E27FC236}">
                <a16:creationId xmlns:a16="http://schemas.microsoft.com/office/drawing/2014/main" id="{E6D53C30-767F-E01D-0648-A4693C829BC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7858AD-768C-88B9-DB21-0FBDF4662D7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D8FBDE0-5A85-E090-9CC8-0E65EEA4F1D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7A4FF2-F17B-303B-57D2-383F34C9DB5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6CCB04C-7E6A-E988-336F-2CDE2CE9F00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5DE9A0B-5943-7E63-0BA0-1830BC3A61F4}"/>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07C21FB4-60E2-1F40-A6C4-CF026BD9DB41}"/>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D5AF4BB7-06D5-61C1-E060-362E02C87452}"/>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57A3FEE-D9FA-503E-58E8-8E36A03275FE}"/>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FEB3652F-8000-CA37-BC09-466CE2C3E487}"/>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F13A0A39-62EC-94E5-E72B-019D4A522B4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CF0B6553-2665-C7E3-22A0-D1B97149EF3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DF5D453-48EE-D9B4-9962-01451083909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ABCC59A-08AF-DDD1-54A7-638B1B17C47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101707EE-C133-BC35-B34E-6F70FE0F850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3069531-6F64-24CB-07DF-D3732FB7281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9EA27BA-59FD-1CB1-CDD6-4653929FEDE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0BD5BC3-1EDA-FC8F-855C-357850A26FE5}"/>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18BA8D29-8A9B-6155-7ABB-31FF6E6B037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4FC3170-58D5-9689-AF97-4E624D8DECD7}"/>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D6E3A296-A309-E272-763A-12CE31C20E24}"/>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A2C4029E-344C-8B5D-4EF1-94F38CBB29F8}"/>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DE81C605-CB18-52A1-E7F4-30C2016E50E5}"/>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80469FB3-6ADB-DFB0-AB13-232A0738ECD1}"/>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6B72F909-1C48-19E1-384E-2A343553BAEF}"/>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C57587A1-5620-3931-EF8C-F2719EA528BB}"/>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56A1AA48-7762-4D35-CDE6-1EBC28ED4A66}"/>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4C94D8A6-F3E9-A989-F792-7D119A5FA7DA}"/>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4EBA78A3-EFC9-88AC-3D9C-C8D442C5A86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072DB7D-37FD-7568-3455-A5CBC01C0DC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7AE9803-EAAB-99B4-B73E-F91A2CBD5490}"/>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6101B5E-8F2D-DED6-224D-771FEF6DA9D8}"/>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9A6A5DFC-7D97-0987-7578-DFF75C90AC5E}"/>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567B936E-5B60-39C2-89B2-7A8988EFCF7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B65D868B-C7DC-33F2-A5BA-35AF61229738}"/>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5C99B76C-5CAF-D07B-E75D-F1F5203E2C33}"/>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9305F627-4232-7A84-97FC-4D92FFF21611}"/>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0B5C348D-D3A9-7E8F-59F5-8A8923C3AE6E}"/>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CAF4855-FEA5-50F8-5134-4219D4F18FFE}"/>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691129CC-4ED3-8420-BC68-FD55A71F7A99}"/>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FEA4FC1D-D334-E1F9-F5B7-CC2695AA0129}"/>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BE360F8B-B981-71F4-57CA-94A3E43D44C9}"/>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AF39C442-A46E-7057-E62F-600E2588DB45}"/>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6019C139-627B-D81B-939C-D6FE180DF08F}"/>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C687EDF6-1AF9-C9F3-D81B-4AEB85D968D1}"/>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E7D64C2E-F839-3C57-08E6-620BD7E706F1}"/>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EF209A68-3CA5-F86E-FB1B-A5E125A7AFE9}"/>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35F752E8-99E1-AD2B-97AF-42283FB9CA85}"/>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8B338BC1-B64B-68B4-DF24-8D2597554AAF}"/>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E0D5701-8AC2-CF2D-5C7B-10A45293C2D8}"/>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70AECC4A-E91A-8ECB-50F2-33A23F48E790}"/>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D1256F85-0170-7DAC-8BAA-3C4C2933E941}"/>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4D4AE57B-3B90-29C9-6956-B7FF53C1B8AC}"/>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FA9E574-761A-56E2-DE9A-9B1793FBDB15}"/>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73383D57-4495-F22C-0DC3-CACF0C4B6E72}"/>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E3BBEBE0-655C-0375-07F9-4353E0423269}"/>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4AB9BDE6-D397-B108-EA0B-ED6D984D3284}"/>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3295800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A03C6-5E93-5329-4DEA-2D37FFBF6A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2D093F-E271-03CD-B6B1-C2340971ADFD}"/>
              </a:ext>
            </a:extLst>
          </p:cNvPr>
          <p:cNvSpPr>
            <a:spLocks noGrp="1"/>
          </p:cNvSpPr>
          <p:nvPr>
            <p:ph sz="half" idx="1"/>
          </p:nvPr>
        </p:nvSpPr>
        <p:spPr/>
        <p:txBody>
          <a:bodyPr>
            <a:normAutofit/>
          </a:bodyPr>
          <a:lstStyle/>
          <a:p>
            <a:r>
              <a:rPr lang="en-US" dirty="0"/>
              <a:t>Complete upper center block.</a:t>
            </a:r>
          </a:p>
        </p:txBody>
      </p:sp>
      <p:pic>
        <p:nvPicPr>
          <p:cNvPr id="4" name="Picture 3" descr="A grid of sudoku puzzle&#10;&#10;Description automatically generated">
            <a:extLst>
              <a:ext uri="{FF2B5EF4-FFF2-40B4-BE49-F238E27FC236}">
                <a16:creationId xmlns:a16="http://schemas.microsoft.com/office/drawing/2014/main" id="{6010D636-69A9-663B-F4EB-910B31A71F3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403189D-4F3D-1F72-2E0A-B360F300BC1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6938508-FA82-CDDD-C064-C176DD93935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36BA6E4-93A9-A671-85F9-2896E25EDD2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A6F08A-A488-E773-5D60-1D55A3743EF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473B1BA-8A48-241A-861D-FFFB11EB49B5}"/>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C4F06B57-4E3B-B068-A5A2-9A360D5A3A2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1B709605-5CE2-A918-0AB9-BF83D413DD28}"/>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3058E9BC-8BC2-2BEA-8FD2-C1540D363FF4}"/>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A73E7189-D510-492A-A92E-A6CF2E1249B7}"/>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77462872-487C-A70B-8B0A-F8FCF7096D8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90D0232D-8218-3162-AA7E-BB297E7D762B}"/>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F9492E2-8B91-11C8-A642-182FC06D49C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A9D4E7F1-087E-8E1C-22DA-81AEBCB8DA4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DBB8707-4746-D969-D42F-ECF3C1AC2BC2}"/>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FDA4BCBC-A242-26B2-FCDA-47F3B5603AE3}"/>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85B423E-7AF0-968A-2322-FE38E874E75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E270E58-FAAE-B149-641A-F64C3C2A49B1}"/>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3EBB0EB-9040-1E68-8224-9727283CF23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7FB3E35-8622-FD4A-112D-8FA8940603EF}"/>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23462280-C830-A21F-4367-9BAFDACD4180}"/>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CF69867D-0F3A-AAA5-95C8-E32648774B18}"/>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1083AD2B-04CE-3386-37AD-8E7C32BB1065}"/>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8DD9A047-F8B6-2E4D-6323-9A8C68A0BF81}"/>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6644D401-1F7C-5DA5-94CC-DA304EDF9F0F}"/>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F318397A-7EE8-FC18-EB62-39F3A56B89F0}"/>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905645D7-FA9A-D161-41C5-4AA670A31D24}"/>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A3EC0656-7C08-2C13-6E3E-40967D1580DB}"/>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5A55844-C9B4-BD63-0C5E-DEE295AE590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DF95355-8D40-7E7E-6BE0-39FDC9812A2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155303CB-A299-F5B2-84D6-583C8B56CEA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DCC2ECC-A154-BF9C-2DA8-2F0C449CCE5D}"/>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A7C85962-756D-2228-56BC-DAD44EE3EB3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4CA5148B-06DF-4B98-693C-27533CE0EA6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8DD91C8D-B8AB-9DB3-772A-3FB6D4C1D7E5}"/>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8768E98F-7DF6-ACDE-2C7D-8670D4ECD88A}"/>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8828D06A-5012-C05B-CA2D-08E5DD9E1960}"/>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3C97C1AF-829B-8C49-3EF9-0E4C4C1F9288}"/>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2AB738E8-B844-4D74-95ED-CDD00D55AD29}"/>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E2091259-9605-0F50-7826-EA0821FCE6D1}"/>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53B51A80-67B4-2400-C5DC-CC94A18824D4}"/>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317A0632-7F75-B7A7-C640-A51EDEFA7D0D}"/>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8B53A146-7C17-68D3-1B28-39C453ADCA7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98073F29-7514-7136-54E3-E3B29DAA8266}"/>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9D3FD684-1854-10E7-C06F-737B23A09F40}"/>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709EBDBE-B2C1-FB10-A061-E7A74F9486C1}"/>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6C45DF42-E51E-D139-2E6F-0856E5DE851D}"/>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7E7050B8-40DC-3960-E84B-1398C0AE998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B0FB9FC4-5FEC-88C7-C670-A975A3A64A04}"/>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8679F977-6E16-D41E-4751-C535A677CF8D}"/>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0A6B54EF-5937-FA67-CD5C-60F3EF90F43A}"/>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6AC9CE8E-2BFE-6352-FC23-622BDF827A57}"/>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0BBC120-3E0D-7FC6-3E0D-EF4AF919094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7BDF2330-E985-313F-97B4-8EFCE3BE701A}"/>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840964A0-8DF1-327D-C283-9049AF8AAE94}"/>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2979AC15-63EE-60DA-CC3F-98362A8E19BB}"/>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58CF6253-9F0A-ABBE-DF16-9D6538515E46}"/>
              </a:ext>
            </a:extLst>
          </p:cNvPr>
          <p:cNvSpPr txBox="1"/>
          <p:nvPr/>
        </p:nvSpPr>
        <p:spPr>
          <a:xfrm>
            <a:off x="4645378" y="901933"/>
            <a:ext cx="570089" cy="230832"/>
          </a:xfrm>
          <a:prstGeom prst="rect">
            <a:avLst/>
          </a:prstGeom>
          <a:noFill/>
        </p:spPr>
        <p:txBody>
          <a:bodyPr wrap="square" rtlCol="0">
            <a:spAutoFit/>
          </a:bodyPr>
          <a:lstStyle/>
          <a:p>
            <a:pPr algn="ctr"/>
            <a:r>
              <a:rPr lang="en-US" sz="900" dirty="0"/>
              <a:t>356789</a:t>
            </a:r>
          </a:p>
        </p:txBody>
      </p:sp>
      <p:sp>
        <p:nvSpPr>
          <p:cNvPr id="60" name="TextBox 59">
            <a:extLst>
              <a:ext uri="{FF2B5EF4-FFF2-40B4-BE49-F238E27FC236}">
                <a16:creationId xmlns:a16="http://schemas.microsoft.com/office/drawing/2014/main" id="{09E27824-A064-5DDB-99D8-56E519981C0F}"/>
              </a:ext>
            </a:extLst>
          </p:cNvPr>
          <p:cNvSpPr txBox="1"/>
          <p:nvPr/>
        </p:nvSpPr>
        <p:spPr>
          <a:xfrm>
            <a:off x="5147734" y="901933"/>
            <a:ext cx="570089" cy="230832"/>
          </a:xfrm>
          <a:prstGeom prst="rect">
            <a:avLst/>
          </a:prstGeom>
          <a:noFill/>
        </p:spPr>
        <p:txBody>
          <a:bodyPr wrap="square" rtlCol="0">
            <a:spAutoFit/>
          </a:bodyPr>
          <a:lstStyle/>
          <a:p>
            <a:pPr algn="ctr"/>
            <a:r>
              <a:rPr lang="en-US" sz="900" dirty="0"/>
              <a:t>35678</a:t>
            </a:r>
          </a:p>
        </p:txBody>
      </p:sp>
      <p:sp>
        <p:nvSpPr>
          <p:cNvPr id="61" name="TextBox 60">
            <a:extLst>
              <a:ext uri="{FF2B5EF4-FFF2-40B4-BE49-F238E27FC236}">
                <a16:creationId xmlns:a16="http://schemas.microsoft.com/office/drawing/2014/main" id="{10BB7CC0-48BE-E130-E496-BFB8F5E95E3E}"/>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7E9D5E60-A0A9-CD11-162A-60539802E25C}"/>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595482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B4A16-5014-74AE-D27E-95848FB8A1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69D3F6-38C6-4ED7-E2F3-50275FE9AA50}"/>
              </a:ext>
            </a:extLst>
          </p:cNvPr>
          <p:cNvSpPr>
            <a:spLocks noGrp="1"/>
          </p:cNvSpPr>
          <p:nvPr>
            <p:ph sz="half" idx="1"/>
          </p:nvPr>
        </p:nvSpPr>
        <p:spPr/>
        <p:txBody>
          <a:bodyPr>
            <a:normAutofit/>
          </a:bodyPr>
          <a:lstStyle/>
          <a:p>
            <a:r>
              <a:rPr lang="en-US" dirty="0"/>
              <a:t>Complete lower left block.</a:t>
            </a:r>
          </a:p>
        </p:txBody>
      </p:sp>
      <p:pic>
        <p:nvPicPr>
          <p:cNvPr id="4" name="Picture 3" descr="A grid of sudoku puzzle&#10;&#10;Description automatically generated">
            <a:extLst>
              <a:ext uri="{FF2B5EF4-FFF2-40B4-BE49-F238E27FC236}">
                <a16:creationId xmlns:a16="http://schemas.microsoft.com/office/drawing/2014/main" id="{7BADB467-3B6D-F970-DF62-FC74E3A1299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7860A9B-6F25-7B9D-1084-01A14979923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0E1BB4E-E986-BDDC-BD02-2E5AD22DF20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EA78B3E-C3A0-D8B5-11AD-9AC2833A98E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BADD6A6-3497-C656-4F99-FFF3952A83AC}"/>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3B7834A-980B-3895-463E-97BC436514A2}"/>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339401A1-4F84-5936-FEF8-B0DBF8B14D05}"/>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CBAB108A-4DF3-32DB-F30F-4DA518F03398}"/>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DE722E13-B617-8644-D2E2-011A5F7B3ADC}"/>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DEA2C20D-1C00-5176-223D-9B35628DFF6F}"/>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3F7FF1F2-89BF-B9F9-6892-3006A8EADDCA}"/>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97BD01D2-4271-9F8D-0B64-B86A4EF9819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7B0212B-BC0D-4231-3C08-FEE3B23B959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0A0D1E6-DC01-A459-0E05-5A3197A613E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45691E87-2228-7BC9-CC16-DE6C3B500A06}"/>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A39FEAB-9ABF-F472-4479-DC80C22E4816}"/>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2954B42-B547-9F3A-6C0C-9A0AAE3B1B5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DA7C23A-E152-9D08-D8C0-54C05E881597}"/>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27CDB22-6333-74C8-46AE-501E80C1016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2AC8407-7A61-ED57-C69C-8FC870F058F9}"/>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90C1FEFD-44A0-98E8-37C5-B14E57E5F4B9}"/>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EA7DEAE2-B223-983A-CBE5-2922531DB80D}"/>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36B805D2-0EDA-F274-2D41-DA349A6C51A8}"/>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4E3F4EEA-E8B3-4FC0-8A2F-90FE19B6570D}"/>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B24E909D-B792-E106-BAF3-2713609018B4}"/>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072CC016-A112-CE23-4DF4-B7FBBE3522F4}"/>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AAD4CFE3-5FEE-D467-1B4C-654B66E041C6}"/>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C540C1E0-F590-0B0B-005A-3B819C99425F}"/>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6F77EB5C-CF94-E056-460E-ABDD7AA9BD4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F13E2E8-3F3B-182A-9E4B-60A3144F6D66}"/>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C35DF81-CC95-28FD-0F34-9477A4CE68BD}"/>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53138220-C703-8716-F301-1E702A53F4B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EB44D3DD-B3D2-B1C8-2422-20907D3A344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9D9AD346-A244-9CF6-C953-2FF52FBA7CC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4EBFAE0F-81A9-A8D1-A2BA-78E73E29978F}"/>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453525C7-A7C9-6735-219C-D734977CE108}"/>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F6A955C8-0B69-B7F5-8056-76825FF15267}"/>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8B9A36F2-1AFE-281C-91C5-39944F4D8A33}"/>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D320729D-5B64-6F6D-CC12-461427F6D60B}"/>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46B4ADA9-4769-1B4A-B3F6-E60C7DB2F1E4}"/>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0C1D07E1-6A88-7DE9-54A8-C5E1625F20C0}"/>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640FE79E-79BD-8FC0-B0AC-E056E8B6960B}"/>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E9D995B7-CCEC-B0AF-9DE0-EDAF0E8601C5}"/>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C7E1DFA0-90B3-3822-FF7F-FC43BD7698FF}"/>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CD043BBF-89B7-2DA6-F3A2-AF6FA4CB5DFB}"/>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28B12E81-EDC3-2642-3E84-ABCA70A5908A}"/>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E26F6397-9846-9FA9-BCE2-3F972FF6A872}"/>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1FBBCC9F-FADF-A669-0330-48C13DE1409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75D430EB-2A79-6B68-016B-80C5B3A1C252}"/>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DF7F1696-056A-218C-31BF-091A6436325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A71C6247-0CF7-0A04-17E4-60E77EE2E91F}"/>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EAF7A348-6D67-68B1-32C4-FC3885F99E61}"/>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24A8CB4-4160-340E-232C-6F7DC9E3C224}"/>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7F694674-35FC-C59E-60A5-508A9603C346}"/>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782C281B-0760-37F8-65E4-DA18458044A5}"/>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D2DE1E91-3701-2059-AF7F-5B59BFE43EA7}"/>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EA9AD1C0-1D2D-4565-8F22-BC57BAD9EDB0}"/>
              </a:ext>
            </a:extLst>
          </p:cNvPr>
          <p:cNvSpPr txBox="1"/>
          <p:nvPr/>
        </p:nvSpPr>
        <p:spPr>
          <a:xfrm>
            <a:off x="4645378" y="901933"/>
            <a:ext cx="570089" cy="230832"/>
          </a:xfrm>
          <a:prstGeom prst="rect">
            <a:avLst/>
          </a:prstGeom>
          <a:noFill/>
        </p:spPr>
        <p:txBody>
          <a:bodyPr wrap="square" rtlCol="0">
            <a:spAutoFit/>
          </a:bodyPr>
          <a:lstStyle/>
          <a:p>
            <a:pPr algn="ctr"/>
            <a:r>
              <a:rPr lang="en-US" sz="900" dirty="0"/>
              <a:t>356789</a:t>
            </a:r>
          </a:p>
        </p:txBody>
      </p:sp>
      <p:sp>
        <p:nvSpPr>
          <p:cNvPr id="60" name="TextBox 59">
            <a:extLst>
              <a:ext uri="{FF2B5EF4-FFF2-40B4-BE49-F238E27FC236}">
                <a16:creationId xmlns:a16="http://schemas.microsoft.com/office/drawing/2014/main" id="{A8E2FE30-258F-8142-C13D-CA5AD4325256}"/>
              </a:ext>
            </a:extLst>
          </p:cNvPr>
          <p:cNvSpPr txBox="1"/>
          <p:nvPr/>
        </p:nvSpPr>
        <p:spPr>
          <a:xfrm>
            <a:off x="5147734" y="901933"/>
            <a:ext cx="570089" cy="230832"/>
          </a:xfrm>
          <a:prstGeom prst="rect">
            <a:avLst/>
          </a:prstGeom>
          <a:noFill/>
        </p:spPr>
        <p:txBody>
          <a:bodyPr wrap="square" rtlCol="0">
            <a:spAutoFit/>
          </a:bodyPr>
          <a:lstStyle/>
          <a:p>
            <a:pPr algn="ctr"/>
            <a:r>
              <a:rPr lang="en-US" sz="900" dirty="0"/>
              <a:t>35678</a:t>
            </a:r>
          </a:p>
        </p:txBody>
      </p:sp>
      <p:sp>
        <p:nvSpPr>
          <p:cNvPr id="61" name="TextBox 60">
            <a:extLst>
              <a:ext uri="{FF2B5EF4-FFF2-40B4-BE49-F238E27FC236}">
                <a16:creationId xmlns:a16="http://schemas.microsoft.com/office/drawing/2014/main" id="{013FFA10-1D85-3AA0-B50F-D619A4C450E0}"/>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B2DA3DA6-0FBF-080C-2EDA-9E3B9A9C278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4328CE36-A360-3AB2-06A6-8805B51794DC}"/>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FF54B708-6B45-55D0-23A2-AA7E91ADA74C}"/>
              </a:ext>
            </a:extLst>
          </p:cNvPr>
          <p:cNvSpPr txBox="1"/>
          <p:nvPr/>
        </p:nvSpPr>
        <p:spPr>
          <a:xfrm>
            <a:off x="3138310" y="3907597"/>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626524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C434E-220C-26AA-95D2-24B037A165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4D690C-4F8F-441F-893A-1F8DC068A9AB}"/>
              </a:ext>
            </a:extLst>
          </p:cNvPr>
          <p:cNvSpPr>
            <a:spLocks noGrp="1"/>
          </p:cNvSpPr>
          <p:nvPr>
            <p:ph sz="half" idx="1"/>
          </p:nvPr>
        </p:nvSpPr>
        <p:spPr/>
        <p:txBody>
          <a:bodyPr>
            <a:normAutofit/>
          </a:bodyPr>
          <a:lstStyle/>
          <a:p>
            <a:r>
              <a:rPr lang="en-US" dirty="0"/>
              <a:t>Complete Column 2. (Note 789/789/678/6789.)</a:t>
            </a:r>
          </a:p>
        </p:txBody>
      </p:sp>
      <p:pic>
        <p:nvPicPr>
          <p:cNvPr id="4" name="Picture 3" descr="A grid of sudoku puzzle&#10;&#10;Description automatically generated">
            <a:extLst>
              <a:ext uri="{FF2B5EF4-FFF2-40B4-BE49-F238E27FC236}">
                <a16:creationId xmlns:a16="http://schemas.microsoft.com/office/drawing/2014/main" id="{50AD201A-5CC1-847B-AF1E-1A4AC7A113F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D056DF7-3BB5-B5D3-E521-996328BA18F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4F58328-4090-D88D-3BC0-16921BCBC2C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DE5A18-2D00-B72C-9271-13A7B7EA32F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D2704FC-F536-9EFA-1879-AA78F94B472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A284B2D-544B-F747-0B15-3902F8078A90}"/>
              </a:ext>
            </a:extLst>
          </p:cNvPr>
          <p:cNvSpPr txBox="1"/>
          <p:nvPr/>
        </p:nvSpPr>
        <p:spPr>
          <a:xfrm>
            <a:off x="4143022" y="4408541"/>
            <a:ext cx="570089" cy="230832"/>
          </a:xfrm>
          <a:prstGeom prst="rect">
            <a:avLst/>
          </a:prstGeom>
          <a:noFill/>
        </p:spPr>
        <p:txBody>
          <a:bodyPr wrap="square" rtlCol="0">
            <a:spAutoFit/>
          </a:bodyPr>
          <a:lstStyle/>
          <a:p>
            <a:pPr algn="ctr"/>
            <a:r>
              <a:rPr lang="en-US" sz="900" dirty="0"/>
              <a:t>6789</a:t>
            </a:r>
          </a:p>
        </p:txBody>
      </p:sp>
      <p:sp>
        <p:nvSpPr>
          <p:cNvPr id="9" name="TextBox 8">
            <a:extLst>
              <a:ext uri="{FF2B5EF4-FFF2-40B4-BE49-F238E27FC236}">
                <a16:creationId xmlns:a16="http://schemas.microsoft.com/office/drawing/2014/main" id="{1BC001CD-9ED7-0B47-B697-F7AAA9DE2E10}"/>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A7CCCF54-7AA2-2B69-D81F-1B4B10FF886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2808C818-8660-A03E-A006-ECD2ADAE35F7}"/>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267A8E30-AD57-E0EC-2FCB-05AA425765BD}"/>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8F2BAC19-632B-7475-9290-A5A382A76D35}"/>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1A4BC808-A9E8-0086-AA5E-797E7004EE0B}"/>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EA66582-C046-669A-4378-101CC80AF59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A7BF8BA1-3389-A9C7-993F-1B5436BD2F3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CEF10496-41D4-FCE4-11F8-405115662EE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16B382E-E288-FF8F-7F71-2A5CCCEDB9C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21E2C3DF-8E96-6252-7A62-EED4C072EDA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1A76CDF-C4D9-496A-7F67-2CAE74772AD9}"/>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BABEE9F-CAAA-033B-24E7-A1F784EFEA1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45366E8-0451-799F-5DCB-D4CDEA5AB20C}"/>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5E3666CC-50C7-9F2E-289F-E0B5EF1C72D3}"/>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1A110B18-BE3C-BBA9-6FAD-FC2D37D91BBE}"/>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513E9A11-3742-2431-9D4C-01173799A903}"/>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1A520471-8396-F63D-EBBA-2A2547769AEA}"/>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B736064C-C1B5-B5B3-0D65-85C6134B40FF}"/>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7B13A455-EA68-07BD-6024-32DBB68FA6DD}"/>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EFED3261-95D8-FE30-52D5-835AA66E3A67}"/>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0593E9D0-E9C1-B0EA-8F31-50A4227DE14B}"/>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52598FB-6E1C-9AB7-F131-CFFF571A53C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C846275-CB9C-6CB6-EAEA-DA9DEE26E8C9}"/>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7D020EFE-0C1E-1703-50FE-A2F3664349E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061BCDE-FA77-08A0-1B51-5842C9FF63A9}"/>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D83A280F-B0BE-E588-45BC-85933A43AA57}"/>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FE9228ED-0DE5-D01C-5E54-72A4E56D49B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19CEE7C2-22FE-9E2E-750D-B5F7BEF35E4F}"/>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E564E83A-ED6F-21EF-44D1-DF612BE85BF7}"/>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D02D9890-7578-7B51-531D-E14743EC54C0}"/>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D005BD96-4624-32A6-7CE3-7F1FB1A15D57}"/>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912F9EE9-763C-8F3A-141C-D8B54032A439}"/>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D06A0544-287D-9B6A-084F-7129A2DEB18D}"/>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64653E60-399F-E8EC-14B8-B3AE2CBF5A41}"/>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729D4622-7B68-7FB0-6741-D6171DDE020A}"/>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9CC1A5E6-C092-97AF-34E7-B7ABA9C325E6}"/>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27BECCAD-87F0-02AE-0EE1-E8D8321FAD1B}"/>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B4AF2C35-2042-545B-10DF-578B86FB8489}"/>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AC9905A7-2854-4F16-1933-A5DCD249F214}"/>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90E39009-0321-0744-9EB7-6735AEF68FEE}"/>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EE18240D-0126-318A-F83F-B60346AD086A}"/>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3E233BFB-0A3C-F53F-FEFC-1E246AA00657}"/>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0DBFB2D4-D544-1858-F3BB-00CA0AC7921D}"/>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476B0FF8-168F-941A-D403-62B9F5AB7DAE}"/>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BFFC22D1-6CD3-9163-71D0-BA2C4FA53D2D}"/>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911738AC-7376-C30B-9E7B-5A3D67E8B828}"/>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53B2CA4-14AD-E896-BED2-C4FDFB0DB9F2}"/>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D0138EE7-B3B6-2087-DE5C-CDE809B19A9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5A0F91EE-D21B-D0C5-4D99-28911872FD90}"/>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1AB358E8-EC61-A673-4897-BA0456589CE7}"/>
              </a:ext>
            </a:extLst>
          </p:cNvPr>
          <p:cNvSpPr txBox="1"/>
          <p:nvPr/>
        </p:nvSpPr>
        <p:spPr>
          <a:xfrm>
            <a:off x="4645378" y="901933"/>
            <a:ext cx="570089" cy="230832"/>
          </a:xfrm>
          <a:prstGeom prst="rect">
            <a:avLst/>
          </a:prstGeom>
          <a:noFill/>
        </p:spPr>
        <p:txBody>
          <a:bodyPr wrap="square" rtlCol="0">
            <a:spAutoFit/>
          </a:bodyPr>
          <a:lstStyle/>
          <a:p>
            <a:pPr algn="ctr"/>
            <a:r>
              <a:rPr lang="en-US" sz="900" dirty="0"/>
              <a:t>356789</a:t>
            </a:r>
          </a:p>
        </p:txBody>
      </p:sp>
      <p:sp>
        <p:nvSpPr>
          <p:cNvPr id="60" name="TextBox 59">
            <a:extLst>
              <a:ext uri="{FF2B5EF4-FFF2-40B4-BE49-F238E27FC236}">
                <a16:creationId xmlns:a16="http://schemas.microsoft.com/office/drawing/2014/main" id="{E4021F8A-D203-4F62-C886-59A024146858}"/>
              </a:ext>
            </a:extLst>
          </p:cNvPr>
          <p:cNvSpPr txBox="1"/>
          <p:nvPr/>
        </p:nvSpPr>
        <p:spPr>
          <a:xfrm>
            <a:off x="5147734" y="901933"/>
            <a:ext cx="570089" cy="230832"/>
          </a:xfrm>
          <a:prstGeom prst="rect">
            <a:avLst/>
          </a:prstGeom>
          <a:noFill/>
        </p:spPr>
        <p:txBody>
          <a:bodyPr wrap="square" rtlCol="0">
            <a:spAutoFit/>
          </a:bodyPr>
          <a:lstStyle/>
          <a:p>
            <a:pPr algn="ctr"/>
            <a:r>
              <a:rPr lang="en-US" sz="900" dirty="0"/>
              <a:t>35678</a:t>
            </a:r>
          </a:p>
        </p:txBody>
      </p:sp>
      <p:sp>
        <p:nvSpPr>
          <p:cNvPr id="61" name="TextBox 60">
            <a:extLst>
              <a:ext uri="{FF2B5EF4-FFF2-40B4-BE49-F238E27FC236}">
                <a16:creationId xmlns:a16="http://schemas.microsoft.com/office/drawing/2014/main" id="{8CC05CE3-EC1D-B9D5-3116-CBF2DC20CB2D}"/>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E50A0AAA-E125-79AC-9641-973835490086}"/>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5FC9FA0E-CD4B-F5C6-449C-4D79F1E471F9}"/>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44A713D5-4162-F92C-CFD6-C0810D4F05B5}"/>
              </a:ext>
            </a:extLst>
          </p:cNvPr>
          <p:cNvSpPr txBox="1"/>
          <p:nvPr/>
        </p:nvSpPr>
        <p:spPr>
          <a:xfrm>
            <a:off x="3138310" y="3907597"/>
            <a:ext cx="570089" cy="230832"/>
          </a:xfrm>
          <a:prstGeom prst="rect">
            <a:avLst/>
          </a:prstGeom>
          <a:noFill/>
        </p:spPr>
        <p:txBody>
          <a:bodyPr wrap="square" rtlCol="0">
            <a:spAutoFit/>
          </a:bodyPr>
          <a:lstStyle/>
          <a:p>
            <a:pPr algn="ctr"/>
            <a:r>
              <a:rPr lang="en-US" sz="900" dirty="0"/>
              <a:t>6789</a:t>
            </a:r>
          </a:p>
        </p:txBody>
      </p:sp>
      <p:sp>
        <p:nvSpPr>
          <p:cNvPr id="65" name="TextBox 64">
            <a:extLst>
              <a:ext uri="{FF2B5EF4-FFF2-40B4-BE49-F238E27FC236}">
                <a16:creationId xmlns:a16="http://schemas.microsoft.com/office/drawing/2014/main" id="{F861F376-0FD7-509E-FE04-42EF57EAD43B}"/>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4B2F1FA1-099E-F9CE-535F-5CB914A52041}"/>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Tree>
    <p:extLst>
      <p:ext uri="{BB962C8B-B14F-4D97-AF65-F5344CB8AC3E}">
        <p14:creationId xmlns:p14="http://schemas.microsoft.com/office/powerpoint/2010/main" val="30775742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0CCF5-2561-A953-D707-AAE22130CE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6AF8DF-75E3-277B-42BE-CEAC23C8899A}"/>
              </a:ext>
            </a:extLst>
          </p:cNvPr>
          <p:cNvSpPr>
            <a:spLocks noGrp="1"/>
          </p:cNvSpPr>
          <p:nvPr>
            <p:ph sz="half" idx="1"/>
          </p:nvPr>
        </p:nvSpPr>
        <p:spPr/>
        <p:txBody>
          <a:bodyPr>
            <a:normAutofit/>
          </a:bodyPr>
          <a:lstStyle/>
          <a:p>
            <a:r>
              <a:rPr lang="en-US" dirty="0"/>
              <a:t>In bottom left block, 6 is in Column 2.</a:t>
            </a:r>
          </a:p>
        </p:txBody>
      </p:sp>
      <p:pic>
        <p:nvPicPr>
          <p:cNvPr id="4" name="Picture 3" descr="A grid of sudoku puzzle&#10;&#10;Description automatically generated">
            <a:extLst>
              <a:ext uri="{FF2B5EF4-FFF2-40B4-BE49-F238E27FC236}">
                <a16:creationId xmlns:a16="http://schemas.microsoft.com/office/drawing/2014/main" id="{F18E1B6B-1A65-1266-C11D-23C894A263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D76EAE1-F93C-5136-00D2-CD2B28757E2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8AC9C7C-77B9-19F9-2E37-B5115566CAF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631608A-5D48-F2E4-C8F0-D50E9F41C9D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576ED21-BC7D-FBE4-5135-84A0C733279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28DC1B7-94BC-B469-4715-C6DBA7362981}"/>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A065BE2D-56AD-EB62-F252-3CCDE14D3919}"/>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7D35B841-A143-85DD-9587-09445D6032B2}"/>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78BDF2A-42EB-F3F0-1411-DA35B51FBFE4}"/>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01EFE13C-CB60-8393-1E76-31B48948F4A4}"/>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4BBF4E79-2301-94F4-EFCB-8ACB51BE2335}"/>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953AFBD4-3521-CA32-59D3-D2C9E8EC2D23}"/>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62264345-240E-302B-1ABE-A6DD4A07F59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03AFC760-DE45-AF9D-84E6-CEFBC0510AF1}"/>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D906DC76-0897-720F-0967-04CC9098E367}"/>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8C14D2C-FB16-CA17-7B9C-E2C4887B9AD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3BCB7F2B-A563-3148-E388-4075610358A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8B25E5B-3F86-A3A1-E6CB-43050FE488BA}"/>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0ED5CC46-057D-395E-8AC9-6A05BA1B5775}"/>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21ADD55-CA9F-87F7-CB4C-9DA13DEF8EC0}"/>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1804CEA2-E742-351B-B802-C7C8CA9FE789}"/>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101A57F8-1637-D161-58CF-0FF279A54867}"/>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ECD06CAF-483D-5BF6-839D-B40C57CCD336}"/>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B4BD128D-870D-E035-7F9D-1A748F431880}"/>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287B2BA7-125C-562B-AF06-EE6CA7D50250}"/>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71DAD2BB-82E0-2F90-1C9B-9F13244C7B09}"/>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DCB8A7D6-2B4F-A685-0C5A-BF40E7DF985A}"/>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935EEEBC-051C-BF3F-62BE-DC214FFCF98B}"/>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BFFEC30-058D-DFDC-D8E6-A8500FE93A9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3A63FDC-DCDF-7AAE-6CD2-93A746CFBDED}"/>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AF642F4E-7423-7DFC-935F-E5313F4AA1D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DA1CC44-5BC3-6F68-9B05-CD09167C3E9E}"/>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524B3CDE-9093-5929-459F-555715F5F259}"/>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271839F2-8A7E-787C-5005-627109A9CDB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8434DADD-7F0B-4058-5412-9ED9DB9EAD03}"/>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2400EB1F-47BF-2105-C647-F636651A209D}"/>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EF36E13A-33F1-BCD5-A849-CE5EE1688870}"/>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83FD0B64-9E4E-5E22-5059-80611F756050}"/>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D8A44B6-3C1F-857B-3279-5268A90369E8}"/>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6EAA8E95-8D3C-6DC4-8FA9-C8E8D7D49FC9}"/>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F0DFCDD8-58F7-3BB4-F137-3074AABD6BF4}"/>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A0843F0D-4298-6FA3-2708-A63E2CFE3733}"/>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B26082C5-6459-F46E-F60B-6D375B8B2818}"/>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F0D96B25-5E4C-03A8-C367-0E20E433E160}"/>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0938F8C3-B05C-465E-6069-867F036CF58A}"/>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C1B15A2A-0A23-863A-4D3D-54023F7E8B4E}"/>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9CC073E4-5B50-4399-4D23-B34B35BF575D}"/>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A220E31E-13F3-B190-22C4-23D49D0F429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60F89781-9F04-E2FD-7A4A-CDC82FC132AB}"/>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C8A3A366-B7F9-B8FB-C857-ABB0A0CA628D}"/>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F52AE492-481C-00A4-4063-FCC75787147D}"/>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5BA9C492-FC68-60DC-8B3C-515996E1097D}"/>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644E538E-75E8-8820-57E4-B2411CA11C94}"/>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88251E6-8A31-EFD7-52B8-E945BF030876}"/>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0C96AC05-CE13-4826-6C7E-BE38669F0F8F}"/>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27CF17CA-E8AB-D93B-6FA1-CF80BFDD6E0F}"/>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562D57AF-DE6E-F6DA-97C7-D586AB87EA42}"/>
              </a:ext>
            </a:extLst>
          </p:cNvPr>
          <p:cNvSpPr txBox="1"/>
          <p:nvPr/>
        </p:nvSpPr>
        <p:spPr>
          <a:xfrm>
            <a:off x="4645378" y="901933"/>
            <a:ext cx="570089" cy="230832"/>
          </a:xfrm>
          <a:prstGeom prst="rect">
            <a:avLst/>
          </a:prstGeom>
          <a:noFill/>
        </p:spPr>
        <p:txBody>
          <a:bodyPr wrap="square" rtlCol="0">
            <a:spAutoFit/>
          </a:bodyPr>
          <a:lstStyle/>
          <a:p>
            <a:pPr algn="ctr"/>
            <a:r>
              <a:rPr lang="en-US" sz="900" dirty="0"/>
              <a:t>356789</a:t>
            </a:r>
          </a:p>
        </p:txBody>
      </p:sp>
      <p:sp>
        <p:nvSpPr>
          <p:cNvPr id="60" name="TextBox 59">
            <a:extLst>
              <a:ext uri="{FF2B5EF4-FFF2-40B4-BE49-F238E27FC236}">
                <a16:creationId xmlns:a16="http://schemas.microsoft.com/office/drawing/2014/main" id="{42928E50-8284-30C0-0C7C-6B43D3A622D9}"/>
              </a:ext>
            </a:extLst>
          </p:cNvPr>
          <p:cNvSpPr txBox="1"/>
          <p:nvPr/>
        </p:nvSpPr>
        <p:spPr>
          <a:xfrm>
            <a:off x="5147734" y="901933"/>
            <a:ext cx="570089" cy="230832"/>
          </a:xfrm>
          <a:prstGeom prst="rect">
            <a:avLst/>
          </a:prstGeom>
          <a:noFill/>
        </p:spPr>
        <p:txBody>
          <a:bodyPr wrap="square" rtlCol="0">
            <a:spAutoFit/>
          </a:bodyPr>
          <a:lstStyle/>
          <a:p>
            <a:pPr algn="ctr"/>
            <a:r>
              <a:rPr lang="en-US" sz="900" dirty="0"/>
              <a:t>35678</a:t>
            </a:r>
          </a:p>
        </p:txBody>
      </p:sp>
      <p:sp>
        <p:nvSpPr>
          <p:cNvPr id="61" name="TextBox 60">
            <a:extLst>
              <a:ext uri="{FF2B5EF4-FFF2-40B4-BE49-F238E27FC236}">
                <a16:creationId xmlns:a16="http://schemas.microsoft.com/office/drawing/2014/main" id="{FBD107FD-85B3-1099-35AA-08B1E7589E34}"/>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7C0BC59C-0AA1-B617-059A-2F9B179C8207}"/>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FBC08C3E-F297-10C0-CF3B-2218F8FF6F9B}"/>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E3541582-27E8-F477-45BC-EFB4ECD770AD}"/>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AE4D4CC5-FAE7-A9CD-7811-FEB902226B5D}"/>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7944EF0A-D530-9278-BFBE-E5F4D6B35851}"/>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Tree>
    <p:extLst>
      <p:ext uri="{BB962C8B-B14F-4D97-AF65-F5344CB8AC3E}">
        <p14:creationId xmlns:p14="http://schemas.microsoft.com/office/powerpoint/2010/main" val="2996398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12B79-F6F3-0753-E04F-13F5CE270A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83F7E0-BAD2-ADED-811D-E6F9E2FD24B8}"/>
              </a:ext>
            </a:extLst>
          </p:cNvPr>
          <p:cNvSpPr>
            <a:spLocks noGrp="1"/>
          </p:cNvSpPr>
          <p:nvPr>
            <p:ph sz="half" idx="1"/>
          </p:nvPr>
        </p:nvSpPr>
        <p:spPr/>
        <p:txBody>
          <a:bodyPr>
            <a:normAutofit/>
          </a:bodyPr>
          <a:lstStyle/>
          <a:p>
            <a:r>
              <a:rPr lang="en-US" dirty="0"/>
              <a:t>Complete left center block.</a:t>
            </a:r>
          </a:p>
        </p:txBody>
      </p:sp>
      <p:pic>
        <p:nvPicPr>
          <p:cNvPr id="4" name="Picture 3" descr="A grid of sudoku puzzle&#10;&#10;Description automatically generated">
            <a:extLst>
              <a:ext uri="{FF2B5EF4-FFF2-40B4-BE49-F238E27FC236}">
                <a16:creationId xmlns:a16="http://schemas.microsoft.com/office/drawing/2014/main" id="{BBF1A149-9F63-E48A-60E6-A4F5B6F688E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65179A7-3A56-133A-9D28-70C8798CA88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5032A32-78A5-5191-59D3-8B951D2DBCD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FD55007-6F7B-D00F-6B07-18D91FAA0F8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D78AA68-8C4A-B382-518A-C5C5C81E33B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33BFE0C-29A4-2940-BE26-5393E40AFA34}"/>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78F5CD0A-C659-FB0C-0450-015818A7FB17}"/>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79206EF6-38FD-5089-4A7E-26A1E9A0413B}"/>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622CFC71-F3A4-5D31-5B15-A817332AD31C}"/>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E1202C82-9808-99CA-8A75-9567BA9D4286}"/>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78E9EBAB-F77F-36FE-2DD9-5D38518EF36A}"/>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14" name="TextBox 13">
            <a:extLst>
              <a:ext uri="{FF2B5EF4-FFF2-40B4-BE49-F238E27FC236}">
                <a16:creationId xmlns:a16="http://schemas.microsoft.com/office/drawing/2014/main" id="{F310DEEF-6F51-3D16-280C-E1E73144C77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A9C773E-37BD-C744-6E0F-A90ADC85C20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5205EF77-9D41-8A11-A95A-B8162D6F5D3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E5F9E89E-5EA0-2CDD-5427-776BCAA60DE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5603A21C-1859-0C7B-150D-CB0F64D8614D}"/>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1789D9F-41B4-BDAA-3E37-96899A5632E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725FE5B-A386-D986-A0C4-65D0F799935D}"/>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D8AA86DA-42C5-1AF9-D733-B6D6D9A9721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D623C8A-0150-E0E4-CF47-E1C18EC1A5F4}"/>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D19F8A81-49A4-045F-3270-21CDEF8C0540}"/>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74F0F409-5217-A9DC-4E2C-C69B9B6AD02D}"/>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536CAF31-0752-938C-F8D9-343068AE021C}"/>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274156EC-FA89-F5EA-C8F7-C9E21FF6EC42}"/>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7BE11A55-C259-B47A-031E-CBC0021B8513}"/>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0A86369A-AC6F-1E98-11B6-79EE1C804EC5}"/>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D833E9E7-DED6-D4BF-166E-CAC1C8212470}"/>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C70798DC-8EA6-DF37-8B45-7F3F976AA245}"/>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D3BF8BE8-8E76-E373-92A2-AD90D7A4434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EFF3680-E921-250B-7A12-226C43469B60}"/>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92C37716-FD51-0CAA-1306-B8ABD40421D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B4BFE00-E094-4D55-A969-3DDE09F2FDB2}"/>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DF199836-F12A-61C9-1CEA-0591726C8C0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3F2A5B1F-EBC4-2451-F851-3F9E4D4F4C7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CB9A3982-89A8-E178-E356-6FBFD08C5D9D}"/>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EF0AC4A9-142F-9E5D-1B2B-9F4AC6E794A8}"/>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4C4D60D2-30F3-C779-C2B6-E51594D2F2D9}"/>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F00B994F-0E7B-CC9B-7AE6-0C91F47E4877}"/>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E3556F5D-1F6A-BDE6-592B-603558C8DFA6}"/>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D2622377-89C3-F6F3-A305-05A396F2F01D}"/>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39219F0F-068D-4169-D247-505401AC3D4C}"/>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A5692629-5C71-7BC1-52E6-2026DCEB7B36}"/>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4A3A15D4-FF32-81FD-D768-9618FFA3BF69}"/>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1CCF4600-6F2B-942B-A87C-3CA26A006E7F}"/>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89B02241-4596-19C2-06F5-3BF391C11ABC}"/>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CAF6CE36-2F1B-039F-72C3-DD1FC2930AF5}"/>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03990CC2-BA9E-71CF-6BB8-BB42CC47AE8E}"/>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31416B0E-181A-7AA0-EF54-8C3A634541A0}"/>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814E1476-D03E-4F3E-EE38-0084E0C3899E}"/>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595CFAA5-8867-31E1-20FF-9282377D1FD9}"/>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46236F83-C889-12CF-7BE1-2BB52ACD3EC3}"/>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6CE02521-109C-D477-7530-9F88B61B206D}"/>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D8267999-E9C4-51A2-0EEC-2C3A09B60663}"/>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5C48E13-DF67-A985-CFBF-7620894C70D1}"/>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9456485B-183C-C1FB-221D-EE5C2DCE8D82}"/>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F0DC164F-ADA9-5AB8-84D7-8E7435620F02}"/>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282096AC-5FD6-43BB-E39E-092C82DA7BD1}"/>
              </a:ext>
            </a:extLst>
          </p:cNvPr>
          <p:cNvSpPr txBox="1"/>
          <p:nvPr/>
        </p:nvSpPr>
        <p:spPr>
          <a:xfrm>
            <a:off x="4645378" y="901933"/>
            <a:ext cx="570089" cy="230832"/>
          </a:xfrm>
          <a:prstGeom prst="rect">
            <a:avLst/>
          </a:prstGeom>
          <a:noFill/>
        </p:spPr>
        <p:txBody>
          <a:bodyPr wrap="square" rtlCol="0">
            <a:spAutoFit/>
          </a:bodyPr>
          <a:lstStyle/>
          <a:p>
            <a:pPr algn="ctr"/>
            <a:r>
              <a:rPr lang="en-US" sz="900" dirty="0"/>
              <a:t>356789</a:t>
            </a:r>
          </a:p>
        </p:txBody>
      </p:sp>
      <p:sp>
        <p:nvSpPr>
          <p:cNvPr id="60" name="TextBox 59">
            <a:extLst>
              <a:ext uri="{FF2B5EF4-FFF2-40B4-BE49-F238E27FC236}">
                <a16:creationId xmlns:a16="http://schemas.microsoft.com/office/drawing/2014/main" id="{E4A296FC-49D9-9ACA-4BE0-240CC55DF9DC}"/>
              </a:ext>
            </a:extLst>
          </p:cNvPr>
          <p:cNvSpPr txBox="1"/>
          <p:nvPr/>
        </p:nvSpPr>
        <p:spPr>
          <a:xfrm>
            <a:off x="5147734" y="901933"/>
            <a:ext cx="570089" cy="230832"/>
          </a:xfrm>
          <a:prstGeom prst="rect">
            <a:avLst/>
          </a:prstGeom>
          <a:noFill/>
        </p:spPr>
        <p:txBody>
          <a:bodyPr wrap="square" rtlCol="0">
            <a:spAutoFit/>
          </a:bodyPr>
          <a:lstStyle/>
          <a:p>
            <a:pPr algn="ctr"/>
            <a:r>
              <a:rPr lang="en-US" sz="900" dirty="0"/>
              <a:t>35678</a:t>
            </a:r>
          </a:p>
        </p:txBody>
      </p:sp>
      <p:sp>
        <p:nvSpPr>
          <p:cNvPr id="61" name="TextBox 60">
            <a:extLst>
              <a:ext uri="{FF2B5EF4-FFF2-40B4-BE49-F238E27FC236}">
                <a16:creationId xmlns:a16="http://schemas.microsoft.com/office/drawing/2014/main" id="{25A7AC8E-BE17-ADA5-3D22-6F3BEA988BA3}"/>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25E3A56A-93E0-31E7-A5B5-A9EAF1BC69F0}"/>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61B5448A-9249-591B-C429-727705EA7929}"/>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06D983D0-1E1C-5F0A-DE3E-0E643D59263A}"/>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82D23630-3B38-7AA6-E10E-09B8A10DEA6F}"/>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CFE53C3F-FBC1-1A43-BFA1-1E2019AFAC9E}"/>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824A58BF-0373-311D-5472-3F17C58796B4}"/>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786713C7-84AF-1C0F-7F39-E639B0BFB125}"/>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21584112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E6B3C-4373-A20D-E23F-AF38F4274F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E62FD9-7ACB-7321-AF6A-C644A6854F4B}"/>
              </a:ext>
            </a:extLst>
          </p:cNvPr>
          <p:cNvSpPr>
            <a:spLocks noGrp="1"/>
          </p:cNvSpPr>
          <p:nvPr>
            <p:ph sz="half" idx="1"/>
          </p:nvPr>
        </p:nvSpPr>
        <p:spPr/>
        <p:txBody>
          <a:bodyPr>
            <a:normAutofit/>
          </a:bodyPr>
          <a:lstStyle/>
          <a:p>
            <a:r>
              <a:rPr lang="en-US" dirty="0"/>
              <a:t>Adjust adjacent grey cell.</a:t>
            </a:r>
          </a:p>
        </p:txBody>
      </p:sp>
      <p:pic>
        <p:nvPicPr>
          <p:cNvPr id="4" name="Picture 3" descr="A grid of sudoku puzzle&#10;&#10;Description automatically generated">
            <a:extLst>
              <a:ext uri="{FF2B5EF4-FFF2-40B4-BE49-F238E27FC236}">
                <a16:creationId xmlns:a16="http://schemas.microsoft.com/office/drawing/2014/main" id="{357DCBE3-BEE1-4A9D-3F5A-FCC01E37D83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40419B3-3E4D-9229-B321-ACF4A6AD551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06362FC-BCED-1D26-9BD7-0A5684F04BE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63F85FD-8A41-2C81-F262-30B1B480DE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55E4C13-C26F-59F2-54A8-AEA36ACB66D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71F3CBF-FB66-0B24-9947-150963F0BAC0}"/>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A4CCB70A-A394-4155-DB9D-FDC66472B6E4}"/>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4FCDD804-C084-D978-3D62-8FFE2CFC0085}"/>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38D1434-E48A-316B-56DF-7EBA7545666D}"/>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AE6D6AF0-87E4-4AAF-B8E3-93ADAE901B18}"/>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AF10C743-CF19-17C1-EB60-FF6C73B4112D}"/>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762E5DD8-392C-28AB-DDB1-F9B0FC30663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EFDEF40-270E-4F98-CBAD-7D50B5FABA1E}"/>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F984238-5C1A-E903-0AA5-860E367BC81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697B5F9-1F4B-D0A8-D28B-3962591D85D8}"/>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53229BD-6975-D433-47F3-62443E98284A}"/>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2343954-7350-15CA-688B-9E9718EDA1A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C6B569A-DAAC-33EE-0D48-A2184FD48D9B}"/>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E50C48F6-C99E-5527-AF21-873A7CF545A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7EBBC43-7F29-2116-9B6D-600A58DD728D}"/>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A184D407-D731-BA70-AAC5-7BFA594D67F5}"/>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D1963268-BBAD-1522-031A-2EB01C6D087A}"/>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C4858011-4194-FA3A-B6FE-0EA8E116668D}"/>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EFB89EE4-2F71-2A41-F8B0-F55343316450}"/>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419AD426-D3AD-507D-D358-929C05D8D918}"/>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566C4FB5-B8C2-6A7C-17F7-DB5D7DD96233}"/>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4DCDDCB6-CAEE-16AD-9B29-52B4E4C859CA}"/>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AC3D1251-9A32-A558-CF9D-5DA50906CFF6}"/>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3821D13F-EEC8-DBD9-C06B-2C9A7FA6D1D3}"/>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CE46DA66-570E-C36E-3FA0-A21A49DE338D}"/>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E6F6BF6-8534-3DFB-63F3-CC584F589950}"/>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E4591E3-2C55-2F4E-9D50-D8FA6BE522E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D5FE18CC-39A1-6F64-9242-EE3BD90B1C6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C85BBA66-3AEC-59A1-57E7-A1A6C4CC027B}"/>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D6A13940-78CA-500B-C357-6C090895186F}"/>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29A1F8F9-18B4-4979-C1CE-FCBBF27B2DFD}"/>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E92A91BD-CFDF-2FF4-86AD-C87385165C7A}"/>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BE5E61A2-4F82-9BE8-B76B-E9D160E1666D}"/>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19695CF8-FAC7-2FE0-23D4-02AC746DB36E}"/>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C0ED0AAB-1243-831C-941C-9A78133C2EB9}"/>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6D7E4F79-148B-D7B9-E63E-D1A5DE604923}"/>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6" name="TextBox 45">
            <a:extLst>
              <a:ext uri="{FF2B5EF4-FFF2-40B4-BE49-F238E27FC236}">
                <a16:creationId xmlns:a16="http://schemas.microsoft.com/office/drawing/2014/main" id="{0C652A2E-F0D8-8628-7274-5BBDBCA8268B}"/>
              </a:ext>
            </a:extLst>
          </p:cNvPr>
          <p:cNvSpPr txBox="1"/>
          <p:nvPr/>
        </p:nvSpPr>
        <p:spPr>
          <a:xfrm>
            <a:off x="4143022" y="901933"/>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D144DC18-BF16-BB96-E282-772C8D0B9A15}"/>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48" name="TextBox 47">
            <a:extLst>
              <a:ext uri="{FF2B5EF4-FFF2-40B4-BE49-F238E27FC236}">
                <a16:creationId xmlns:a16="http://schemas.microsoft.com/office/drawing/2014/main" id="{59D4FC01-D385-B819-4E8A-9CA26A887E0E}"/>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49" name="TextBox 48">
            <a:extLst>
              <a:ext uri="{FF2B5EF4-FFF2-40B4-BE49-F238E27FC236}">
                <a16:creationId xmlns:a16="http://schemas.microsoft.com/office/drawing/2014/main" id="{CBDFA9B2-2D36-7930-CE94-DF25ABE59287}"/>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F4DAA10F-0AA9-3D8D-E5CE-D39FA5C2B8AD}"/>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9D726B0B-9D98-2BB9-35F8-EDC11F078C4E}"/>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EE7E3B1F-FEEB-DD28-24F7-94544412715A}"/>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67D62A6A-B8FE-C847-4DBD-90E595BFEF1D}"/>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76E95366-028A-219C-0223-C9DF4818BE52}"/>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A94BAAC8-C775-5CB0-1AEB-B5A2C9DC270D}"/>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ADDB72CA-C23A-A602-A711-32EF9F6FA0BF}"/>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4460D456-A334-CF8B-5125-B66116E11BC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42EA3517-796A-D3E2-49E6-A154BBF37104}"/>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6AC89CE5-E3AB-4925-254E-28033FD42DC9}"/>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E9DD726F-901A-E01C-CDF8-5B2A8EAA5546}"/>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246E5BBD-0FB5-3B3E-074D-021FA7CDCDF6}"/>
              </a:ext>
            </a:extLst>
          </p:cNvPr>
          <p:cNvSpPr txBox="1"/>
          <p:nvPr/>
        </p:nvSpPr>
        <p:spPr>
          <a:xfrm>
            <a:off x="4645378" y="901933"/>
            <a:ext cx="570089" cy="230832"/>
          </a:xfrm>
          <a:prstGeom prst="rect">
            <a:avLst/>
          </a:prstGeom>
          <a:noFill/>
        </p:spPr>
        <p:txBody>
          <a:bodyPr wrap="square" rtlCol="0">
            <a:spAutoFit/>
          </a:bodyPr>
          <a:lstStyle/>
          <a:p>
            <a:pPr algn="ctr"/>
            <a:r>
              <a:rPr lang="en-US" sz="900" dirty="0"/>
              <a:t>356789</a:t>
            </a:r>
          </a:p>
        </p:txBody>
      </p:sp>
      <p:sp>
        <p:nvSpPr>
          <p:cNvPr id="60" name="TextBox 59">
            <a:extLst>
              <a:ext uri="{FF2B5EF4-FFF2-40B4-BE49-F238E27FC236}">
                <a16:creationId xmlns:a16="http://schemas.microsoft.com/office/drawing/2014/main" id="{7980C03C-B39C-3C7A-9C11-F6D881746EF5}"/>
              </a:ext>
            </a:extLst>
          </p:cNvPr>
          <p:cNvSpPr txBox="1"/>
          <p:nvPr/>
        </p:nvSpPr>
        <p:spPr>
          <a:xfrm>
            <a:off x="5147734" y="901933"/>
            <a:ext cx="570089" cy="230832"/>
          </a:xfrm>
          <a:prstGeom prst="rect">
            <a:avLst/>
          </a:prstGeom>
          <a:noFill/>
        </p:spPr>
        <p:txBody>
          <a:bodyPr wrap="square" rtlCol="0">
            <a:spAutoFit/>
          </a:bodyPr>
          <a:lstStyle/>
          <a:p>
            <a:pPr algn="ctr"/>
            <a:r>
              <a:rPr lang="en-US" sz="900" dirty="0"/>
              <a:t>35678</a:t>
            </a:r>
          </a:p>
        </p:txBody>
      </p:sp>
      <p:sp>
        <p:nvSpPr>
          <p:cNvPr id="61" name="TextBox 60">
            <a:extLst>
              <a:ext uri="{FF2B5EF4-FFF2-40B4-BE49-F238E27FC236}">
                <a16:creationId xmlns:a16="http://schemas.microsoft.com/office/drawing/2014/main" id="{EB04C291-97C2-235C-F6C8-C279337070D8}"/>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A1163FF0-61D0-20D3-4692-D4B2D6CBD0EB}"/>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1AAED18-F314-4540-94DC-2B51DE636D75}"/>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AE9C6CF5-0692-7CC4-DAE8-0D3BEDD0B09C}"/>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BC1EE16E-C3C1-098F-EF14-A5B8AEAD57D8}"/>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D99171BF-3F8A-E34C-5FF0-358F0F381A09}"/>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9F1C9944-D70C-17CA-1E50-CF82433B2108}"/>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D07CEB21-B040-5521-3B2C-3AD14DFE3042}"/>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Tree>
    <p:extLst>
      <p:ext uri="{BB962C8B-B14F-4D97-AF65-F5344CB8AC3E}">
        <p14:creationId xmlns:p14="http://schemas.microsoft.com/office/powerpoint/2010/main" val="951073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51A1-9E9C-7156-C4A7-375AC979B8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BBECB8-FA93-19A3-836D-A711D9900A9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9158654-A4BA-F84A-FC9C-D575F2AA95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EEC362E-DBB5-D2C8-206E-7863D654B13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CDC045-3FC0-979D-2C81-9118CA8AFCA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0209FD1-7666-3846-D61B-4075E75D6A1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4C8AA7F-EBBF-1667-D84B-6FD4489C6B39}"/>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64A2704-81D3-C947-E5F0-0AB3B3AAE8EA}"/>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2FCA0EC7-E14A-BF95-F584-55A873E05084}"/>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A7296116-C37B-0719-B586-F51841710D28}"/>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D4C59BFA-4A58-156D-ED0A-5FC18964A7D0}"/>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C3ACD2D7-4183-21F3-189B-43800C2B6A50}"/>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462767F5-2F62-ED3D-A825-2887C21C5201}"/>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370EFE2C-8964-B5B5-08DF-4771C8E8B54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2777A8B-C41A-D77C-9134-2F94E070B63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5BB475B-02CB-9D1D-F32D-EF17281B846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9F45216-FCC6-8880-95E2-3072F8F14FA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D02E0D6-AF54-7814-A29E-D2EEE12E0939}"/>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4605AE7-F5FF-D845-E315-99222D9850F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9B32FD3-4500-9EC3-B28A-B2D83498EE49}"/>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2F0C443-5703-C53B-3B7C-2B95F42776C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7F775FC-068D-6397-5609-8C07765C2D20}"/>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7E5C6334-115D-EECC-5061-DFB8FB6FA4F5}"/>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716BE5E0-CA9F-D06B-E14F-48CB48243D87}"/>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21D5E718-E751-86E7-E792-117528F8C84A}"/>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7FF9D10E-F35F-FA49-62F8-716DE0246E5F}"/>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C23C92FB-208E-F21C-A4E5-8D790E582B38}"/>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375B6820-5698-F94A-7912-F5D1E3C637A4}"/>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BA6DFC32-04FC-20C6-27A1-B099477ADB4A}"/>
              </a:ext>
            </a:extLst>
          </p:cNvPr>
          <p:cNvSpPr txBox="1"/>
          <p:nvPr/>
        </p:nvSpPr>
        <p:spPr>
          <a:xfrm>
            <a:off x="6152446" y="901933"/>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1F69A4FE-DA0B-D842-A544-34D2A0006FF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AC3D6F04-0EF5-826A-5ADE-0D77E56B5B33}"/>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3D1FBA2-E044-A848-9F08-086EDFABC578}"/>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9E5A11E2-3F02-CD5D-E26A-AC415273CF8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37777B9-FAEF-2E62-C089-A15F9D50C033}"/>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F291CF56-7668-D836-E4AF-1A427D98893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2FB3F39C-A4F5-6ADB-95A0-895285A0A6A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6433EE6C-6837-B7BE-BB4B-49CFD842AED0}"/>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84DEC78C-73AA-975E-9AA0-95514F298A64}"/>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18311E60-014A-5771-B5E2-E9FB0B39B357}"/>
              </a:ext>
            </a:extLst>
          </p:cNvPr>
          <p:cNvSpPr txBox="1"/>
          <p:nvPr/>
        </p:nvSpPr>
        <p:spPr>
          <a:xfrm>
            <a:off x="4143022"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59C71704-1061-27A8-E873-3CCEE88B3CD1}"/>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88470E15-9A09-8F46-3CB2-585C2079EA8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88FB3FC6-2375-B857-7D7D-530DBC9A632E}"/>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3D8FE8E3-476B-2039-1870-FEA5A5635D42}"/>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5E9C2EDB-5484-9DCB-D259-FBC64E9A5FFC}"/>
              </a:ext>
            </a:extLst>
          </p:cNvPr>
          <p:cNvSpPr txBox="1"/>
          <p:nvPr/>
        </p:nvSpPr>
        <p:spPr>
          <a:xfrm>
            <a:off x="3138310" y="901933"/>
            <a:ext cx="570089" cy="230832"/>
          </a:xfrm>
          <a:prstGeom prst="rect">
            <a:avLst/>
          </a:prstGeom>
          <a:noFill/>
        </p:spPr>
        <p:txBody>
          <a:bodyPr wrap="square" rtlCol="0">
            <a:spAutoFit/>
          </a:bodyPr>
          <a:lstStyle/>
          <a:p>
            <a:pPr algn="ctr"/>
            <a:r>
              <a:rPr lang="en-US" sz="900" dirty="0"/>
              <a:t>356</a:t>
            </a:r>
          </a:p>
        </p:txBody>
      </p:sp>
      <p:sp>
        <p:nvSpPr>
          <p:cNvPr id="48" name="TextBox 47">
            <a:extLst>
              <a:ext uri="{FF2B5EF4-FFF2-40B4-BE49-F238E27FC236}">
                <a16:creationId xmlns:a16="http://schemas.microsoft.com/office/drawing/2014/main" id="{1E0B590A-6144-653A-E6ED-478048E5BEFF}"/>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a:t>
            </a:r>
          </a:p>
        </p:txBody>
      </p:sp>
      <p:sp>
        <p:nvSpPr>
          <p:cNvPr id="49" name="TextBox 48">
            <a:extLst>
              <a:ext uri="{FF2B5EF4-FFF2-40B4-BE49-F238E27FC236}">
                <a16:creationId xmlns:a16="http://schemas.microsoft.com/office/drawing/2014/main" id="{DF2B70A6-2AEE-B6D4-54E2-9B09823A5BFA}"/>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48012DF0-5633-0663-97E4-CB2915F2BD15}"/>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EF4D77A8-6E93-A043-C55A-5B82D197A4FC}"/>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999FAA11-268F-AEA8-847C-C79015F227E7}"/>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C1DDE7B-7AA9-E7D0-5957-89CC4C9DB6CD}"/>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21CE9D2D-C9B6-5B1B-CA3B-63A2D5EE1C2C}"/>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989AD489-0FB8-BFAD-F19A-E3949680DD10}"/>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61F857DA-8FCC-013A-00F8-2E49D122D1CE}"/>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598CBC1-1E5A-1DB4-7145-BFAB96B82CB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6D84B24-B0E8-D177-6AE2-0BF8495250CB}"/>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D6E23F16-CEB8-8D49-F7F9-0BE0EAF6A31F}"/>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AC223E7D-710E-80F3-F8DE-24D9AEE6504B}"/>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F3122445-777D-4371-DA9E-2A73D3672EBF}"/>
              </a:ext>
            </a:extLst>
          </p:cNvPr>
          <p:cNvSpPr txBox="1"/>
          <p:nvPr/>
        </p:nvSpPr>
        <p:spPr>
          <a:xfrm>
            <a:off x="4645378" y="901933"/>
            <a:ext cx="570089" cy="230832"/>
          </a:xfrm>
          <a:prstGeom prst="rect">
            <a:avLst/>
          </a:prstGeom>
          <a:noFill/>
        </p:spPr>
        <p:txBody>
          <a:bodyPr wrap="square" rtlCol="0">
            <a:spAutoFit/>
          </a:bodyPr>
          <a:lstStyle/>
          <a:p>
            <a:pPr algn="ctr"/>
            <a:r>
              <a:rPr lang="en-US" sz="900" dirty="0"/>
              <a:t>356789</a:t>
            </a:r>
          </a:p>
        </p:txBody>
      </p:sp>
      <p:sp>
        <p:nvSpPr>
          <p:cNvPr id="60" name="TextBox 59">
            <a:extLst>
              <a:ext uri="{FF2B5EF4-FFF2-40B4-BE49-F238E27FC236}">
                <a16:creationId xmlns:a16="http://schemas.microsoft.com/office/drawing/2014/main" id="{8A08D5B5-7437-E69A-3F0A-9FF482D33F7D}"/>
              </a:ext>
            </a:extLst>
          </p:cNvPr>
          <p:cNvSpPr txBox="1"/>
          <p:nvPr/>
        </p:nvSpPr>
        <p:spPr>
          <a:xfrm>
            <a:off x="5147734" y="901933"/>
            <a:ext cx="570089" cy="230832"/>
          </a:xfrm>
          <a:prstGeom prst="rect">
            <a:avLst/>
          </a:prstGeom>
          <a:noFill/>
        </p:spPr>
        <p:txBody>
          <a:bodyPr wrap="square" rtlCol="0">
            <a:spAutoFit/>
          </a:bodyPr>
          <a:lstStyle/>
          <a:p>
            <a:pPr algn="ctr"/>
            <a:r>
              <a:rPr lang="en-US" sz="900" dirty="0"/>
              <a:t>35678</a:t>
            </a:r>
          </a:p>
        </p:txBody>
      </p:sp>
      <p:sp>
        <p:nvSpPr>
          <p:cNvPr id="61" name="TextBox 60">
            <a:extLst>
              <a:ext uri="{FF2B5EF4-FFF2-40B4-BE49-F238E27FC236}">
                <a16:creationId xmlns:a16="http://schemas.microsoft.com/office/drawing/2014/main" id="{7273883B-AD22-A718-06D9-D0673A0D18FD}"/>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1DB80BD0-7B95-9804-4A7A-8B997FD3486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09DC980D-03EA-8518-4D12-6D18BBE271A1}"/>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E408A1EF-6998-1ACD-8B38-486E2FD4D4E8}"/>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B187F5AD-DAF4-E99A-A8E1-2EF95F5C80E7}"/>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E0F3645F-2A26-EE7A-E209-942AF9206D04}"/>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529F060D-8283-AE15-BD7B-A970092C39AF}"/>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5C7A2CDE-5A81-5FA4-D7A6-0F502C87B6DD}"/>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0B3CD01B-4051-3011-EA37-E02979A6744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246288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52FFB-7A98-1906-1FCA-A8453269FB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5DC7A3-2A59-D31E-F293-EBBF36338E5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D8B847A-9694-A87D-0EC6-98C37432F92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C49E773-DC7A-4005-B6AE-31D97E77E2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74FEB93-2D1B-A4C0-2E21-0EBEFDAF43F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6F10B7E-479C-AE9D-9029-D3A039F88F2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F3BF22D-F30E-75D2-CE62-02B2029ECA5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A92B4FC-06CC-5A88-27EC-03DF2760D209}"/>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87B71E6C-102A-DA01-5DF1-C9164C9E3CAB}"/>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38E69D0C-DA5F-62BD-213C-98B3F062ECF0}"/>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9F135632-5707-B89A-18A9-E05DF080419E}"/>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8DCD2EF8-548D-8B57-7F1F-3DF2AE26D9C2}"/>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C0FC2850-E0E2-1D09-714B-CCDBD4589FA3}"/>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407D1DB8-C0C3-6352-BB64-642BF472C45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78BCC35-C7CA-FF08-A434-6FAF2AFAC624}"/>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CAD8B974-FA65-B814-9F02-EFCB76D2154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9A4939D-1AF7-954A-25F2-12DADE89CE65}"/>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59B30AE-C844-9280-A708-42D463AA25A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F9807BE-2FB3-89AF-F991-0DFD24CD9A6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BFC5127-59EF-8190-CFF3-081B39FABA49}"/>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CF1B77A-6B8D-2908-E11B-0B4C2576CB2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2D1A5F2-1A5E-452D-8E4E-204C53D570E3}"/>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3DA711F3-9368-4465-2207-3958380D3069}"/>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559A92F3-B63A-0059-8265-9BE2DC0F3DE5}"/>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78557890-46FC-FDFB-1191-07524EB451DA}"/>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BD5EABB0-198D-1F66-B8FA-F7B710A1E6FD}"/>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5927F71F-AEF7-35E2-851F-33DA663C1254}"/>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6C0E3FC6-7E01-9AE2-536D-4E7E8580D5BD}"/>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23F4F516-6F10-F561-AF01-C830A6037DE3}"/>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851CAC60-2609-A591-45CE-4988AF6B75BE}"/>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03D1CE5C-6CD5-21E9-4D3E-AB04825D38D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F521709-AFED-894C-B668-C9C15CCA6D9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8780175A-0784-80CF-EB55-16777444E2D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50F3AA12-D3E2-DAE1-C217-062CE0F8F018}"/>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12AD34F-CE47-47FA-28DB-1EE0BE9CD32D}"/>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C8DFEF6F-EFD5-9E88-4A3E-BFAE1AA51209}"/>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011EF189-236C-B532-8F51-DCE4BB785123}"/>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4070D44F-5414-BD3B-4E06-290C1524A3E6}"/>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D3B2E955-A29C-3476-892F-905F0507E3DD}"/>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2F8691B0-3EA4-597D-EDB7-3E9BAFC645DD}"/>
              </a:ext>
            </a:extLst>
          </p:cNvPr>
          <p:cNvSpPr txBox="1"/>
          <p:nvPr/>
        </p:nvSpPr>
        <p:spPr>
          <a:xfrm>
            <a:off x="4645378" y="2905709"/>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6C4F5DAB-85FF-4174-731E-05033F3617B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CB77328-EEA1-A5A4-1FAB-738C6496A4EF}"/>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4C3D8EEB-1964-E28F-6601-BDBA690346AC}"/>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0EC131A6-9557-63AC-ADD6-46060CA94C2C}"/>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FCFE5D20-E3C3-8B12-2E70-C1BDD674B3F6}"/>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61D1446B-282A-EF75-6269-531B499CA672}"/>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BD2448DB-DD08-2024-3C4A-50D2B3265C6E}"/>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84E26F4E-42CD-58BC-41F8-14BDC07FB661}"/>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222F0671-FF6F-F02B-5B1E-9C560E6D539A}"/>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9FC8E3B0-576D-9E81-C237-3A2D93040658}"/>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103E8FA1-79AA-FC89-A1FE-24787A428C1E}"/>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E34A98D2-CA01-9D8A-4798-9E43BDCBAB4B}"/>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5AE4BC07-380F-AF56-A6F0-7E8141BEFDE7}"/>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B596DE4-FB6C-242C-103C-F3D2FCC2A657}"/>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FB56EE5-6044-16E9-D4A5-7E6AB5DA54FB}"/>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9F836FCE-43C5-3517-6FDB-63A531DCEFA4}"/>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FF47E62C-EA12-5CC0-8364-0A47DBAEA39B}"/>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F0F0572A-C1D5-1F54-C11D-73A7D738A863}"/>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0F57572D-DFCE-BC05-1AFF-8364D1C0172B}"/>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8674979E-998E-B635-C92F-B1DF88A272E1}"/>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83FB98C4-8D46-77AD-D84B-A083A17E1ED5}"/>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1EDC6EEE-1863-52E6-FF1A-1FF6FDE76812}"/>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2ADFCD19-16D6-0E49-8D3A-7C6D1B2D9EC7}"/>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D32B55FC-65CD-6FDE-6166-2B2513E4989C}"/>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3EB8770F-DC2B-A0F0-E791-BDD19051F093}"/>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28D67F8B-0276-82ED-4D78-31B5B935F071}"/>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06C37426-5D48-2FCC-3B74-602EA5462F33}"/>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A95B1C10-9CFC-AA94-E62D-B1B1C88EF709}"/>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6121798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7A79C-0965-A647-6A9E-E4B984E398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123AFE-C4E3-420A-14AF-BAE805F155F9}"/>
              </a:ext>
            </a:extLst>
          </p:cNvPr>
          <p:cNvSpPr>
            <a:spLocks noGrp="1"/>
          </p:cNvSpPr>
          <p:nvPr>
            <p:ph sz="half" idx="1"/>
          </p:nvPr>
        </p:nvSpPr>
        <p:spPr/>
        <p:txBody>
          <a:bodyPr>
            <a:normAutofit/>
          </a:bodyPr>
          <a:lstStyle/>
          <a:p>
            <a:r>
              <a:rPr lang="en-US" dirty="0"/>
              <a:t>Update grey cell.</a:t>
            </a:r>
          </a:p>
        </p:txBody>
      </p:sp>
      <p:pic>
        <p:nvPicPr>
          <p:cNvPr id="4" name="Picture 3" descr="A grid of sudoku puzzle&#10;&#10;Description automatically generated">
            <a:extLst>
              <a:ext uri="{FF2B5EF4-FFF2-40B4-BE49-F238E27FC236}">
                <a16:creationId xmlns:a16="http://schemas.microsoft.com/office/drawing/2014/main" id="{432A6868-BBD3-D9E3-B66E-7E67411CD92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C9AC47-15BD-D79E-9401-0B0AEDD7AEF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2EFDE53-E4F9-4AF1-AC8A-4A2FA0ED65D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25873D0-35AF-4876-63DD-89730AB860A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30233A9-CEE2-F887-CBF0-39FD3BB4B6C5}"/>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FC4379F-9584-5251-FDEA-011CA5C610CE}"/>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A2456C1A-3F2A-88F1-524A-0E88BE4A83C3}"/>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FEB112CF-6B28-0159-E824-6EAED9E63C1C}"/>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FB3A3AE6-232F-0289-0CA0-67BBA9C9E517}"/>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D5C916B3-F2B1-F66E-569B-7ABF5797BEF2}"/>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904D11D4-BFBD-E920-E1A5-4B2A27811788}"/>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902D6A18-F4D9-DC21-42EF-45212F67151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9560B04-B8A6-E4F9-E756-1D2E0A72487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E5085E9E-0BC2-EC96-689B-C93CEAB2E19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5376AD36-73AB-0368-A410-D0CB2DC9E24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B63A191-7D17-3E53-23EB-29C148F89984}"/>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D430420-E3BD-4767-098E-DDAFE5108D0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BAAAA4E-CCE8-0C0F-054C-76764728001E}"/>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6E8D68C-7058-F7CE-56CF-205994DC2A7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6799235-0C6A-CB6B-E86C-96A66AFD1242}"/>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77E281CA-00D6-349D-7D63-3B71223ABF85}"/>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BBD9B2D5-4C8E-C4DC-19FC-14BB1EBD74CC}"/>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DFA961FD-040D-4311-2789-6583FEE401FA}"/>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E5EEB40D-CA64-CCA8-1355-0E77BEF4FC23}"/>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4BC9A779-5ADD-691E-C61A-C1C7FBA07104}"/>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6AAB2075-2BF8-7A7D-6110-5AE75A75D33C}"/>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6D0C2D4C-DC27-9AC9-70EC-54A9105D9D71}"/>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C658BF52-4C04-133E-C26D-EC91A198EE8D}"/>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D19604BA-F2C6-D993-BAB8-EA1828BE2815}"/>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9B9E70A-13F5-9D1B-CB3A-6C56E163351F}"/>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A53ADD2-D0BE-C357-7182-B12EDD063E6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80F17956-3807-7ED6-053B-B7DE647E68C9}"/>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154FA863-4CB5-168E-10EF-9F96D5531E55}"/>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0CFF600E-AADF-858F-1874-458540E98A3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D7315BE4-687F-9033-3FDB-787D342405A9}"/>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2A30062E-EF24-A536-E1C1-4CA86A73F852}"/>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3F6FE4DE-867E-F719-4F14-DE58BAC09141}"/>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26553528-284F-2208-B0B1-A9D59F11CEFD}"/>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5233B365-C410-4D16-40DC-686558353606}"/>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69C1A5F4-ADAC-4DA7-7B56-7A85CBFA86DF}"/>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56C66142-9E2D-B658-15A6-9189D088B0F0}"/>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6BA2D130-F988-0660-01DC-DED62882FDF9}"/>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D3D435F1-4F0F-9A6D-C14D-B7B3569E60E2}"/>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E60BD348-9F07-827E-123A-D19AFB8A5BEB}"/>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87369FA7-65B0-D8E5-B395-D8E1354645B2}"/>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D63E34D1-9588-1394-DD67-217B5F5D2208}"/>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F7CEC168-2DB3-217D-3CA3-16D61E27D51C}"/>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493A6BAB-0B99-0695-5766-9705F3F74FF3}"/>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550D09A-9C24-2F1E-1DE8-33FFF4A4B3D7}"/>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B4FAC1EE-D539-7EA6-AE46-E8041C57411D}"/>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AB44975D-88C3-C71E-A8E7-F6750F93DDE1}"/>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3C7724B-7F3C-C23B-7D07-7CA245AD2E9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BA4CCF6-7EDC-E364-369D-AB541D518A44}"/>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7B96F8EF-98A3-6C0E-7CE1-18862583D885}"/>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A8FCBDF9-4DE4-5774-A4EC-A2BE05AF0FB1}"/>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0E0CAF05-B33C-0C1B-4609-F2D0BFDB55E3}"/>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6E182247-8693-9805-F33A-14E49411E674}"/>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DC77FB77-1715-DC7C-1A45-A63CBB7E100A}"/>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4E70C927-FD17-C5BA-16DD-0690C7969742}"/>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CAE2592-9862-9CC4-CA38-C30151226AE4}"/>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FFAC512C-B761-3025-3090-61CFA17C3AB8}"/>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221F00A7-1A41-A632-B874-2F0713CDBDD4}"/>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19909C5D-22F1-D9B0-AFC2-BD147D49FB31}"/>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062B68EC-1CFB-7595-81C8-C6EAE62E8DF0}"/>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F4A44A5D-D3AC-AFEB-5EB3-85CEFE13A184}"/>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BA03E200-4698-A0C3-AF1F-5A0DDE336F4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6336609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A824C-AB4E-9B30-E017-4D61AB031E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3801FF-B9E4-6842-FA54-96A8428DABC7}"/>
              </a:ext>
            </a:extLst>
          </p:cNvPr>
          <p:cNvSpPr>
            <a:spLocks noGrp="1"/>
          </p:cNvSpPr>
          <p:nvPr>
            <p:ph sz="half" idx="1"/>
          </p:nvPr>
        </p:nvSpPr>
        <p:spPr/>
        <p:txBody>
          <a:bodyPr>
            <a:normAutofit/>
          </a:bodyPr>
          <a:lstStyle/>
          <a:p>
            <a:r>
              <a:rPr lang="en-US" dirty="0"/>
              <a:t>Complete lower center block.</a:t>
            </a:r>
          </a:p>
        </p:txBody>
      </p:sp>
      <p:pic>
        <p:nvPicPr>
          <p:cNvPr id="4" name="Picture 3" descr="A grid of sudoku puzzle&#10;&#10;Description automatically generated">
            <a:extLst>
              <a:ext uri="{FF2B5EF4-FFF2-40B4-BE49-F238E27FC236}">
                <a16:creationId xmlns:a16="http://schemas.microsoft.com/office/drawing/2014/main" id="{0D10312A-E549-300C-B023-98E583E90DC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4247D79-E121-CEA5-50C4-7E2E6E1A89B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5E286A2-D944-BF4B-239F-300128F1F6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CC53960-6CFA-03A2-3CFF-B224E74F162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28E050A-D9F8-AE4A-0601-522D65585516}"/>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99731B2-6C20-4E2A-C314-61655B6058F3}"/>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F70BF481-D64D-7A04-F17B-58650EA9422D}"/>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A22512AE-7066-3ECE-25F2-7F06A7E511B3}"/>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653B2FDC-3ECB-5CDF-577F-F1AF25498872}"/>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17906BC3-ED72-EF84-94D3-694B97F1BBB0}"/>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928C6BCD-7791-11FE-3E1B-D256FA3AE987}"/>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02AD1612-9B53-55F1-18E2-48C300843BB1}"/>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FA839A2-1F2D-387B-DB46-2F1B03CBDE7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BDC32DD2-99B0-BBDE-AF35-88F0476E27D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752A6EC-68EE-6515-DC68-009ADE05E70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CACFEA5-417B-2F4E-BBAE-C308DEDB8A0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5B23ADB4-BEA3-C30A-9030-7F8590451F2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1888469-D1EC-8E21-FED7-26B7F9649C92}"/>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1F6C6D08-3513-D61D-8B20-E78AD9A8B24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B371688-779A-1E0C-C349-0C6B5E9068C2}"/>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B6CF8B19-7FF0-0410-B088-00140814A0CA}"/>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FF09F598-C734-5EE1-56C1-3C019C98C351}"/>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B9F15AD0-B335-4CEB-821A-0D7A218D84F7}"/>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8CCA42D2-D208-C735-10EB-F4329E828B7E}"/>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CB17B9DA-736E-567E-E863-1C7978A2A221}"/>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82B333F4-3F7B-FE92-5CD5-E9A3995FD748}"/>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556450F3-4088-7370-7164-DDE1B57F1315}"/>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CD0F5235-AA28-9936-5233-B16ABC726B86}"/>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27537C9-CA5F-B6F3-1544-F0BE260A584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E2EA3CA-D460-98D1-A3BF-72B67965FC7D}"/>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72223C63-D28A-A980-36D3-4FC2098C266D}"/>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B97F1D23-8109-C5C3-5B14-05FC8AB36905}"/>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093DEBD1-68A2-08D9-6E04-CD46465A262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FE790A8D-414D-5888-B1BD-0D7748C573BA}"/>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0D7B5544-C679-1F22-3ADD-738F0C2F153C}"/>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87692A87-505D-E665-08B2-B5F8FD334895}"/>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5570A49D-83E3-0304-9842-6BC7450FC1CA}"/>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1F8EB589-AB47-A37E-06E9-07D40089B70F}"/>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CEEF24D3-E8C5-7547-9AE3-E4DA49CA3004}"/>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F8768F0F-9679-31F5-AEB0-96CD9A07966B}"/>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2739247A-8FAA-4335-5EEC-95BEAD505A67}"/>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BEF69047-18A7-F893-DE7B-9CF9FE12E0FB}"/>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43251739-180F-6F5A-FCC5-65F3D00CBFA0}"/>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F1CC3817-CCAC-2868-9AA6-ED84CA5FFA03}"/>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758B1613-1426-4CA9-D32B-CEEC5EB45E15}"/>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F4636360-ED04-32E6-9A58-B8C835B7B207}"/>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E8F3EC3A-9A6B-FABD-3558-28651AB626B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EDC16578-A184-80CF-7457-973F86BDBE53}"/>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DF1BBE6A-5231-DDC5-4A9E-06C80626DC0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097A0B7D-C140-90AD-5D7B-3BDF88D3AD19}"/>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21904F15-6F7D-F2FE-C584-3FBA0AF53AE5}"/>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EBE0685-E9B8-1AB9-24D3-D30FA3C182B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6629313-F1EF-25AB-75CD-EE4562F72DCF}"/>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00214592-F8D4-7F65-6D4B-64DE037F6CA3}"/>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4217ABFB-868E-78F2-B9A6-A2C816343395}"/>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59DA0688-ABD5-CBF4-2FC5-50F5219A4DED}"/>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3EC9BD14-2648-8BEE-F87B-1A2FD428169E}"/>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7D72350C-672A-FFB7-5F37-F43A1F6F665D}"/>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B6F258AC-0CC0-A252-0138-2DB1F12F6F11}"/>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C7C2D4E-A458-4466-D335-BF582278191A}"/>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6994A244-5522-24E5-6046-15C3F9FE715B}"/>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86487B4C-524F-19C4-851E-06F809B90A1E}"/>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AE816E34-C7B2-B753-1C39-322EE3AF76A8}"/>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15F03D22-276C-E207-DEF5-E0FC4CFAB0D5}"/>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A2655466-2123-5D44-1E5A-D4565719E1D1}"/>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AE49E016-873A-EAC2-29A9-CD23610ECD2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36624343-C4FD-EE5A-CE4C-4237DE58B802}"/>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3325F7E7-AA67-CF29-B8A8-EF62C4A1D2B9}"/>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260D49C5-484E-4E61-ED4D-F328E97C013C}"/>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D64C6B1B-4DF5-2BEF-9561-BA0493800370}"/>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Tree>
    <p:extLst>
      <p:ext uri="{BB962C8B-B14F-4D97-AF65-F5344CB8AC3E}">
        <p14:creationId xmlns:p14="http://schemas.microsoft.com/office/powerpoint/2010/main" val="3475544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6AFD2-21EC-5692-2943-1ADEA2FDF7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8AC656-4169-2260-320B-CCA8E46AA6C3}"/>
              </a:ext>
            </a:extLst>
          </p:cNvPr>
          <p:cNvSpPr>
            <a:spLocks noGrp="1"/>
          </p:cNvSpPr>
          <p:nvPr>
            <p:ph sz="half" idx="1"/>
          </p:nvPr>
        </p:nvSpPr>
        <p:spPr/>
        <p:txBody>
          <a:bodyPr>
            <a:normAutofit/>
          </a:bodyPr>
          <a:lstStyle/>
          <a:p>
            <a:r>
              <a:rPr lang="en-US" dirty="0"/>
              <a:t>Complete Column 7.</a:t>
            </a:r>
          </a:p>
        </p:txBody>
      </p:sp>
      <p:pic>
        <p:nvPicPr>
          <p:cNvPr id="4" name="Picture 3" descr="A grid of sudoku puzzle&#10;&#10;Description automatically generated">
            <a:extLst>
              <a:ext uri="{FF2B5EF4-FFF2-40B4-BE49-F238E27FC236}">
                <a16:creationId xmlns:a16="http://schemas.microsoft.com/office/drawing/2014/main" id="{66A32DAA-83D1-435D-DA5D-319D4BC7E86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6AFC8CE-13D3-38AD-024B-280C4B101FE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D16354-10E3-F10D-3501-630E77B1F4C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40BAF8-D335-A245-550D-D6B62414018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FE539D0-2750-41C9-D5CE-673B8447D53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57A9A97-BE74-CF0D-D51D-13DDE13DDAFE}"/>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D47D0F5A-B504-661B-7BA7-133A70FDD341}"/>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01444922-9645-99CD-76C1-727DB6E4D9C2}"/>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8B750A80-0EF9-2BC8-A7D8-78725FEE6A30}"/>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EC64E7C6-F1DD-9139-B77F-AF049A71C761}"/>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19EC94CB-080B-BEB1-8050-E3E5B82B01F1}"/>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6E63DD4D-890E-87B2-1B78-304BFA15B76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5CDC620-F625-9251-2C70-2CFE620095C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5B3043FE-38E9-909F-653D-E20643D4907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3A50D99-0B05-CA91-8E59-9C5B4229782A}"/>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8966978-1AB2-B7DF-369C-6B625D15CC7E}"/>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3FA5D1D-8B26-23FD-960E-BDBECD7C8F1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4EBBFE8-E75A-DF6F-A6C5-CD6083CA007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B977D8D-6C13-5446-18CB-39049D4294F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096869F-84AD-9174-E64D-CF158FD9FAD8}"/>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CF4EDA40-F8CF-7CCF-1A37-25C9CF089456}"/>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53405127-1C72-7972-150F-4F4D70BB85B5}"/>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B8DE6DCF-E744-CD9B-CA08-C5861668BD93}"/>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F0BD4482-DC15-A27B-4AED-94EF0ACC1042}"/>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675F9C88-28F4-7792-FB62-6B187DFDD535}"/>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2A26CA9E-13B7-56F0-D404-D9F4136D28A9}"/>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5C29D72D-EC9D-8CC8-910B-56AA1720228C}"/>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91C81274-AC24-C5AC-2E4F-E62427A0842C}"/>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671D1C9-9122-0620-F5A1-079A7CBB38D3}"/>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6878D9D-E7FF-E9A8-33DA-E844828F836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FEE2E27C-EEEE-62A5-DE8D-65230390F00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7D21EDD-C30E-F479-11CD-E241696A0B42}"/>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CBE7EEB-00A8-F718-5E11-2C607F98E00D}"/>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DC9CB549-FB21-51A8-DEBC-15754874587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2C53BC17-A394-8B16-4A67-55624AB59E4C}"/>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7E1F8F0C-9581-02B2-9615-02B255659853}"/>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18C52F9E-31FD-8B03-5F14-468D5DEABAB8}"/>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D5DE1F0C-4698-E4E7-3811-A59FA90FB1FA}"/>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9BCF5192-2D9F-3C56-F098-AE87E2E30C8D}"/>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79D86781-C83D-D9CB-9312-4A23BF6018D7}"/>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C8ADB882-AD4A-CD8A-07D6-1DA134451758}"/>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5EC33219-F33B-5F8C-7114-E536E94AA693}"/>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E973919F-F84D-28BE-8FCB-D4276F810C12}"/>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C8B32BBB-5833-CA93-917C-1B55D67EF4B8}"/>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57F692CC-0BC8-5FED-C687-D21578659CD5}"/>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DB493CBA-8303-57BD-DAFC-15929A64B687}"/>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B6E8EA62-B242-D5E9-ACCF-0116E7AE50C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6C218F21-EF5B-2F74-B456-9007B47C933D}"/>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3DEABC59-4D8A-F3BE-3AE4-DDC945FED215}"/>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99757B80-52F0-C580-4976-8E821E74A52C}"/>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9C676B41-F69B-C400-C23F-9AA31AF7C2C3}"/>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F09F3D6-4B20-A21A-D3D5-81CE29F2E56D}"/>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BDF7A4A1-139D-DFFA-5FF4-50914312B3DD}"/>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99446F17-4F40-F73C-42ED-12C7CEBEDAB1}"/>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93C225D8-546C-2428-DF22-2B4F80A09F6C}"/>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A0BF51D9-5DCE-7431-2173-267A31EB5B9B}"/>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85E8165C-E6B3-5497-37FC-DCF4D9418F12}"/>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B165D841-3648-A2E5-0E81-3EAD2EA53A41}"/>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494D3FDA-3567-352A-F462-A60C15E99826}"/>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396C245B-9281-0293-9D3C-1972433EBF2A}"/>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4CDDB295-117C-3E9C-E027-0E2F47C15D9A}"/>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E90AF65E-33FA-B5A3-FC5C-9F6B5A72F768}"/>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8AE77551-45C8-0214-C640-A9D4EE2468AA}"/>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82C33772-8BD2-129F-EFA2-E400283F76F0}"/>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31BB842C-1B8E-1DA7-051A-2FFA3B38348C}"/>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A33F7EA7-C2FE-494C-AED9-06293DB1F0B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111619DC-D76C-A621-C8BF-7684D61775C2}"/>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E92B4CBD-5824-718A-51C5-DABABFA19A48}"/>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604A7C52-2133-DA83-27EB-8B07E614DAF5}"/>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D5290986-31C2-F69D-3314-A25B677E0C23}"/>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CF74C0DA-73E2-26F5-CE96-318DE1FAD78D}"/>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45678</a:t>
            </a:r>
          </a:p>
        </p:txBody>
      </p:sp>
      <p:sp>
        <p:nvSpPr>
          <p:cNvPr id="74" name="TextBox 73">
            <a:extLst>
              <a:ext uri="{FF2B5EF4-FFF2-40B4-BE49-F238E27FC236}">
                <a16:creationId xmlns:a16="http://schemas.microsoft.com/office/drawing/2014/main" id="{339A0CEA-34F2-57F5-86D3-A311EA1F494F}"/>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CA3540BE-8D69-2F5A-34CB-764A8D5DBC73}"/>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Tree>
    <p:extLst>
      <p:ext uri="{BB962C8B-B14F-4D97-AF65-F5344CB8AC3E}">
        <p14:creationId xmlns:p14="http://schemas.microsoft.com/office/powerpoint/2010/main" val="30793941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9B93-1B55-A4AD-CFEC-379381C82FE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62C5A4-C9DE-0E40-EEB2-C6B6C88E8C4D}"/>
              </a:ext>
            </a:extLst>
          </p:cNvPr>
          <p:cNvSpPr>
            <a:spLocks noGrp="1"/>
          </p:cNvSpPr>
          <p:nvPr>
            <p:ph sz="half" idx="1"/>
          </p:nvPr>
        </p:nvSpPr>
        <p:spPr/>
        <p:txBody>
          <a:bodyPr>
            <a:normAutofit/>
          </a:bodyPr>
          <a:lstStyle/>
          <a:p>
            <a:r>
              <a:rPr lang="en-US" dirty="0"/>
              <a:t>Complete Column 9.</a:t>
            </a:r>
          </a:p>
        </p:txBody>
      </p:sp>
      <p:pic>
        <p:nvPicPr>
          <p:cNvPr id="4" name="Picture 3" descr="A grid of sudoku puzzle&#10;&#10;Description automatically generated">
            <a:extLst>
              <a:ext uri="{FF2B5EF4-FFF2-40B4-BE49-F238E27FC236}">
                <a16:creationId xmlns:a16="http://schemas.microsoft.com/office/drawing/2014/main" id="{DE19E857-3881-4B78-0F52-2EB27A1357B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481A506-6FCD-DB7C-B963-569165AD0EF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5C897C-A1AD-46B2-90D4-ED23998102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3F8D776-83A3-72DA-3C41-C503E9C218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FD57921-51F5-9B34-ED84-1F3D023CEC6F}"/>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7E24FD7-B3F8-A9D5-AB37-7407AF952964}"/>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1799D68B-25CE-E108-FB60-A241AE0C69A6}"/>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B032D3E7-1A2F-90FA-9926-9E3EAED3C6B6}"/>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BC912A8-01D1-6D73-06DF-22DC38E72E69}"/>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6747E1CF-8C1F-D92F-06BE-69F5EA4E4353}"/>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13CD685F-7866-7A38-63BA-FF51650B98D3}"/>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D094F5ED-D3F4-1519-8A57-23CC0BA279A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CBF62FA-B716-EF1C-52D6-D7052B4C795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070DF0F7-5E47-D004-043D-0C6C9FEBB39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E23544D5-BE85-D41C-0C30-79E38BD29EB9}"/>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AE88EC3-BFCC-77E1-8392-397865615772}"/>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44BC174-595D-B961-1056-96908A0C058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96B21CE-43D8-55EC-A188-875F223BCF9A}"/>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9094FB2-6B77-57BE-949B-A749DD477C6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D3EE7DF-F3A4-EB97-D457-DC4660799DE0}"/>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FE02BB3A-6239-21BD-717C-E114F7CF8FCE}"/>
              </a:ext>
            </a:extLst>
          </p:cNvPr>
          <p:cNvSpPr txBox="1"/>
          <p:nvPr/>
        </p:nvSpPr>
        <p:spPr>
          <a:xfrm>
            <a:off x="7157158" y="440854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EDA64B74-F93C-7841-C5B7-463B98482F49}"/>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AD70C64B-B531-F42C-C45D-C3E8AB2499B9}"/>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D33BE028-8397-C049-3501-21B8C9AA0DBE}"/>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6C9FA31E-6909-7281-F299-48100B0E1152}"/>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D933DF07-90CF-9B1A-7D15-FF0353E4C538}"/>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13D38031-A56A-45FE-8773-71BEC5EC3343}"/>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C9282E5C-E986-2C40-E6A6-E58B45D47D7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F8840989-A68A-A20E-D91B-E4760E3E8D05}"/>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BCF98A6-2100-7B02-7514-0E90BC72BB26}"/>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C7A4ACA0-67E2-509F-FCA9-AA710C0C44B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AC82152-1BE2-4435-A623-48FEF7647FE6}"/>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707975C4-0E95-0FF2-7187-B92A2D482E7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290833B2-28E0-9799-05AA-D447BBDF838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684DD57A-E5CC-EA22-F4CF-895B3760A540}"/>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CD93795B-66E1-2F5F-47AC-637E97592E4B}"/>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BE717E02-4757-6DA6-DACF-31F86EF66C4F}"/>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37F191D3-093E-1088-EBA2-CCA5B3BD569D}"/>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20F46F35-F8D8-551E-0ADC-8146B513F4D3}"/>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F3AE9D60-633E-109E-1C19-41B3B46B9EF3}"/>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6605CA52-C2A7-DF83-70C7-2715F268A5F0}"/>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EABE1910-211A-A525-CE97-76D677EA5129}"/>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2E5C8107-94F0-BECD-3F7B-0851A1B9EF75}"/>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6185D193-FF41-0D62-0D8F-2743F49625DC}"/>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F40BFE40-0A5B-2B15-69D0-5103AC6CB62D}"/>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E194ED84-A97B-9474-8D72-3DC60BA0715A}"/>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EA3E516D-2738-740D-5B9F-2379AD8BEC6E}"/>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CD310E8-F6A2-2300-3C2B-A84803739F3E}"/>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C1CE6056-7848-45FA-1B06-C6D7837F0908}"/>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CE75542C-F21F-9C85-9F18-D67C3BC2B3FA}"/>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1B2D709F-892B-158D-BBC0-BFD81E05F0C0}"/>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9DF46AF-ED44-2C7A-C9EE-3CE75CB040F8}"/>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A78A9CF8-1AB4-9DCD-7605-9E1C6FD4E7FC}"/>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F78ADF9D-0129-160C-CF68-7E307BE0028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60457F26-49BE-13C1-C75F-DD5669245BB7}"/>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3D2D99E2-8865-F941-2A05-2DEB79281A38}"/>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E60E1D84-5308-46B2-CF9F-15635418E362}"/>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F2A997D4-CDCA-159C-90E6-33F26727E95D}"/>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B124F47E-8265-B90C-E23E-3C298921B2F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CB7FD846-33F5-8BE0-33BD-5B191919DE62}"/>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F353DDC3-3DFD-441C-3D9C-E6FF1205FAB2}"/>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3586E583-914B-B778-01C1-E5DB766969A2}"/>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2D21E456-736B-F971-6B1E-08605994FD0E}"/>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1ADEBAFD-432E-28EB-2642-FF2019790E36}"/>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2B159689-388F-5B4D-AA8B-90DA0516BFC3}"/>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79245B23-B285-308B-81CE-A6D2CB31C2B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5DBC978A-5183-E959-676A-F90B2BADCCB8}"/>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1B4260CE-A061-214F-7806-4788DC72E5B0}"/>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D5FD035D-834C-DB4C-15FE-362D2B210DEB}"/>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37E9E49D-2933-723D-21CC-660B230BC107}"/>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3068A006-623A-3A2E-A556-91B2BCCDB47C}"/>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45678</a:t>
            </a:r>
          </a:p>
        </p:txBody>
      </p:sp>
      <p:sp>
        <p:nvSpPr>
          <p:cNvPr id="74" name="TextBox 73">
            <a:extLst>
              <a:ext uri="{FF2B5EF4-FFF2-40B4-BE49-F238E27FC236}">
                <a16:creationId xmlns:a16="http://schemas.microsoft.com/office/drawing/2014/main" id="{1F522A7B-8AFC-51C0-5288-BFDAA1B3FB32}"/>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D954EAE5-504A-AD4F-1E43-475515615AB9}"/>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053C0AAC-8B2E-DFCC-AC52-6B2E04023785}"/>
              </a:ext>
            </a:extLst>
          </p:cNvPr>
          <p:cNvSpPr txBox="1"/>
          <p:nvPr/>
        </p:nvSpPr>
        <p:spPr>
          <a:xfrm>
            <a:off x="7157158" y="2404765"/>
            <a:ext cx="570089" cy="230832"/>
          </a:xfrm>
          <a:prstGeom prst="rect">
            <a:avLst/>
          </a:prstGeom>
          <a:noFill/>
        </p:spPr>
        <p:txBody>
          <a:bodyPr wrap="square" rtlCol="0">
            <a:spAutoFit/>
          </a:bodyPr>
          <a:lstStyle/>
          <a:p>
            <a:pPr algn="ctr"/>
            <a:r>
              <a:rPr lang="en-US" sz="900" dirty="0"/>
              <a:t>35678</a:t>
            </a:r>
          </a:p>
        </p:txBody>
      </p:sp>
      <p:sp>
        <p:nvSpPr>
          <p:cNvPr id="77" name="TextBox 76">
            <a:extLst>
              <a:ext uri="{FF2B5EF4-FFF2-40B4-BE49-F238E27FC236}">
                <a16:creationId xmlns:a16="http://schemas.microsoft.com/office/drawing/2014/main" id="{22FF6C63-FC82-93D9-1F28-26B63C38FB58}"/>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008DBB57-6591-7354-2BA0-3AFCF69F28EC}"/>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Tree>
    <p:extLst>
      <p:ext uri="{BB962C8B-B14F-4D97-AF65-F5344CB8AC3E}">
        <p14:creationId xmlns:p14="http://schemas.microsoft.com/office/powerpoint/2010/main" val="35924944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899FA-44A9-898B-6E43-C0D923108E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420486-E716-A52D-CD7F-ECD428DBDBDB}"/>
              </a:ext>
            </a:extLst>
          </p:cNvPr>
          <p:cNvSpPr>
            <a:spLocks noGrp="1"/>
          </p:cNvSpPr>
          <p:nvPr>
            <p:ph sz="half" idx="1"/>
          </p:nvPr>
        </p:nvSpPr>
        <p:spPr/>
        <p:txBody>
          <a:bodyPr>
            <a:normAutofit/>
          </a:bodyPr>
          <a:lstStyle/>
          <a:p>
            <a:r>
              <a:rPr lang="en-US" dirty="0"/>
              <a:t>Adjust adjacent grey cell.</a:t>
            </a:r>
          </a:p>
        </p:txBody>
      </p:sp>
      <p:pic>
        <p:nvPicPr>
          <p:cNvPr id="4" name="Picture 3" descr="A grid of sudoku puzzle&#10;&#10;Description automatically generated">
            <a:extLst>
              <a:ext uri="{FF2B5EF4-FFF2-40B4-BE49-F238E27FC236}">
                <a16:creationId xmlns:a16="http://schemas.microsoft.com/office/drawing/2014/main" id="{2968C17D-01B3-262D-8293-28914DB94D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5022E92-E687-0F81-20C3-644AB067BD9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A36F0D-66B4-7F66-4105-99CAB184640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C0769F-A120-AE4F-711C-375E40CA505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996A344-8B35-4023-0AB0-01B9D52490B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5ACC8A3-6D10-7F20-2B58-D8734F565F99}"/>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14761418-14E8-B704-F3DC-46C96BBA25D5}"/>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B83F83D0-FF0C-7D0E-AC35-D09853CE7C25}"/>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BBF3343-BF79-EF16-D16E-01AB9156C2BB}"/>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5D7563B3-48AB-4E27-E190-DA9E507EF43F}"/>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603AD3C2-1357-04DB-0B79-B1C1EC50A4FD}"/>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BDCCB956-F1B5-E369-321E-57CA238C2F0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52E7EF0-9F86-E6A2-BBE5-9A4BA666221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7755BCF3-28B9-32DE-B484-A2FF60149D9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582D741B-E7F1-F81E-C78D-3AB7E4DCB379}"/>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08091E5-5C07-8726-4583-62CF27D2B8BE}"/>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17F97B2-EF61-40D6-D482-689F79492A0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6D77F88-B179-273D-2EAA-6F853C787A74}"/>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BB40E6F-72E2-F8E4-4626-C0B894188B0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0D18713-89BE-CBCA-B85F-B9204BE5E6B3}"/>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F26023B4-3DED-3100-E5B9-29F0D36F98A2}"/>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517E499A-E2B2-6E2A-C729-87A74F923741}"/>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A62ABEDD-D02C-A80D-4C47-EA8F178D8DD8}"/>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A972A6C7-1DAC-41EB-C596-07F0BDC927DB}"/>
              </a:ext>
            </a:extLst>
          </p:cNvPr>
          <p:cNvSpPr txBox="1"/>
          <p:nvPr/>
        </p:nvSpPr>
        <p:spPr>
          <a:xfrm>
            <a:off x="7157158" y="2905709"/>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54A42342-4F97-BA33-0B76-2A4D961E0A60}"/>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A1A8ECEF-9746-C87A-42B7-0C20DCF7F0F2}"/>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68F7C9A2-AC63-D950-054A-2AC3AD9DB39F}"/>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9DEBC1AC-1AEC-B209-EEE7-717137084E95}"/>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85FF7221-14D2-1FE2-52C5-17145DCCDEC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6EF8237-CEE0-08F2-3850-5794ED9CC4E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A2FD371-EC9B-666D-1494-DAC5A461D45D}"/>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C5DA1DE3-C3D5-EB35-51B8-EBCB37126D48}"/>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02834EF4-5CB7-C502-46B6-D7E637A51B2A}"/>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FA172C0A-3FA2-FB61-83B1-C94EB06CA2B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F0E4A096-90EE-D83E-3892-0BA8118D4567}"/>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3D388AB9-AC09-02FE-CD2A-C4343C4FFD68}"/>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311AD62F-C5E7-7731-81BA-1B1DC5404C5D}"/>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379F1D92-391A-CF55-92FD-CDC3DE5FF425}"/>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6292BFBD-23EB-27F0-E45B-0AA8BD44E133}"/>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9FE5B2C1-DD1F-AC62-A90B-0AF0B54095E6}"/>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2DC7D86D-D421-26B3-A9C7-D4AC0078BC96}"/>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C0241F06-F74E-89F8-C603-183FAAF8E5BE}"/>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A5957EB9-4722-16AE-064C-E28CE2D29E9B}"/>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9744F320-49AA-A958-51F6-B7C3051B58D7}"/>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FA4A1F91-DB9E-0C3A-E639-8396E4863602}"/>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EE0E4777-0AD7-900F-E447-3D758F77EBC3}"/>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918981BB-BD55-437E-422E-8A624A1D4503}"/>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90EABB3E-807A-B7F6-F562-521349BD0B8C}"/>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CB3E2A9-6118-99D5-0EC7-2E22753BBDDF}"/>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5950DBC1-FB00-4D55-1EA6-BBF1576A867E}"/>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05573D62-3940-20EF-7FAF-A2B7B39F5703}"/>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0517DE0F-485A-9F8B-4AC2-7C357CB0BE9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584FFBF-0826-C501-9F48-9557C9E90A97}"/>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31F82B31-19EE-EDAD-C25B-EBA7FB7E319D}"/>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C645692E-C322-E0A2-915D-F64450574C95}"/>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3DE9B72E-BC64-1D53-4186-87FF95535C88}"/>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EE90D3A0-704B-7558-9B7F-F29D72E68844}"/>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1D812213-AFE3-9DF9-2F61-2247A19004D4}"/>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812F0C02-D2AE-857C-4270-0E797C076870}"/>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6B7B630B-8D2F-3277-C371-76E86DF927A1}"/>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C9C593A7-3214-9B4C-8679-53766A748A9E}"/>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FB4B8E5B-A507-F1BE-C7CB-9E2FD4A29217}"/>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6CF3B764-8D5A-B2E6-0E28-20B9136DA529}"/>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62B8B9EE-9C06-CCFA-049C-B7CD83E28F65}"/>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03035B76-F927-F20B-10B8-52681FC5F45B}"/>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89156DFF-BDBC-6C54-CDB4-54A3CBC7A36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FF0CCE4C-E824-29F6-48C4-0AA294979FEF}"/>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4FA7ECE4-1159-E8FE-9901-1AFCCAF96A10}"/>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13CA5E3D-65D9-AEBB-4DD2-D93DF4FCBD6F}"/>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7B35E32D-6BD7-37AA-3823-C8D5E5706692}"/>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998985BC-CDEC-0ADF-64FE-44C62A35EC5A}"/>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45678</a:t>
            </a:r>
          </a:p>
        </p:txBody>
      </p:sp>
      <p:sp>
        <p:nvSpPr>
          <p:cNvPr id="74" name="TextBox 73">
            <a:extLst>
              <a:ext uri="{FF2B5EF4-FFF2-40B4-BE49-F238E27FC236}">
                <a16:creationId xmlns:a16="http://schemas.microsoft.com/office/drawing/2014/main" id="{BD6789BD-228A-94A7-B7F0-A16A63FDE12A}"/>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F342C3C8-BA28-3D6A-D447-AC38EA189B8B}"/>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B4D03A58-7F39-9F69-4417-2FF484BEC93E}"/>
              </a:ext>
            </a:extLst>
          </p:cNvPr>
          <p:cNvSpPr txBox="1"/>
          <p:nvPr/>
        </p:nvSpPr>
        <p:spPr>
          <a:xfrm>
            <a:off x="7157158" y="2404765"/>
            <a:ext cx="570089" cy="230832"/>
          </a:xfrm>
          <a:prstGeom prst="rect">
            <a:avLst/>
          </a:prstGeom>
          <a:noFill/>
        </p:spPr>
        <p:txBody>
          <a:bodyPr wrap="square" rtlCol="0">
            <a:spAutoFit/>
          </a:bodyPr>
          <a:lstStyle/>
          <a:p>
            <a:pPr algn="ctr"/>
            <a:r>
              <a:rPr lang="en-US" sz="900" dirty="0"/>
              <a:t>35678</a:t>
            </a:r>
          </a:p>
        </p:txBody>
      </p:sp>
      <p:sp>
        <p:nvSpPr>
          <p:cNvPr id="77" name="TextBox 76">
            <a:extLst>
              <a:ext uri="{FF2B5EF4-FFF2-40B4-BE49-F238E27FC236}">
                <a16:creationId xmlns:a16="http://schemas.microsoft.com/office/drawing/2014/main" id="{1BDF6CEF-4E35-69A5-4752-CE746E54BF0C}"/>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363B5066-3131-A302-3704-6D870FA796F0}"/>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Tree>
    <p:extLst>
      <p:ext uri="{BB962C8B-B14F-4D97-AF65-F5344CB8AC3E}">
        <p14:creationId xmlns:p14="http://schemas.microsoft.com/office/powerpoint/2010/main" val="2338757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FDE77-9FA6-4E32-7380-BE3908F197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D8A439-78EC-A4B0-5FA6-0B4E5214929B}"/>
              </a:ext>
            </a:extLst>
          </p:cNvPr>
          <p:cNvSpPr>
            <a:spLocks noGrp="1"/>
          </p:cNvSpPr>
          <p:nvPr>
            <p:ph sz="half" idx="1"/>
          </p:nvPr>
        </p:nvSpPr>
        <p:spPr/>
        <p:txBody>
          <a:bodyPr>
            <a:normAutofit/>
          </a:bodyPr>
          <a:lstStyle/>
          <a:p>
            <a:r>
              <a:rPr lang="en-US" dirty="0"/>
              <a:t>In right center block, 6 is in Row 6.</a:t>
            </a:r>
          </a:p>
        </p:txBody>
      </p:sp>
      <p:pic>
        <p:nvPicPr>
          <p:cNvPr id="4" name="Picture 3" descr="A grid of sudoku puzzle&#10;&#10;Description automatically generated">
            <a:extLst>
              <a:ext uri="{FF2B5EF4-FFF2-40B4-BE49-F238E27FC236}">
                <a16:creationId xmlns:a16="http://schemas.microsoft.com/office/drawing/2014/main" id="{3E0F8382-7311-E78C-AB36-B33A53FC9E3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A9CCE1C-794F-0D1C-1EF4-27CCB2966F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C6C3869-0C1B-5728-003E-E3693638D29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5C1538-63C1-A8AB-ED02-4D399FB1E1E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A7A541A-7406-58A8-7D7E-531DBFCCB43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5F70329-EE7C-27C8-836D-8382A0EFF9BC}"/>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1A857273-35E8-B086-E92B-C10832918E6D}"/>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EB105D8D-2AA3-2C42-6A7A-248895006DA4}"/>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E77913A2-8983-E8DE-7775-51F74AE78479}"/>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AEA41351-7967-9B8E-BB4B-2823F59CFA23}"/>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824487FD-AF23-980B-31A2-468BF513E8D9}"/>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41784C41-AE9A-E451-5CC1-F366365E1F0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8CFA2E0-D421-6D34-19E8-21BE5372967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479DBEA-F93B-2477-F34F-F4D3150FA97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B09AECD8-F130-D1FB-15F9-347AC4485F2D}"/>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8A41CEC-D090-00C6-3C6B-7B30AA3FC84A}"/>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DC0C0D64-00FA-4D98-A49E-C7C67A70EE5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DA387D4-840E-9236-092E-E8EE5858FC1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95E5D8E-1EE3-4626-2107-D7455FD261D8}"/>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8E54F32-3AF5-DEE1-CA20-8CCC4C35A264}"/>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78C83027-D17D-5EB1-E27C-71128FB30874}"/>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4D05F169-FA5A-5D84-4449-DE8020C6C98E}"/>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D8DB590A-F6DD-19DB-FF85-22975C74EBD3}"/>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9EEAD6F4-59CE-BC72-E222-02F4137A64F3}"/>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7767010A-95CB-E021-8C9E-4310DC3F5352}"/>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AB5585BB-F47F-E5FB-A04A-4190D95941B0}"/>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990995CE-899A-2730-B621-FC234423ADB6}"/>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E6F1680C-4438-33DE-A373-6AA7569A2C34}"/>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59407A83-313F-10B9-7C21-2A6B6EDFD1C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997D64C-CE15-9902-3AEE-113752B12BB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751D3E9B-6968-DA0E-AC6E-F64A64C89AAD}"/>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054CC66-2EAB-8921-31D5-BB250F1817B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1A8FD1E6-15E4-2D00-3034-F1B33C27FDD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F6CC62AC-AEA9-3965-3B29-A68316DEC90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0011FB77-4CD8-16A0-39EE-185877864704}"/>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4CF489E5-F319-A122-C4DA-74B22A92BE1D}"/>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E36EC4D5-32D7-6B86-0492-D8FF865861C1}"/>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7B5C8B1E-17F7-E4E8-E3F3-77923003DB7D}"/>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5330E686-34C6-BAAA-60D6-CAE6EFE621E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04C72970-1DB1-BCAC-6D89-1E8B623151F9}"/>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C2C922F4-4977-AA3F-9DFD-368CEE192E98}"/>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8F3A1DF3-FAA4-2BF7-B7D5-F136EF379504}"/>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1AAA9954-F4BF-B4F3-3808-6387ADBDB411}"/>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3684FEC3-E948-9C63-7A2F-C98D44D8E87D}"/>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6F89483B-5195-A15A-9739-2D2071010F84}"/>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6B07E02E-1D7C-05AA-FBFC-48A37EECF8F3}"/>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21E6EE05-CF4D-B89C-7E66-E166AD1F68FF}"/>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C78FD0B-A563-ED0B-12C5-22A711E3BAE8}"/>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E93E65C8-092F-8EF8-1160-3C53BBE8432B}"/>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D74A079D-7C5F-44EB-EE6F-983B8304BAB3}"/>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E378799F-9ADE-AEBE-B957-E4D9BE0C7618}"/>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1D811CD6-DAFF-53B6-D27B-91776E430BE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4327FDA4-03D2-84C7-EFA7-BF10A67FBC49}"/>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1EFB6CAE-40C1-EFEA-BC55-B4A3B71B840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BE58D283-65DF-3203-8BDB-C194CF703B00}"/>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538A12D2-D892-28F4-AC4E-3D25B49D3330}"/>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1A678634-E84F-3579-91A4-9ABB8D6954C3}"/>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927FC5F6-A410-666A-FEDB-8BD050CA39B7}"/>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5A73F4C0-1111-1CA0-C3FF-3F8C49B5763D}"/>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0C58390E-9A8B-0084-ADAA-DC6CD4867795}"/>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66F6B921-4D39-35F1-BFD9-150F1517347C}"/>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4F996125-FDFE-B2F7-3B11-FAC129707F7D}"/>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345E9833-F3D7-1D36-35A4-A7D67A4E2E55}"/>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C6239DD8-3875-E21D-7F2C-61A3C7CA0BF6}"/>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8" name="TextBox 67">
            <a:extLst>
              <a:ext uri="{FF2B5EF4-FFF2-40B4-BE49-F238E27FC236}">
                <a16:creationId xmlns:a16="http://schemas.microsoft.com/office/drawing/2014/main" id="{8CA5A3B3-4D75-9D99-EFBA-8A14EFB762FF}"/>
              </a:ext>
            </a:extLst>
          </p:cNvPr>
          <p:cNvSpPr txBox="1"/>
          <p:nvPr/>
        </p:nvSpPr>
        <p:spPr>
          <a:xfrm>
            <a:off x="3138310" y="2905709"/>
            <a:ext cx="570089" cy="230832"/>
          </a:xfrm>
          <a:prstGeom prst="rect">
            <a:avLst/>
          </a:prstGeom>
          <a:noFill/>
        </p:spPr>
        <p:txBody>
          <a:bodyPr wrap="square" rtlCol="0">
            <a:spAutoFit/>
          </a:bodyPr>
          <a:lstStyle/>
          <a:p>
            <a:pPr algn="ctr"/>
            <a:r>
              <a:rPr lang="en-US" sz="900" dirty="0"/>
              <a:t>6789</a:t>
            </a:r>
          </a:p>
        </p:txBody>
      </p:sp>
      <p:sp>
        <p:nvSpPr>
          <p:cNvPr id="69" name="TextBox 68">
            <a:extLst>
              <a:ext uri="{FF2B5EF4-FFF2-40B4-BE49-F238E27FC236}">
                <a16:creationId xmlns:a16="http://schemas.microsoft.com/office/drawing/2014/main" id="{B8CDB152-9547-5742-84E3-C42DB6BDACB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12009575-3B91-15D1-C490-96E5EF3F77F7}"/>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F0DA89FF-1CBB-A7C6-CC5C-AFD992644073}"/>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5A3D3B4E-B844-3BF1-545F-3B0893A5C1D3}"/>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E4169A48-02BF-9161-8E8F-4A246C39C68C}"/>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4775B4F2-C1D1-18D6-375A-3308E549A3E5}"/>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4FD053B2-5CDB-D9BC-B57C-B315E0756419}"/>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8E340A99-9D2A-1783-642C-34D9AE9F7E45}"/>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79983EDD-B696-AE28-285E-988F3498FB6B}"/>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B3C46F69-7F07-C199-1FD3-AB77237FDDA7}"/>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DF2FAA66-8903-0FE9-E050-C0174CFD6668}"/>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F25917EA-9B8E-ADA9-FB6C-97C42CFF4B05}"/>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853CDAE7-75CE-BCB9-3191-B6CB448C44B8}"/>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Tree>
    <p:extLst>
      <p:ext uri="{BB962C8B-B14F-4D97-AF65-F5344CB8AC3E}">
        <p14:creationId xmlns:p14="http://schemas.microsoft.com/office/powerpoint/2010/main" val="29955046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53D6E-BB89-88DF-8B84-5BACAA14D9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F12A1E-1F0B-8009-91F5-E4499714FE5B}"/>
              </a:ext>
            </a:extLst>
          </p:cNvPr>
          <p:cNvSpPr>
            <a:spLocks noGrp="1"/>
          </p:cNvSpPr>
          <p:nvPr>
            <p:ph sz="half" idx="1"/>
          </p:nvPr>
        </p:nvSpPr>
        <p:spPr/>
        <p:txBody>
          <a:bodyPr>
            <a:normAutofit/>
          </a:bodyPr>
          <a:lstStyle/>
          <a:p>
            <a:r>
              <a:rPr lang="en-US" dirty="0"/>
              <a:t>Last possible 6 in Row 5.</a:t>
            </a:r>
          </a:p>
        </p:txBody>
      </p:sp>
      <p:pic>
        <p:nvPicPr>
          <p:cNvPr id="4" name="Picture 3" descr="A grid of sudoku puzzle&#10;&#10;Description automatically generated">
            <a:extLst>
              <a:ext uri="{FF2B5EF4-FFF2-40B4-BE49-F238E27FC236}">
                <a16:creationId xmlns:a16="http://schemas.microsoft.com/office/drawing/2014/main" id="{5A165BA1-5268-49BC-448B-AFA9A288021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75A99A-FBCA-50C9-BCAB-381EC0514EE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51802F-E38C-A336-DF44-15D6A75BFF2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38DE7A4-230C-D713-090D-8F2DED85C0A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246BF44-E946-5FC0-50D6-8AB8FE13B42F}"/>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22B8F12-D177-CA7D-031D-5F621C2A2B94}"/>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063748E6-A6C2-3121-AE5B-D2C0896B7C2D}"/>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37D938CB-74EC-F51D-4B61-9B51E78C6B50}"/>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D5712A68-23D5-A5AA-59AE-C40912C457EB}"/>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7483142B-8B9A-4A67-61ED-7D71713DBA71}"/>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25C2A514-9582-AB74-9C8C-98C44305D6C7}"/>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EDA93597-A50E-66BB-E272-F65C035CE0A1}"/>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973F875-6D88-F9BC-F18B-877A0AB08F31}"/>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F3E0C4A2-3F3D-8962-5150-E98903ACB81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4B1481D4-E9B2-6225-F1DA-F10994D9FAE6}"/>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BC5C6FD0-2D6B-C997-0722-1537EFE79F8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BA049BC-4421-4DFB-C566-CB4224A1D8A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0120B47-E64D-8B0F-9701-7E97999D867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896D768-8B3E-3602-7975-14E30AFE7A6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D70D6B0-D998-4E67-7AA7-7D37C77DEA9A}"/>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24E70B68-359E-FF55-D5F1-8A8C56223B52}"/>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A3A50297-AD4F-E097-5C17-8A4C9E1B8EF9}"/>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1B44199C-0EF8-E423-8CFA-725C73318C63}"/>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18DBACFC-73CC-F2C9-24E9-6244532391EE}"/>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0932E873-6E82-1A4D-126C-3C3FD75E4803}"/>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2562CF0F-BED5-57BC-419E-91927C7DE2D1}"/>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9CDB799B-BFF5-F1F9-AE6D-90D9F4EF15B5}"/>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6E764608-C0ED-B206-7E17-BE58259E2E72}"/>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34A44261-3459-B948-AE6F-44B75DE6860E}"/>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209635D-2682-9E5B-BCE5-59709A35D24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66AF49EB-2638-8ECB-DCBD-BF6E5346A5F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A73021E9-8A0A-989B-0A68-AEC022E8FE5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B6BB689-8702-6838-8E1B-E98A6B2DB46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B2FE074C-91CF-DB6E-12A4-535A41D508E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D0E350DC-5BD6-158A-1F01-362A347D4CB7}"/>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BC536CC3-96DD-D636-9B22-41BFF9623D41}"/>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CAE07232-E7B3-9086-EBE5-A9F8175D78E5}"/>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BA2A07FA-C0B3-D05C-5D04-1431907A12B2}"/>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526E6C71-DDFE-6D56-1FE9-B8DFA5B8079E}"/>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BC92BFC5-FD26-7F6B-E147-A45CCB1790B1}"/>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3219116A-13DE-9359-8465-529D61E84B1D}"/>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24D55682-D16C-241E-F69B-1F52E82DD7CF}"/>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9ADC014E-A152-212E-5402-776F0B92EF23}"/>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3A2F70D4-1ECE-172C-8CF0-19A1CF02094F}"/>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ACF89C12-6294-019A-5FDB-2720ACEE84E9}"/>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FC937FA0-CA7B-BDCB-E6BE-69C32FD1DA02}"/>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BA49C184-E5B4-2EB1-84C7-683A218A016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64CBAEE2-37BA-8AE5-5D3A-151CAC02E571}"/>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D9698255-487B-6E2D-4BC2-A7A4229C4C8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E76FA189-2B48-9E81-2117-F88AD3CE2C26}"/>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B7EB31FF-F294-B859-7AD4-BC8DE0D26FDC}"/>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7131626-615C-3402-0A25-E01648C7072C}"/>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9EF8417-4BC7-8476-FCEC-DE15E54D57B3}"/>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47D1B513-A7E7-D841-80ED-A1F464A543C8}"/>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696597A8-E53A-0501-2393-318B280645D9}"/>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C82BC10F-D447-40AB-2176-5BD26C4D29F9}"/>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DB00D1E0-EB89-7A1A-6427-2936640F6448}"/>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9238CFE1-9246-9F5C-36DF-67ECAA721604}"/>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409B4B93-99B6-1C89-0919-17E4B41BA2D1}"/>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250E0C33-957B-C482-B6E0-7229865D0C1B}"/>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E1592B92-F037-7192-C4C4-08E7DEA40670}"/>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6B1E1302-61A5-52B4-5390-64BE13A5343B}"/>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4BA2E3C1-AB5B-700B-1E61-F29AA49CF608}"/>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066A7249-9F43-04C2-BC45-026D378D0437}"/>
              </a:ext>
            </a:extLst>
          </p:cNvPr>
          <p:cNvSpPr txBox="1"/>
          <p:nvPr/>
        </p:nvSpPr>
        <p:spPr>
          <a:xfrm>
            <a:off x="3138310" y="2404765"/>
            <a:ext cx="570089" cy="230832"/>
          </a:xfrm>
          <a:prstGeom prst="rect">
            <a:avLst/>
          </a:prstGeom>
          <a:noFill/>
        </p:spPr>
        <p:txBody>
          <a:bodyPr wrap="square" rtlCol="0">
            <a:spAutoFit/>
          </a:bodyPr>
          <a:lstStyle/>
          <a:p>
            <a:pPr algn="ctr"/>
            <a:r>
              <a:rPr lang="en-US" sz="900" dirty="0"/>
              <a:t>678</a:t>
            </a:r>
          </a:p>
        </p:txBody>
      </p:sp>
      <p:sp>
        <p:nvSpPr>
          <p:cNvPr id="69" name="TextBox 68">
            <a:extLst>
              <a:ext uri="{FF2B5EF4-FFF2-40B4-BE49-F238E27FC236}">
                <a16:creationId xmlns:a16="http://schemas.microsoft.com/office/drawing/2014/main" id="{96461E03-B6BA-1102-FE73-4469A6FA949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7232734E-CF9F-883A-D32F-156F682C1824}"/>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D138F70E-9114-0899-F171-B42ABB6F9110}"/>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42DE5A0D-0256-D934-9937-BBCE245EC39C}"/>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76D6A36F-B32A-7EB7-566B-5B732235790D}"/>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835548A8-3EED-CF58-7C69-5DDCF9382EDE}"/>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E1B8A36E-4F1B-1A38-9F89-13C44959C8AA}"/>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C0BCC375-E20B-A42B-9043-EE309FA1E1C2}"/>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A3513126-16B9-92C2-50FC-3AE72D1DB58B}"/>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8ECA623F-7625-5B2E-E400-DE7E8052D9FF}"/>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C9922933-C5B0-794B-636E-48E818CFDC24}"/>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78EA0019-1FA2-763C-D602-DAF8DB39E33B}"/>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997D7E78-63B2-C109-2859-BF5B921E427E}"/>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79723BFC-9874-0A64-6C1D-C73A3B855493}"/>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2872519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1173D-FDBE-3933-7542-7A9457EBB3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C44DE3-D36B-88D5-4813-62BE4FB10BA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FFA96F6-8E8B-319E-E0F2-F2C5A5C0D7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B8571F-D3BA-BB0B-BEA9-5ECEFEDD99C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54B9614-740D-2750-0AEE-AC780BEC7F8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6EF3AE-5AC2-A33B-6DD1-49279B9B6BF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486B3C3-2E33-7A29-80C6-42E12B63334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0B8F51F-8F65-56BF-A0CF-5F59149C0DAC}"/>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489F0064-1C44-00DE-1A83-F1615B52C879}"/>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5B79BA24-F4F8-238E-6F36-671AC62982D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B4CAD77B-45CD-380E-B35F-27E5523916EF}"/>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E8400C53-8F6A-2376-3ED5-AA4AC5CDA1E3}"/>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D82BAF9D-31B8-69AC-C4CE-D040D4118D2A}"/>
              </a:ext>
            </a:extLst>
          </p:cNvPr>
          <p:cNvSpPr txBox="1"/>
          <p:nvPr/>
        </p:nvSpPr>
        <p:spPr>
          <a:xfrm>
            <a:off x="3138310" y="1903821"/>
            <a:ext cx="570089" cy="230832"/>
          </a:xfrm>
          <a:prstGeom prst="rect">
            <a:avLst/>
          </a:prstGeom>
          <a:noFill/>
        </p:spPr>
        <p:txBody>
          <a:bodyPr wrap="square" rtlCol="0">
            <a:spAutoFit/>
          </a:bodyPr>
          <a:lstStyle/>
          <a:p>
            <a:pPr algn="ctr"/>
            <a:r>
              <a:rPr lang="en-US" sz="900" dirty="0"/>
              <a:t>789</a:t>
            </a:r>
          </a:p>
        </p:txBody>
      </p:sp>
      <p:sp>
        <p:nvSpPr>
          <p:cNvPr id="14" name="TextBox 13">
            <a:extLst>
              <a:ext uri="{FF2B5EF4-FFF2-40B4-BE49-F238E27FC236}">
                <a16:creationId xmlns:a16="http://schemas.microsoft.com/office/drawing/2014/main" id="{D2C4F103-AAB0-F741-C343-E44D2B81D9B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6209204-745E-B711-D995-30F6C035C77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36F4A26-D059-5E9C-B7EE-886DF1F54EE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8D77260-B288-5FFA-115A-946BEE88128A}"/>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C5EB906C-6F34-D132-D1D0-B09BC752D6D9}"/>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BF9A96B9-D8E7-8E7B-028C-7EE7324CAA7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26039BC-C748-CB21-1B32-93BCE3242933}"/>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04E98A48-8B15-8448-8041-6B2384CCD27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7280830-BD3B-7851-EC29-D431B2146555}"/>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5CF74B55-C442-0393-1B06-FDF461D6E88C}"/>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3A291F31-8970-F845-7992-4ED3E72ED4FC}"/>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59D2AFB3-0853-601A-6D30-05D6A0F23D25}"/>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AC471303-B969-B354-65F9-2BBF69B7CDD6}"/>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526372C5-40FD-7973-5E84-4107B1573E26}"/>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06E33C3C-F490-396B-2D13-887EAE399B62}"/>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8426B5F8-11A0-2445-D761-8076450AAFCB}"/>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17A566C7-712B-76AF-EA55-8CDF33B212B2}"/>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192A444-77BA-7E23-2ADE-2D7BFD513F09}"/>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AB9E87D-C87A-A2FB-99C2-8616548A51DC}"/>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EBE47EA5-6442-EDE0-4076-D35E60820CF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8F1C39F8-8F89-8980-F102-82734ADC7D7D}"/>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63C22910-72FA-5883-C199-559E3B68999A}"/>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EFCABB49-B7EB-48DF-5717-4BB7F39B6B7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14A684D9-6416-7C7C-DC2D-6E32A864EAF1}"/>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8AAF1EA6-0145-2197-271A-BD31126B54C4}"/>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899DE415-835D-05E8-6A31-8BE9E74355A5}"/>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BAA5CE45-53BA-77BD-4D48-277E998AD730}"/>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55FE455E-9D5A-C399-A976-6875DCC97EF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56700D9A-216B-163B-5093-E5CCD9B3C0F9}"/>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FC5FB274-F763-F9E7-4220-A2BD65214B19}"/>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C6364EE7-E2A3-E519-B397-772091044923}"/>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81FF9284-39C4-651A-7C43-40971CC8E471}"/>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7B67B6A4-55B7-256D-9697-9A3B981BF8EF}"/>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D5D1B8B6-662D-C5BD-8B77-277225B6BFF7}"/>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3326AF1F-B39C-CA88-0919-54A94FECAA6E}"/>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D0D318E3-F3BF-ECFB-AF5F-3A7D2752465F}"/>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B99A42C4-9B30-3F3F-CD37-19706737C4CA}"/>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0FDFB6D-F6CE-0A48-7114-0018D791C42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42830A24-AF68-7FE2-408B-95AF5DAB0639}"/>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26CB75CA-6755-4428-320C-B9ACB4AC7506}"/>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9C356A4-7ACB-08D2-00A8-0B9F2F9C59F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DE013AA-0247-1520-C55E-C1EFBFF31198}"/>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5E56C2FD-8E8D-0F79-7C8B-8BCED6BF9528}"/>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D0C95AA6-24D1-3242-0EDC-34678BBC7DEA}"/>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24306847-EB59-9EDC-555B-2AAC1C511741}"/>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C26D63BC-7769-E90E-A63C-8E6580C5BF99}"/>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DD2AC2E5-C19D-A991-0D67-6425D0A06B9E}"/>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EDFBBD79-FA47-B9A5-CA3B-87189CAEDEA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4FB51444-1FFF-AE5A-F141-AD08D553D182}"/>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2B7A1405-39D7-E691-51F5-03A4F168862D}"/>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A2837B36-2890-FAD7-2AB6-B234E1B52AD2}"/>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9A06E94E-9AEE-59B3-D546-78A28DDBC19D}"/>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D614B9F1-79BF-B460-7E7F-A7BF9AF0E9D1}"/>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A2FA4639-421F-704F-DDEB-F6217017118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CDC7C084-134F-C58C-B702-03F261850817}"/>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8EB3824B-9861-46ED-89C9-12077F1DE16D}"/>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071E532A-D1E6-AEDA-F5AF-DE96FB4E0CFB}"/>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4051F1B8-E072-77B8-8706-F03ABC3E1EDE}"/>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5E08A4D9-4D4A-B5B2-D341-96069033A1BA}"/>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05E9C81E-93E3-70EA-29C7-0DD6BDEBCDB6}"/>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ABACDEB1-DF4D-3748-3D37-31EFB65DF788}"/>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20F26F27-F7FE-02B4-FE97-EB12EFB72EE5}"/>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560238D9-5ACE-DA6E-7D5A-A5B2A0BBA803}"/>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F8A95BD0-93C6-1A88-1705-615DB6D8DF26}"/>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EB2B5F2A-14E0-3CFB-E87B-B9D4E76C8588}"/>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03DF0BB3-E82A-C5AA-2949-3FEE115B9FF8}"/>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E28C667C-BA5B-6498-D4DB-422D17EB92C3}"/>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0230581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2151F-0C54-E805-52E4-988561BA40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39660-172E-D480-27F7-2C87EBEBFA44}"/>
              </a:ext>
            </a:extLst>
          </p:cNvPr>
          <p:cNvSpPr>
            <a:spLocks noGrp="1"/>
          </p:cNvSpPr>
          <p:nvPr>
            <p:ph sz="half" idx="1"/>
          </p:nvPr>
        </p:nvSpPr>
        <p:spPr/>
        <p:txBody>
          <a:bodyPr>
            <a:normAutofit/>
          </a:bodyPr>
          <a:lstStyle/>
          <a:p>
            <a:r>
              <a:rPr lang="en-US" dirty="0"/>
              <a:t>Adjust adjacent grey cell.</a:t>
            </a:r>
          </a:p>
        </p:txBody>
      </p:sp>
      <p:pic>
        <p:nvPicPr>
          <p:cNvPr id="4" name="Picture 3" descr="A grid of sudoku puzzle&#10;&#10;Description automatically generated">
            <a:extLst>
              <a:ext uri="{FF2B5EF4-FFF2-40B4-BE49-F238E27FC236}">
                <a16:creationId xmlns:a16="http://schemas.microsoft.com/office/drawing/2014/main" id="{3B39E91A-0DBF-80EC-EA66-EA33AF39FC5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CF1D77F-D040-57FE-C26C-C79E1DAB987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5F93173-D30F-55AA-3E4B-D51035547D3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1E5833D-AC80-9A7E-5D49-3C123A79C14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803C49C-17B5-E32B-79BB-BCB27449E1D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B4745B6-60D2-99F5-248B-CEF3A18BC930}"/>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11A5B6FD-9F9C-59C2-C221-52FF3EB48097}"/>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715903EB-B119-BB22-59D8-A72CD069CB5D}"/>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3558F708-5B10-6DAA-1A40-1D790165371F}"/>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AD504F5D-BE8E-21CF-A2F8-0D8524D10742}"/>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32EC27EB-2968-84AD-27CF-FEB9B7BA6410}"/>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C9D64763-AB54-9075-BAAC-9E09DB59768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A12C7B7-4536-18C1-2662-EF74B3CA039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A576F0E-B2E5-604E-19EC-103701C9F57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F7FCD743-80AC-829A-87A8-0D66570B1AF7}"/>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38D1D3A-4CC8-2CF1-46CC-33CD6F460C6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514EE09-912E-136E-EF5A-23838E83D85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808D167-3FB6-C979-66A3-96B83808B228}"/>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0225736-2A4C-3FC2-3DCD-9D79676169A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E72AC4F-AF3D-7BD1-3347-5EF31B3D907A}"/>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CD7976A4-3885-E7A5-6821-247FB7B21674}"/>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EFDA353E-FF6C-5A73-1F19-B90CCB86C461}"/>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A0AF056F-9482-F0D7-A8E5-B50779A695E0}"/>
              </a:ext>
            </a:extLst>
          </p:cNvPr>
          <p:cNvSpPr txBox="1"/>
          <p:nvPr/>
        </p:nvSpPr>
        <p:spPr>
          <a:xfrm>
            <a:off x="3640666" y="340665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E9F837E6-0B87-0C6A-C2B1-41A74A6DDE74}"/>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D91A0D25-6088-65ED-1455-A7F48F4B3850}"/>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188BA5D9-EA82-01AC-5626-C42C6801E239}"/>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422D90BA-11E7-3301-BBD8-59DD68E53471}"/>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BD523788-E511-E675-341B-D5748D72F769}"/>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2AC88DB-CD73-6135-3391-9761D1423BB5}"/>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1AFD7AB-438E-A387-F123-414790A564C5}"/>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EFA2EC9B-5CE6-D93E-E915-501A0598C85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5F034068-A6D5-EA1D-E4BB-50930BC65C2E}"/>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D6B5B407-1CE0-88FE-C047-CAA4F120D45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88383806-B00C-229B-5673-D2538056729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9153E857-16B2-FEFE-0FD8-E65148DA91D8}"/>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10F67F83-9EA2-7974-5151-0A3EF865500E}"/>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9EAAFEF9-19D7-3CBA-8AC7-26C9C29FBD67}"/>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BC5FDF36-4A03-0D9D-E769-E83D4927116F}"/>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B8FF1041-371A-60A4-1217-9A0A88072E6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01CBD4FD-C003-FE40-40DD-505CE6D8A818}"/>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495B8D1D-1B17-E593-D62C-B4C719558D57}"/>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DCE732C1-13CA-C22F-D4B9-AC25B40CDF27}"/>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3E0F4330-EE01-1794-12EC-3759DFC8F40F}"/>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D6EBCA67-A3DC-C464-519D-0D942B58CC86}"/>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C2CCEE6D-945B-CB14-7CF5-4371B155BFB1}"/>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75909306-A9AF-0DB1-E714-4F8081C7E779}"/>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FDE64DDB-E3D4-FCC1-3CE2-603EE84612D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F31B263-7322-766A-5D9E-7ECCE9631833}"/>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F226335-BCE9-9946-8781-221E007C8E6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0C25A77B-7F29-56FC-3B6A-4A41E2799C86}"/>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779FABEC-A3CF-26B6-6792-96E9FDB232A5}"/>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8A1A00CA-5E90-D009-6560-DAFF02D2F2DA}"/>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83546AB-57F4-EA08-87A7-841D1CFCE380}"/>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516603E4-9E81-CF65-B32D-51BC0ABA4C75}"/>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663EC2F6-B167-6CD4-08B3-125731009A72}"/>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F638ACBD-D56F-31FB-3CDF-1275E8F63CFB}"/>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A432F5F0-CB98-024F-EE7C-CFB7826F66CF}"/>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B7390482-73FE-062A-7F4D-406858EDFCC5}"/>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E8543CD5-70AD-2884-7853-BD26CCC5E20B}"/>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5BD4D9AA-04C5-971B-F840-D1C87AABC089}"/>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DCE470F6-7FE2-120E-280C-2E19D344C8B1}"/>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EB650C31-8A93-F833-5C64-52B5A5455424}"/>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3B78AB95-21F4-B6AA-3138-940C9623D7BB}"/>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8ED20637-2770-0D71-B9FE-D50493629A4A}"/>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291F5C69-4563-E7D2-DE83-6EC09D3ADECD}"/>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BCAD2E71-38B9-7790-F8C5-A3E7C2C21E69}"/>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CFBB9CC9-7612-4306-E7F0-2B7024A8E627}"/>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6544AF79-5854-EF4D-95B4-C81FB6D79B51}"/>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25C08000-283E-4309-5615-6E09DC14B943}"/>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946B361B-B106-A104-231F-34B74DE7139B}"/>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9E13719F-313F-777D-FD11-2CD9EED563BA}"/>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1D298D6F-765C-5D42-D52C-308B456895ED}"/>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06F2E004-0177-5D9D-2507-C3AA9C3EFE46}"/>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D097E12E-AFF3-7696-A2FC-32899572C9D2}"/>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339D4659-D324-83BF-727E-7672A01738D8}"/>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DDEAACF8-362F-B54B-4706-4C54DB85ACE4}"/>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3FADFE2D-2106-BB8D-8D91-B81017207B23}"/>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58CF539C-2442-D0AE-BE34-91F539712E0A}"/>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250005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A278F-337E-5891-91FF-E77BBDB4D5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9E8310-7E30-D600-7A63-FF68958CCD4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F0C4D33-47EF-4168-F071-2B7292E4851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C9B7A93-8675-4819-5A57-843D5D72E53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0DECA12-707B-9354-FEA0-F5194785185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6ED6D55-3999-546E-4003-45832FD4B05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52BF430-A617-5D64-8642-2458DB08510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337ABF3-7016-C104-B13C-F9116563520C}"/>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B94150BF-2F84-E3AD-857B-BEED98FE9036}"/>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6789</a:t>
            </a:r>
          </a:p>
        </p:txBody>
      </p:sp>
      <p:sp>
        <p:nvSpPr>
          <p:cNvPr id="10" name="TextBox 9">
            <a:extLst>
              <a:ext uri="{FF2B5EF4-FFF2-40B4-BE49-F238E27FC236}">
                <a16:creationId xmlns:a16="http://schemas.microsoft.com/office/drawing/2014/main" id="{DD10D1F1-0593-DA8B-3F53-40CB46C436D0}"/>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66D264D2-AE90-EAD8-63C4-840B821A88B8}"/>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4B6EE66F-BE60-7670-76C6-C24935E1C8A3}"/>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4AE9E358-40A6-197A-5C71-84B62C8F6E54}"/>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BEEEDA34-6275-D9A7-5E2E-B4B56A9D911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CE275DC7-92D2-83D8-6163-A2108FA770C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E291A3A1-6AB6-EB25-470A-A5604ED19B4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CA793CDF-890D-D912-3A31-6EBA8F7857D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36FA3C4-7C93-8B1B-668C-3B00D8567A08}"/>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BD96080-A525-59DC-3C6C-F009E27232F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F152BD4-3E7F-1C66-C73E-99E1818514F4}"/>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B83A318-E489-4A8E-8A83-C825E8619880}"/>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50C3616-8FA2-A6E6-1475-ABCC9B306765}"/>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F69A96BB-0F68-C437-D1E4-309DF5248F0E}"/>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C31FD7DF-47A9-7E6D-34CA-5933B39A3945}"/>
              </a:ext>
            </a:extLst>
          </p:cNvPr>
          <p:cNvSpPr txBox="1"/>
          <p:nvPr/>
        </p:nvSpPr>
        <p:spPr>
          <a:xfrm>
            <a:off x="3640666" y="901933"/>
            <a:ext cx="570089" cy="230832"/>
          </a:xfrm>
          <a:prstGeom prst="rect">
            <a:avLst/>
          </a:prstGeom>
          <a:noFill/>
        </p:spPr>
        <p:txBody>
          <a:bodyPr wrap="square" rtlCol="0">
            <a:spAutoFit/>
          </a:bodyPr>
          <a:lstStyle/>
          <a:p>
            <a:pPr algn="ctr"/>
            <a:r>
              <a:rPr lang="en-US" sz="900" dirty="0"/>
              <a:t>789</a:t>
            </a:r>
          </a:p>
        </p:txBody>
      </p:sp>
      <p:sp>
        <p:nvSpPr>
          <p:cNvPr id="26" name="TextBox 25">
            <a:extLst>
              <a:ext uri="{FF2B5EF4-FFF2-40B4-BE49-F238E27FC236}">
                <a16:creationId xmlns:a16="http://schemas.microsoft.com/office/drawing/2014/main" id="{B0E223C5-F096-EA81-1F61-4ABF1A8E7316}"/>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2FE423F1-C75D-5C1B-681C-4B844F8853C5}"/>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0EA961AF-E906-B592-7CB1-E459AAACBFDD}"/>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26911516-C71F-1DE3-221C-8928FF69A4F4}"/>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DCC9E00D-960B-A94E-64AA-073F35072363}"/>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D15F0FF1-36C2-340D-7732-16D76D0484F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15D0395-4293-BAF8-74D7-645FCC75550B}"/>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50D3FE99-2321-B279-1304-D52D7CF376C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C4D982B-8FDE-360F-95AC-C4BB96EFBEA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6E2A8F7-AB06-B1F7-6639-725D169DE60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68BB429D-5827-4600-F1E2-E1B0DB38FCF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F1A177DA-F95A-1FC0-06CE-50848042FC81}"/>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BDFDA548-9793-E170-DEA4-9993F04F4A60}"/>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464E0D98-BCE3-F642-C4E3-B6276AB7A378}"/>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53B4B0C6-4722-EF9E-A4E7-219FEE1DA417}"/>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A44D907E-7D8B-5724-8E95-B8FF628E1C5C}"/>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3A36FBE-03CB-6C52-1D0B-D3BFEFBF63DF}"/>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ACB8A062-93A1-5883-C3D3-8769E498D618}"/>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8C1DA8DB-31BE-E32D-C948-CC25921EAF1E}"/>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1ED72D77-7863-CD37-8346-11B0ACE3F45C}"/>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87F839DA-E668-3EF9-4373-1F682D2A796A}"/>
              </a:ext>
            </a:extLst>
          </p:cNvPr>
          <p:cNvSpPr txBox="1"/>
          <p:nvPr/>
        </p:nvSpPr>
        <p:spPr>
          <a:xfrm>
            <a:off x="5650090" y="3406653"/>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03553E19-DF65-8F03-B70B-6FF698CF50C2}"/>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F536CC23-3024-C7E3-5BA7-E6A3B8901FCE}"/>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17A8F0D1-421F-929A-D230-D580F7C02F18}"/>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73AA60F0-F91D-4EE4-266A-4E75E3BFA2C6}"/>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7CE012FD-886D-65E4-A7A7-D3A3CA449DD2}"/>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891C438A-91EB-8EF8-1C84-704BC0814C5D}"/>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AFE2BCA4-7309-399E-DB5F-FDF3F76B87F8}"/>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2BDEBCE-0BA4-A4E0-7357-F2D43B17F9C8}"/>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4CF9189-FDB4-FEE3-FAFF-C04BC232EA95}"/>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645B8BC9-9B0D-D8BD-191A-ACDF0A68C24A}"/>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E67D31CD-639A-F1A7-1564-710A40134136}"/>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7B1AE28C-3198-9309-864A-BDE17ADDF068}"/>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2E29FBF4-44E3-45FD-B50A-2430254974FD}"/>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AB5839C4-38D9-397A-5BFC-5A177E52DCD6}"/>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06ED890D-A34B-0B0A-9EC7-792B38E8287B}"/>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41E797A9-8663-37D5-5FC1-2CECD9EA28B4}"/>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06757D78-65BD-B779-8EF8-8B99448D1B67}"/>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21854AE5-E2BE-B23A-0FB4-C4DF5D31F351}"/>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1138F1C5-E7A2-F167-DC6B-1A8AD5B0FFB4}"/>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ED595965-AEAF-89CB-D574-B9DC33F354ED}"/>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4546A648-EFB3-0857-3E1C-63191658B70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167CDBCA-155F-4FBB-50C5-53B0C6017D32}"/>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5678</a:t>
            </a:r>
          </a:p>
        </p:txBody>
      </p:sp>
      <p:sp>
        <p:nvSpPr>
          <p:cNvPr id="70" name="TextBox 69">
            <a:extLst>
              <a:ext uri="{FF2B5EF4-FFF2-40B4-BE49-F238E27FC236}">
                <a16:creationId xmlns:a16="http://schemas.microsoft.com/office/drawing/2014/main" id="{A6D2E9D8-B07D-58F1-8904-0509AF2FE742}"/>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3525C0C5-378A-658D-5E53-CA013D479FA5}"/>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D1F514D6-0134-8389-E5EF-5252E347A2C1}"/>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601B490E-FEC0-0F4D-2768-E224B41FF09A}"/>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2BA59E1B-CE0C-251A-FB9B-46AD8DBE55ED}"/>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DA182325-015C-6BE5-A8BA-E4206BF0C675}"/>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17B6394B-CE0B-B729-D15D-23DDF4345E94}"/>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32F5CEC0-9738-8838-25F7-07BD5745B58C}"/>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1FAAD822-8671-484A-4BC2-B70C04559C6E}"/>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8903B759-B42B-2CA0-B92D-6616DECB31D3}"/>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E3669831-FC71-3249-13D5-D3953D3B42F2}"/>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9094AF28-0D0F-E859-8FEE-AF3C810E8E92}"/>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2F3D2F9B-6FA5-5883-68E4-516AAB9BF743}"/>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3655746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8C457-0899-035F-1808-39DB9C8786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658A4E-6338-7914-4E6D-FCCDA96D42E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F3C7878-9E35-7C57-24B8-1450EB9C77E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FB5A8DA-F03B-FFC0-A758-CCD30CB437D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5DD08AA-C4BB-BACA-749B-ED079BBAD17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79E2431-BC5A-3864-849F-9467CACE90B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2A051D3-6B91-7AC3-5A90-970F64795C2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6C44385-D916-F8FA-C9D6-4CA21AFAF892}"/>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9DCA8569-4515-E39A-EBBE-0FCBB0ED1746}"/>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D934F624-F957-BF55-51EF-9ABE17C181AC}"/>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A2245F7-C83B-1700-0F40-62326234EF3D}"/>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5646B8C7-8516-30A8-185C-163B3B7C4327}"/>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13" name="TextBox 12">
            <a:extLst>
              <a:ext uri="{FF2B5EF4-FFF2-40B4-BE49-F238E27FC236}">
                <a16:creationId xmlns:a16="http://schemas.microsoft.com/office/drawing/2014/main" id="{966AC4FC-B98D-62B5-6AE4-C6767BE92483}"/>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A775E3A3-A8F5-D21A-D3E1-1EA4FA9EC6A1}"/>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7D21634A-94AF-973C-83DF-9117A71E97A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4488A9E6-F4D0-FC76-CFE5-6FED3E67201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AD6C6A7F-A550-4BB3-B6B6-DD4721BB7CD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2796CC9C-706F-F671-19B1-03B8B39AA98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B7B1353-3F67-D520-60EC-A8ADF3A16F5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2FD3E0B-EAE3-ADEC-ACB3-79129F93C30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C9C50C8-5784-BC18-44FB-B5EBA486E40E}"/>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930A3E5-E23E-9BB3-8B49-38D0414BBB7C}"/>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764443C4-A460-982D-5742-9031948667C6}"/>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D1092604-099B-74F6-2D7C-A9A887FD9039}"/>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6" name="TextBox 25">
            <a:extLst>
              <a:ext uri="{FF2B5EF4-FFF2-40B4-BE49-F238E27FC236}">
                <a16:creationId xmlns:a16="http://schemas.microsoft.com/office/drawing/2014/main" id="{1FFBF489-86ED-FDF2-73D1-47224015FF28}"/>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2C6DC469-EA51-9735-73FD-D6B1958E53EC}"/>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63963988-3977-1A85-5973-165AD8C04C28}"/>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DB6DED8A-82BD-CD91-CAAB-33B4396042A5}"/>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5E1A8891-9F12-CF7B-D30F-4E81D521AC26}"/>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F726D5F-F992-5378-6A27-F4FB2BA51DB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7E86F2F-360C-1744-0693-AFBA749304D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F03AE6AA-588F-97A1-D4A1-0E59CDEE39C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48547D2-5A23-B3F6-00C8-5C4DAC685F86}"/>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A8599656-2321-4363-A47B-6157F3718DD5}"/>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A1F819AF-F594-A2ED-40A9-AEB5F583F6E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3B9ADEB6-2BA3-013B-4928-0B219AF6C34A}"/>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D72E1D48-329A-ACBA-6455-F0B05E1D7391}"/>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DCD24528-FE55-474C-ABDD-66D0E3E04AB8}"/>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31BC81A4-7624-1C97-BE6D-1AAFC950772C}"/>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4747C3FB-D7C1-A0AD-34E2-38E2F567A24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122613AB-DA57-FC78-840D-6363E649DF44}"/>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1020ED73-45A6-C95E-56C4-9B08AC414B39}"/>
              </a:ext>
            </a:extLst>
          </p:cNvPr>
          <p:cNvSpPr txBox="1"/>
          <p:nvPr/>
        </p:nvSpPr>
        <p:spPr>
          <a:xfrm>
            <a:off x="6654802" y="1903821"/>
            <a:ext cx="570089" cy="230832"/>
          </a:xfrm>
          <a:prstGeom prst="rect">
            <a:avLst/>
          </a:prstGeom>
          <a:noFill/>
        </p:spPr>
        <p:txBody>
          <a:bodyPr wrap="square" rtlCol="0">
            <a:spAutoFit/>
          </a:bodyPr>
          <a:lstStyle/>
          <a:p>
            <a:pPr algn="ctr"/>
            <a:r>
              <a:rPr lang="en-US" sz="900" dirty="0"/>
              <a:t>5678</a:t>
            </a:r>
          </a:p>
        </p:txBody>
      </p:sp>
      <p:sp>
        <p:nvSpPr>
          <p:cNvPr id="47" name="TextBox 46">
            <a:extLst>
              <a:ext uri="{FF2B5EF4-FFF2-40B4-BE49-F238E27FC236}">
                <a16:creationId xmlns:a16="http://schemas.microsoft.com/office/drawing/2014/main" id="{BE50420D-E680-497E-9CBF-BFA34EB909EA}"/>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ADB1F788-2205-F5E7-6668-3E47023F35D3}"/>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0A8F66A0-0F59-5551-9711-C192A8126003}"/>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96A42222-B791-48A4-2F42-BBA253617E88}"/>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BDBE2DAC-82EE-DF65-8CB5-187B64A0ADAB}"/>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C216E46F-51FD-4810-5227-B2FB9AAC1B5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7F067969-2085-DF44-4A4E-AB01A2536333}"/>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3946ABA4-799A-EA13-0F62-A4B9E45D4B15}"/>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E3A2ACE6-51AF-BE8C-336E-80DA4622E1E8}"/>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313CB030-DD60-5E44-1827-3B9A82CDAD70}"/>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DD8BF673-73C8-956D-8F4B-F0B2FCE91639}"/>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2D4DF88-4CEB-1D2F-84C2-DD5FC6B16C91}"/>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0B9ACF5F-E6E0-4ADD-4CDF-58F4ACA4B53C}"/>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1096AA2A-C221-4E9F-DD81-ED54373F691B}"/>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40ACDB5C-0360-244E-ADD4-2C725C38C131}"/>
              </a:ext>
            </a:extLst>
          </p:cNvPr>
          <p:cNvSpPr txBox="1"/>
          <p:nvPr/>
        </p:nvSpPr>
        <p:spPr>
          <a:xfrm>
            <a:off x="4645378" y="901933"/>
            <a:ext cx="570089" cy="230832"/>
          </a:xfrm>
          <a:prstGeom prst="rect">
            <a:avLst/>
          </a:prstGeom>
          <a:noFill/>
        </p:spPr>
        <p:txBody>
          <a:bodyPr wrap="square" rtlCol="0">
            <a:spAutoFit/>
          </a:bodyPr>
          <a:lstStyle/>
          <a:p>
            <a:pPr algn="ctr"/>
            <a:r>
              <a:rPr lang="en-US" sz="900" dirty="0"/>
              <a:t>35789</a:t>
            </a:r>
          </a:p>
        </p:txBody>
      </p:sp>
      <p:sp>
        <p:nvSpPr>
          <p:cNvPr id="60" name="TextBox 59">
            <a:extLst>
              <a:ext uri="{FF2B5EF4-FFF2-40B4-BE49-F238E27FC236}">
                <a16:creationId xmlns:a16="http://schemas.microsoft.com/office/drawing/2014/main" id="{3CDCCDF3-B548-C6DE-AD30-38CC09D09448}"/>
              </a:ext>
            </a:extLst>
          </p:cNvPr>
          <p:cNvSpPr txBox="1"/>
          <p:nvPr/>
        </p:nvSpPr>
        <p:spPr>
          <a:xfrm>
            <a:off x="5147734" y="901933"/>
            <a:ext cx="570089" cy="230832"/>
          </a:xfrm>
          <a:prstGeom prst="rect">
            <a:avLst/>
          </a:prstGeom>
          <a:noFill/>
        </p:spPr>
        <p:txBody>
          <a:bodyPr wrap="square" rtlCol="0">
            <a:spAutoFit/>
          </a:bodyPr>
          <a:lstStyle/>
          <a:p>
            <a:pPr algn="ctr"/>
            <a:r>
              <a:rPr lang="en-US" sz="900" dirty="0"/>
              <a:t>3578</a:t>
            </a:r>
          </a:p>
        </p:txBody>
      </p:sp>
      <p:sp>
        <p:nvSpPr>
          <p:cNvPr id="61" name="TextBox 60">
            <a:extLst>
              <a:ext uri="{FF2B5EF4-FFF2-40B4-BE49-F238E27FC236}">
                <a16:creationId xmlns:a16="http://schemas.microsoft.com/office/drawing/2014/main" id="{95216625-DF26-2C0A-CD5D-590640604342}"/>
              </a:ext>
            </a:extLst>
          </p:cNvPr>
          <p:cNvSpPr txBox="1"/>
          <p:nvPr/>
        </p:nvSpPr>
        <p:spPr>
          <a:xfrm>
            <a:off x="4645378" y="1402877"/>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8F802AD2-547F-C02E-4184-6EF0D964339A}"/>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1FF4853D-C7D9-7938-4871-E3C264B8E5A2}"/>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A1CBD282-ED31-62FC-C3B0-2102C13B2F51}"/>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AC59BB77-2404-2577-E0B2-A0D305896C0E}"/>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7D06466A-5494-A8FE-3405-59D7A06DA7E3}"/>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790D3038-31CB-C4A3-13DE-B3953DF2B9F2}"/>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7ED559C6-AF46-D380-E949-5B2924E419C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CA9E34F0-77E3-0EF9-B35D-A477566F8C03}"/>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3270E8C4-E0E7-2CA7-EED7-AAD5FFE134F8}"/>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B5EF0A15-C932-0927-C45D-54D2A0515676}"/>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955B28BB-B033-94A6-3D13-89CC1579D367}"/>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D7929C08-D902-41EF-8420-A8650BD1985E}"/>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1B238D97-5E94-E2FE-CDC8-395F26FB21C8}"/>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028B5BE1-49B9-96D4-FF86-C4D4A508C68A}"/>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3DB50B0C-9080-6CE4-E45D-B9A56D063AEC}"/>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94EC7041-0C63-6FA0-F027-B20A42B44ECB}"/>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1143683A-13DA-4B76-96A3-60B49D1A782A}"/>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2E9CDCB9-F9BD-1995-2C6E-8961D8A66764}"/>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76AD4AC2-43D3-5065-5D32-E4D2243C1D17}"/>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87200539-59BE-8FE9-D5A0-2E28A1B23F05}"/>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2D6588C1-465D-76EE-60D2-0B82FE2BD692}"/>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485914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CC4A9-309F-431B-0227-60DD8CCE4F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1C7800-1559-7337-FF49-22A74BEF5391}"/>
              </a:ext>
            </a:extLst>
          </p:cNvPr>
          <p:cNvSpPr>
            <a:spLocks noGrp="1"/>
          </p:cNvSpPr>
          <p:nvPr>
            <p:ph sz="half" idx="1"/>
          </p:nvPr>
        </p:nvSpPr>
        <p:spPr/>
        <p:txBody>
          <a:bodyPr>
            <a:normAutofit/>
          </a:bodyPr>
          <a:lstStyle/>
          <a:p>
            <a:r>
              <a:rPr lang="en-US" dirty="0"/>
              <a:t>In Row 3, 1, 2, 3, and 4 are taken. Whichever of the center block is 6, 5 is needed adjacent to it in Row 3.</a:t>
            </a:r>
          </a:p>
        </p:txBody>
      </p:sp>
      <p:pic>
        <p:nvPicPr>
          <p:cNvPr id="4" name="Picture 3" descr="A grid of sudoku puzzle&#10;&#10;Description automatically generated">
            <a:extLst>
              <a:ext uri="{FF2B5EF4-FFF2-40B4-BE49-F238E27FC236}">
                <a16:creationId xmlns:a16="http://schemas.microsoft.com/office/drawing/2014/main" id="{39E8C88A-F6DF-C842-E862-4035F79A450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7DF3A43-1F68-5FDA-9849-92BE6AD34AF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66FA8C2-5A8B-01C4-B42A-24E982D26B0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13E4109-972B-6EA3-8CC4-3654AEE2C7B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4AAEA28-11B2-F0C1-C7D4-C003B3D8654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F71DF80-61E8-C4ED-1B04-30B9B3B7CC13}"/>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F4C459A4-B4E2-5600-0AE0-4C74872EB9F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789511AF-910E-3D25-464C-B32F297386AD}"/>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7ADE3AE3-D0C1-2635-B18C-BDD6D253A044}"/>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51E6B3BD-C9C6-6237-E996-3F1A82A9FE15}"/>
              </a:ext>
            </a:extLst>
          </p:cNvPr>
          <p:cNvSpPr txBox="1"/>
          <p:nvPr/>
        </p:nvSpPr>
        <p:spPr>
          <a:xfrm>
            <a:off x="7157158" y="1903821"/>
            <a:ext cx="570089" cy="230832"/>
          </a:xfrm>
          <a:prstGeom prst="rect">
            <a:avLst/>
          </a:prstGeom>
          <a:noFill/>
        </p:spPr>
        <p:txBody>
          <a:bodyPr wrap="square" rtlCol="0">
            <a:spAutoFit/>
          </a:bodyPr>
          <a:lstStyle/>
          <a:p>
            <a:pPr algn="ctr"/>
            <a:r>
              <a:rPr lang="en-US" sz="900" dirty="0"/>
              <a:t>789</a:t>
            </a:r>
          </a:p>
        </p:txBody>
      </p:sp>
      <p:sp>
        <p:nvSpPr>
          <p:cNvPr id="13" name="TextBox 12">
            <a:extLst>
              <a:ext uri="{FF2B5EF4-FFF2-40B4-BE49-F238E27FC236}">
                <a16:creationId xmlns:a16="http://schemas.microsoft.com/office/drawing/2014/main" id="{B71FD96E-22A6-2DA8-26DC-185F0E7AF60F}"/>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892760B9-AB19-CE6F-50C6-2730F094F04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FB21842-A5CC-58F1-C85E-C49F6AA5B9F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040BA89A-6202-CFA8-3EA1-6601484765D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0E571135-28F8-717D-6EA1-F22609FE3653}"/>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0B8438BF-6DE7-E82D-1D68-E628DF6E0F1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994C3F98-8101-56CD-1BF5-7A2CE29FDD5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33B77B2-46F2-73E4-47AB-8B0B2486B66F}"/>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50C8B32-CB83-781E-CB96-B685642D8FC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ED53BD1-4789-3DC7-EBF7-A67820D70B60}"/>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03B2644E-57C2-4070-D4EA-681A2FC037E3}"/>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703F9686-2B9B-48B8-5639-AA805FB6E0F9}"/>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6" name="TextBox 25">
            <a:extLst>
              <a:ext uri="{FF2B5EF4-FFF2-40B4-BE49-F238E27FC236}">
                <a16:creationId xmlns:a16="http://schemas.microsoft.com/office/drawing/2014/main" id="{1F5D8E4D-066F-38A3-2AEB-F440EB6C9E70}"/>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A3F39E9B-36B8-AEFF-B6AA-343685DD2657}"/>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304A5354-175B-F0E1-79CD-B2ABD47AB0C9}"/>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DA1E9D97-C7F7-52EB-B22A-13B5FF9C2324}"/>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602A470D-27DD-63E6-6FC6-09273614A710}"/>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FB301AC-E0F9-2442-BE63-CA7412664AF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30FED1D-D828-01CF-621F-3DEB2E8B3FC1}"/>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1C6E6820-B195-2695-3794-E8C66BB27F6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9E326FB-52CC-C385-F404-44C0D01FF879}"/>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3E426DE1-2AC5-BF67-5DFA-BCC1E3C96F48}"/>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8A47F06C-EC8E-0D1E-22BB-A3C2A53D828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11678C8B-E5A3-A4AB-2B4E-8228CB735A24}"/>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BF2B6DAE-61BE-5EB8-966C-9BD69D43E3E5}"/>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10E9669F-B33A-5193-E188-C6B4DA3CFE9E}"/>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D3952777-FCD7-FE4C-0F76-E0EB179733B0}"/>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6F927EEB-E3EA-8DCC-6246-8A932F3B7AAE}"/>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2F3D127E-390A-B5E6-467D-CBB9B3711D2A}"/>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F4344776-5007-9AC8-57B7-92C382851EA0}"/>
              </a:ext>
            </a:extLst>
          </p:cNvPr>
          <p:cNvSpPr txBox="1"/>
          <p:nvPr/>
        </p:nvSpPr>
        <p:spPr>
          <a:xfrm>
            <a:off x="6654802" y="1903821"/>
            <a:ext cx="570089" cy="230832"/>
          </a:xfrm>
          <a:prstGeom prst="rect">
            <a:avLst/>
          </a:prstGeom>
          <a:noFill/>
        </p:spPr>
        <p:txBody>
          <a:bodyPr wrap="square" rtlCol="0">
            <a:spAutoFit/>
          </a:bodyPr>
          <a:lstStyle/>
          <a:p>
            <a:pPr algn="ctr"/>
            <a:r>
              <a:rPr lang="en-US" sz="900" dirty="0"/>
              <a:t>678</a:t>
            </a:r>
          </a:p>
        </p:txBody>
      </p:sp>
      <p:sp>
        <p:nvSpPr>
          <p:cNvPr id="47" name="TextBox 46">
            <a:extLst>
              <a:ext uri="{FF2B5EF4-FFF2-40B4-BE49-F238E27FC236}">
                <a16:creationId xmlns:a16="http://schemas.microsoft.com/office/drawing/2014/main" id="{2744FD2C-C182-2F96-6481-2661C92FC898}"/>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48" name="TextBox 47">
            <a:extLst>
              <a:ext uri="{FF2B5EF4-FFF2-40B4-BE49-F238E27FC236}">
                <a16:creationId xmlns:a16="http://schemas.microsoft.com/office/drawing/2014/main" id="{7DC2DE37-CBE4-5B93-612B-CB0661510A43}"/>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49" name="TextBox 48">
            <a:extLst>
              <a:ext uri="{FF2B5EF4-FFF2-40B4-BE49-F238E27FC236}">
                <a16:creationId xmlns:a16="http://schemas.microsoft.com/office/drawing/2014/main" id="{1F9358BE-B784-2C6C-77EF-8CA0A27A2215}"/>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7B30CE24-D43C-B83E-8919-BC974F48E30F}"/>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37DEDC51-6653-2BC0-2C28-88FB81FD1963}"/>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6F41B422-9623-8265-BECB-BDC309E9BBE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85C06BB4-1DED-AD23-3625-349FC2FCC6F4}"/>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E8CE31A-96C2-430C-F314-667D991A9BE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7D7D424A-92E0-8E23-CBCA-D38387E79F30}"/>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A4EBB18D-E1BD-0123-8FDB-69FA623E4464}"/>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5C922F50-B640-DE7F-F014-D2EEDA6DB8A8}"/>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71AB2247-7312-FCF2-A657-1ABD9053D2F6}"/>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E0E6627D-E144-DD62-0666-CD8007EDB3ED}"/>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6E088F53-77FA-9C5C-2618-687132048225}"/>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759D52D2-D3BB-E1C6-3A6C-F20C105080BB}"/>
              </a:ext>
            </a:extLst>
          </p:cNvPr>
          <p:cNvSpPr txBox="1"/>
          <p:nvPr/>
        </p:nvSpPr>
        <p:spPr>
          <a:xfrm>
            <a:off x="4645378" y="901933"/>
            <a:ext cx="570089" cy="230832"/>
          </a:xfrm>
          <a:prstGeom prst="rect">
            <a:avLst/>
          </a:prstGeom>
          <a:noFill/>
        </p:spPr>
        <p:txBody>
          <a:bodyPr wrap="square" rtlCol="0">
            <a:spAutoFit/>
          </a:bodyPr>
          <a:lstStyle/>
          <a:p>
            <a:pPr algn="ctr"/>
            <a:r>
              <a:rPr lang="en-US" sz="900" dirty="0"/>
              <a:t>3789</a:t>
            </a:r>
          </a:p>
        </p:txBody>
      </p:sp>
      <p:sp>
        <p:nvSpPr>
          <p:cNvPr id="60" name="TextBox 59">
            <a:extLst>
              <a:ext uri="{FF2B5EF4-FFF2-40B4-BE49-F238E27FC236}">
                <a16:creationId xmlns:a16="http://schemas.microsoft.com/office/drawing/2014/main" id="{57C2CCD3-6434-09AD-78B6-0996528AB3C8}"/>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5983536E-6E2A-9BE2-E55E-6955F7D37609}"/>
              </a:ext>
            </a:extLst>
          </p:cNvPr>
          <p:cNvSpPr txBox="1"/>
          <p:nvPr/>
        </p:nvSpPr>
        <p:spPr>
          <a:xfrm>
            <a:off x="4645378" y="1402877"/>
            <a:ext cx="570089" cy="230832"/>
          </a:xfrm>
          <a:prstGeom prst="rect">
            <a:avLst/>
          </a:prstGeom>
          <a:noFill/>
        </p:spPr>
        <p:txBody>
          <a:bodyPr wrap="square" rtlCol="0">
            <a:spAutoFit/>
          </a:bodyPr>
          <a:lstStyle/>
          <a:p>
            <a:pPr algn="ctr"/>
            <a:r>
              <a:rPr lang="en-US" sz="900" dirty="0"/>
              <a:t>3678</a:t>
            </a:r>
          </a:p>
        </p:txBody>
      </p:sp>
      <p:sp>
        <p:nvSpPr>
          <p:cNvPr id="62" name="TextBox 61">
            <a:extLst>
              <a:ext uri="{FF2B5EF4-FFF2-40B4-BE49-F238E27FC236}">
                <a16:creationId xmlns:a16="http://schemas.microsoft.com/office/drawing/2014/main" id="{96B45A15-143F-52CA-E618-760CE2F63484}"/>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74B8CE7F-A7EE-F167-842B-505784805332}"/>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1FF7F81F-91BA-C0F0-7386-629DB32F4640}"/>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7904A63C-72EC-CC38-9731-C0FFEFD40324}"/>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338FE471-FBD5-D73A-0902-42FD0718FF72}"/>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112EF131-A02A-9D51-FA89-5DC5ED812AA2}"/>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3BABE812-75BB-61AF-1090-8A5B34A1640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0604D72D-892B-B923-0E06-13BF68B87089}"/>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1676F3BA-314E-0C9A-EC68-AB761E9053EB}"/>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16089FAF-9544-46ED-60CD-41CBC4520FCE}"/>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6D3FC1F6-DBCC-882D-E587-24A5BAABD0DD}"/>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32A1436E-8D76-10CC-A1E9-8111358341F1}"/>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275B52F4-B274-1647-7276-F2FEBDD2BE3C}"/>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3E10B066-BEF4-77B5-9654-0D460A68B46A}"/>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34F2FDF8-12AC-C95B-DD7B-9C188C27BF10}"/>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EFFBB5B5-44BB-AC30-6405-E1A1B23A2388}"/>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A6B7223B-A4C7-726B-CA9E-6A570FCBF710}"/>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E860D6F1-0BE6-2F7B-80A2-664D13BA5AF2}"/>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2A10D614-6215-B05D-4DA8-10A9FBE1D7BD}"/>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6FDC4857-ABF1-0EB9-1CDC-5BEEBF4FE2CE}"/>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7B3C4897-C0D1-4B85-0712-D418A5353A38}"/>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7839369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C2FBD-8AE2-2B86-E58B-3EE6DF19F8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DD13CE-9DF2-0084-4A65-E611A3A202D1}"/>
              </a:ext>
            </a:extLst>
          </p:cNvPr>
          <p:cNvSpPr>
            <a:spLocks noGrp="1"/>
          </p:cNvSpPr>
          <p:nvPr>
            <p:ph sz="half" idx="1"/>
          </p:nvPr>
        </p:nvSpPr>
        <p:spPr/>
        <p:txBody>
          <a:bodyPr>
            <a:normAutofit/>
          </a:bodyPr>
          <a:lstStyle/>
          <a:p>
            <a:r>
              <a:rPr lang="en-US" dirty="0"/>
              <a:t>In the upper right block, 5 is in Row 2.</a:t>
            </a:r>
          </a:p>
        </p:txBody>
      </p:sp>
      <p:pic>
        <p:nvPicPr>
          <p:cNvPr id="4" name="Picture 3" descr="A grid of sudoku puzzle&#10;&#10;Description automatically generated">
            <a:extLst>
              <a:ext uri="{FF2B5EF4-FFF2-40B4-BE49-F238E27FC236}">
                <a16:creationId xmlns:a16="http://schemas.microsoft.com/office/drawing/2014/main" id="{1F43A9BB-0558-1261-B287-F58679D5729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3028392-CF25-DC59-676A-E9507F66F86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B4CA18F-638A-6EF9-6090-E65B417082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8790246-844F-9E14-812D-381AC018BB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B090E24-CEEF-B9D7-0BF2-8F3EA171A73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B9D926A-030F-8691-0A67-A00EEBE71ECC}"/>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2092335D-F007-F876-234A-C35AA51B24E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5AA72977-84F3-A427-DF9B-B17213F39E57}"/>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0C6118A-4DAF-8B65-F3E3-74607DF0052A}"/>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FE0522D4-BC73-2519-80CB-934728C1E71C}"/>
              </a:ext>
            </a:extLst>
          </p:cNvPr>
          <p:cNvSpPr txBox="1"/>
          <p:nvPr/>
        </p:nvSpPr>
        <p:spPr>
          <a:xfrm>
            <a:off x="7157158" y="1903821"/>
            <a:ext cx="570089" cy="230832"/>
          </a:xfrm>
          <a:prstGeom prst="rect">
            <a:avLst/>
          </a:prstGeom>
          <a:noFill/>
        </p:spPr>
        <p:txBody>
          <a:bodyPr wrap="square" rtlCol="0">
            <a:spAutoFit/>
          </a:bodyPr>
          <a:lstStyle/>
          <a:p>
            <a:pPr algn="ctr"/>
            <a:r>
              <a:rPr lang="en-US" sz="900" dirty="0"/>
              <a:t>789</a:t>
            </a:r>
          </a:p>
        </p:txBody>
      </p:sp>
      <p:sp>
        <p:nvSpPr>
          <p:cNvPr id="13" name="TextBox 12">
            <a:extLst>
              <a:ext uri="{FF2B5EF4-FFF2-40B4-BE49-F238E27FC236}">
                <a16:creationId xmlns:a16="http://schemas.microsoft.com/office/drawing/2014/main" id="{93531126-6398-8F77-C51E-34785409DE26}"/>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EFE005D9-F979-938F-CDF9-1244438CED5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53F4C2FD-F482-D996-0990-177D23D374D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4728A361-0360-251B-F313-9C933B5EEB7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4577DCF1-E291-E4A7-BDB7-F9A23BB675D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A8B190C-AFF2-845E-4092-9FE6905125C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2136FD16-CE2E-6F3F-EB75-C38A0C9184F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040754FC-21A0-C6E0-AEF3-11F38A2D3435}"/>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487D0E66-1B6A-D3B7-E395-A6435E6F393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37CE09F-4BD1-04CF-F14A-19848BAE659F}"/>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D1733CA1-EE1A-9D22-800C-A1ADD50D5A13}"/>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2A53C4CA-FCD8-78E5-DBF6-DB1E307892B9}"/>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6" name="TextBox 25">
            <a:extLst>
              <a:ext uri="{FF2B5EF4-FFF2-40B4-BE49-F238E27FC236}">
                <a16:creationId xmlns:a16="http://schemas.microsoft.com/office/drawing/2014/main" id="{BD5AD8E5-454D-613A-5374-8D3D9A906EEF}"/>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260161A5-1931-A686-70F8-7A61E2B9147C}"/>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E1F9EECF-52E1-9381-EB52-0F5C20D631B8}"/>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3B148ACC-F6EA-B1D4-CB7E-8F816515303B}"/>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A6848DB9-BE10-6F34-90AB-E21483B7D41A}"/>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41675399-B11A-F962-7B52-4063E865F8F6}"/>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D529165-DDC3-E240-12BB-8F089C4A37F0}"/>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F205BE0D-2CB7-F6E4-71E6-B25D6266FD6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E8DC941-2868-D237-7C0A-695A4CF4E79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0743E0C9-2924-F3FF-E2EB-586011B13579}"/>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172A3B27-FFFF-645D-F930-33F75A17DD2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5F6D0A94-939C-C108-132B-9216A60C8D92}"/>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944ABA70-5859-0F6E-F39E-9D9C5610D93C}"/>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A8C9DAFA-4511-FAF8-703C-CFD3BFA3CC9B}"/>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351272C5-2749-9424-E749-DD8FB1FEDC5E}"/>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47028415-7E89-B75B-A757-EA702F2B4B8D}"/>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70061DF9-7FD6-ED54-D6E2-C2C5C74ED5E4}"/>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20C6F1D2-30BE-3229-3560-A616D5BA5A5D}"/>
              </a:ext>
            </a:extLst>
          </p:cNvPr>
          <p:cNvSpPr txBox="1"/>
          <p:nvPr/>
        </p:nvSpPr>
        <p:spPr>
          <a:xfrm>
            <a:off x="6654802" y="1903821"/>
            <a:ext cx="570089" cy="230832"/>
          </a:xfrm>
          <a:prstGeom prst="rect">
            <a:avLst/>
          </a:prstGeom>
          <a:noFill/>
        </p:spPr>
        <p:txBody>
          <a:bodyPr wrap="square" rtlCol="0">
            <a:spAutoFit/>
          </a:bodyPr>
          <a:lstStyle/>
          <a:p>
            <a:pPr algn="ctr"/>
            <a:r>
              <a:rPr lang="en-US" sz="900" dirty="0"/>
              <a:t>678</a:t>
            </a:r>
          </a:p>
        </p:txBody>
      </p:sp>
      <p:sp>
        <p:nvSpPr>
          <p:cNvPr id="49" name="TextBox 48">
            <a:extLst>
              <a:ext uri="{FF2B5EF4-FFF2-40B4-BE49-F238E27FC236}">
                <a16:creationId xmlns:a16="http://schemas.microsoft.com/office/drawing/2014/main" id="{8F37E046-EF1A-B655-BF39-68658720959D}"/>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2B8C5EC5-CBE0-5C51-E440-4DE3A09D483A}"/>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C971E4A6-A062-C6B2-2203-5019E68AAD9F}"/>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EBFA3337-51BF-EFAB-F74F-8A4E052D57B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E9FD0F3-68E5-7FC8-8BD6-167F338D7013}"/>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466E2CDB-BCBA-7546-B1B1-E31BB70E54B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E6948300-C42C-03A6-625D-2A2DF2DA713F}"/>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9EB1E747-BD1C-A5D5-DF75-C9A3F2CCC6D3}"/>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AE8908F3-C9FA-03A0-2FC2-E99839C0DDE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A91D98C9-6572-551C-B70C-F8BE3EAA3F1B}"/>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AF73464D-3955-123E-D5EA-3D42E5071599}"/>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2EC57689-13EE-D81D-EB7F-CE3DF07D88B4}"/>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ED345FD2-41D6-F25F-BCA7-7DC2757FD007}"/>
              </a:ext>
            </a:extLst>
          </p:cNvPr>
          <p:cNvSpPr txBox="1"/>
          <p:nvPr/>
        </p:nvSpPr>
        <p:spPr>
          <a:xfrm>
            <a:off x="4645378" y="901933"/>
            <a:ext cx="570089" cy="230832"/>
          </a:xfrm>
          <a:prstGeom prst="rect">
            <a:avLst/>
          </a:prstGeom>
          <a:noFill/>
        </p:spPr>
        <p:txBody>
          <a:bodyPr wrap="square" rtlCol="0">
            <a:spAutoFit/>
          </a:bodyPr>
          <a:lstStyle/>
          <a:p>
            <a:pPr algn="ctr"/>
            <a:r>
              <a:rPr lang="en-US" sz="900" dirty="0"/>
              <a:t>3789</a:t>
            </a:r>
          </a:p>
        </p:txBody>
      </p:sp>
      <p:sp>
        <p:nvSpPr>
          <p:cNvPr id="60" name="TextBox 59">
            <a:extLst>
              <a:ext uri="{FF2B5EF4-FFF2-40B4-BE49-F238E27FC236}">
                <a16:creationId xmlns:a16="http://schemas.microsoft.com/office/drawing/2014/main" id="{18F2EE33-0B00-6260-A492-0F3E6F2038BF}"/>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38A42AFA-CC68-763C-2766-E26336CF132D}"/>
              </a:ext>
            </a:extLst>
          </p:cNvPr>
          <p:cNvSpPr txBox="1"/>
          <p:nvPr/>
        </p:nvSpPr>
        <p:spPr>
          <a:xfrm>
            <a:off x="4645378" y="1402877"/>
            <a:ext cx="570089" cy="230832"/>
          </a:xfrm>
          <a:prstGeom prst="rect">
            <a:avLst/>
          </a:prstGeom>
          <a:noFill/>
        </p:spPr>
        <p:txBody>
          <a:bodyPr wrap="square" rtlCol="0">
            <a:spAutoFit/>
          </a:bodyPr>
          <a:lstStyle/>
          <a:p>
            <a:pPr algn="ctr"/>
            <a:r>
              <a:rPr lang="en-US" sz="900" dirty="0"/>
              <a:t>3678</a:t>
            </a:r>
          </a:p>
        </p:txBody>
      </p:sp>
      <p:sp>
        <p:nvSpPr>
          <p:cNvPr id="62" name="TextBox 61">
            <a:extLst>
              <a:ext uri="{FF2B5EF4-FFF2-40B4-BE49-F238E27FC236}">
                <a16:creationId xmlns:a16="http://schemas.microsoft.com/office/drawing/2014/main" id="{5C0EB337-4807-6655-E7B8-E002A3811C19}"/>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7301BAF0-7FCE-86BB-1F79-CA6EC63F0C17}"/>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BE911D40-F762-C15F-EC11-FEB96B35AE88}"/>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2E4C0C2B-CD0B-A392-0FCD-329DE5EF0534}"/>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6B0207A4-D405-2642-192C-93601EA7A80D}"/>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736D467F-6F76-E921-6FB3-1A10FC438A62}"/>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E74E9722-5693-77CD-DE08-0C495E36AAB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0B0314FA-F8CD-EA68-00CF-03D3F32ADA53}"/>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9AE4451F-CC3C-DA7E-1EF0-7D9A403F7B8C}"/>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19A38FA3-4E00-B015-0211-C21834BBD33C}"/>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C61488F3-3500-C5CA-4A73-1184B69244A2}"/>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59D9D608-D5F2-9C22-B5D9-22EA55A22067}"/>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0FA61F7F-0E5E-8245-F357-B85C92B3FE60}"/>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D3B2DEE5-DFEA-8E8A-E7CA-0DF74857808E}"/>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F2963D5B-331B-7A12-9651-42DF6BE802C0}"/>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E61B1212-A175-1CAF-371F-C73A64633E06}"/>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A93764D5-B267-551D-A599-60F56F10196C}"/>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3661585B-E902-0DCF-E82E-547810517CED}"/>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27AEC310-4C44-2125-58E6-F90A458880FE}"/>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5E8BECEF-8C8F-88C4-9226-06FEA49E85E7}"/>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81983770-EAD0-F34B-12DC-9AAF6200A9C1}"/>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4FCD658B-26BF-67B7-C757-29A9136EA0E8}"/>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5CBAE897-3238-E30F-A71E-257225BA7CEA}"/>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0655744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C188D-5FBC-7041-12AF-D6FCA365604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5C5EF0-4018-21D4-EC79-70052FB8592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FE597FD-1B28-6EFE-E849-0376FFDBF9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250DD0-47AC-B381-6B1C-08368FDB4E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2E7C8D-7DE3-25D2-60EF-719C929552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93E98A-0E28-F041-F374-26BB12FA643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6E586D5-5F0F-F6A0-4570-27FF080C280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CD5D346-1796-5D1F-8A48-652FE6632366}"/>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CF38DACC-1DB9-60EA-6451-CEB675750658}"/>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F9330728-A14B-B341-7849-D5BDDC73364F}"/>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5EC1176E-1CD8-858B-95D1-F4DF780A7DEB}"/>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430FA45C-D3A4-A54D-96E0-0EEDCE3C66C7}"/>
              </a:ext>
            </a:extLst>
          </p:cNvPr>
          <p:cNvSpPr txBox="1"/>
          <p:nvPr/>
        </p:nvSpPr>
        <p:spPr>
          <a:xfrm>
            <a:off x="7157158" y="1903821"/>
            <a:ext cx="570089" cy="230832"/>
          </a:xfrm>
          <a:prstGeom prst="rect">
            <a:avLst/>
          </a:prstGeom>
          <a:noFill/>
        </p:spPr>
        <p:txBody>
          <a:bodyPr wrap="square" rtlCol="0">
            <a:spAutoFit/>
          </a:bodyPr>
          <a:lstStyle/>
          <a:p>
            <a:pPr algn="ctr"/>
            <a:r>
              <a:rPr lang="en-US" sz="900" dirty="0"/>
              <a:t>789</a:t>
            </a:r>
          </a:p>
        </p:txBody>
      </p:sp>
      <p:sp>
        <p:nvSpPr>
          <p:cNvPr id="13" name="TextBox 12">
            <a:extLst>
              <a:ext uri="{FF2B5EF4-FFF2-40B4-BE49-F238E27FC236}">
                <a16:creationId xmlns:a16="http://schemas.microsoft.com/office/drawing/2014/main" id="{963E8D37-2EA9-1AEA-607A-FEB2E60657E7}"/>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C0884E14-F669-5E8D-5CCC-186CFA47097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3626F2C-BBBF-91DC-4122-26AF9EFB324D}"/>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8505BA0-6B84-ADA6-B63E-A89E2C1DAFA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5415F398-1848-3B2D-94AB-75C714A4826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17F64680-7D25-841E-790E-E7E8B4A0FD4B}"/>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D1A378BF-3EA9-8A1D-12B1-0740B0186CD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B1586D4-919F-6D18-77D1-58A8300C3BAB}"/>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CFAC432-D33D-B3CA-E322-8A568CFFD7C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019DFEE-1297-6735-5EB3-AEE16B68BE28}"/>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2CCF5F81-9111-72F1-6A0E-94541A812D6D}"/>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6C5C5CE1-928E-F373-932D-337095560E2C}"/>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6" name="TextBox 25">
            <a:extLst>
              <a:ext uri="{FF2B5EF4-FFF2-40B4-BE49-F238E27FC236}">
                <a16:creationId xmlns:a16="http://schemas.microsoft.com/office/drawing/2014/main" id="{1879E5BA-C964-EC51-8010-87EA59885027}"/>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30E97111-C6BA-8CB2-05FA-6C7AE19D842F}"/>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5F8ACD4E-DB52-5411-B37A-4A90F0A69A77}"/>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F1B302C7-3257-ABDA-FF35-19DF95EE341D}"/>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1E38631C-136C-5DA7-9607-2A9E3BB263A4}"/>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432CC52-C067-BF07-396B-B71A3E2F179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8029ABA-AEF6-3328-ACE7-5DD95D56FB6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3CFAB691-99FD-FDA2-0E12-CEBD13453D4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8DE56164-0DE9-F728-8F37-FEC295ECA99C}"/>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C93DECA8-5BD4-939A-17D7-ADE9DB8A21C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B0F00895-8D79-125A-7B2C-1A247B572A8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24BF24A0-3810-1F27-7268-43A1F59FFFE0}"/>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4FDDB6D9-92BD-6879-0764-68704738D95E}"/>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B0351192-5D0F-79DF-2597-4ABB09CAD3F3}"/>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E6ED92B7-7D25-6FB2-8520-838E3A22A5C1}"/>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7C16E952-CD7F-2066-8C97-F452BB5215B0}"/>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76D87826-121E-8F55-7CB6-306A78819220}"/>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DD8D1392-82B9-689E-2D59-06E224BEED8D}"/>
              </a:ext>
            </a:extLst>
          </p:cNvPr>
          <p:cNvSpPr txBox="1"/>
          <p:nvPr/>
        </p:nvSpPr>
        <p:spPr>
          <a:xfrm>
            <a:off x="6654802" y="1903821"/>
            <a:ext cx="570089" cy="230832"/>
          </a:xfrm>
          <a:prstGeom prst="rect">
            <a:avLst/>
          </a:prstGeom>
          <a:noFill/>
        </p:spPr>
        <p:txBody>
          <a:bodyPr wrap="square" rtlCol="0">
            <a:spAutoFit/>
          </a:bodyPr>
          <a:lstStyle/>
          <a:p>
            <a:pPr algn="ctr"/>
            <a:r>
              <a:rPr lang="en-US" sz="900" dirty="0"/>
              <a:t>678</a:t>
            </a:r>
          </a:p>
        </p:txBody>
      </p:sp>
      <p:sp>
        <p:nvSpPr>
          <p:cNvPr id="49" name="TextBox 48">
            <a:extLst>
              <a:ext uri="{FF2B5EF4-FFF2-40B4-BE49-F238E27FC236}">
                <a16:creationId xmlns:a16="http://schemas.microsoft.com/office/drawing/2014/main" id="{0F9EE8D9-8811-4235-9D2D-82C39FEB0DA8}"/>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D6553EE5-58DC-C222-57D3-96B10FA3D08D}"/>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A18854F7-51B0-5880-B503-B70785039896}"/>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E72C0EA1-9F05-B899-11C9-684BEF03D6B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69F5D2CD-717D-33D3-FA3E-D12D4B4C0FE8}"/>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AC1E5B68-13C0-A544-6E5D-AD680960A47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1FFAB4CE-4FFA-AA5E-B74F-AF1DB4F02AA8}"/>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1C09E11C-2BE1-5E77-8FAE-F8ABA27DEA4B}"/>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95F2DB1B-FD28-D174-530B-7FCEAE4C251F}"/>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34A09BD-439F-5581-B607-C968934EDC9C}"/>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80EE37B5-F2B5-FAC6-81BE-51E698E46F0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C90AEA65-D889-EB8B-B826-EE7FB464E20C}"/>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6B6145A1-632A-A4F0-1D3C-DE3ABB5B9039}"/>
              </a:ext>
            </a:extLst>
          </p:cNvPr>
          <p:cNvSpPr txBox="1"/>
          <p:nvPr/>
        </p:nvSpPr>
        <p:spPr>
          <a:xfrm>
            <a:off x="4645378" y="901933"/>
            <a:ext cx="570089" cy="230832"/>
          </a:xfrm>
          <a:prstGeom prst="rect">
            <a:avLst/>
          </a:prstGeom>
          <a:noFill/>
        </p:spPr>
        <p:txBody>
          <a:bodyPr wrap="square" rtlCol="0">
            <a:spAutoFit/>
          </a:bodyPr>
          <a:lstStyle/>
          <a:p>
            <a:pPr algn="ctr"/>
            <a:r>
              <a:rPr lang="en-US" sz="900" dirty="0"/>
              <a:t>3789</a:t>
            </a:r>
          </a:p>
        </p:txBody>
      </p:sp>
      <p:sp>
        <p:nvSpPr>
          <p:cNvPr id="60" name="TextBox 59">
            <a:extLst>
              <a:ext uri="{FF2B5EF4-FFF2-40B4-BE49-F238E27FC236}">
                <a16:creationId xmlns:a16="http://schemas.microsoft.com/office/drawing/2014/main" id="{2CC7739E-9466-F522-E31A-543526090632}"/>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EA7A2F55-EE2D-BF29-3DD5-75C9F25B03F4}"/>
              </a:ext>
            </a:extLst>
          </p:cNvPr>
          <p:cNvSpPr txBox="1"/>
          <p:nvPr/>
        </p:nvSpPr>
        <p:spPr>
          <a:xfrm>
            <a:off x="4645378" y="1402877"/>
            <a:ext cx="570089" cy="230832"/>
          </a:xfrm>
          <a:prstGeom prst="rect">
            <a:avLst/>
          </a:prstGeom>
          <a:noFill/>
        </p:spPr>
        <p:txBody>
          <a:bodyPr wrap="square" rtlCol="0">
            <a:spAutoFit/>
          </a:bodyPr>
          <a:lstStyle/>
          <a:p>
            <a:pPr algn="ctr"/>
            <a:r>
              <a:rPr lang="en-US" sz="900" dirty="0"/>
              <a:t>678</a:t>
            </a:r>
          </a:p>
        </p:txBody>
      </p:sp>
      <p:sp>
        <p:nvSpPr>
          <p:cNvPr id="62" name="TextBox 61">
            <a:extLst>
              <a:ext uri="{FF2B5EF4-FFF2-40B4-BE49-F238E27FC236}">
                <a16:creationId xmlns:a16="http://schemas.microsoft.com/office/drawing/2014/main" id="{A88D48BE-59D3-CB13-D47E-23C92487E6C5}"/>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62AEFA79-2C8B-FC12-0CB6-5BE87FFF7359}"/>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0572BEC9-E3D1-4A18-4667-99D393D37F24}"/>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C4192DE2-AFF8-8761-BA74-C2C596A024E9}"/>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1539CF53-16C2-091E-E6F3-173CA1F65333}"/>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40352E3C-3484-DDDB-589D-C622B983B760}"/>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6D9DE16E-DB16-3C96-E002-20DE43E262A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419B2D0E-F532-D22D-C877-E7A5DBE6AC04}"/>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8804D974-5B2E-9FF3-C0F6-72F3DEE40175}"/>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36CDD00C-4BEF-D0AC-94D9-91F8D133F866}"/>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D1702841-F696-CC96-00B7-990BE1FFBDCA}"/>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F529673D-2227-17D3-5506-467446D02981}"/>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29D72C78-EA01-01C8-3A87-DCF721222CED}"/>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26E1F30E-DD15-5F00-3EB4-8164BCA99CD4}"/>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42714B36-0DB9-F540-58BF-8ACD3116F205}"/>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CB0CAB6B-D4CF-A937-BACC-1EC6CECB6D2D}"/>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19B47F8C-1E00-7759-62E2-34C1DFF634F5}"/>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E95C6DCF-37F9-861C-408F-D00F3E17551F}"/>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F7BFD92C-6D7C-7A85-DA5D-999AADB2D8D5}"/>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B0F3F3BC-4C02-D29E-9E7D-8535850115BF}"/>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25B56CDC-EE14-A353-D9FA-E916B37C2650}"/>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6660B21-9BA8-233A-B870-770D2C420CBD}"/>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C470668C-958E-E8DC-66B6-4E08CE52E2C2}"/>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7803220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BC485-1210-12F2-C25B-1022E9EFA11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29B7BB-386F-754F-A548-1C1A9589D1AB}"/>
              </a:ext>
            </a:extLst>
          </p:cNvPr>
          <p:cNvSpPr>
            <a:spLocks noGrp="1"/>
          </p:cNvSpPr>
          <p:nvPr>
            <p:ph sz="half" idx="1"/>
          </p:nvPr>
        </p:nvSpPr>
        <p:spPr/>
        <p:txBody>
          <a:bodyPr>
            <a:normAutofit/>
          </a:bodyPr>
          <a:lstStyle/>
          <a:p>
            <a:r>
              <a:rPr lang="en-US" dirty="0"/>
              <a:t>Complete Rows 8 and 9.</a:t>
            </a:r>
          </a:p>
        </p:txBody>
      </p:sp>
      <p:pic>
        <p:nvPicPr>
          <p:cNvPr id="4" name="Picture 3" descr="A grid of sudoku puzzle&#10;&#10;Description automatically generated">
            <a:extLst>
              <a:ext uri="{FF2B5EF4-FFF2-40B4-BE49-F238E27FC236}">
                <a16:creationId xmlns:a16="http://schemas.microsoft.com/office/drawing/2014/main" id="{162F9A8B-F269-F306-AA3F-75D6D9A67B2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7CC1817-201C-6C32-5564-C0DB2DDAD27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360BCFE-3030-B6FA-704A-563132F8AC8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91FD817-2F2B-CF4C-3B31-04FFF47CDD5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627442A-60EA-E9F2-157B-192D6CF5FF9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A325A46-1B92-CCFB-F0ED-E853CC9F8F49}"/>
              </a:ext>
            </a:extLst>
          </p:cNvPr>
          <p:cNvSpPr txBox="1"/>
          <p:nvPr/>
        </p:nvSpPr>
        <p:spPr>
          <a:xfrm>
            <a:off x="4143022" y="4408541"/>
            <a:ext cx="570089" cy="230832"/>
          </a:xfrm>
          <a:prstGeom prst="rect">
            <a:avLst/>
          </a:prstGeom>
          <a:no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9A4B014F-7740-0BCF-ACE1-723CD443B7B2}"/>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3AED472B-C346-613A-FB38-EBAAE17AC2F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6F8DFDA6-B150-BBF6-C561-6B7CB6118E52}"/>
              </a:ext>
            </a:extLst>
          </p:cNvPr>
          <p:cNvSpPr txBox="1"/>
          <p:nvPr/>
        </p:nvSpPr>
        <p:spPr>
          <a:xfrm>
            <a:off x="4143022" y="1402877"/>
            <a:ext cx="570089" cy="230832"/>
          </a:xfrm>
          <a:prstGeom prst="rect">
            <a:avLst/>
          </a:prstGeom>
          <a:no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1505E425-4B3B-9C66-F851-423263054FB4}"/>
              </a:ext>
            </a:extLst>
          </p:cNvPr>
          <p:cNvSpPr txBox="1"/>
          <p:nvPr/>
        </p:nvSpPr>
        <p:spPr>
          <a:xfrm>
            <a:off x="7157158" y="1903821"/>
            <a:ext cx="570089" cy="230832"/>
          </a:xfrm>
          <a:prstGeom prst="rect">
            <a:avLst/>
          </a:prstGeom>
          <a:noFill/>
        </p:spPr>
        <p:txBody>
          <a:bodyPr wrap="square" rtlCol="0">
            <a:spAutoFit/>
          </a:bodyPr>
          <a:lstStyle/>
          <a:p>
            <a:pPr algn="ctr"/>
            <a:r>
              <a:rPr lang="en-US" sz="900" dirty="0"/>
              <a:t>789</a:t>
            </a:r>
          </a:p>
        </p:txBody>
      </p:sp>
      <p:sp>
        <p:nvSpPr>
          <p:cNvPr id="13" name="TextBox 12">
            <a:extLst>
              <a:ext uri="{FF2B5EF4-FFF2-40B4-BE49-F238E27FC236}">
                <a16:creationId xmlns:a16="http://schemas.microsoft.com/office/drawing/2014/main" id="{8B599FA8-180B-4862-2FAA-C9F9D8628B14}"/>
              </a:ext>
            </a:extLst>
          </p:cNvPr>
          <p:cNvSpPr txBox="1"/>
          <p:nvPr/>
        </p:nvSpPr>
        <p:spPr>
          <a:xfrm>
            <a:off x="3138310" y="1903821"/>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93197732-5CE7-9517-220F-9A0180BEE6F3}"/>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0A810CAC-A2CC-DE82-421B-15E34A096823}"/>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5E942FC8-462C-0146-BE70-13B5B0910A2E}"/>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09F6EA8E-3F31-F60C-AC1A-5A37EE4B0AB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1FDACD4-6CA5-CF89-D46D-43E7464263EB}"/>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DC6955B-6177-F38A-C2ED-09218B137B6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D347737-D113-665D-97E4-678BE6761BD3}"/>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1BF2CC1D-82E3-2BA8-027F-D880BC133F0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7E8BA6D-BBA1-12CF-507D-FF57357B7F8A}"/>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C2ECEA8F-3C37-83AF-E761-1C66F8F6EFDC}"/>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AB4335D1-BB6B-35A6-E0EE-2FE4680F5F12}"/>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6" name="TextBox 25">
            <a:extLst>
              <a:ext uri="{FF2B5EF4-FFF2-40B4-BE49-F238E27FC236}">
                <a16:creationId xmlns:a16="http://schemas.microsoft.com/office/drawing/2014/main" id="{FF475C39-E4A1-2EFD-22CA-9778FA1A7E86}"/>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5BBBF9F4-B70D-0AE0-3529-F645E14BEBA8}"/>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4634F20C-6470-9CAF-97F2-6CBE38E29776}"/>
              </a:ext>
            </a:extLst>
          </p:cNvPr>
          <p:cNvSpPr txBox="1"/>
          <p:nvPr/>
        </p:nvSpPr>
        <p:spPr>
          <a:xfrm>
            <a:off x="6654802" y="3907597"/>
            <a:ext cx="570089" cy="230832"/>
          </a:xfrm>
          <a:prstGeom prst="rect">
            <a:avLst/>
          </a:prstGeom>
          <a:no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039C2C82-54BE-592B-3AD1-DD1BAD446326}"/>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B0A6F32B-97BD-676F-F97B-5252543ACC79}"/>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773C27C3-A9B2-85C8-71E6-F84A9122CD2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6F93D575-EAEA-4840-ECEB-432E80442258}"/>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B084A6C5-07EE-FF85-B7AC-3159D3EB03D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B2C6BEA-2245-27E5-EDCB-D155FACBCB44}"/>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0C48E8E1-AA7F-C7DF-266E-A7B60296095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68A91BB0-AF06-ABC5-72AD-F647018D087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B7C64328-BD23-074E-F2B4-488A90E25BE2}"/>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526F2E16-ACDF-1313-9213-A357AB691495}"/>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B93406BE-DB8F-B91E-035E-464B95CED2C7}"/>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159F861E-A01C-3CFC-3294-7E4EC38087B3}"/>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D9796FC1-1570-8885-276C-5B598FB94B0D}"/>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9B003D48-433E-100F-CB19-1AABB1C79878}"/>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B3B5BA91-CDED-17B6-0F81-E0183AA83EBF}"/>
              </a:ext>
            </a:extLst>
          </p:cNvPr>
          <p:cNvSpPr txBox="1"/>
          <p:nvPr/>
        </p:nvSpPr>
        <p:spPr>
          <a:xfrm>
            <a:off x="6654802" y="1903821"/>
            <a:ext cx="570089" cy="230832"/>
          </a:xfrm>
          <a:prstGeom prst="rect">
            <a:avLst/>
          </a:prstGeom>
          <a:noFill/>
        </p:spPr>
        <p:txBody>
          <a:bodyPr wrap="square" rtlCol="0">
            <a:spAutoFit/>
          </a:bodyPr>
          <a:lstStyle/>
          <a:p>
            <a:pPr algn="ctr"/>
            <a:r>
              <a:rPr lang="en-US" sz="900" dirty="0"/>
              <a:t>678</a:t>
            </a:r>
          </a:p>
        </p:txBody>
      </p:sp>
      <p:sp>
        <p:nvSpPr>
          <p:cNvPr id="49" name="TextBox 48">
            <a:extLst>
              <a:ext uri="{FF2B5EF4-FFF2-40B4-BE49-F238E27FC236}">
                <a16:creationId xmlns:a16="http://schemas.microsoft.com/office/drawing/2014/main" id="{658A1AC3-82CB-7FE4-CCAB-66696A9B1AD9}"/>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90C7CAD8-3FBF-8C6B-E899-7D090131C3CA}"/>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FDEEECA7-1D97-897D-2D02-246FF04DC1D7}"/>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43C51BFB-85EB-BE64-8464-95281536DD16}"/>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8A2454B-3989-216B-4FAE-FB6B9A1FCFCB}"/>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7959C12-B211-794C-2B73-8F33177DF525}"/>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F517997A-E694-187A-E69D-F4AB99780AB3}"/>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D0CEBF7B-FA71-614D-924E-352A4DFC128A}"/>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0AA61184-92DE-3CFC-294F-CB00FA12F60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46E4AE36-3481-2CB7-F512-AB0DCF5697DD}"/>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D10D4C67-255F-B3F7-7827-DF155FBE6B83}"/>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EE22CC50-3390-1FA7-0CB9-BAAB87EC0B1F}"/>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6BC93E62-5804-7FDB-AA97-AEF011F1A7EB}"/>
              </a:ext>
            </a:extLst>
          </p:cNvPr>
          <p:cNvSpPr txBox="1"/>
          <p:nvPr/>
        </p:nvSpPr>
        <p:spPr>
          <a:xfrm>
            <a:off x="4645378" y="901933"/>
            <a:ext cx="570089" cy="230832"/>
          </a:xfrm>
          <a:prstGeom prst="rect">
            <a:avLst/>
          </a:prstGeom>
          <a:noFill/>
        </p:spPr>
        <p:txBody>
          <a:bodyPr wrap="square" rtlCol="0">
            <a:spAutoFit/>
          </a:bodyPr>
          <a:lstStyle/>
          <a:p>
            <a:pPr algn="ctr"/>
            <a:r>
              <a:rPr lang="en-US" sz="900" dirty="0"/>
              <a:t>3789</a:t>
            </a:r>
          </a:p>
        </p:txBody>
      </p:sp>
      <p:sp>
        <p:nvSpPr>
          <p:cNvPr id="60" name="TextBox 59">
            <a:extLst>
              <a:ext uri="{FF2B5EF4-FFF2-40B4-BE49-F238E27FC236}">
                <a16:creationId xmlns:a16="http://schemas.microsoft.com/office/drawing/2014/main" id="{27900B86-AFE1-05ED-E668-68C184277D26}"/>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2E58222F-D770-E08A-B315-91BB5568F935}"/>
              </a:ext>
            </a:extLst>
          </p:cNvPr>
          <p:cNvSpPr txBox="1"/>
          <p:nvPr/>
        </p:nvSpPr>
        <p:spPr>
          <a:xfrm>
            <a:off x="4645378" y="1402877"/>
            <a:ext cx="570089" cy="230832"/>
          </a:xfrm>
          <a:prstGeom prst="rect">
            <a:avLst/>
          </a:prstGeom>
          <a:noFill/>
        </p:spPr>
        <p:txBody>
          <a:bodyPr wrap="square" rtlCol="0">
            <a:spAutoFit/>
          </a:bodyPr>
          <a:lstStyle/>
          <a:p>
            <a:pPr algn="ctr"/>
            <a:r>
              <a:rPr lang="en-US" sz="900" dirty="0"/>
              <a:t>678</a:t>
            </a:r>
          </a:p>
        </p:txBody>
      </p:sp>
      <p:sp>
        <p:nvSpPr>
          <p:cNvPr id="62" name="TextBox 61">
            <a:extLst>
              <a:ext uri="{FF2B5EF4-FFF2-40B4-BE49-F238E27FC236}">
                <a16:creationId xmlns:a16="http://schemas.microsoft.com/office/drawing/2014/main" id="{70BA43B3-1EFC-6DE7-436A-B6B1E2C9747D}"/>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5671F3C7-B083-BD58-7FA3-388034429556}"/>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F86A2B34-1ABA-DD2F-902B-93CBCD8794D1}"/>
              </a:ext>
            </a:extLst>
          </p:cNvPr>
          <p:cNvSpPr txBox="1"/>
          <p:nvPr/>
        </p:nvSpPr>
        <p:spPr>
          <a:xfrm>
            <a:off x="3138310" y="3907597"/>
            <a:ext cx="570089" cy="230832"/>
          </a:xfrm>
          <a:prstGeom prst="rect">
            <a:avLst/>
          </a:prstGeom>
          <a:no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6890664D-5B24-A4E4-6D80-80D2661DCDD3}"/>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97D6BAA7-6CEC-CB38-5E57-D20739034516}"/>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5CCE0486-BF88-C611-AB9E-665127EA3445}"/>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545EECD1-93C0-88FB-24F9-1064AEAE734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E7F5BBC0-658B-8BE2-DDF8-A8DC6028C6DF}"/>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1B052C3F-5967-8FA0-703C-F6A88661C425}"/>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AABB4BB1-A436-FDA9-29ED-E5FB397774D7}"/>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C27E06DC-697C-FA21-D3AA-65B8EDE60252}"/>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1AEAB738-1536-5086-65EB-F8EC156DFC26}"/>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21F10330-CAB9-C23F-03BB-89EC68B8A285}"/>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7C9CD32D-C071-4B46-6E86-638AC4ADA44B}"/>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2388179D-9AB7-65AC-1743-0D448C32C9DD}"/>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EA5C6C8C-7737-3916-01A1-28413DCD5866}"/>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F7BDCA70-CE18-68AA-0DAF-BB9F8AC18311}"/>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301493F6-E6D2-126F-8B36-D132823459D7}"/>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22AC9018-E7DD-BD41-8A2C-71938A2A9F81}"/>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EA1FCDD0-61D4-F798-2A51-33BD387030F3}"/>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D4066195-078B-C7CA-8014-FFD7264AB3C9}"/>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6E22136A-3174-0BAE-E2F5-99A8E5B7C324}"/>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1240187B-4F8D-5ADD-1B06-AE3DBBFAB578}"/>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148FD9DC-7185-D574-3F71-5C43C0FEDAE4}"/>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25678</a:t>
            </a:r>
          </a:p>
        </p:txBody>
      </p:sp>
      <p:sp>
        <p:nvSpPr>
          <p:cNvPr id="48" name="TextBox 47">
            <a:extLst>
              <a:ext uri="{FF2B5EF4-FFF2-40B4-BE49-F238E27FC236}">
                <a16:creationId xmlns:a16="http://schemas.microsoft.com/office/drawing/2014/main" id="{E94FFF27-45EA-7A27-06DF-820B88206ABC}"/>
              </a:ext>
            </a:extLst>
          </p:cNvPr>
          <p:cNvSpPr txBox="1"/>
          <p:nvPr/>
        </p:nvSpPr>
        <p:spPr>
          <a:xfrm>
            <a:off x="6654802" y="4909484"/>
            <a:ext cx="570089" cy="369332"/>
          </a:xfrm>
          <a:prstGeom prst="rect">
            <a:avLst/>
          </a:prstGeom>
          <a:noFill/>
        </p:spPr>
        <p:txBody>
          <a:bodyPr wrap="square" rtlCol="0">
            <a:spAutoFit/>
          </a:bodyPr>
          <a:lstStyle/>
          <a:p>
            <a:pPr algn="ctr"/>
            <a:r>
              <a:rPr lang="en-US" sz="900" dirty="0"/>
              <a:t>2346789</a:t>
            </a:r>
          </a:p>
        </p:txBody>
      </p:sp>
    </p:spTree>
    <p:extLst>
      <p:ext uri="{BB962C8B-B14F-4D97-AF65-F5344CB8AC3E}">
        <p14:creationId xmlns:p14="http://schemas.microsoft.com/office/powerpoint/2010/main" val="38253012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55159-F58F-A4A7-EED4-33B256830D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9C4490-24BB-2718-CAEA-6E25804BBBA1}"/>
              </a:ext>
            </a:extLst>
          </p:cNvPr>
          <p:cNvSpPr>
            <a:spLocks noGrp="1"/>
          </p:cNvSpPr>
          <p:nvPr>
            <p:ph sz="half" idx="1"/>
          </p:nvPr>
        </p:nvSpPr>
        <p:spPr/>
        <p:txBody>
          <a:bodyPr>
            <a:normAutofit/>
          </a:bodyPr>
          <a:lstStyle/>
          <a:p>
            <a:r>
              <a:rPr lang="en-US" dirty="0"/>
              <a:t>There are a large number of cases where there are only two possible 9’s in the same row, column, or block. With this starting point, either the purple set are 9’s or the green set are 9’s.</a:t>
            </a:r>
          </a:p>
        </p:txBody>
      </p:sp>
      <p:pic>
        <p:nvPicPr>
          <p:cNvPr id="4" name="Picture 3" descr="A grid of sudoku puzzle&#10;&#10;Description automatically generated">
            <a:extLst>
              <a:ext uri="{FF2B5EF4-FFF2-40B4-BE49-F238E27FC236}">
                <a16:creationId xmlns:a16="http://schemas.microsoft.com/office/drawing/2014/main" id="{0DAD7C9D-3DBA-4C70-FBFE-304195C6DC0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8E23363-9741-1E85-6E7D-390D3F8AB2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54DDF6F-7EEB-14A7-D713-E557958B3B5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FFA30B7-6FED-9077-31A6-FD2C23BCD7C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42A0317-CD59-E6B0-A0C7-26FAE4BCB426}"/>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95DE1E8-A500-00F9-7F0E-8D015645F033}"/>
              </a:ext>
            </a:extLst>
          </p:cNvPr>
          <p:cNvSpPr txBox="1"/>
          <p:nvPr/>
        </p:nvSpPr>
        <p:spPr>
          <a:xfrm>
            <a:off x="4143022"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82E5CA5C-EF0B-EA91-CFF5-421A44A604B9}"/>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F04F0730-7BF2-BCBB-247D-EF9677121BEC}"/>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055739B-46AF-EDDD-9AFE-2E36AB693760}"/>
              </a:ext>
            </a:extLst>
          </p:cNvPr>
          <p:cNvSpPr txBox="1"/>
          <p:nvPr/>
        </p:nvSpPr>
        <p:spPr>
          <a:xfrm>
            <a:off x="4143022"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C5E50C56-6529-F221-2D53-162F47E25479}"/>
              </a:ext>
            </a:extLst>
          </p:cNvPr>
          <p:cNvSpPr txBox="1"/>
          <p:nvPr/>
        </p:nvSpPr>
        <p:spPr>
          <a:xfrm>
            <a:off x="7157158"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789</a:t>
            </a:r>
          </a:p>
        </p:txBody>
      </p:sp>
      <p:sp>
        <p:nvSpPr>
          <p:cNvPr id="13" name="TextBox 12">
            <a:extLst>
              <a:ext uri="{FF2B5EF4-FFF2-40B4-BE49-F238E27FC236}">
                <a16:creationId xmlns:a16="http://schemas.microsoft.com/office/drawing/2014/main" id="{F92CFD06-6F44-B46B-7365-E43E8B11100F}"/>
              </a:ext>
            </a:extLst>
          </p:cNvPr>
          <p:cNvSpPr txBox="1"/>
          <p:nvPr/>
        </p:nvSpPr>
        <p:spPr>
          <a:xfrm>
            <a:off x="3138310"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4F758F95-C7AC-647C-C7E8-6567558BEC6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AD17208-EEFB-11C8-C2BE-05C558CCB64A}"/>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C352CA8-9A8C-E064-0569-8688644136D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C215D30A-8909-8024-B09E-340D079199D6}"/>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B8DDBBA5-206A-C941-4830-743CFA634222}"/>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96A4138F-19EF-FAF4-00AF-0878EED4D13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6F0ABB2-950C-E01C-AFDE-7AC416875824}"/>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E535B75-D7ED-3F4E-EDA3-CA211BFD661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8B1DE2F-4D97-3471-D4AC-C2ED5A17E942}"/>
              </a:ext>
            </a:extLst>
          </p:cNvPr>
          <p:cNvSpPr txBox="1"/>
          <p:nvPr/>
        </p:nvSpPr>
        <p:spPr>
          <a:xfrm>
            <a:off x="5147734" y="1402877"/>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A14C678D-6E0F-439A-7492-ABBDD06A451D}"/>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83B54097-52E6-60EC-C43C-CEDEDF5F2381}"/>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6" name="TextBox 25">
            <a:extLst>
              <a:ext uri="{FF2B5EF4-FFF2-40B4-BE49-F238E27FC236}">
                <a16:creationId xmlns:a16="http://schemas.microsoft.com/office/drawing/2014/main" id="{5E1796D7-3601-070F-CD70-357513A5CE03}"/>
              </a:ext>
            </a:extLst>
          </p:cNvPr>
          <p:cNvSpPr txBox="1"/>
          <p:nvPr/>
        </p:nvSpPr>
        <p:spPr>
          <a:xfrm>
            <a:off x="7157158" y="2905709"/>
            <a:ext cx="570089" cy="230832"/>
          </a:xfrm>
          <a:prstGeom prst="rect">
            <a:avLst/>
          </a:prstGeom>
          <a:no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436A50A2-4AEF-BC5D-04CC-76EA85A2E012}"/>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BEC1C843-1C32-DAA8-CBD8-3F8F62A406B4}"/>
              </a:ext>
            </a:extLst>
          </p:cNvPr>
          <p:cNvSpPr txBox="1"/>
          <p:nvPr/>
        </p:nvSpPr>
        <p:spPr>
          <a:xfrm>
            <a:off x="6654802"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0ACBBAB0-102A-9692-77FD-9064E6F63AD3}"/>
              </a:ext>
            </a:extLst>
          </p:cNvPr>
          <p:cNvSpPr txBox="1"/>
          <p:nvPr/>
        </p:nvSpPr>
        <p:spPr>
          <a:xfrm>
            <a:off x="6152446" y="901933"/>
            <a:ext cx="570089" cy="230832"/>
          </a:xfrm>
          <a:prstGeom prst="rect">
            <a:avLst/>
          </a:prstGeom>
          <a:no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3BDDC24D-17BC-8E0F-6788-04AB529A1875}"/>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5C76514-9B22-3489-9278-A4941CA29071}"/>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159366E-475D-B644-8BD4-74B399964D05}"/>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108E9076-BC95-7672-1EA6-7B64DB03213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543B83B-0285-9AFD-BB0C-C91E2B5201B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1B87F2D5-B596-A43B-DEFF-9D4B2E12AE00}"/>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0AC82F81-1BC5-FB77-D30F-2F81BF1FCCF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5E6CC8B1-1A1D-7299-91A8-A5395D558A67}"/>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D467FF04-77A2-B193-999D-04D746842CB7}"/>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F54AC2D9-B8BE-4F61-A6D1-3B32BD5B8528}"/>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E4C8F609-772F-EE63-1BD3-3FD41F2F2FE5}"/>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354FEC9C-BE49-0287-2CAD-A76507EC27D4}"/>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3A5E8BCC-0D73-66FD-C00E-3EFE05C2C9B9}"/>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91FDB208-D810-B4DD-5CEA-A092B30B8B89}"/>
              </a:ext>
            </a:extLst>
          </p:cNvPr>
          <p:cNvSpPr txBox="1"/>
          <p:nvPr/>
        </p:nvSpPr>
        <p:spPr>
          <a:xfrm>
            <a:off x="6654802" y="1903821"/>
            <a:ext cx="570089" cy="230832"/>
          </a:xfrm>
          <a:prstGeom prst="rect">
            <a:avLst/>
          </a:prstGeom>
          <a:noFill/>
        </p:spPr>
        <p:txBody>
          <a:bodyPr wrap="square" rtlCol="0">
            <a:spAutoFit/>
          </a:bodyPr>
          <a:lstStyle/>
          <a:p>
            <a:pPr algn="ctr"/>
            <a:r>
              <a:rPr lang="en-US" sz="900" dirty="0"/>
              <a:t>678</a:t>
            </a:r>
          </a:p>
        </p:txBody>
      </p:sp>
      <p:sp>
        <p:nvSpPr>
          <p:cNvPr id="49" name="TextBox 48">
            <a:extLst>
              <a:ext uri="{FF2B5EF4-FFF2-40B4-BE49-F238E27FC236}">
                <a16:creationId xmlns:a16="http://schemas.microsoft.com/office/drawing/2014/main" id="{BCA54CA9-9C67-F8ED-C6B0-37764B5BE32E}"/>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755BB94F-845A-1353-63FF-FFE800B90703}"/>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88F9947E-41CC-7878-E5A9-D1F542191191}"/>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A516770E-BF3B-DDA8-E68C-A16BFE896CEB}"/>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B04E834C-16E7-1B72-9DD1-D2B249E04915}"/>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E84F60D0-491F-64D9-2EC6-10D2E016647D}"/>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F0FB5D10-F6CF-1661-8896-A3B428A10823}"/>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86AC11FE-4C3B-6C25-BAE3-25A82F06B89F}"/>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92D35C28-BAC4-26C2-4E8E-C3FE9C03055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E3A0001-1FA8-1EA7-4FB8-CE3C6381F336}"/>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F79FD9F2-302A-9408-DD05-BC0C6E6C8CE7}"/>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595C3248-E03D-F7A1-CA4C-AE3CEC0A2774}"/>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56789</a:t>
            </a:r>
          </a:p>
        </p:txBody>
      </p:sp>
      <p:sp>
        <p:nvSpPr>
          <p:cNvPr id="59" name="TextBox 58">
            <a:extLst>
              <a:ext uri="{FF2B5EF4-FFF2-40B4-BE49-F238E27FC236}">
                <a16:creationId xmlns:a16="http://schemas.microsoft.com/office/drawing/2014/main" id="{41021BB4-10CC-4B5A-B127-4194C7463F48}"/>
              </a:ext>
            </a:extLst>
          </p:cNvPr>
          <p:cNvSpPr txBox="1"/>
          <p:nvPr/>
        </p:nvSpPr>
        <p:spPr>
          <a:xfrm>
            <a:off x="4645378" y="901933"/>
            <a:ext cx="570089" cy="230832"/>
          </a:xfrm>
          <a:prstGeom prst="rect">
            <a:avLst/>
          </a:prstGeom>
          <a:noFill/>
        </p:spPr>
        <p:txBody>
          <a:bodyPr wrap="square" rtlCol="0">
            <a:spAutoFit/>
          </a:bodyPr>
          <a:lstStyle/>
          <a:p>
            <a:pPr algn="ctr"/>
            <a:r>
              <a:rPr lang="en-US" sz="900" dirty="0"/>
              <a:t>3789</a:t>
            </a:r>
          </a:p>
        </p:txBody>
      </p:sp>
      <p:sp>
        <p:nvSpPr>
          <p:cNvPr id="60" name="TextBox 59">
            <a:extLst>
              <a:ext uri="{FF2B5EF4-FFF2-40B4-BE49-F238E27FC236}">
                <a16:creationId xmlns:a16="http://schemas.microsoft.com/office/drawing/2014/main" id="{E9939760-6D0A-F597-87A7-FFBFB7DE2A1A}"/>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B34A1BA9-46AA-D32B-D414-07A557F4BDA7}"/>
              </a:ext>
            </a:extLst>
          </p:cNvPr>
          <p:cNvSpPr txBox="1"/>
          <p:nvPr/>
        </p:nvSpPr>
        <p:spPr>
          <a:xfrm>
            <a:off x="4645378" y="1402877"/>
            <a:ext cx="570089" cy="230832"/>
          </a:xfrm>
          <a:prstGeom prst="rect">
            <a:avLst/>
          </a:prstGeom>
          <a:noFill/>
        </p:spPr>
        <p:txBody>
          <a:bodyPr wrap="square" rtlCol="0">
            <a:spAutoFit/>
          </a:bodyPr>
          <a:lstStyle/>
          <a:p>
            <a:pPr algn="ctr"/>
            <a:r>
              <a:rPr lang="en-US" sz="900" dirty="0"/>
              <a:t>678</a:t>
            </a:r>
          </a:p>
        </p:txBody>
      </p:sp>
      <p:sp>
        <p:nvSpPr>
          <p:cNvPr id="62" name="TextBox 61">
            <a:extLst>
              <a:ext uri="{FF2B5EF4-FFF2-40B4-BE49-F238E27FC236}">
                <a16:creationId xmlns:a16="http://schemas.microsoft.com/office/drawing/2014/main" id="{E2643690-34AA-7A8A-42A4-CC7228B97DA2}"/>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CAA9431E-E422-9FF8-1AA5-AB9F0F463BE6}"/>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5E177FA3-C969-E216-94EF-F204D318671B}"/>
              </a:ext>
            </a:extLst>
          </p:cNvPr>
          <p:cNvSpPr txBox="1"/>
          <p:nvPr/>
        </p:nvSpPr>
        <p:spPr>
          <a:xfrm>
            <a:off x="3138310"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8A0F484E-8231-2DD5-AB7D-80EC4FD620A6}"/>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BD8D7CB3-8342-AB48-A22C-9785127FB776}"/>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EDBF77AD-6C5B-D346-975C-3833F1A0F7D0}"/>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7D222595-BA82-017C-4893-BAC907102F8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A819334E-EA17-C9DB-29B4-6DBD171EB4BA}"/>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F9C6B009-5789-6A74-243B-9252B6D6CCA1}"/>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D4F96F90-8DBF-FDD7-DCFB-C1B94475E098}"/>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4D64DF40-E127-4A15-7382-90F02792C835}"/>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F7E7EDAD-2709-292C-8A4F-FCA71CC15136}"/>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85DBCA92-4302-D5AA-DF50-C5429E409B64}"/>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5B6436E9-0AAE-B73D-91D8-5877CC529D33}"/>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AA0D3D7E-A091-1D73-156A-06F82DFD87BE}"/>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8866D440-47DA-744C-D3D4-29E133974364}"/>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5678</a:t>
            </a:r>
          </a:p>
        </p:txBody>
      </p:sp>
      <p:sp>
        <p:nvSpPr>
          <p:cNvPr id="78" name="TextBox 77">
            <a:extLst>
              <a:ext uri="{FF2B5EF4-FFF2-40B4-BE49-F238E27FC236}">
                <a16:creationId xmlns:a16="http://schemas.microsoft.com/office/drawing/2014/main" id="{6E3909E2-71BD-617F-8885-DE5A8A28D422}"/>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3678</a:t>
            </a:r>
          </a:p>
        </p:txBody>
      </p:sp>
      <p:sp>
        <p:nvSpPr>
          <p:cNvPr id="79" name="TextBox 78">
            <a:extLst>
              <a:ext uri="{FF2B5EF4-FFF2-40B4-BE49-F238E27FC236}">
                <a16:creationId xmlns:a16="http://schemas.microsoft.com/office/drawing/2014/main" id="{50C4E704-1051-2ABA-B035-7E8C91D63D0C}"/>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EC29F82C-D139-82E7-84F9-4775F076E81A}"/>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A4FA37F0-B0F9-E4A7-AB4C-E842D2F9A012}"/>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81251267-280D-15D0-A947-0E97FCF01E43}"/>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C9BDBD67-9C64-8F29-E6C6-78CC4F5794A1}"/>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536B0521-4ADE-1940-4B6F-B569D22C0BB7}"/>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3B5D7E79-C5CF-7473-EA2A-0184BC1DA80D}"/>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25678</a:t>
            </a:r>
          </a:p>
        </p:txBody>
      </p:sp>
      <p:sp>
        <p:nvSpPr>
          <p:cNvPr id="48" name="TextBox 47">
            <a:extLst>
              <a:ext uri="{FF2B5EF4-FFF2-40B4-BE49-F238E27FC236}">
                <a16:creationId xmlns:a16="http://schemas.microsoft.com/office/drawing/2014/main" id="{68D402AC-FE2D-E430-DA8F-E3C5FD99C764}"/>
              </a:ext>
            </a:extLst>
          </p:cNvPr>
          <p:cNvSpPr txBox="1"/>
          <p:nvPr/>
        </p:nvSpPr>
        <p:spPr>
          <a:xfrm>
            <a:off x="6654802" y="4909484"/>
            <a:ext cx="570089" cy="369332"/>
          </a:xfrm>
          <a:prstGeom prst="rect">
            <a:avLst/>
          </a:prstGeom>
          <a:noFill/>
        </p:spPr>
        <p:txBody>
          <a:bodyPr wrap="square" rtlCol="0">
            <a:spAutoFit/>
          </a:bodyPr>
          <a:lstStyle/>
          <a:p>
            <a:pPr algn="ctr"/>
            <a:r>
              <a:rPr lang="en-US" sz="900" dirty="0"/>
              <a:t>2346789</a:t>
            </a:r>
          </a:p>
        </p:txBody>
      </p:sp>
    </p:spTree>
    <p:extLst>
      <p:ext uri="{BB962C8B-B14F-4D97-AF65-F5344CB8AC3E}">
        <p14:creationId xmlns:p14="http://schemas.microsoft.com/office/powerpoint/2010/main" val="3112907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449F0-A081-7977-B478-A6AAABEC0EA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64D6DA-AD51-B0D0-A70C-6C20E1684753}"/>
              </a:ext>
            </a:extLst>
          </p:cNvPr>
          <p:cNvSpPr>
            <a:spLocks noGrp="1"/>
          </p:cNvSpPr>
          <p:nvPr>
            <p:ph sz="half" idx="1"/>
          </p:nvPr>
        </p:nvSpPr>
        <p:spPr/>
        <p:txBody>
          <a:bodyPr>
            <a:normAutofit/>
          </a:bodyPr>
          <a:lstStyle/>
          <a:p>
            <a:r>
              <a:rPr lang="en-US" dirty="0"/>
              <a:t>These two cells (in blue) can’t be 9 because they have a common row, column, or block with both a green and a purple 9 (same logic as x-wing).</a:t>
            </a:r>
          </a:p>
          <a:p>
            <a:r>
              <a:rPr lang="en-US" dirty="0"/>
              <a:t>Their elimination allows us to extend the green/purple pattern.</a:t>
            </a:r>
          </a:p>
        </p:txBody>
      </p:sp>
      <p:pic>
        <p:nvPicPr>
          <p:cNvPr id="4" name="Picture 3" descr="A grid of sudoku puzzle&#10;&#10;Description automatically generated">
            <a:extLst>
              <a:ext uri="{FF2B5EF4-FFF2-40B4-BE49-F238E27FC236}">
                <a16:creationId xmlns:a16="http://schemas.microsoft.com/office/drawing/2014/main" id="{72E4C1D2-2884-A182-0DEA-AF7514ABB6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F69EA86-D363-DFA2-FF70-4275C95D596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A85A17A-98C5-F910-E195-9D885403CA1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2DA9E03-CF0E-3253-E9C9-53B39A0EE66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CC8F4C6-0133-A1E5-9A0D-AEED9E3D7EA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9353AB7-2C01-D497-4D8B-602BA7351BC0}"/>
              </a:ext>
            </a:extLst>
          </p:cNvPr>
          <p:cNvSpPr txBox="1"/>
          <p:nvPr/>
        </p:nvSpPr>
        <p:spPr>
          <a:xfrm>
            <a:off x="4143022"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789</a:t>
            </a:r>
          </a:p>
        </p:txBody>
      </p:sp>
      <p:sp>
        <p:nvSpPr>
          <p:cNvPr id="9" name="TextBox 8">
            <a:extLst>
              <a:ext uri="{FF2B5EF4-FFF2-40B4-BE49-F238E27FC236}">
                <a16:creationId xmlns:a16="http://schemas.microsoft.com/office/drawing/2014/main" id="{1A845A91-9169-4BD3-B578-43D6A9D6CC65}"/>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6F02F42F-F91B-9A8A-390F-812867748512}"/>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89DD681D-3678-71A9-A0D9-FC098E085A48}"/>
              </a:ext>
            </a:extLst>
          </p:cNvPr>
          <p:cNvSpPr txBox="1"/>
          <p:nvPr/>
        </p:nvSpPr>
        <p:spPr>
          <a:xfrm>
            <a:off x="4143022"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789</a:t>
            </a:r>
          </a:p>
        </p:txBody>
      </p:sp>
      <p:sp>
        <p:nvSpPr>
          <p:cNvPr id="12" name="TextBox 11">
            <a:extLst>
              <a:ext uri="{FF2B5EF4-FFF2-40B4-BE49-F238E27FC236}">
                <a16:creationId xmlns:a16="http://schemas.microsoft.com/office/drawing/2014/main" id="{B34991D9-9A16-DB78-2A1C-7A08AC4589F4}"/>
              </a:ext>
            </a:extLst>
          </p:cNvPr>
          <p:cNvSpPr txBox="1"/>
          <p:nvPr/>
        </p:nvSpPr>
        <p:spPr>
          <a:xfrm>
            <a:off x="7157158"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789</a:t>
            </a:r>
          </a:p>
        </p:txBody>
      </p:sp>
      <p:sp>
        <p:nvSpPr>
          <p:cNvPr id="13" name="TextBox 12">
            <a:extLst>
              <a:ext uri="{FF2B5EF4-FFF2-40B4-BE49-F238E27FC236}">
                <a16:creationId xmlns:a16="http://schemas.microsoft.com/office/drawing/2014/main" id="{71BBA743-78D7-92C0-6563-2D3BD70A7A6E}"/>
              </a:ext>
            </a:extLst>
          </p:cNvPr>
          <p:cNvSpPr txBox="1"/>
          <p:nvPr/>
        </p:nvSpPr>
        <p:spPr>
          <a:xfrm>
            <a:off x="3138310"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AB3A66F8-F391-8606-74F4-377B2FF7BC29}"/>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4F1939F-F503-6D82-9307-AD47DA26A498}"/>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22AEAEFB-39FE-72E5-96F7-62221F9575E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BAE80159-9B6D-F681-C54B-48740C71158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283DBF43-4C6A-5494-BAC0-CAE77E15255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74B5D42-848C-E7F8-2E1F-8E896F05EFC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7DCA54F-95EA-62A1-87B4-0FDB0DA5A238}"/>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39BAE70-2DAA-734D-72C0-7D7B7BE6E47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9AEA1EE-D72C-CFE0-932A-30EA2AB3E37C}"/>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BF355616-8FFC-DD4F-E301-0683CB3BD948}"/>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F21C2278-A467-6E79-BB60-BEC8737B48F2}"/>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6" name="TextBox 25">
            <a:extLst>
              <a:ext uri="{FF2B5EF4-FFF2-40B4-BE49-F238E27FC236}">
                <a16:creationId xmlns:a16="http://schemas.microsoft.com/office/drawing/2014/main" id="{30815496-F1F8-1389-5257-3D5B33F558C5}"/>
              </a:ext>
            </a:extLst>
          </p:cNvPr>
          <p:cNvSpPr txBox="1"/>
          <p:nvPr/>
        </p:nvSpPr>
        <p:spPr>
          <a:xfrm>
            <a:off x="715715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5789</a:t>
            </a:r>
          </a:p>
        </p:txBody>
      </p:sp>
      <p:sp>
        <p:nvSpPr>
          <p:cNvPr id="27" name="TextBox 26">
            <a:extLst>
              <a:ext uri="{FF2B5EF4-FFF2-40B4-BE49-F238E27FC236}">
                <a16:creationId xmlns:a16="http://schemas.microsoft.com/office/drawing/2014/main" id="{82577D22-453F-BB1D-D57E-C36687FA32FB}"/>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28" name="TextBox 27">
            <a:extLst>
              <a:ext uri="{FF2B5EF4-FFF2-40B4-BE49-F238E27FC236}">
                <a16:creationId xmlns:a16="http://schemas.microsoft.com/office/drawing/2014/main" id="{8EF78343-ADA6-9F2C-B61F-6331FACA76DF}"/>
              </a:ext>
            </a:extLst>
          </p:cNvPr>
          <p:cNvSpPr txBox="1"/>
          <p:nvPr/>
        </p:nvSpPr>
        <p:spPr>
          <a:xfrm>
            <a:off x="6654802"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789</a:t>
            </a:r>
          </a:p>
        </p:txBody>
      </p:sp>
      <p:sp>
        <p:nvSpPr>
          <p:cNvPr id="29" name="TextBox 28">
            <a:extLst>
              <a:ext uri="{FF2B5EF4-FFF2-40B4-BE49-F238E27FC236}">
                <a16:creationId xmlns:a16="http://schemas.microsoft.com/office/drawing/2014/main" id="{8447F2E5-558E-9164-525F-373B1557AAF7}"/>
              </a:ext>
            </a:extLst>
          </p:cNvPr>
          <p:cNvSpPr txBox="1"/>
          <p:nvPr/>
        </p:nvSpPr>
        <p:spPr>
          <a:xfrm>
            <a:off x="615244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789</a:t>
            </a:r>
          </a:p>
        </p:txBody>
      </p:sp>
      <p:sp>
        <p:nvSpPr>
          <p:cNvPr id="31" name="TextBox 30">
            <a:extLst>
              <a:ext uri="{FF2B5EF4-FFF2-40B4-BE49-F238E27FC236}">
                <a16:creationId xmlns:a16="http://schemas.microsoft.com/office/drawing/2014/main" id="{E9B5A6E8-4BB6-0653-B3EC-468543981331}"/>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128F856-0A04-820F-8631-C8907E837212}"/>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0DA9094-5D3F-BA7B-A6C7-BC15115A1B53}"/>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D1EF765-C206-75B7-F909-346634FDB1B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CE86AA2A-4E16-40D4-1FCA-0890EC999B4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F050B1A9-AA56-B5AC-BF73-D7D51839436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01670683-6B87-8A5F-75E2-FE5C7EF6E84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2E2EBD76-300B-ECF5-6B44-ED6E16A5026B}"/>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42909280-8411-3698-30C8-147B06E0B621}"/>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0" name="TextBox 39">
            <a:extLst>
              <a:ext uri="{FF2B5EF4-FFF2-40B4-BE49-F238E27FC236}">
                <a16:creationId xmlns:a16="http://schemas.microsoft.com/office/drawing/2014/main" id="{E04FC371-F1FB-8B96-6E87-B281CA3143BB}"/>
              </a:ext>
            </a:extLst>
          </p:cNvPr>
          <p:cNvSpPr txBox="1"/>
          <p:nvPr/>
        </p:nvSpPr>
        <p:spPr>
          <a:xfrm>
            <a:off x="4143022" y="2905709"/>
            <a:ext cx="570089" cy="230832"/>
          </a:xfrm>
          <a:prstGeom prst="rect">
            <a:avLst/>
          </a:prstGeom>
          <a:noFill/>
        </p:spPr>
        <p:txBody>
          <a:bodyPr wrap="square" rtlCol="0">
            <a:spAutoFit/>
          </a:bodyPr>
          <a:lstStyle/>
          <a:p>
            <a:pPr algn="ctr"/>
            <a:r>
              <a:rPr lang="en-US" sz="900" dirty="0"/>
              <a:t>78</a:t>
            </a:r>
          </a:p>
        </p:txBody>
      </p:sp>
      <p:sp>
        <p:nvSpPr>
          <p:cNvPr id="41" name="TextBox 40">
            <a:extLst>
              <a:ext uri="{FF2B5EF4-FFF2-40B4-BE49-F238E27FC236}">
                <a16:creationId xmlns:a16="http://schemas.microsoft.com/office/drawing/2014/main" id="{09902540-364F-AAA7-484B-5ED02B34575B}"/>
              </a:ext>
            </a:extLst>
          </p:cNvPr>
          <p:cNvSpPr txBox="1"/>
          <p:nvPr/>
        </p:nvSpPr>
        <p:spPr>
          <a:xfrm>
            <a:off x="464537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E1DEEBF8-724F-E67C-5907-05F6A1C04EB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294D4E08-9A93-5082-60B1-65E4CD127E28}"/>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9C9BF115-4D2A-E5E7-DE97-9AF05A1F7898}"/>
              </a:ext>
            </a:extLst>
          </p:cNvPr>
          <p:cNvSpPr txBox="1"/>
          <p:nvPr/>
        </p:nvSpPr>
        <p:spPr>
          <a:xfrm>
            <a:off x="6654802" y="1903821"/>
            <a:ext cx="570089" cy="230832"/>
          </a:xfrm>
          <a:prstGeom prst="rect">
            <a:avLst/>
          </a:prstGeom>
          <a:noFill/>
        </p:spPr>
        <p:txBody>
          <a:bodyPr wrap="square" rtlCol="0">
            <a:spAutoFit/>
          </a:bodyPr>
          <a:lstStyle/>
          <a:p>
            <a:pPr algn="ctr"/>
            <a:r>
              <a:rPr lang="en-US" sz="900" dirty="0"/>
              <a:t>678</a:t>
            </a:r>
          </a:p>
        </p:txBody>
      </p:sp>
      <p:sp>
        <p:nvSpPr>
          <p:cNvPr id="49" name="TextBox 48">
            <a:extLst>
              <a:ext uri="{FF2B5EF4-FFF2-40B4-BE49-F238E27FC236}">
                <a16:creationId xmlns:a16="http://schemas.microsoft.com/office/drawing/2014/main" id="{604DE789-CE33-C40F-D0D9-3A2796C1DB4A}"/>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EA1BD64E-0375-10BD-54D0-C91A6C2D6ED5}"/>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B4D42FF2-3650-4C97-732E-4C034A83FEAE}"/>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BB4FB950-D392-70A7-EED0-29649F94BCED}"/>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1118A785-BFF2-7AED-A95E-7C5D6C9DA1FD}"/>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E9CFDAAC-1BBD-706A-1F49-02673E20EF58}"/>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CED54A31-D91B-0BDA-097C-64AF3AE866A0}"/>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C4373B12-E418-AEF4-E1FB-916D2A36ECE3}"/>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406BE1A6-A3C2-567D-5DD7-56B7999A8DE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C094EC0-FEF6-BBF5-EE97-24DB9A87A7BA}"/>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EADDAD9E-C0A0-1B1D-E7F2-0CC2EB5FE97F}"/>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3237E187-D639-2340-DE2D-0FFC48F9D925}"/>
              </a:ext>
            </a:extLst>
          </p:cNvPr>
          <p:cNvSpPr txBox="1"/>
          <p:nvPr/>
        </p:nvSpPr>
        <p:spPr>
          <a:xfrm>
            <a:off x="6654802" y="1402877"/>
            <a:ext cx="570089" cy="230832"/>
          </a:xfrm>
          <a:prstGeom prst="rect">
            <a:avLst/>
          </a:prstGeom>
          <a:solidFill>
            <a:schemeClr val="accent4">
              <a:lumMod val="20000"/>
              <a:lumOff val="80000"/>
            </a:schemeClr>
          </a:solid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00DE7E37-6502-6C5B-A714-D7EB0232F1B5}"/>
              </a:ext>
            </a:extLst>
          </p:cNvPr>
          <p:cNvSpPr txBox="1"/>
          <p:nvPr/>
        </p:nvSpPr>
        <p:spPr>
          <a:xfrm>
            <a:off x="4645378"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3789</a:t>
            </a:r>
          </a:p>
        </p:txBody>
      </p:sp>
      <p:sp>
        <p:nvSpPr>
          <p:cNvPr id="60" name="TextBox 59">
            <a:extLst>
              <a:ext uri="{FF2B5EF4-FFF2-40B4-BE49-F238E27FC236}">
                <a16:creationId xmlns:a16="http://schemas.microsoft.com/office/drawing/2014/main" id="{334ECADB-C9F4-76A0-43AC-08AAAA64ECAC}"/>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80B49BFB-04DF-167D-D5D4-42C318FBCCC0}"/>
              </a:ext>
            </a:extLst>
          </p:cNvPr>
          <p:cNvSpPr txBox="1"/>
          <p:nvPr/>
        </p:nvSpPr>
        <p:spPr>
          <a:xfrm>
            <a:off x="4645378" y="1402877"/>
            <a:ext cx="570089" cy="230832"/>
          </a:xfrm>
          <a:prstGeom prst="rect">
            <a:avLst/>
          </a:prstGeom>
          <a:noFill/>
        </p:spPr>
        <p:txBody>
          <a:bodyPr wrap="square" rtlCol="0">
            <a:spAutoFit/>
          </a:bodyPr>
          <a:lstStyle/>
          <a:p>
            <a:pPr algn="ctr"/>
            <a:r>
              <a:rPr lang="en-US" sz="900" dirty="0"/>
              <a:t>678</a:t>
            </a:r>
          </a:p>
        </p:txBody>
      </p:sp>
      <p:sp>
        <p:nvSpPr>
          <p:cNvPr id="62" name="TextBox 61">
            <a:extLst>
              <a:ext uri="{FF2B5EF4-FFF2-40B4-BE49-F238E27FC236}">
                <a16:creationId xmlns:a16="http://schemas.microsoft.com/office/drawing/2014/main" id="{22F8F2DE-79B1-37B3-6F32-E21BFF5C723F}"/>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C2FAF1CA-B3DA-8420-3578-13E9B241375E}"/>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BB683A27-3D4A-EEBA-9086-2588055EB389}"/>
              </a:ext>
            </a:extLst>
          </p:cNvPr>
          <p:cNvSpPr txBox="1"/>
          <p:nvPr/>
        </p:nvSpPr>
        <p:spPr>
          <a:xfrm>
            <a:off x="3138310" y="3907597"/>
            <a:ext cx="570089" cy="230832"/>
          </a:xfrm>
          <a:prstGeom prst="rect">
            <a:avLst/>
          </a:prstGeom>
          <a:solidFill>
            <a:schemeClr val="accent6">
              <a:lumMod val="20000"/>
              <a:lumOff val="80000"/>
            </a:schemeClr>
          </a:solidFill>
        </p:spPr>
        <p:txBody>
          <a:bodyPr wrap="square" rtlCol="0">
            <a:spAutoFit/>
          </a:bodyPr>
          <a:lstStyle/>
          <a:p>
            <a:pPr algn="ctr"/>
            <a:r>
              <a:rPr lang="en-US" sz="900" dirty="0"/>
              <a:t>789</a:t>
            </a:r>
          </a:p>
        </p:txBody>
      </p:sp>
      <p:sp>
        <p:nvSpPr>
          <p:cNvPr id="65" name="TextBox 64">
            <a:extLst>
              <a:ext uri="{FF2B5EF4-FFF2-40B4-BE49-F238E27FC236}">
                <a16:creationId xmlns:a16="http://schemas.microsoft.com/office/drawing/2014/main" id="{97EE2F0D-3BC9-1666-1355-CFD13563F56D}"/>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E079D3B4-0184-B654-0539-6EE21B4E4344}"/>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F201C1AF-E8A8-A94E-289D-397A1CC7ED5B}"/>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018EE4F7-1CD0-D5B7-6B20-163D261EC38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A587FE64-67EA-28DE-C995-8CE8694F7A5E}"/>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A6BC8EA0-C0D5-1030-9BE2-F0711545536E}"/>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6BFFB814-D2F9-8BDE-624D-24FF5BDF9E3A}"/>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2DE14BDC-B813-0F1B-F9D6-62D01F1CBED5}"/>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BDA4F456-E39C-E32A-71E2-9D9F7551EEEE}"/>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71D4D188-3016-125E-17A5-1FA5A6893B95}"/>
              </a:ext>
            </a:extLst>
          </p:cNvPr>
          <p:cNvSpPr txBox="1"/>
          <p:nvPr/>
        </p:nvSpPr>
        <p:spPr>
          <a:xfrm>
            <a:off x="615244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56789</a:t>
            </a:r>
          </a:p>
        </p:txBody>
      </p:sp>
      <p:sp>
        <p:nvSpPr>
          <p:cNvPr id="75" name="TextBox 74">
            <a:extLst>
              <a:ext uri="{FF2B5EF4-FFF2-40B4-BE49-F238E27FC236}">
                <a16:creationId xmlns:a16="http://schemas.microsoft.com/office/drawing/2014/main" id="{C7333DE8-E0D2-7DC7-3DF8-B07D03EFBE22}"/>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75C12DF7-F331-C02A-0D1B-C2E0E42C792B}"/>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3578</a:t>
            </a:r>
          </a:p>
        </p:txBody>
      </p:sp>
      <p:sp>
        <p:nvSpPr>
          <p:cNvPr id="77" name="TextBox 76">
            <a:extLst>
              <a:ext uri="{FF2B5EF4-FFF2-40B4-BE49-F238E27FC236}">
                <a16:creationId xmlns:a16="http://schemas.microsoft.com/office/drawing/2014/main" id="{20266DD3-868E-7195-B790-EC53AE727BB3}"/>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a:t>
            </a:r>
          </a:p>
        </p:txBody>
      </p:sp>
      <p:sp>
        <p:nvSpPr>
          <p:cNvPr id="78" name="TextBox 77">
            <a:extLst>
              <a:ext uri="{FF2B5EF4-FFF2-40B4-BE49-F238E27FC236}">
                <a16:creationId xmlns:a16="http://schemas.microsoft.com/office/drawing/2014/main" id="{5D3E4474-4CE9-CEA5-E3E5-A90F9BA8294C}"/>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a:t>
            </a:r>
          </a:p>
        </p:txBody>
      </p:sp>
      <p:sp>
        <p:nvSpPr>
          <p:cNvPr id="79" name="TextBox 78">
            <a:extLst>
              <a:ext uri="{FF2B5EF4-FFF2-40B4-BE49-F238E27FC236}">
                <a16:creationId xmlns:a16="http://schemas.microsoft.com/office/drawing/2014/main" id="{260AAF24-A0C5-6D6A-A06B-2C1DBAD20A11}"/>
              </a:ext>
            </a:extLst>
          </p:cNvPr>
          <p:cNvSpPr txBox="1"/>
          <p:nvPr/>
        </p:nvSpPr>
        <p:spPr>
          <a:xfrm>
            <a:off x="6654802"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345789</a:t>
            </a:r>
          </a:p>
        </p:txBody>
      </p:sp>
      <p:sp>
        <p:nvSpPr>
          <p:cNvPr id="80" name="TextBox 79">
            <a:extLst>
              <a:ext uri="{FF2B5EF4-FFF2-40B4-BE49-F238E27FC236}">
                <a16:creationId xmlns:a16="http://schemas.microsoft.com/office/drawing/2014/main" id="{96E916A3-35D2-DB5E-965F-CD557E4E4ACF}"/>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CCB73500-E3F5-A1DC-D9D6-D98520FB178B}"/>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3CBEC6AF-2EC7-FFFB-EF56-61EE18FA2B30}"/>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C3B947F1-85CA-8F22-C5DE-77D270E25047}"/>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88D23506-67B4-5628-3858-78041F59C8F4}"/>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B02A232A-E774-8919-13DD-5F053D615A97}"/>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2567</a:t>
            </a:r>
          </a:p>
        </p:txBody>
      </p:sp>
      <p:sp>
        <p:nvSpPr>
          <p:cNvPr id="48" name="TextBox 47">
            <a:extLst>
              <a:ext uri="{FF2B5EF4-FFF2-40B4-BE49-F238E27FC236}">
                <a16:creationId xmlns:a16="http://schemas.microsoft.com/office/drawing/2014/main" id="{3F89B739-04D9-53F6-CBD6-8EC6E345CBAF}"/>
              </a:ext>
            </a:extLst>
          </p:cNvPr>
          <p:cNvSpPr txBox="1"/>
          <p:nvPr/>
        </p:nvSpPr>
        <p:spPr>
          <a:xfrm>
            <a:off x="6654802" y="4909484"/>
            <a:ext cx="570089" cy="369332"/>
          </a:xfrm>
          <a:prstGeom prst="rect">
            <a:avLst/>
          </a:prstGeom>
          <a:noFill/>
        </p:spPr>
        <p:txBody>
          <a:bodyPr wrap="square" rtlCol="0">
            <a:spAutoFit/>
          </a:bodyPr>
          <a:lstStyle/>
          <a:p>
            <a:pPr algn="ctr"/>
            <a:r>
              <a:rPr lang="en-US" sz="900" dirty="0"/>
              <a:t>2346789</a:t>
            </a:r>
          </a:p>
        </p:txBody>
      </p:sp>
    </p:spTree>
    <p:extLst>
      <p:ext uri="{BB962C8B-B14F-4D97-AF65-F5344CB8AC3E}">
        <p14:creationId xmlns:p14="http://schemas.microsoft.com/office/powerpoint/2010/main" val="1953588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167B1-11A7-6C4B-98EB-6AAF472B88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6CC0EC-D56E-AF2A-BF15-97229FCB7E34}"/>
              </a:ext>
            </a:extLst>
          </p:cNvPr>
          <p:cNvSpPr>
            <a:spLocks noGrp="1"/>
          </p:cNvSpPr>
          <p:nvPr>
            <p:ph sz="half" idx="1"/>
          </p:nvPr>
        </p:nvSpPr>
        <p:spPr/>
        <p:txBody>
          <a:bodyPr>
            <a:normAutofit/>
          </a:bodyPr>
          <a:lstStyle/>
          <a:p>
            <a:r>
              <a:rPr lang="en-US" dirty="0"/>
              <a:t>The green cells can’t be 9’s because of the conflict in Column 4.</a:t>
            </a:r>
          </a:p>
          <a:p>
            <a:r>
              <a:rPr lang="en-US" dirty="0"/>
              <a:t>It must be that the purple cells are the 9’s.</a:t>
            </a:r>
          </a:p>
        </p:txBody>
      </p:sp>
      <p:pic>
        <p:nvPicPr>
          <p:cNvPr id="4" name="Picture 3" descr="A grid of sudoku puzzle&#10;&#10;Description automatically generated">
            <a:extLst>
              <a:ext uri="{FF2B5EF4-FFF2-40B4-BE49-F238E27FC236}">
                <a16:creationId xmlns:a16="http://schemas.microsoft.com/office/drawing/2014/main" id="{259D82CE-924C-B1CD-38E6-DDE38DAD313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B302634-417B-BA2C-6C35-FDB2C5897B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DF7358B-CD75-AAAE-0BB9-7954171B3F6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01E6939-7080-C75D-461C-4050127754F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28BF337-64B9-8E3D-9DBC-58F65EEE5F2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F2A8847-AC36-157C-1842-074ECD0F959B}"/>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8EA1B844-7248-A255-0540-D67D2787BEE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1ECF42B-9A9E-1A1C-C6FF-5B4C62929C5D}"/>
              </a:ext>
            </a:extLst>
          </p:cNvPr>
          <p:cNvSpPr txBox="1"/>
          <p:nvPr/>
        </p:nvSpPr>
        <p:spPr>
          <a:xfrm>
            <a:off x="4143022" y="1402877"/>
            <a:ext cx="570089" cy="230832"/>
          </a:xfrm>
          <a:prstGeom prst="rect">
            <a:avLst/>
          </a:prstGeom>
          <a:noFill/>
        </p:spPr>
        <p:txBody>
          <a:bodyPr wrap="square" rtlCol="0">
            <a:spAutoFit/>
          </a:bodyPr>
          <a:lstStyle/>
          <a:p>
            <a:pPr algn="ctr"/>
            <a:r>
              <a:rPr lang="en-US" sz="900" dirty="0"/>
              <a:t>78</a:t>
            </a:r>
          </a:p>
        </p:txBody>
      </p:sp>
      <p:sp>
        <p:nvSpPr>
          <p:cNvPr id="12" name="TextBox 11">
            <a:extLst>
              <a:ext uri="{FF2B5EF4-FFF2-40B4-BE49-F238E27FC236}">
                <a16:creationId xmlns:a16="http://schemas.microsoft.com/office/drawing/2014/main" id="{D524DF04-9749-C314-54C5-668E73F4DFDE}"/>
              </a:ext>
            </a:extLst>
          </p:cNvPr>
          <p:cNvSpPr txBox="1"/>
          <p:nvPr/>
        </p:nvSpPr>
        <p:spPr>
          <a:xfrm>
            <a:off x="7157158" y="1903821"/>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57BE8F96-B3E1-2EBD-C458-18EDB1BBFEBD}"/>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98A0FC27-2840-53F6-C9F1-80CCA19D15D7}"/>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01F515B0-1419-645A-384D-3B401D04FC2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2D6A2966-7E20-5453-4D61-323A21FC7613}"/>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6567AF8-719E-D942-75C6-398E5F6F1690}"/>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D3FFE36-22AB-C9B7-DF72-799957F1219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FAE6400-FE98-9813-B1E4-57C5DE58EF83}"/>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4197621D-A16C-F6F4-EE9B-8920F4ACBB0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A2F1D3B3-5CAD-E739-67F8-E187DA4B395F}"/>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E93A8C71-5CD3-F24E-A618-F292EC3AA8EE}"/>
              </a:ext>
            </a:extLst>
          </p:cNvPr>
          <p:cNvSpPr txBox="1"/>
          <p:nvPr/>
        </p:nvSpPr>
        <p:spPr>
          <a:xfrm>
            <a:off x="3640666" y="901933"/>
            <a:ext cx="570089" cy="230832"/>
          </a:xfrm>
          <a:prstGeom prst="rect">
            <a:avLst/>
          </a:prstGeom>
          <a:noFill/>
        </p:spPr>
        <p:txBody>
          <a:bodyPr wrap="square" rtlCol="0">
            <a:spAutoFit/>
          </a:bodyPr>
          <a:lstStyle/>
          <a:p>
            <a:pPr algn="ctr"/>
            <a:r>
              <a:rPr lang="en-US" sz="900" dirty="0"/>
              <a:t>78</a:t>
            </a:r>
          </a:p>
        </p:txBody>
      </p:sp>
      <p:sp>
        <p:nvSpPr>
          <p:cNvPr id="27" name="TextBox 26">
            <a:extLst>
              <a:ext uri="{FF2B5EF4-FFF2-40B4-BE49-F238E27FC236}">
                <a16:creationId xmlns:a16="http://schemas.microsoft.com/office/drawing/2014/main" id="{75224C6D-995C-8B94-5556-2BD92BDC7690}"/>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4BBC5AD9-BF0D-6B7E-9C6E-61BCA3EF46B5}"/>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B4E9C95D-5CEB-D1CB-A374-666F70762D19}"/>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4682B36-A194-7B7A-9998-EA74F23D8BA5}"/>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581E58DF-72A5-5928-46B3-C3FD4351FEA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ED79537-E3A4-FEB5-42DF-0CA7208E9D9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0DBEFD4A-B68E-8400-2CFD-9A72BA003547}"/>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a:t>
            </a:r>
          </a:p>
        </p:txBody>
      </p:sp>
      <p:sp>
        <p:nvSpPr>
          <p:cNvPr id="37" name="TextBox 36">
            <a:extLst>
              <a:ext uri="{FF2B5EF4-FFF2-40B4-BE49-F238E27FC236}">
                <a16:creationId xmlns:a16="http://schemas.microsoft.com/office/drawing/2014/main" id="{8EAC2840-2AE5-36C9-38BF-CF55B6664AE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4EDEA9ED-FE45-89FD-210B-CC512B870528}"/>
              </a:ext>
            </a:extLst>
          </p:cNvPr>
          <p:cNvSpPr txBox="1"/>
          <p:nvPr/>
        </p:nvSpPr>
        <p:spPr>
          <a:xfrm>
            <a:off x="5147734" y="2404765"/>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DEAE06C8-2343-9DF6-AB3A-3BD2C2956E77}"/>
              </a:ext>
            </a:extLst>
          </p:cNvPr>
          <p:cNvSpPr txBox="1"/>
          <p:nvPr/>
        </p:nvSpPr>
        <p:spPr>
          <a:xfrm>
            <a:off x="5650090" y="2404765"/>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D48E5E03-1049-2AB8-82F5-76C42C51E8C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44" name="TextBox 43">
            <a:extLst>
              <a:ext uri="{FF2B5EF4-FFF2-40B4-BE49-F238E27FC236}">
                <a16:creationId xmlns:a16="http://schemas.microsoft.com/office/drawing/2014/main" id="{1F23F502-6A23-4E0F-2B41-745F1C4CE0B2}"/>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A87A192D-0F9E-F922-8814-FE0323C85DDF}"/>
              </a:ext>
            </a:extLst>
          </p:cNvPr>
          <p:cNvSpPr txBox="1"/>
          <p:nvPr/>
        </p:nvSpPr>
        <p:spPr>
          <a:xfrm>
            <a:off x="6654802" y="1903821"/>
            <a:ext cx="570089" cy="230832"/>
          </a:xfrm>
          <a:prstGeom prst="rect">
            <a:avLst/>
          </a:prstGeom>
          <a:noFill/>
        </p:spPr>
        <p:txBody>
          <a:bodyPr wrap="square" rtlCol="0">
            <a:spAutoFit/>
          </a:bodyPr>
          <a:lstStyle/>
          <a:p>
            <a:pPr algn="ctr"/>
            <a:r>
              <a:rPr lang="en-US" sz="900" dirty="0"/>
              <a:t>67</a:t>
            </a:r>
          </a:p>
        </p:txBody>
      </p:sp>
      <p:sp>
        <p:nvSpPr>
          <p:cNvPr id="49" name="TextBox 48">
            <a:extLst>
              <a:ext uri="{FF2B5EF4-FFF2-40B4-BE49-F238E27FC236}">
                <a16:creationId xmlns:a16="http://schemas.microsoft.com/office/drawing/2014/main" id="{4755251A-F817-BA50-2518-92EF7DF8D473}"/>
              </a:ext>
            </a:extLst>
          </p:cNvPr>
          <p:cNvSpPr txBox="1"/>
          <p:nvPr/>
        </p:nvSpPr>
        <p:spPr>
          <a:xfrm>
            <a:off x="5650090" y="3406653"/>
            <a:ext cx="570089" cy="230832"/>
          </a:xfrm>
          <a:prstGeom prst="rect">
            <a:avLst/>
          </a:prstGeom>
          <a:noFill/>
        </p:spPr>
        <p:txBody>
          <a:bodyPr wrap="square" rtlCol="0">
            <a:spAutoFit/>
          </a:bodyPr>
          <a:lstStyle/>
          <a:p>
            <a:pPr algn="ctr"/>
            <a:r>
              <a:rPr lang="en-US" sz="900" dirty="0"/>
              <a:t>78</a:t>
            </a:r>
          </a:p>
        </p:txBody>
      </p:sp>
      <p:sp>
        <p:nvSpPr>
          <p:cNvPr id="50" name="TextBox 49">
            <a:extLst>
              <a:ext uri="{FF2B5EF4-FFF2-40B4-BE49-F238E27FC236}">
                <a16:creationId xmlns:a16="http://schemas.microsoft.com/office/drawing/2014/main" id="{65EB0A2A-DD0A-0AAB-878B-B60DFEC91CFA}"/>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83352008-7CA1-46DC-B5C2-B67E902FB6E9}"/>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48A6BB3E-6924-7AB9-F2C8-A97C85827FF5}"/>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9335B292-7B9D-70A6-723C-1BDA2A8BACD5}"/>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238215F1-74C8-10FF-2B7A-F670B05D3EEE}"/>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E011D48D-4805-94E2-9036-56D6B05CB368}"/>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8B572311-E79B-8836-45E2-860D9C1C3647}"/>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AAD2FDA8-B8B8-92E8-4F1A-C4697868055C}"/>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B4EC6631-A925-9AA6-294E-5A9DC48AEC22}"/>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668721D3-3355-F45A-5594-410DDD21CB7E}"/>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162D5AE8-1C3A-AB3B-072E-71767658FA1B}"/>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61765250-710A-ED45-0960-8C3F71DBCBE4}"/>
              </a:ext>
            </a:extLst>
          </p:cNvPr>
          <p:cNvSpPr txBox="1"/>
          <p:nvPr/>
        </p:nvSpPr>
        <p:spPr>
          <a:xfrm>
            <a:off x="4645378" y="901933"/>
            <a:ext cx="570089" cy="230832"/>
          </a:xfrm>
          <a:prstGeom prst="rect">
            <a:avLst/>
          </a:prstGeom>
          <a:noFill/>
        </p:spPr>
        <p:txBody>
          <a:bodyPr wrap="square" rtlCol="0">
            <a:spAutoFit/>
          </a:bodyPr>
          <a:lstStyle/>
          <a:p>
            <a:pPr algn="ctr"/>
            <a:r>
              <a:rPr lang="en-US" sz="900" dirty="0"/>
              <a:t>378</a:t>
            </a:r>
          </a:p>
        </p:txBody>
      </p:sp>
      <p:sp>
        <p:nvSpPr>
          <p:cNvPr id="60" name="TextBox 59">
            <a:extLst>
              <a:ext uri="{FF2B5EF4-FFF2-40B4-BE49-F238E27FC236}">
                <a16:creationId xmlns:a16="http://schemas.microsoft.com/office/drawing/2014/main" id="{32122F12-8296-6EFB-F282-F2C450F7D87F}"/>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2E3FC30D-4EA1-4172-448A-0BFBB338DC65}"/>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62" name="TextBox 61">
            <a:extLst>
              <a:ext uri="{FF2B5EF4-FFF2-40B4-BE49-F238E27FC236}">
                <a16:creationId xmlns:a16="http://schemas.microsoft.com/office/drawing/2014/main" id="{A830D077-5A71-E61E-780A-A0DC414A9472}"/>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EB188584-896C-D86E-D19E-ACD48F2B5FB1}"/>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4" name="TextBox 63">
            <a:extLst>
              <a:ext uri="{FF2B5EF4-FFF2-40B4-BE49-F238E27FC236}">
                <a16:creationId xmlns:a16="http://schemas.microsoft.com/office/drawing/2014/main" id="{F36680AB-9786-671C-A639-13B4E910A16F}"/>
              </a:ext>
            </a:extLst>
          </p:cNvPr>
          <p:cNvSpPr txBox="1"/>
          <p:nvPr/>
        </p:nvSpPr>
        <p:spPr>
          <a:xfrm>
            <a:off x="3138310" y="3907597"/>
            <a:ext cx="570089" cy="230832"/>
          </a:xfrm>
          <a:prstGeom prst="rect">
            <a:avLst/>
          </a:prstGeom>
          <a:noFill/>
        </p:spPr>
        <p:txBody>
          <a:bodyPr wrap="square" rtlCol="0">
            <a:spAutoFit/>
          </a:bodyPr>
          <a:lstStyle/>
          <a:p>
            <a:pPr algn="ctr"/>
            <a:r>
              <a:rPr lang="en-US" sz="900" dirty="0"/>
              <a:t>78</a:t>
            </a:r>
          </a:p>
        </p:txBody>
      </p:sp>
      <p:sp>
        <p:nvSpPr>
          <p:cNvPr id="65" name="TextBox 64">
            <a:extLst>
              <a:ext uri="{FF2B5EF4-FFF2-40B4-BE49-F238E27FC236}">
                <a16:creationId xmlns:a16="http://schemas.microsoft.com/office/drawing/2014/main" id="{9450D0E2-9D08-A376-26B7-EA3AF3F887AA}"/>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0789C183-DE5F-BC28-FFC5-E849B7D74B49}"/>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7" name="TextBox 66">
            <a:extLst>
              <a:ext uri="{FF2B5EF4-FFF2-40B4-BE49-F238E27FC236}">
                <a16:creationId xmlns:a16="http://schemas.microsoft.com/office/drawing/2014/main" id="{D7BD6B71-CB3A-A07F-9FDF-E08CBFCC8DAE}"/>
              </a:ext>
            </a:extLst>
          </p:cNvPr>
          <p:cNvSpPr txBox="1"/>
          <p:nvPr/>
        </p:nvSpPr>
        <p:spPr>
          <a:xfrm>
            <a:off x="3138310" y="2404765"/>
            <a:ext cx="570089" cy="230832"/>
          </a:xfrm>
          <a:prstGeom prst="rect">
            <a:avLst/>
          </a:prstGeom>
          <a:noFill/>
        </p:spPr>
        <p:txBody>
          <a:bodyPr wrap="square" rtlCol="0">
            <a:spAutoFit/>
          </a:bodyPr>
          <a:lstStyle/>
          <a:p>
            <a:pPr algn="ctr"/>
            <a:r>
              <a:rPr lang="en-US" sz="900" dirty="0"/>
              <a:t>87</a:t>
            </a:r>
          </a:p>
        </p:txBody>
      </p:sp>
      <p:sp>
        <p:nvSpPr>
          <p:cNvPr id="69" name="TextBox 68">
            <a:extLst>
              <a:ext uri="{FF2B5EF4-FFF2-40B4-BE49-F238E27FC236}">
                <a16:creationId xmlns:a16="http://schemas.microsoft.com/office/drawing/2014/main" id="{E5BD5169-06BE-6530-9129-80100AF39E8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02FFA40F-CD76-A2A0-B2D9-2C1651A18F90}"/>
              </a:ext>
            </a:extLst>
          </p:cNvPr>
          <p:cNvSpPr txBox="1"/>
          <p:nvPr/>
        </p:nvSpPr>
        <p:spPr>
          <a:xfrm>
            <a:off x="5650090" y="3907597"/>
            <a:ext cx="570089" cy="230832"/>
          </a:xfrm>
          <a:prstGeom prst="rect">
            <a:avLst/>
          </a:prstGeom>
          <a:noFill/>
        </p:spPr>
        <p:txBody>
          <a:bodyPr wrap="square" rtlCol="0">
            <a:spAutoFit/>
          </a:bodyPr>
          <a:lstStyle/>
          <a:p>
            <a:pPr algn="ctr"/>
            <a:r>
              <a:rPr lang="en-US" sz="900" dirty="0"/>
              <a:t>567</a:t>
            </a:r>
          </a:p>
        </p:txBody>
      </p:sp>
      <p:sp>
        <p:nvSpPr>
          <p:cNvPr id="70" name="TextBox 69">
            <a:extLst>
              <a:ext uri="{FF2B5EF4-FFF2-40B4-BE49-F238E27FC236}">
                <a16:creationId xmlns:a16="http://schemas.microsoft.com/office/drawing/2014/main" id="{EB9ED8F4-2FFF-55DB-1D05-0F0FB0F97207}"/>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5678</a:t>
            </a:r>
          </a:p>
        </p:txBody>
      </p:sp>
      <p:sp>
        <p:nvSpPr>
          <p:cNvPr id="71" name="TextBox 70">
            <a:extLst>
              <a:ext uri="{FF2B5EF4-FFF2-40B4-BE49-F238E27FC236}">
                <a16:creationId xmlns:a16="http://schemas.microsoft.com/office/drawing/2014/main" id="{6BE6AAF0-C102-7F40-A381-AA7E69559E56}"/>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256789</a:t>
            </a:r>
          </a:p>
        </p:txBody>
      </p:sp>
      <p:sp>
        <p:nvSpPr>
          <p:cNvPr id="72" name="TextBox 71">
            <a:extLst>
              <a:ext uri="{FF2B5EF4-FFF2-40B4-BE49-F238E27FC236}">
                <a16:creationId xmlns:a16="http://schemas.microsoft.com/office/drawing/2014/main" id="{A603643F-36BE-9E70-92CA-9C1F95653B11}"/>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7425E020-9AE1-C185-ADEF-5697692FDDF8}"/>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F0BE3C6E-AF27-DC7D-5C86-42868E7FF5E0}"/>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a:t>
            </a:r>
          </a:p>
        </p:txBody>
      </p:sp>
      <p:sp>
        <p:nvSpPr>
          <p:cNvPr id="75" name="TextBox 74">
            <a:extLst>
              <a:ext uri="{FF2B5EF4-FFF2-40B4-BE49-F238E27FC236}">
                <a16:creationId xmlns:a16="http://schemas.microsoft.com/office/drawing/2014/main" id="{E670F316-CE2A-96EA-E05F-E73B3B35F2FA}"/>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3498B2A8-FE58-CD8B-1447-82615B136931}"/>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a:t>
            </a:r>
          </a:p>
        </p:txBody>
      </p:sp>
      <p:sp>
        <p:nvSpPr>
          <p:cNvPr id="77" name="TextBox 76">
            <a:extLst>
              <a:ext uri="{FF2B5EF4-FFF2-40B4-BE49-F238E27FC236}">
                <a16:creationId xmlns:a16="http://schemas.microsoft.com/office/drawing/2014/main" id="{EA9225D5-F73B-2C93-AF52-EA65E04D3174}"/>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a:t>
            </a:r>
          </a:p>
        </p:txBody>
      </p:sp>
      <p:sp>
        <p:nvSpPr>
          <p:cNvPr id="78" name="TextBox 77">
            <a:extLst>
              <a:ext uri="{FF2B5EF4-FFF2-40B4-BE49-F238E27FC236}">
                <a16:creationId xmlns:a16="http://schemas.microsoft.com/office/drawing/2014/main" id="{D05EC0CE-5C07-9A8D-0D18-1D037CF2F8E0}"/>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a:t>
            </a:r>
          </a:p>
        </p:txBody>
      </p:sp>
      <p:sp>
        <p:nvSpPr>
          <p:cNvPr id="79" name="TextBox 78">
            <a:extLst>
              <a:ext uri="{FF2B5EF4-FFF2-40B4-BE49-F238E27FC236}">
                <a16:creationId xmlns:a16="http://schemas.microsoft.com/office/drawing/2014/main" id="{621360B4-68A0-107C-E78F-22E69D07BB95}"/>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a:t>
            </a:r>
          </a:p>
        </p:txBody>
      </p:sp>
      <p:sp>
        <p:nvSpPr>
          <p:cNvPr id="80" name="TextBox 79">
            <a:extLst>
              <a:ext uri="{FF2B5EF4-FFF2-40B4-BE49-F238E27FC236}">
                <a16:creationId xmlns:a16="http://schemas.microsoft.com/office/drawing/2014/main" id="{AAD3789F-11E8-5EE0-F7FD-CCF0D60CD303}"/>
              </a:ext>
            </a:extLst>
          </p:cNvPr>
          <p:cNvSpPr txBox="1"/>
          <p:nvPr/>
        </p:nvSpPr>
        <p:spPr>
          <a:xfrm>
            <a:off x="6654802" y="2905709"/>
            <a:ext cx="570089" cy="230832"/>
          </a:xfrm>
          <a:prstGeom prst="rect">
            <a:avLst/>
          </a:prstGeom>
          <a:noFill/>
        </p:spPr>
        <p:txBody>
          <a:bodyPr wrap="square" rtlCol="0">
            <a:spAutoFit/>
          </a:bodyPr>
          <a:lstStyle/>
          <a:p>
            <a:pPr algn="ctr"/>
            <a:r>
              <a:rPr lang="en-US" sz="900" dirty="0"/>
              <a:t>4578</a:t>
            </a:r>
          </a:p>
        </p:txBody>
      </p:sp>
      <p:sp>
        <p:nvSpPr>
          <p:cNvPr id="81" name="TextBox 80">
            <a:extLst>
              <a:ext uri="{FF2B5EF4-FFF2-40B4-BE49-F238E27FC236}">
                <a16:creationId xmlns:a16="http://schemas.microsoft.com/office/drawing/2014/main" id="{FAFB3B58-C72C-FFFC-F218-8F8E7B59A858}"/>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73770FBE-D422-DFAF-3E5D-5AAC19974B7F}"/>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3E1CB438-976F-8014-4F27-BF3673E61F00}"/>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36AC91B9-7C10-FB90-97F1-F19E61B394AB}"/>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AC70B7B4-3DF6-F066-AA1B-E9048C0DC61A}"/>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2567</a:t>
            </a:r>
          </a:p>
        </p:txBody>
      </p:sp>
      <p:sp>
        <p:nvSpPr>
          <p:cNvPr id="48" name="TextBox 47">
            <a:extLst>
              <a:ext uri="{FF2B5EF4-FFF2-40B4-BE49-F238E27FC236}">
                <a16:creationId xmlns:a16="http://schemas.microsoft.com/office/drawing/2014/main" id="{F9794514-4780-EA0A-D871-3910BDE23B74}"/>
              </a:ext>
            </a:extLst>
          </p:cNvPr>
          <p:cNvSpPr txBox="1"/>
          <p:nvPr/>
        </p:nvSpPr>
        <p:spPr>
          <a:xfrm>
            <a:off x="6654802" y="4909484"/>
            <a:ext cx="570089" cy="369332"/>
          </a:xfrm>
          <a:prstGeom prst="rect">
            <a:avLst/>
          </a:prstGeom>
          <a:noFill/>
        </p:spPr>
        <p:txBody>
          <a:bodyPr wrap="square" rtlCol="0">
            <a:spAutoFit/>
          </a:bodyPr>
          <a:lstStyle/>
          <a:p>
            <a:pPr algn="ctr"/>
            <a:r>
              <a:rPr lang="en-US" sz="900" dirty="0"/>
              <a:t>2346789</a:t>
            </a:r>
          </a:p>
        </p:txBody>
      </p:sp>
      <p:sp>
        <p:nvSpPr>
          <p:cNvPr id="83" name="TextBox 82">
            <a:extLst>
              <a:ext uri="{FF2B5EF4-FFF2-40B4-BE49-F238E27FC236}">
                <a16:creationId xmlns:a16="http://schemas.microsoft.com/office/drawing/2014/main" id="{33F70F6D-F7C6-1801-A7F8-7A95FCF8CA9B}"/>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00A866B8-D66B-8A82-F722-AA00053D0016}"/>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45CAB039-D9CC-44AC-48C8-807742DBB73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0678AC48-A93E-9A7A-B044-65C5D6B26EEE}"/>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9C78D274-AD3C-D9BB-BF58-423855A6F01B}"/>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C6F26FC6-EA14-84DE-D02C-3A5E1487DC3B}"/>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F6D91FDC-2419-AC4B-8271-BB697C97C557}"/>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0739ED1A-3543-86BE-24A5-6E020842AC55}"/>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9107840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72E41-5C99-4AAF-962C-A787032B7A6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41681B-DB10-4911-BDCE-BFDF624B103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A96C31D-87C2-BA87-9FC6-50B17E68DB6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CF0D823-D644-67E3-5C58-A44FE1568A1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2322BA-750B-CABD-35B1-8E498477142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EE38655-1AB5-B10B-876F-CA26E6DB12C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BC5CAB7-1E81-F0A5-D771-853E3EF44B9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100A0D6E-84D0-74DB-38FE-B79F04297A76}"/>
              </a:ext>
            </a:extLst>
          </p:cNvPr>
          <p:cNvSpPr txBox="1"/>
          <p:nvPr/>
        </p:nvSpPr>
        <p:spPr>
          <a:xfrm>
            <a:off x="3640666" y="4909484"/>
            <a:ext cx="570089" cy="230832"/>
          </a:xfrm>
          <a:prstGeom prst="rect">
            <a:avLst/>
          </a:prstGeom>
          <a:noFill/>
        </p:spPr>
        <p:txBody>
          <a:bodyPr wrap="square" rtlCol="0">
            <a:spAutoFit/>
          </a:bodyPr>
          <a:lstStyle/>
          <a:p>
            <a:pPr algn="ctr"/>
            <a:r>
              <a:rPr lang="en-US" sz="900" dirty="0"/>
              <a:t>678</a:t>
            </a:r>
          </a:p>
        </p:txBody>
      </p:sp>
      <p:sp>
        <p:nvSpPr>
          <p:cNvPr id="10" name="TextBox 9">
            <a:extLst>
              <a:ext uri="{FF2B5EF4-FFF2-40B4-BE49-F238E27FC236}">
                <a16:creationId xmlns:a16="http://schemas.microsoft.com/office/drawing/2014/main" id="{9FBE5C70-1ADE-F5B1-E8F4-B068EEA524EB}"/>
              </a:ext>
            </a:extLst>
          </p:cNvPr>
          <p:cNvSpPr txBox="1"/>
          <p:nvPr/>
        </p:nvSpPr>
        <p:spPr>
          <a:xfrm>
            <a:off x="4645378" y="4909484"/>
            <a:ext cx="570089" cy="230832"/>
          </a:xfrm>
          <a:prstGeom prst="rect">
            <a:avLst/>
          </a:prstGeom>
          <a:noFill/>
        </p:spPr>
        <p:txBody>
          <a:bodyPr wrap="square" rtlCol="0">
            <a:spAutoFit/>
          </a:bodyPr>
          <a:lstStyle/>
          <a:p>
            <a:pPr algn="ctr"/>
            <a:r>
              <a:rPr lang="en-US" sz="900" dirty="0"/>
              <a:t>679</a:t>
            </a:r>
          </a:p>
        </p:txBody>
      </p:sp>
      <p:sp>
        <p:nvSpPr>
          <p:cNvPr id="12" name="TextBox 11">
            <a:extLst>
              <a:ext uri="{FF2B5EF4-FFF2-40B4-BE49-F238E27FC236}">
                <a16:creationId xmlns:a16="http://schemas.microsoft.com/office/drawing/2014/main" id="{292F9207-1041-FE52-F2EF-D5890344E2D4}"/>
              </a:ext>
            </a:extLst>
          </p:cNvPr>
          <p:cNvSpPr txBox="1"/>
          <p:nvPr/>
        </p:nvSpPr>
        <p:spPr>
          <a:xfrm>
            <a:off x="7157158" y="1903821"/>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091F30F7-92AB-60EE-8D9D-C91E7D829612}"/>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211B6F37-0552-0C14-492E-0CD7AC56F589}"/>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76F98FE-3D2B-9E14-2783-F8226665DF7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B3B29B19-6163-50DE-9A74-22BC0A1509E4}"/>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EAA1D187-FACB-E6ED-5AB1-97F5436A32E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1A2D6E7-3567-F6C8-A9E3-AEADEEE0C7A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D01D907-9953-C1F1-F9DE-BF27E3522462}"/>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9836CE4-7C4F-1F27-5CD3-58AEE6D4D0A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78E67E08-B8A8-9FB6-2A07-3CFCFA140A8C}"/>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a:t>
            </a:r>
          </a:p>
        </p:txBody>
      </p:sp>
      <p:sp>
        <p:nvSpPr>
          <p:cNvPr id="27" name="TextBox 26">
            <a:extLst>
              <a:ext uri="{FF2B5EF4-FFF2-40B4-BE49-F238E27FC236}">
                <a16:creationId xmlns:a16="http://schemas.microsoft.com/office/drawing/2014/main" id="{F5A77678-F2BE-EE06-F934-3486C71B7CC1}"/>
              </a:ext>
            </a:extLst>
          </p:cNvPr>
          <p:cNvSpPr txBox="1"/>
          <p:nvPr/>
        </p:nvSpPr>
        <p:spPr>
          <a:xfrm>
            <a:off x="5650090" y="4909484"/>
            <a:ext cx="570089" cy="230832"/>
          </a:xfrm>
          <a:prstGeom prst="rect">
            <a:avLst/>
          </a:prstGeom>
          <a:noFill/>
        </p:spPr>
        <p:txBody>
          <a:bodyPr wrap="square" rtlCol="0">
            <a:spAutoFit/>
          </a:bodyPr>
          <a:lstStyle/>
          <a:p>
            <a:pPr algn="ctr"/>
            <a:r>
              <a:rPr lang="en-US" sz="900" dirty="0"/>
              <a:t>6789</a:t>
            </a:r>
          </a:p>
        </p:txBody>
      </p:sp>
      <p:sp>
        <p:nvSpPr>
          <p:cNvPr id="31" name="TextBox 30">
            <a:extLst>
              <a:ext uri="{FF2B5EF4-FFF2-40B4-BE49-F238E27FC236}">
                <a16:creationId xmlns:a16="http://schemas.microsoft.com/office/drawing/2014/main" id="{77BC007E-56D0-361C-6E54-5A44FA5D9BBE}"/>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4EDF1E90-9526-D555-B68B-78B9EDDBAE8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707406A-41FB-9883-986B-7201A65EF8C9}"/>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CB42CD34-8778-5BB8-7C94-24B6C261744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F338840-16F1-D930-EE14-637E2CFE7AE1}"/>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578CE567-FC90-A07D-0F86-C1821171BF2A}"/>
              </a:ext>
            </a:extLst>
          </p:cNvPr>
          <p:cNvSpPr txBox="1"/>
          <p:nvPr/>
        </p:nvSpPr>
        <p:spPr>
          <a:xfrm>
            <a:off x="5147734" y="1903821"/>
            <a:ext cx="570089" cy="230832"/>
          </a:xfrm>
          <a:prstGeom prst="rect">
            <a:avLst/>
          </a:prstGeom>
          <a:noFill/>
        </p:spPr>
        <p:txBody>
          <a:bodyPr wrap="square" rtlCol="0">
            <a:spAutoFit/>
          </a:bodyPr>
          <a:lstStyle/>
          <a:p>
            <a:pPr algn="ctr"/>
            <a:r>
              <a:rPr lang="en-US" sz="900" dirty="0"/>
              <a:t>56</a:t>
            </a:r>
          </a:p>
        </p:txBody>
      </p:sp>
      <p:sp>
        <p:nvSpPr>
          <p:cNvPr id="37" name="TextBox 36">
            <a:extLst>
              <a:ext uri="{FF2B5EF4-FFF2-40B4-BE49-F238E27FC236}">
                <a16:creationId xmlns:a16="http://schemas.microsoft.com/office/drawing/2014/main" id="{2BB4BC4E-EA83-5417-2649-1BF2DD3B7AB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a:t>
            </a:r>
          </a:p>
        </p:txBody>
      </p:sp>
      <p:sp>
        <p:nvSpPr>
          <p:cNvPr id="38" name="TextBox 37">
            <a:extLst>
              <a:ext uri="{FF2B5EF4-FFF2-40B4-BE49-F238E27FC236}">
                <a16:creationId xmlns:a16="http://schemas.microsoft.com/office/drawing/2014/main" id="{499633D5-F389-FB58-F6C8-481D5AFE3658}"/>
              </a:ext>
            </a:extLst>
          </p:cNvPr>
          <p:cNvSpPr txBox="1"/>
          <p:nvPr/>
        </p:nvSpPr>
        <p:spPr>
          <a:xfrm>
            <a:off x="5147734" y="2404765"/>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6C6E76B2-DB4D-83AC-E56E-DEC0209EB681}"/>
              </a:ext>
            </a:extLst>
          </p:cNvPr>
          <p:cNvSpPr txBox="1"/>
          <p:nvPr/>
        </p:nvSpPr>
        <p:spPr>
          <a:xfrm>
            <a:off x="5650090" y="2404765"/>
            <a:ext cx="570089" cy="230832"/>
          </a:xfrm>
          <a:prstGeom prst="rect">
            <a:avLst/>
          </a:prstGeom>
          <a:noFill/>
        </p:spPr>
        <p:txBody>
          <a:bodyPr wrap="square" rtlCol="0">
            <a:spAutoFit/>
          </a:bodyPr>
          <a:lstStyle/>
          <a:p>
            <a:pPr algn="ctr"/>
            <a:r>
              <a:rPr lang="en-US" sz="900" dirty="0"/>
              <a:t>679</a:t>
            </a:r>
          </a:p>
        </p:txBody>
      </p:sp>
      <p:sp>
        <p:nvSpPr>
          <p:cNvPr id="44" name="TextBox 43">
            <a:extLst>
              <a:ext uri="{FF2B5EF4-FFF2-40B4-BE49-F238E27FC236}">
                <a16:creationId xmlns:a16="http://schemas.microsoft.com/office/drawing/2014/main" id="{69277DAD-A8EB-5420-8D65-811D14B4C801}"/>
              </a:ext>
            </a:extLst>
          </p:cNvPr>
          <p:cNvSpPr txBox="1"/>
          <p:nvPr/>
        </p:nvSpPr>
        <p:spPr>
          <a:xfrm>
            <a:off x="6654802" y="3406653"/>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5D5EF0B3-4AD5-0CB5-BF08-9FA7965EC128}"/>
              </a:ext>
            </a:extLst>
          </p:cNvPr>
          <p:cNvSpPr txBox="1"/>
          <p:nvPr/>
        </p:nvSpPr>
        <p:spPr>
          <a:xfrm>
            <a:off x="6654802" y="1903821"/>
            <a:ext cx="570089" cy="230832"/>
          </a:xfrm>
          <a:prstGeom prst="rect">
            <a:avLst/>
          </a:prstGeom>
          <a:noFill/>
        </p:spPr>
        <p:txBody>
          <a:bodyPr wrap="square" rtlCol="0">
            <a:spAutoFit/>
          </a:bodyPr>
          <a:lstStyle/>
          <a:p>
            <a:pPr algn="ctr"/>
            <a:r>
              <a:rPr lang="en-US" sz="900" dirty="0"/>
              <a:t>67</a:t>
            </a:r>
          </a:p>
        </p:txBody>
      </p:sp>
      <p:sp>
        <p:nvSpPr>
          <p:cNvPr id="50" name="TextBox 49">
            <a:extLst>
              <a:ext uri="{FF2B5EF4-FFF2-40B4-BE49-F238E27FC236}">
                <a16:creationId xmlns:a16="http://schemas.microsoft.com/office/drawing/2014/main" id="{F27B8462-9997-8219-4834-F572897B79E5}"/>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5F1B190C-B866-FBE7-30D7-DB332B410637}"/>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E97778D3-F240-4110-7F0B-BB0B4A6484B9}"/>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414E944-ACBC-AD8C-F48E-566C3C2672E1}"/>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48707DE8-E076-9BB1-7DBB-A72883ADFFCB}"/>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FFE6E5A5-2BFA-0116-C53A-BE881E14A700}"/>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AEB538D9-CCDD-45B8-3248-B1BC58C51C23}"/>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91483BE4-D56B-166E-CBF2-EEC45D045B2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323795C-6CE1-15EA-69A7-DDE1DF05DF98}"/>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0B10BC58-4EF6-C2C1-1585-4AC602475915}"/>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8" name="TextBox 57">
            <a:extLst>
              <a:ext uri="{FF2B5EF4-FFF2-40B4-BE49-F238E27FC236}">
                <a16:creationId xmlns:a16="http://schemas.microsoft.com/office/drawing/2014/main" id="{73DA6BA0-9FF3-41F6-DBB7-E4D24A16F582}"/>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81892B05-4E85-1D29-F887-7B7D7B4FBE59}"/>
              </a:ext>
            </a:extLst>
          </p:cNvPr>
          <p:cNvSpPr txBox="1"/>
          <p:nvPr/>
        </p:nvSpPr>
        <p:spPr>
          <a:xfrm>
            <a:off x="4645378" y="901933"/>
            <a:ext cx="570089" cy="230832"/>
          </a:xfrm>
          <a:prstGeom prst="rect">
            <a:avLst/>
          </a:prstGeom>
          <a:noFill/>
        </p:spPr>
        <p:txBody>
          <a:bodyPr wrap="square" rtlCol="0">
            <a:spAutoFit/>
          </a:bodyPr>
          <a:lstStyle/>
          <a:p>
            <a:pPr algn="ctr"/>
            <a:r>
              <a:rPr lang="en-US" sz="900" dirty="0"/>
              <a:t>37</a:t>
            </a:r>
          </a:p>
        </p:txBody>
      </p:sp>
      <p:sp>
        <p:nvSpPr>
          <p:cNvPr id="60" name="TextBox 59">
            <a:extLst>
              <a:ext uri="{FF2B5EF4-FFF2-40B4-BE49-F238E27FC236}">
                <a16:creationId xmlns:a16="http://schemas.microsoft.com/office/drawing/2014/main" id="{3DF98F57-2413-FF99-5511-245639FB2095}"/>
              </a:ext>
            </a:extLst>
          </p:cNvPr>
          <p:cNvSpPr txBox="1"/>
          <p:nvPr/>
        </p:nvSpPr>
        <p:spPr>
          <a:xfrm>
            <a:off x="5147734" y="901933"/>
            <a:ext cx="570089" cy="230832"/>
          </a:xfrm>
          <a:prstGeom prst="rect">
            <a:avLst/>
          </a:prstGeom>
          <a:noFill/>
        </p:spPr>
        <p:txBody>
          <a:bodyPr wrap="square" rtlCol="0">
            <a:spAutoFit/>
          </a:bodyPr>
          <a:lstStyle/>
          <a:p>
            <a:pPr algn="ctr"/>
            <a:r>
              <a:rPr lang="en-US" sz="900" dirty="0"/>
              <a:t>378</a:t>
            </a:r>
          </a:p>
        </p:txBody>
      </p:sp>
      <p:sp>
        <p:nvSpPr>
          <p:cNvPr id="61" name="TextBox 60">
            <a:extLst>
              <a:ext uri="{FF2B5EF4-FFF2-40B4-BE49-F238E27FC236}">
                <a16:creationId xmlns:a16="http://schemas.microsoft.com/office/drawing/2014/main" id="{8479C7C6-923F-6D9F-BB9E-C2BBE1434752}"/>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62" name="TextBox 61">
            <a:extLst>
              <a:ext uri="{FF2B5EF4-FFF2-40B4-BE49-F238E27FC236}">
                <a16:creationId xmlns:a16="http://schemas.microsoft.com/office/drawing/2014/main" id="{D2BFF729-4BFC-D594-029B-8672664660FB}"/>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135B4C81-4A71-1699-24F4-C8E87555D4B2}"/>
              </a:ext>
            </a:extLst>
          </p:cNvPr>
          <p:cNvSpPr txBox="1"/>
          <p:nvPr/>
        </p:nvSpPr>
        <p:spPr>
          <a:xfrm>
            <a:off x="3640666" y="3907597"/>
            <a:ext cx="570089" cy="230832"/>
          </a:xfrm>
          <a:prstGeom prst="rect">
            <a:avLst/>
          </a:prstGeom>
          <a:noFill/>
        </p:spPr>
        <p:txBody>
          <a:bodyPr wrap="square" rtlCol="0">
            <a:spAutoFit/>
          </a:bodyPr>
          <a:lstStyle/>
          <a:p>
            <a:pPr algn="ctr"/>
            <a:r>
              <a:rPr lang="en-US" sz="900" dirty="0"/>
              <a:t>678</a:t>
            </a:r>
          </a:p>
        </p:txBody>
      </p:sp>
      <p:sp>
        <p:nvSpPr>
          <p:cNvPr id="65" name="TextBox 64">
            <a:extLst>
              <a:ext uri="{FF2B5EF4-FFF2-40B4-BE49-F238E27FC236}">
                <a16:creationId xmlns:a16="http://schemas.microsoft.com/office/drawing/2014/main" id="{C622D147-626F-2161-D4DF-F02361D15AB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6D03CD4F-1055-2517-CE98-9A8852821087}"/>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9" name="TextBox 68">
            <a:extLst>
              <a:ext uri="{FF2B5EF4-FFF2-40B4-BE49-F238E27FC236}">
                <a16:creationId xmlns:a16="http://schemas.microsoft.com/office/drawing/2014/main" id="{31AC4364-20D2-2920-F35A-7803566E6EF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6F5C8021-3D03-DF59-1025-A9FD93ABA2F0}"/>
              </a:ext>
            </a:extLst>
          </p:cNvPr>
          <p:cNvSpPr txBox="1"/>
          <p:nvPr/>
        </p:nvSpPr>
        <p:spPr>
          <a:xfrm>
            <a:off x="5650090" y="3907597"/>
            <a:ext cx="570089" cy="230832"/>
          </a:xfrm>
          <a:prstGeom prst="rect">
            <a:avLst/>
          </a:prstGeom>
          <a:noFill/>
        </p:spPr>
        <p:txBody>
          <a:bodyPr wrap="square" rtlCol="0">
            <a:spAutoFit/>
          </a:bodyPr>
          <a:lstStyle/>
          <a:p>
            <a:pPr algn="ctr"/>
            <a:r>
              <a:rPr lang="en-US" sz="900" dirty="0"/>
              <a:t>56</a:t>
            </a:r>
          </a:p>
        </p:txBody>
      </p:sp>
      <p:sp>
        <p:nvSpPr>
          <p:cNvPr id="70" name="TextBox 69">
            <a:extLst>
              <a:ext uri="{FF2B5EF4-FFF2-40B4-BE49-F238E27FC236}">
                <a16:creationId xmlns:a16="http://schemas.microsoft.com/office/drawing/2014/main" id="{BCA65B66-9051-74FC-B200-3977A6A10EC5}"/>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a:t>
            </a:r>
          </a:p>
        </p:txBody>
      </p:sp>
      <p:sp>
        <p:nvSpPr>
          <p:cNvPr id="71" name="TextBox 70">
            <a:extLst>
              <a:ext uri="{FF2B5EF4-FFF2-40B4-BE49-F238E27FC236}">
                <a16:creationId xmlns:a16="http://schemas.microsoft.com/office/drawing/2014/main" id="{6F436453-50ED-6C4D-8568-DB79C6F98C6A}"/>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a:t>
            </a:r>
          </a:p>
        </p:txBody>
      </p:sp>
      <p:sp>
        <p:nvSpPr>
          <p:cNvPr id="72" name="TextBox 71">
            <a:extLst>
              <a:ext uri="{FF2B5EF4-FFF2-40B4-BE49-F238E27FC236}">
                <a16:creationId xmlns:a16="http://schemas.microsoft.com/office/drawing/2014/main" id="{B7AD4C30-3A2D-97F1-D8E1-63B222655C68}"/>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6ABABF31-842A-EADB-5935-9070183460D8}"/>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4578</a:t>
            </a:r>
          </a:p>
        </p:txBody>
      </p:sp>
      <p:sp>
        <p:nvSpPr>
          <p:cNvPr id="74" name="TextBox 73">
            <a:extLst>
              <a:ext uri="{FF2B5EF4-FFF2-40B4-BE49-F238E27FC236}">
                <a16:creationId xmlns:a16="http://schemas.microsoft.com/office/drawing/2014/main" id="{7BF5E191-9D90-B7FD-40A6-670510F0A1C6}"/>
              </a:ext>
            </a:extLst>
          </p:cNvPr>
          <p:cNvSpPr txBox="1"/>
          <p:nvPr/>
        </p:nvSpPr>
        <p:spPr>
          <a:xfrm>
            <a:off x="6152446" y="4408541"/>
            <a:ext cx="570089" cy="230832"/>
          </a:xfrm>
          <a:prstGeom prst="rect">
            <a:avLst/>
          </a:prstGeom>
          <a:noFill/>
        </p:spPr>
        <p:txBody>
          <a:bodyPr wrap="square" rtlCol="0">
            <a:spAutoFit/>
          </a:bodyPr>
          <a:lstStyle/>
          <a:p>
            <a:pPr algn="ctr"/>
            <a:r>
              <a:rPr lang="en-US" sz="900" dirty="0"/>
              <a:t>5678</a:t>
            </a:r>
          </a:p>
        </p:txBody>
      </p:sp>
      <p:sp>
        <p:nvSpPr>
          <p:cNvPr id="75" name="TextBox 74">
            <a:extLst>
              <a:ext uri="{FF2B5EF4-FFF2-40B4-BE49-F238E27FC236}">
                <a16:creationId xmlns:a16="http://schemas.microsoft.com/office/drawing/2014/main" id="{960EE249-43E1-6771-1DBF-B762B622D688}"/>
              </a:ext>
            </a:extLst>
          </p:cNvPr>
          <p:cNvSpPr txBox="1"/>
          <p:nvPr/>
        </p:nvSpPr>
        <p:spPr>
          <a:xfrm>
            <a:off x="6152446" y="4909484"/>
            <a:ext cx="570089" cy="230832"/>
          </a:xfrm>
          <a:prstGeom prst="rect">
            <a:avLst/>
          </a:prstGeom>
          <a:noFill/>
        </p:spPr>
        <p:txBody>
          <a:bodyPr wrap="square" rtlCol="0">
            <a:spAutoFit/>
          </a:bodyPr>
          <a:lstStyle/>
          <a:p>
            <a:pPr algn="ctr"/>
            <a:r>
              <a:rPr lang="en-US" sz="900" dirty="0"/>
              <a:t>4678</a:t>
            </a:r>
          </a:p>
        </p:txBody>
      </p:sp>
      <p:sp>
        <p:nvSpPr>
          <p:cNvPr id="76" name="TextBox 75">
            <a:extLst>
              <a:ext uri="{FF2B5EF4-FFF2-40B4-BE49-F238E27FC236}">
                <a16:creationId xmlns:a16="http://schemas.microsoft.com/office/drawing/2014/main" id="{F4A753C3-FCF0-DEE1-4E90-1E8DC1049AA7}"/>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a:t>
            </a:r>
          </a:p>
        </p:txBody>
      </p:sp>
      <p:sp>
        <p:nvSpPr>
          <p:cNvPr id="77" name="TextBox 76">
            <a:extLst>
              <a:ext uri="{FF2B5EF4-FFF2-40B4-BE49-F238E27FC236}">
                <a16:creationId xmlns:a16="http://schemas.microsoft.com/office/drawing/2014/main" id="{C7A4FBEF-56AF-650D-BC62-DE955F796F79}"/>
              </a:ext>
            </a:extLst>
          </p:cNvPr>
          <p:cNvSpPr txBox="1"/>
          <p:nvPr/>
        </p:nvSpPr>
        <p:spPr>
          <a:xfrm>
            <a:off x="7157158" y="3907597"/>
            <a:ext cx="570089" cy="230832"/>
          </a:xfrm>
          <a:prstGeom prst="rect">
            <a:avLst/>
          </a:prstGeom>
          <a:noFill/>
        </p:spPr>
        <p:txBody>
          <a:bodyPr wrap="square" rtlCol="0">
            <a:spAutoFit/>
          </a:bodyPr>
          <a:lstStyle/>
          <a:p>
            <a:pPr algn="ctr"/>
            <a:r>
              <a:rPr lang="en-US" sz="900" dirty="0"/>
              <a:t>567</a:t>
            </a:r>
          </a:p>
        </p:txBody>
      </p:sp>
      <p:sp>
        <p:nvSpPr>
          <p:cNvPr id="78" name="TextBox 77">
            <a:extLst>
              <a:ext uri="{FF2B5EF4-FFF2-40B4-BE49-F238E27FC236}">
                <a16:creationId xmlns:a16="http://schemas.microsoft.com/office/drawing/2014/main" id="{5F851C1B-4D5F-4A87-FE4D-8E6BBD0C790A}"/>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a:t>
            </a:r>
          </a:p>
        </p:txBody>
      </p:sp>
      <p:sp>
        <p:nvSpPr>
          <p:cNvPr id="79" name="TextBox 78">
            <a:extLst>
              <a:ext uri="{FF2B5EF4-FFF2-40B4-BE49-F238E27FC236}">
                <a16:creationId xmlns:a16="http://schemas.microsoft.com/office/drawing/2014/main" id="{4FE6BF96-4DD1-5457-B989-1FDD8303A64A}"/>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34578</a:t>
            </a:r>
          </a:p>
        </p:txBody>
      </p:sp>
      <p:sp>
        <p:nvSpPr>
          <p:cNvPr id="80" name="TextBox 79">
            <a:extLst>
              <a:ext uri="{FF2B5EF4-FFF2-40B4-BE49-F238E27FC236}">
                <a16:creationId xmlns:a16="http://schemas.microsoft.com/office/drawing/2014/main" id="{AA4F42EF-DE4A-418D-4828-B6F2C2F66B09}"/>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10902F12-4BC1-BC30-B4BC-CF046BFA125F}"/>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AADD3301-DAFA-9277-CF53-B4F1548BF5E0}"/>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8592938-7E01-9C08-7153-2A73BFB8E351}"/>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CE685C1C-E814-1200-91FE-1FE546602E42}"/>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EA9293C4-773E-82FF-2FD9-0299BA2E19DE}"/>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2567</a:t>
            </a:r>
          </a:p>
        </p:txBody>
      </p:sp>
      <p:sp>
        <p:nvSpPr>
          <p:cNvPr id="48" name="TextBox 47">
            <a:extLst>
              <a:ext uri="{FF2B5EF4-FFF2-40B4-BE49-F238E27FC236}">
                <a16:creationId xmlns:a16="http://schemas.microsoft.com/office/drawing/2014/main" id="{394545F0-A3EE-57DD-AE4A-44986D253C00}"/>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234678</a:t>
            </a:r>
          </a:p>
        </p:txBody>
      </p:sp>
      <p:sp>
        <p:nvSpPr>
          <p:cNvPr id="83" name="TextBox 82">
            <a:extLst>
              <a:ext uri="{FF2B5EF4-FFF2-40B4-BE49-F238E27FC236}">
                <a16:creationId xmlns:a16="http://schemas.microsoft.com/office/drawing/2014/main" id="{6D0D10A2-50E7-8C90-D303-21494549D26E}"/>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E2D7E1C8-4C41-8FAC-E6D3-AF0E77D94597}"/>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BFE19B96-BAB8-4F2C-1D58-5BB5BD4A4FE4}"/>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29D4BEC7-EBD3-A390-E187-3F339EC1038D}"/>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0722D9FA-15F5-1C8A-95F9-1C4BDD854081}"/>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FF5D6417-9C15-18BE-AC90-930E39790A7A}"/>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DF35F1B2-28DC-6A34-CCFA-21E20EB52B85}"/>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9392AE17-2F45-526E-1C18-D1FB20C240B0}"/>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AF1B8AD7-8DAB-1A54-F6A8-085A7F48E755}"/>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74B5638-CFC9-9548-B07F-61B98BB32B77}"/>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516400E5-88EE-29FA-7A31-8A7B5F5E9C4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AAE4695-3B8E-A1DF-B338-1076ECED8804}"/>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C63EAB16-BA2A-ED55-1553-ED4EF7E19AC9}"/>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17226361-C238-87B8-CA7E-6DDA321CA67A}"/>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8804585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3C9A2-7E38-FA3B-A77F-B84A3BA2C9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555828-4DA6-ABC8-A4C0-D13AA656CDC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5B484BC-9B2E-614D-ADFD-6748565F68A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42D7F20-A022-EF8A-38BF-0335C8565EC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86891B-8EB6-C10B-21D5-F456112C6D4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BD8BDAE-5CEB-C4DC-907C-1C9BD26527F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24766C-AC43-1998-A5C1-1B1B210B7D0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D833FE2F-FC04-54F2-F666-FE57643051BD}"/>
              </a:ext>
            </a:extLst>
          </p:cNvPr>
          <p:cNvSpPr txBox="1"/>
          <p:nvPr/>
        </p:nvSpPr>
        <p:spPr>
          <a:xfrm>
            <a:off x="3640666" y="4909484"/>
            <a:ext cx="570089" cy="230832"/>
          </a:xfrm>
          <a:prstGeom prst="rect">
            <a:avLst/>
          </a:prstGeom>
          <a:noFill/>
        </p:spPr>
        <p:txBody>
          <a:bodyPr wrap="square" rtlCol="0">
            <a:spAutoFit/>
          </a:bodyPr>
          <a:lstStyle/>
          <a:p>
            <a:pPr algn="ctr"/>
            <a:r>
              <a:rPr lang="en-US" sz="900" dirty="0"/>
              <a:t>68</a:t>
            </a:r>
          </a:p>
        </p:txBody>
      </p:sp>
      <p:sp>
        <p:nvSpPr>
          <p:cNvPr id="10" name="TextBox 9">
            <a:extLst>
              <a:ext uri="{FF2B5EF4-FFF2-40B4-BE49-F238E27FC236}">
                <a16:creationId xmlns:a16="http://schemas.microsoft.com/office/drawing/2014/main" id="{AE4ED5F5-6789-C9F2-971D-98408483BE3A}"/>
              </a:ext>
            </a:extLst>
          </p:cNvPr>
          <p:cNvSpPr txBox="1"/>
          <p:nvPr/>
        </p:nvSpPr>
        <p:spPr>
          <a:xfrm>
            <a:off x="4645378" y="4909484"/>
            <a:ext cx="570089" cy="230832"/>
          </a:xfrm>
          <a:prstGeom prst="rect">
            <a:avLst/>
          </a:prstGeom>
          <a:noFill/>
        </p:spPr>
        <p:txBody>
          <a:bodyPr wrap="square" rtlCol="0">
            <a:spAutoFit/>
          </a:bodyPr>
          <a:lstStyle/>
          <a:p>
            <a:pPr algn="ctr"/>
            <a:r>
              <a:rPr lang="en-US" sz="900" dirty="0"/>
              <a:t>679</a:t>
            </a:r>
          </a:p>
        </p:txBody>
      </p:sp>
      <p:sp>
        <p:nvSpPr>
          <p:cNvPr id="12" name="TextBox 11">
            <a:extLst>
              <a:ext uri="{FF2B5EF4-FFF2-40B4-BE49-F238E27FC236}">
                <a16:creationId xmlns:a16="http://schemas.microsoft.com/office/drawing/2014/main" id="{95792DE4-EC11-665D-100E-58B97ABE29D3}"/>
              </a:ext>
            </a:extLst>
          </p:cNvPr>
          <p:cNvSpPr txBox="1"/>
          <p:nvPr/>
        </p:nvSpPr>
        <p:spPr>
          <a:xfrm>
            <a:off x="7157158" y="1903821"/>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952CBBB3-590A-6D28-6B1A-668BB50A92B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8BD44DAF-D686-4889-5D31-048B0EFE77D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BCCFFBFA-E0B4-1832-9FDA-42AE9C2CADB7}"/>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27482F65-4629-899E-AC94-D964FD3E95E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B14DE643-D7A8-658C-F4C5-F86A9E60E786}"/>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526D6620-7810-55F9-E7FC-08022344EB7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74D75E2-EEE4-0B5B-9AF1-5C57B5030599}"/>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375B42D-7C4A-CC07-1F0D-6391FFA35CE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5068EBD0-077F-69C4-9685-ACEE94445CB4}"/>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a:t>
            </a:r>
          </a:p>
        </p:txBody>
      </p:sp>
      <p:sp>
        <p:nvSpPr>
          <p:cNvPr id="27" name="TextBox 26">
            <a:extLst>
              <a:ext uri="{FF2B5EF4-FFF2-40B4-BE49-F238E27FC236}">
                <a16:creationId xmlns:a16="http://schemas.microsoft.com/office/drawing/2014/main" id="{C68533AB-E15E-6F73-3937-14B80F1F01D8}"/>
              </a:ext>
            </a:extLst>
          </p:cNvPr>
          <p:cNvSpPr txBox="1"/>
          <p:nvPr/>
        </p:nvSpPr>
        <p:spPr>
          <a:xfrm>
            <a:off x="5650090" y="4909484"/>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B9040EC6-CD21-2D75-2771-9B714A920BE6}"/>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B6DCFEC6-3208-000F-A4A6-D41D466D1818}"/>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BA96ADC-C58A-FE5D-97BD-E60B9BA4FD7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5B594D95-8667-BD72-5DE8-05D566A59F3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5FC90AE0-EDF5-309B-6051-2B031B2BCEB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F275D4BB-D71D-93E8-D52C-15E9E3790B9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568</a:t>
            </a:r>
          </a:p>
        </p:txBody>
      </p:sp>
      <p:sp>
        <p:nvSpPr>
          <p:cNvPr id="45" name="TextBox 44">
            <a:extLst>
              <a:ext uri="{FF2B5EF4-FFF2-40B4-BE49-F238E27FC236}">
                <a16:creationId xmlns:a16="http://schemas.microsoft.com/office/drawing/2014/main" id="{B1EC2038-6774-863B-E44E-022DB20B1BEE}"/>
              </a:ext>
            </a:extLst>
          </p:cNvPr>
          <p:cNvSpPr txBox="1"/>
          <p:nvPr/>
        </p:nvSpPr>
        <p:spPr>
          <a:xfrm>
            <a:off x="6654802" y="1903821"/>
            <a:ext cx="570089" cy="230832"/>
          </a:xfrm>
          <a:prstGeom prst="rect">
            <a:avLst/>
          </a:prstGeom>
          <a:noFill/>
        </p:spPr>
        <p:txBody>
          <a:bodyPr wrap="square" rtlCol="0">
            <a:spAutoFit/>
          </a:bodyPr>
          <a:lstStyle/>
          <a:p>
            <a:pPr algn="ctr"/>
            <a:r>
              <a:rPr lang="en-US" sz="900" dirty="0"/>
              <a:t>67</a:t>
            </a:r>
          </a:p>
        </p:txBody>
      </p:sp>
      <p:sp>
        <p:nvSpPr>
          <p:cNvPr id="50" name="TextBox 49">
            <a:extLst>
              <a:ext uri="{FF2B5EF4-FFF2-40B4-BE49-F238E27FC236}">
                <a16:creationId xmlns:a16="http://schemas.microsoft.com/office/drawing/2014/main" id="{DF0C0A2C-0A90-AC3A-A5A4-48C4EAD2B781}"/>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E5BED057-31B7-F20D-4909-C1F44196A290}"/>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B3568813-2ABE-18E3-0343-44DB6BA51273}"/>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07867BA-81F2-FD9B-0194-09248759E7CC}"/>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B0ABB0C1-7788-F5DB-4BAD-F03D6F5B381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62CF3A8F-BF6A-9E28-0D85-66A276D5F22D}"/>
              </a:ext>
            </a:extLst>
          </p:cNvPr>
          <p:cNvSpPr txBox="1"/>
          <p:nvPr/>
        </p:nvSpPr>
        <p:spPr>
          <a:xfrm>
            <a:off x="5147734" y="3907597"/>
            <a:ext cx="570089" cy="230832"/>
          </a:xfrm>
          <a:prstGeom prst="rect">
            <a:avLst/>
          </a:prstGeom>
          <a:noFill/>
        </p:spPr>
        <p:txBody>
          <a:bodyPr wrap="square" rtlCol="0">
            <a:spAutoFit/>
          </a:bodyPr>
          <a:lstStyle/>
          <a:p>
            <a:pPr algn="ctr"/>
            <a:r>
              <a:rPr lang="en-US" sz="900" dirty="0"/>
              <a:t>43</a:t>
            </a:r>
          </a:p>
        </p:txBody>
      </p:sp>
      <p:sp>
        <p:nvSpPr>
          <p:cNvPr id="55" name="TextBox 54">
            <a:extLst>
              <a:ext uri="{FF2B5EF4-FFF2-40B4-BE49-F238E27FC236}">
                <a16:creationId xmlns:a16="http://schemas.microsoft.com/office/drawing/2014/main" id="{DC852383-AED7-0F3D-4109-3BC08C9F9C0A}"/>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377FD15-C030-5086-1BB4-E42B556EFF1C}"/>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159880EA-8DCD-4EEC-97BA-510AD736E1BC}"/>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D656260B-D2A7-EDA0-3D1D-A7455679819E}"/>
              </a:ext>
            </a:extLst>
          </p:cNvPr>
          <p:cNvSpPr txBox="1"/>
          <p:nvPr/>
        </p:nvSpPr>
        <p:spPr>
          <a:xfrm>
            <a:off x="6152446" y="1402877"/>
            <a:ext cx="570089" cy="230832"/>
          </a:xfrm>
          <a:prstGeom prst="rect">
            <a:avLst/>
          </a:prstGeom>
          <a:noFill/>
        </p:spPr>
        <p:txBody>
          <a:bodyPr wrap="square" rtlCol="0">
            <a:spAutoFit/>
          </a:bodyPr>
          <a:lstStyle/>
          <a:p>
            <a:pPr algn="ctr"/>
            <a:r>
              <a:rPr lang="en-US" sz="900" dirty="0"/>
              <a:t>57</a:t>
            </a:r>
          </a:p>
        </p:txBody>
      </p:sp>
      <p:sp>
        <p:nvSpPr>
          <p:cNvPr id="58" name="TextBox 57">
            <a:extLst>
              <a:ext uri="{FF2B5EF4-FFF2-40B4-BE49-F238E27FC236}">
                <a16:creationId xmlns:a16="http://schemas.microsoft.com/office/drawing/2014/main" id="{E213ED5E-7813-8F9E-91F4-4B5F061EA38D}"/>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a:t>
            </a:r>
          </a:p>
        </p:txBody>
      </p:sp>
      <p:sp>
        <p:nvSpPr>
          <p:cNvPr id="60" name="TextBox 59">
            <a:extLst>
              <a:ext uri="{FF2B5EF4-FFF2-40B4-BE49-F238E27FC236}">
                <a16:creationId xmlns:a16="http://schemas.microsoft.com/office/drawing/2014/main" id="{C57BB6EB-B1A5-460B-3CEA-B78CAF1FB5E8}"/>
              </a:ext>
            </a:extLst>
          </p:cNvPr>
          <p:cNvSpPr txBox="1"/>
          <p:nvPr/>
        </p:nvSpPr>
        <p:spPr>
          <a:xfrm>
            <a:off x="5147734" y="901933"/>
            <a:ext cx="570089" cy="230832"/>
          </a:xfrm>
          <a:prstGeom prst="rect">
            <a:avLst/>
          </a:prstGeom>
          <a:noFill/>
        </p:spPr>
        <p:txBody>
          <a:bodyPr wrap="square" rtlCol="0">
            <a:spAutoFit/>
          </a:bodyPr>
          <a:lstStyle/>
          <a:p>
            <a:pPr algn="ctr"/>
            <a:r>
              <a:rPr lang="en-US" sz="900" dirty="0"/>
              <a:t>38</a:t>
            </a:r>
          </a:p>
        </p:txBody>
      </p:sp>
      <p:sp>
        <p:nvSpPr>
          <p:cNvPr id="61" name="TextBox 60">
            <a:extLst>
              <a:ext uri="{FF2B5EF4-FFF2-40B4-BE49-F238E27FC236}">
                <a16:creationId xmlns:a16="http://schemas.microsoft.com/office/drawing/2014/main" id="{3B74881F-8B0F-24E3-C399-528857FF8C64}"/>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62" name="TextBox 61">
            <a:extLst>
              <a:ext uri="{FF2B5EF4-FFF2-40B4-BE49-F238E27FC236}">
                <a16:creationId xmlns:a16="http://schemas.microsoft.com/office/drawing/2014/main" id="{8D0ADC51-AB2E-045D-2326-79E78C1392D6}"/>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39A2F521-3B7C-9570-4375-6EEACC9D9AAD}"/>
              </a:ext>
            </a:extLst>
          </p:cNvPr>
          <p:cNvSpPr txBox="1"/>
          <p:nvPr/>
        </p:nvSpPr>
        <p:spPr>
          <a:xfrm>
            <a:off x="3640666" y="3907597"/>
            <a:ext cx="570089" cy="230832"/>
          </a:xfrm>
          <a:prstGeom prst="rect">
            <a:avLst/>
          </a:prstGeom>
          <a:noFill/>
        </p:spPr>
        <p:txBody>
          <a:bodyPr wrap="square" rtlCol="0">
            <a:spAutoFit/>
          </a:bodyPr>
          <a:lstStyle/>
          <a:p>
            <a:pPr algn="ctr"/>
            <a:r>
              <a:rPr lang="en-US" sz="900" dirty="0"/>
              <a:t>86</a:t>
            </a:r>
          </a:p>
        </p:txBody>
      </p:sp>
      <p:sp>
        <p:nvSpPr>
          <p:cNvPr id="65" name="TextBox 64">
            <a:extLst>
              <a:ext uri="{FF2B5EF4-FFF2-40B4-BE49-F238E27FC236}">
                <a16:creationId xmlns:a16="http://schemas.microsoft.com/office/drawing/2014/main" id="{11BE8866-707F-18A9-DE83-7698044D053A}"/>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C31A3EB3-446C-C4E5-2C0A-28C287F2FDA4}"/>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9" name="TextBox 68">
            <a:extLst>
              <a:ext uri="{FF2B5EF4-FFF2-40B4-BE49-F238E27FC236}">
                <a16:creationId xmlns:a16="http://schemas.microsoft.com/office/drawing/2014/main" id="{4BC1A537-3D6A-CCD5-C7AC-DBE76E8447B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766C0057-1281-4B91-5B58-C92DB71EE221}"/>
              </a:ext>
            </a:extLst>
          </p:cNvPr>
          <p:cNvSpPr txBox="1"/>
          <p:nvPr/>
        </p:nvSpPr>
        <p:spPr>
          <a:xfrm>
            <a:off x="5650090" y="3907597"/>
            <a:ext cx="570089" cy="230832"/>
          </a:xfrm>
          <a:prstGeom prst="rect">
            <a:avLst/>
          </a:prstGeom>
          <a:noFill/>
        </p:spPr>
        <p:txBody>
          <a:bodyPr wrap="square" rtlCol="0">
            <a:spAutoFit/>
          </a:bodyPr>
          <a:lstStyle/>
          <a:p>
            <a:pPr algn="ctr"/>
            <a:r>
              <a:rPr lang="en-US" sz="900" dirty="0"/>
              <a:t>56</a:t>
            </a:r>
          </a:p>
        </p:txBody>
      </p:sp>
      <p:sp>
        <p:nvSpPr>
          <p:cNvPr id="70" name="TextBox 69">
            <a:extLst>
              <a:ext uri="{FF2B5EF4-FFF2-40B4-BE49-F238E27FC236}">
                <a16:creationId xmlns:a16="http://schemas.microsoft.com/office/drawing/2014/main" id="{D8438144-BB5B-0E88-BD7C-E8AA1AE6F0FA}"/>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a:t>
            </a:r>
          </a:p>
        </p:txBody>
      </p:sp>
      <p:sp>
        <p:nvSpPr>
          <p:cNvPr id="71" name="TextBox 70">
            <a:extLst>
              <a:ext uri="{FF2B5EF4-FFF2-40B4-BE49-F238E27FC236}">
                <a16:creationId xmlns:a16="http://schemas.microsoft.com/office/drawing/2014/main" id="{AC1E0AA4-E2F6-E0E6-9F8F-2D058621782C}"/>
              </a:ext>
            </a:extLst>
          </p:cNvPr>
          <p:cNvSpPr txBox="1"/>
          <p:nvPr/>
        </p:nvSpPr>
        <p:spPr>
          <a:xfrm>
            <a:off x="5147734" y="4408541"/>
            <a:ext cx="570089" cy="230832"/>
          </a:xfrm>
          <a:prstGeom prst="rect">
            <a:avLst/>
          </a:prstGeom>
          <a:noFill/>
        </p:spPr>
        <p:txBody>
          <a:bodyPr wrap="square" rtlCol="0">
            <a:spAutoFit/>
          </a:bodyPr>
          <a:lstStyle/>
          <a:p>
            <a:pPr algn="ctr"/>
            <a:r>
              <a:rPr lang="en-US" sz="900" dirty="0"/>
              <a:t>25678</a:t>
            </a:r>
          </a:p>
        </p:txBody>
      </p:sp>
      <p:sp>
        <p:nvSpPr>
          <p:cNvPr id="72" name="TextBox 71">
            <a:extLst>
              <a:ext uri="{FF2B5EF4-FFF2-40B4-BE49-F238E27FC236}">
                <a16:creationId xmlns:a16="http://schemas.microsoft.com/office/drawing/2014/main" id="{39E2CF54-368C-1557-F4FB-D434A2A4CC5E}"/>
              </a:ext>
            </a:extLst>
          </p:cNvPr>
          <p:cNvSpPr txBox="1"/>
          <p:nvPr/>
        </p:nvSpPr>
        <p:spPr>
          <a:xfrm>
            <a:off x="5147734" y="4909484"/>
            <a:ext cx="570089" cy="230832"/>
          </a:xfrm>
          <a:prstGeom prst="rect">
            <a:avLst/>
          </a:prstGeom>
          <a:noFill/>
        </p:spPr>
        <p:txBody>
          <a:bodyPr wrap="square" rtlCol="0">
            <a:spAutoFit/>
          </a:bodyPr>
          <a:lstStyle/>
          <a:p>
            <a:pPr algn="ctr"/>
            <a:r>
              <a:rPr lang="en-US" sz="900" dirty="0"/>
              <a:t>2678</a:t>
            </a:r>
          </a:p>
        </p:txBody>
      </p:sp>
      <p:sp>
        <p:nvSpPr>
          <p:cNvPr id="73" name="TextBox 72">
            <a:extLst>
              <a:ext uri="{FF2B5EF4-FFF2-40B4-BE49-F238E27FC236}">
                <a16:creationId xmlns:a16="http://schemas.microsoft.com/office/drawing/2014/main" id="{833C49E2-4E06-C87D-F1AA-F7B64D81FF49}"/>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a:t>
            </a:r>
          </a:p>
        </p:txBody>
      </p:sp>
      <p:sp>
        <p:nvSpPr>
          <p:cNvPr id="74" name="TextBox 73">
            <a:extLst>
              <a:ext uri="{FF2B5EF4-FFF2-40B4-BE49-F238E27FC236}">
                <a16:creationId xmlns:a16="http://schemas.microsoft.com/office/drawing/2014/main" id="{59AA655D-41AB-612C-328A-751FF29E793C}"/>
              </a:ext>
            </a:extLst>
          </p:cNvPr>
          <p:cNvSpPr txBox="1"/>
          <p:nvPr/>
        </p:nvSpPr>
        <p:spPr>
          <a:xfrm>
            <a:off x="6152446" y="4408541"/>
            <a:ext cx="570089" cy="230832"/>
          </a:xfrm>
          <a:prstGeom prst="rect">
            <a:avLst/>
          </a:prstGeom>
          <a:noFill/>
        </p:spPr>
        <p:txBody>
          <a:bodyPr wrap="square" rtlCol="0">
            <a:spAutoFit/>
          </a:bodyPr>
          <a:lstStyle/>
          <a:p>
            <a:pPr algn="ctr"/>
            <a:r>
              <a:rPr lang="en-US" sz="900" dirty="0"/>
              <a:t>578</a:t>
            </a:r>
          </a:p>
        </p:txBody>
      </p:sp>
      <p:sp>
        <p:nvSpPr>
          <p:cNvPr id="75" name="TextBox 74">
            <a:extLst>
              <a:ext uri="{FF2B5EF4-FFF2-40B4-BE49-F238E27FC236}">
                <a16:creationId xmlns:a16="http://schemas.microsoft.com/office/drawing/2014/main" id="{661182F0-C2B1-5C3C-88EF-77025743216D}"/>
              </a:ext>
            </a:extLst>
          </p:cNvPr>
          <p:cNvSpPr txBox="1"/>
          <p:nvPr/>
        </p:nvSpPr>
        <p:spPr>
          <a:xfrm>
            <a:off x="6152446" y="4909484"/>
            <a:ext cx="570089" cy="230832"/>
          </a:xfrm>
          <a:prstGeom prst="rect">
            <a:avLst/>
          </a:prstGeom>
          <a:noFill/>
        </p:spPr>
        <p:txBody>
          <a:bodyPr wrap="square" rtlCol="0">
            <a:spAutoFit/>
          </a:bodyPr>
          <a:lstStyle/>
          <a:p>
            <a:pPr algn="ctr"/>
            <a:r>
              <a:rPr lang="en-US" sz="900" dirty="0"/>
              <a:t>478</a:t>
            </a:r>
          </a:p>
        </p:txBody>
      </p:sp>
      <p:sp>
        <p:nvSpPr>
          <p:cNvPr id="76" name="TextBox 75">
            <a:extLst>
              <a:ext uri="{FF2B5EF4-FFF2-40B4-BE49-F238E27FC236}">
                <a16:creationId xmlns:a16="http://schemas.microsoft.com/office/drawing/2014/main" id="{06D7E7E4-B808-D125-03F0-156D7F5C77E2}"/>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a:t>
            </a:r>
          </a:p>
        </p:txBody>
      </p:sp>
      <p:sp>
        <p:nvSpPr>
          <p:cNvPr id="77" name="TextBox 76">
            <a:extLst>
              <a:ext uri="{FF2B5EF4-FFF2-40B4-BE49-F238E27FC236}">
                <a16:creationId xmlns:a16="http://schemas.microsoft.com/office/drawing/2014/main" id="{A1CD52BD-6A3C-EA1F-8003-1823E7B27EC5}"/>
              </a:ext>
            </a:extLst>
          </p:cNvPr>
          <p:cNvSpPr txBox="1"/>
          <p:nvPr/>
        </p:nvSpPr>
        <p:spPr>
          <a:xfrm>
            <a:off x="7157158" y="3907597"/>
            <a:ext cx="570089" cy="230832"/>
          </a:xfrm>
          <a:prstGeom prst="rect">
            <a:avLst/>
          </a:prstGeom>
          <a:noFill/>
        </p:spPr>
        <p:txBody>
          <a:bodyPr wrap="square" rtlCol="0">
            <a:spAutoFit/>
          </a:bodyPr>
          <a:lstStyle/>
          <a:p>
            <a:pPr algn="ctr"/>
            <a:r>
              <a:rPr lang="en-US" sz="900" dirty="0"/>
              <a:t>65</a:t>
            </a:r>
          </a:p>
        </p:txBody>
      </p:sp>
      <p:sp>
        <p:nvSpPr>
          <p:cNvPr id="78" name="TextBox 77">
            <a:extLst>
              <a:ext uri="{FF2B5EF4-FFF2-40B4-BE49-F238E27FC236}">
                <a16:creationId xmlns:a16="http://schemas.microsoft.com/office/drawing/2014/main" id="{0674C423-CFA2-9921-E79A-90450820221E}"/>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a:t>
            </a:r>
          </a:p>
        </p:txBody>
      </p:sp>
      <p:sp>
        <p:nvSpPr>
          <p:cNvPr id="79" name="TextBox 78">
            <a:extLst>
              <a:ext uri="{FF2B5EF4-FFF2-40B4-BE49-F238E27FC236}">
                <a16:creationId xmlns:a16="http://schemas.microsoft.com/office/drawing/2014/main" id="{847F72C3-CA0B-5375-D202-33F1CCE12668}"/>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a:t>
            </a:r>
          </a:p>
        </p:txBody>
      </p:sp>
      <p:sp>
        <p:nvSpPr>
          <p:cNvPr id="80" name="TextBox 79">
            <a:extLst>
              <a:ext uri="{FF2B5EF4-FFF2-40B4-BE49-F238E27FC236}">
                <a16:creationId xmlns:a16="http://schemas.microsoft.com/office/drawing/2014/main" id="{FA2B8842-BCC2-4CD9-7378-5B72FD9A3718}"/>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5C84E732-46C4-5EB4-2AE3-F1898A948AFD}"/>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23279260-29E4-FABD-4C17-4BF8F2A01319}"/>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A3DC2E6F-5429-84E6-A9EF-6ECB1D9E5AB0}"/>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1F92D735-3E44-8722-4D87-BFD395532D6C}"/>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DFA9227E-1D1A-5A22-EEFB-2BB7EEFE9202}"/>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2567</a:t>
            </a:r>
          </a:p>
        </p:txBody>
      </p:sp>
      <p:sp>
        <p:nvSpPr>
          <p:cNvPr id="48" name="TextBox 47">
            <a:extLst>
              <a:ext uri="{FF2B5EF4-FFF2-40B4-BE49-F238E27FC236}">
                <a16:creationId xmlns:a16="http://schemas.microsoft.com/office/drawing/2014/main" id="{5A4E5556-9FE7-6F02-2F6E-690A8A90FE40}"/>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234678</a:t>
            </a:r>
          </a:p>
        </p:txBody>
      </p:sp>
      <p:sp>
        <p:nvSpPr>
          <p:cNvPr id="83" name="TextBox 82">
            <a:extLst>
              <a:ext uri="{FF2B5EF4-FFF2-40B4-BE49-F238E27FC236}">
                <a16:creationId xmlns:a16="http://schemas.microsoft.com/office/drawing/2014/main" id="{8364E370-3D40-FB83-AC3F-19F18A1F8B5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784B0746-8B3B-42C7-D9F8-21543F30FEFB}"/>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5BD57DCA-A795-64DE-5305-0E96F9FC6DF6}"/>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F485B842-C6C0-857D-FBBB-508F2E9EFBC4}"/>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91669E27-CD2D-BA1F-5D93-A2FB6234C109}"/>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C2D4EC49-F259-E043-9373-732337742426}"/>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AB59AD17-3C60-6AD5-EBB3-AF77F0833E20}"/>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A1C6B9A5-D32C-8A2A-817B-EC9FD53CA93F}"/>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FBAC978D-4C4F-E2D3-D22A-B4CF713A84DA}"/>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F92DD489-F153-55FB-E7D3-8B3DD2341A72}"/>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75F0B16B-AC24-3309-B902-1E8AA514237C}"/>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094CA426-BDD5-9216-E9B2-0F72CB4F44B6}"/>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57FD2403-7FF0-5BDD-8D82-F97598D00C5E}"/>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45E5A1A7-DF5E-3B66-2FCB-491B0FF17056}"/>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E28117EC-CD22-3852-B878-FCEC0700B7FC}"/>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FE4C68A3-0D03-0C6E-954F-5749C6A6A8AD}"/>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7C4094EA-485E-9A12-4432-F6E8267E95F0}"/>
              </a:ext>
            </a:extLst>
          </p:cNvPr>
          <p:cNvSpPr txBox="1"/>
          <p:nvPr/>
        </p:nvSpPr>
        <p:spPr>
          <a:xfrm>
            <a:off x="5215469" y="1727886"/>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7BF98170-1B35-74D0-E341-BBC4DD10C25B}"/>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A268EDD3-CD83-6E20-0594-C0B76B0052B7}"/>
              </a:ext>
            </a:extLst>
          </p:cNvPr>
          <p:cNvSpPr txBox="1"/>
          <p:nvPr/>
        </p:nvSpPr>
        <p:spPr>
          <a:xfrm>
            <a:off x="5650090" y="2404765"/>
            <a:ext cx="570089" cy="230832"/>
          </a:xfrm>
          <a:prstGeom prst="rect">
            <a:avLst/>
          </a:prstGeom>
          <a:noFill/>
        </p:spPr>
        <p:txBody>
          <a:bodyPr wrap="square" rtlCol="0">
            <a:spAutoFit/>
          </a:bodyPr>
          <a:lstStyle/>
          <a:p>
            <a:pPr algn="ctr"/>
            <a:r>
              <a:rPr lang="en-US" sz="900" dirty="0"/>
              <a:t>69</a:t>
            </a:r>
          </a:p>
        </p:txBody>
      </p:sp>
    </p:spTree>
    <p:extLst>
      <p:ext uri="{BB962C8B-B14F-4D97-AF65-F5344CB8AC3E}">
        <p14:creationId xmlns:p14="http://schemas.microsoft.com/office/powerpoint/2010/main" val="7524500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72840-63B2-5969-1BAA-709422032E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97AED1-780A-745E-FBDF-1B87A554231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7306E22-D58B-47CF-9E5F-E07FC7FDAC1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487CA2F-50D7-FCC2-C759-C4C49FBE682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D491247-AB4C-DB64-A229-28A9E9650D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2457FF-1DDE-90F0-4B5E-46E6D8B4B34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E00B42F-8532-30D2-3574-E50C976D7A3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4723B34-9D27-B887-564B-85BD264A4B43}"/>
              </a:ext>
            </a:extLst>
          </p:cNvPr>
          <p:cNvSpPr txBox="1"/>
          <p:nvPr/>
        </p:nvSpPr>
        <p:spPr>
          <a:xfrm>
            <a:off x="4645378" y="4909484"/>
            <a:ext cx="570089" cy="230832"/>
          </a:xfrm>
          <a:prstGeom prst="rect">
            <a:avLst/>
          </a:prstGeom>
          <a:noFill/>
        </p:spPr>
        <p:txBody>
          <a:bodyPr wrap="square" rtlCol="0">
            <a:spAutoFit/>
          </a:bodyPr>
          <a:lstStyle/>
          <a:p>
            <a:pPr algn="ctr"/>
            <a:r>
              <a:rPr lang="en-US" sz="900" dirty="0"/>
              <a:t>679</a:t>
            </a:r>
          </a:p>
        </p:txBody>
      </p:sp>
      <p:sp>
        <p:nvSpPr>
          <p:cNvPr id="14" name="TextBox 13">
            <a:extLst>
              <a:ext uri="{FF2B5EF4-FFF2-40B4-BE49-F238E27FC236}">
                <a16:creationId xmlns:a16="http://schemas.microsoft.com/office/drawing/2014/main" id="{A28EA73F-2287-07DF-0F51-262814FC34C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37162B5-3F35-5C6E-BE63-26ED557BA415}"/>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90E4389-0701-554D-7293-BCDAA0FFFF0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FFA625A-0FDA-9971-2D5B-6EC4ED318396}"/>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F24C143E-C090-1CC8-6A0D-703FE18A9249}"/>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6EDC627-E7B1-B466-6720-63CF84BE4F4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E79654C-48DF-A296-3BEC-7627BDA534BA}"/>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EBD2530D-164B-0A6A-EFDC-E65B97D98D6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F5D633A9-2B93-66E5-5CCA-0B17AC88EEA8}"/>
              </a:ext>
            </a:extLst>
          </p:cNvPr>
          <p:cNvSpPr txBox="1"/>
          <p:nvPr/>
        </p:nvSpPr>
        <p:spPr>
          <a:xfrm>
            <a:off x="7157158" y="4408541"/>
            <a:ext cx="570089" cy="230832"/>
          </a:xfrm>
          <a:prstGeom prst="rect">
            <a:avLst/>
          </a:prstGeom>
          <a:noFill/>
        </p:spPr>
        <p:txBody>
          <a:bodyPr wrap="square" rtlCol="0">
            <a:spAutoFit/>
          </a:bodyPr>
          <a:lstStyle/>
          <a:p>
            <a:pPr algn="ctr"/>
            <a:r>
              <a:rPr lang="en-US" sz="900" dirty="0"/>
              <a:t>678</a:t>
            </a:r>
          </a:p>
        </p:txBody>
      </p:sp>
      <p:sp>
        <p:nvSpPr>
          <p:cNvPr id="27" name="TextBox 26">
            <a:extLst>
              <a:ext uri="{FF2B5EF4-FFF2-40B4-BE49-F238E27FC236}">
                <a16:creationId xmlns:a16="http://schemas.microsoft.com/office/drawing/2014/main" id="{F993CE7B-5BA7-4BA1-75B4-963D8F1038BF}"/>
              </a:ext>
            </a:extLst>
          </p:cNvPr>
          <p:cNvSpPr txBox="1"/>
          <p:nvPr/>
        </p:nvSpPr>
        <p:spPr>
          <a:xfrm>
            <a:off x="5650090" y="4909484"/>
            <a:ext cx="570089" cy="230832"/>
          </a:xfrm>
          <a:prstGeom prst="rect">
            <a:avLst/>
          </a:prstGeom>
          <a:noFill/>
        </p:spPr>
        <p:txBody>
          <a:bodyPr wrap="square" rtlCol="0">
            <a:spAutoFit/>
          </a:bodyPr>
          <a:lstStyle/>
          <a:p>
            <a:pPr algn="ctr"/>
            <a:r>
              <a:rPr lang="en-US" sz="900" dirty="0"/>
              <a:t>689</a:t>
            </a:r>
          </a:p>
        </p:txBody>
      </p:sp>
      <p:sp>
        <p:nvSpPr>
          <p:cNvPr id="31" name="TextBox 30">
            <a:extLst>
              <a:ext uri="{FF2B5EF4-FFF2-40B4-BE49-F238E27FC236}">
                <a16:creationId xmlns:a16="http://schemas.microsoft.com/office/drawing/2014/main" id="{24FA6E66-320A-6EC8-15AD-E108407A3023}"/>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FEDCCE6-0ADF-ED01-4E94-F241E095710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85BE3E0-9D12-C584-4D13-CA871BEBCA55}"/>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358B7EF8-6B23-AF6C-B4F8-4E4319AB5EA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12CBDBF-03BF-5131-BC6D-D3EAFE10F76E}"/>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1B8774AB-D56D-0DF3-7358-13E725B251DB}"/>
              </a:ext>
            </a:extLst>
          </p:cNvPr>
          <p:cNvSpPr txBox="1"/>
          <p:nvPr/>
        </p:nvSpPr>
        <p:spPr>
          <a:xfrm>
            <a:off x="6654802" y="1903821"/>
            <a:ext cx="570089" cy="230832"/>
          </a:xfrm>
          <a:prstGeom prst="rect">
            <a:avLst/>
          </a:prstGeom>
          <a:noFill/>
        </p:spPr>
        <p:txBody>
          <a:bodyPr wrap="square" rtlCol="0">
            <a:spAutoFit/>
          </a:bodyPr>
          <a:lstStyle/>
          <a:p>
            <a:pPr algn="ctr"/>
            <a:r>
              <a:rPr lang="en-US" sz="900" dirty="0"/>
              <a:t>67</a:t>
            </a:r>
          </a:p>
        </p:txBody>
      </p:sp>
      <p:sp>
        <p:nvSpPr>
          <p:cNvPr id="50" name="TextBox 49">
            <a:extLst>
              <a:ext uri="{FF2B5EF4-FFF2-40B4-BE49-F238E27FC236}">
                <a16:creationId xmlns:a16="http://schemas.microsoft.com/office/drawing/2014/main" id="{2A5DD32D-336A-11E2-ADF7-76038B2EE79A}"/>
              </a:ext>
            </a:extLst>
          </p:cNvPr>
          <p:cNvSpPr txBox="1"/>
          <p:nvPr/>
        </p:nvSpPr>
        <p:spPr>
          <a:xfrm>
            <a:off x="4645378" y="3406653"/>
            <a:ext cx="570089" cy="230832"/>
          </a:xfrm>
          <a:prstGeom prst="rect">
            <a:avLst/>
          </a:prstGeom>
          <a:noFill/>
        </p:spPr>
        <p:txBody>
          <a:bodyPr wrap="square" rtlCol="0">
            <a:spAutoFit/>
          </a:bodyPr>
          <a:lstStyle/>
          <a:p>
            <a:pPr algn="ctr"/>
            <a:r>
              <a:rPr lang="en-US" sz="900" dirty="0"/>
              <a:t>45</a:t>
            </a:r>
          </a:p>
        </p:txBody>
      </p:sp>
      <p:sp>
        <p:nvSpPr>
          <p:cNvPr id="51" name="TextBox 50">
            <a:extLst>
              <a:ext uri="{FF2B5EF4-FFF2-40B4-BE49-F238E27FC236}">
                <a16:creationId xmlns:a16="http://schemas.microsoft.com/office/drawing/2014/main" id="{4351264C-E3FE-F4D9-C8A8-37CC68E881EE}"/>
              </a:ext>
            </a:extLst>
          </p:cNvPr>
          <p:cNvSpPr txBox="1"/>
          <p:nvPr/>
        </p:nvSpPr>
        <p:spPr>
          <a:xfrm>
            <a:off x="5147734" y="3406653"/>
            <a:ext cx="570089" cy="230832"/>
          </a:xfrm>
          <a:prstGeom prst="rect">
            <a:avLst/>
          </a:prstGeom>
          <a:noFill/>
        </p:spPr>
        <p:txBody>
          <a:bodyPr wrap="square" rtlCol="0">
            <a:spAutoFit/>
          </a:bodyPr>
          <a:lstStyle/>
          <a:p>
            <a:pPr algn="ctr"/>
            <a:r>
              <a:rPr lang="en-US" sz="900" dirty="0"/>
              <a:t>54</a:t>
            </a:r>
          </a:p>
        </p:txBody>
      </p:sp>
      <p:sp>
        <p:nvSpPr>
          <p:cNvPr id="52" name="TextBox 51">
            <a:extLst>
              <a:ext uri="{FF2B5EF4-FFF2-40B4-BE49-F238E27FC236}">
                <a16:creationId xmlns:a16="http://schemas.microsoft.com/office/drawing/2014/main" id="{3754F066-2C8E-764D-6B74-F5020B090972}"/>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C651A4CE-2DB9-F696-6B61-A05013738372}"/>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169B2785-C7DA-6209-8F85-D3F0B12F2F1F}"/>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A772343-D902-3EF2-B32E-9105F2273C7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9214C72-0937-6A75-6A94-7CE09E9D6C00}"/>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8102F245-C278-86E7-7CE7-FFD74CC06D73}"/>
              </a:ext>
            </a:extLst>
          </p:cNvPr>
          <p:cNvSpPr txBox="1"/>
          <p:nvPr/>
        </p:nvSpPr>
        <p:spPr>
          <a:xfrm>
            <a:off x="6152446" y="1402877"/>
            <a:ext cx="570089" cy="230832"/>
          </a:xfrm>
          <a:prstGeom prst="rect">
            <a:avLst/>
          </a:prstGeom>
          <a:noFill/>
        </p:spPr>
        <p:txBody>
          <a:bodyPr wrap="square" rtlCol="0">
            <a:spAutoFit/>
          </a:bodyPr>
          <a:lstStyle/>
          <a:p>
            <a:pPr algn="ctr"/>
            <a:r>
              <a:rPr lang="en-US" sz="900" dirty="0"/>
              <a:t>57</a:t>
            </a:r>
          </a:p>
        </p:txBody>
      </p:sp>
      <p:sp>
        <p:nvSpPr>
          <p:cNvPr id="58" name="TextBox 57">
            <a:extLst>
              <a:ext uri="{FF2B5EF4-FFF2-40B4-BE49-F238E27FC236}">
                <a16:creationId xmlns:a16="http://schemas.microsoft.com/office/drawing/2014/main" id="{F525AD89-D8B6-DFA3-54EC-510E04AC7AAD}"/>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a:t>
            </a:r>
          </a:p>
        </p:txBody>
      </p:sp>
      <p:sp>
        <p:nvSpPr>
          <p:cNvPr id="61" name="TextBox 60">
            <a:extLst>
              <a:ext uri="{FF2B5EF4-FFF2-40B4-BE49-F238E27FC236}">
                <a16:creationId xmlns:a16="http://schemas.microsoft.com/office/drawing/2014/main" id="{2A4B2A40-8A67-125F-96DD-FB055C68CBF8}"/>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62" name="TextBox 61">
            <a:extLst>
              <a:ext uri="{FF2B5EF4-FFF2-40B4-BE49-F238E27FC236}">
                <a16:creationId xmlns:a16="http://schemas.microsoft.com/office/drawing/2014/main" id="{E8511C4D-3BE1-8D3A-67F4-6633B37B11F4}"/>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11D1C391-9232-D3C2-0EBB-DB7B713CBF82}"/>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F38D6B9B-07BC-2239-0EE7-5254984A60FF}"/>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9" name="TextBox 68">
            <a:extLst>
              <a:ext uri="{FF2B5EF4-FFF2-40B4-BE49-F238E27FC236}">
                <a16:creationId xmlns:a16="http://schemas.microsoft.com/office/drawing/2014/main" id="{38694AD5-7B54-E803-1445-4F1F3426539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571DEA14-9471-AA20-B771-9CA51F95C51C}"/>
              </a:ext>
            </a:extLst>
          </p:cNvPr>
          <p:cNvSpPr txBox="1"/>
          <p:nvPr/>
        </p:nvSpPr>
        <p:spPr>
          <a:xfrm>
            <a:off x="5650090" y="3907597"/>
            <a:ext cx="570089" cy="230832"/>
          </a:xfrm>
          <a:prstGeom prst="rect">
            <a:avLst/>
          </a:prstGeom>
          <a:noFill/>
        </p:spPr>
        <p:txBody>
          <a:bodyPr wrap="square" rtlCol="0">
            <a:spAutoFit/>
          </a:bodyPr>
          <a:lstStyle/>
          <a:p>
            <a:pPr algn="ctr"/>
            <a:r>
              <a:rPr lang="en-US" sz="900" dirty="0"/>
              <a:t>56</a:t>
            </a:r>
          </a:p>
        </p:txBody>
      </p:sp>
      <p:sp>
        <p:nvSpPr>
          <p:cNvPr id="70" name="TextBox 69">
            <a:extLst>
              <a:ext uri="{FF2B5EF4-FFF2-40B4-BE49-F238E27FC236}">
                <a16:creationId xmlns:a16="http://schemas.microsoft.com/office/drawing/2014/main" id="{8E3CE386-7D32-957B-DED7-029D191AFA77}"/>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a:t>
            </a:r>
          </a:p>
        </p:txBody>
      </p:sp>
      <p:sp>
        <p:nvSpPr>
          <p:cNvPr id="71" name="TextBox 70">
            <a:extLst>
              <a:ext uri="{FF2B5EF4-FFF2-40B4-BE49-F238E27FC236}">
                <a16:creationId xmlns:a16="http://schemas.microsoft.com/office/drawing/2014/main" id="{4ABBD4B5-69C0-AC4D-334E-BA446207B122}"/>
              </a:ext>
            </a:extLst>
          </p:cNvPr>
          <p:cNvSpPr txBox="1"/>
          <p:nvPr/>
        </p:nvSpPr>
        <p:spPr>
          <a:xfrm>
            <a:off x="5147734" y="4408541"/>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16F86EA6-4472-039E-1D59-A181787640D7}"/>
              </a:ext>
            </a:extLst>
          </p:cNvPr>
          <p:cNvSpPr txBox="1"/>
          <p:nvPr/>
        </p:nvSpPr>
        <p:spPr>
          <a:xfrm>
            <a:off x="5147734" y="4909484"/>
            <a:ext cx="570089" cy="230832"/>
          </a:xfrm>
          <a:prstGeom prst="rect">
            <a:avLst/>
          </a:prstGeom>
          <a:noFill/>
        </p:spPr>
        <p:txBody>
          <a:bodyPr wrap="square" rtlCol="0">
            <a:spAutoFit/>
          </a:bodyPr>
          <a:lstStyle/>
          <a:p>
            <a:pPr algn="ctr"/>
            <a:r>
              <a:rPr lang="en-US" sz="900" dirty="0"/>
              <a:t>278</a:t>
            </a:r>
          </a:p>
        </p:txBody>
      </p:sp>
      <p:sp>
        <p:nvSpPr>
          <p:cNvPr id="73" name="TextBox 72">
            <a:extLst>
              <a:ext uri="{FF2B5EF4-FFF2-40B4-BE49-F238E27FC236}">
                <a16:creationId xmlns:a16="http://schemas.microsoft.com/office/drawing/2014/main" id="{3B770FDD-686D-2B32-2D73-5D88B326D3AD}"/>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a:t>
            </a:r>
          </a:p>
        </p:txBody>
      </p:sp>
      <p:sp>
        <p:nvSpPr>
          <p:cNvPr id="74" name="TextBox 73">
            <a:extLst>
              <a:ext uri="{FF2B5EF4-FFF2-40B4-BE49-F238E27FC236}">
                <a16:creationId xmlns:a16="http://schemas.microsoft.com/office/drawing/2014/main" id="{186DD312-FA10-98E1-EC35-57A89F628A82}"/>
              </a:ext>
            </a:extLst>
          </p:cNvPr>
          <p:cNvSpPr txBox="1"/>
          <p:nvPr/>
        </p:nvSpPr>
        <p:spPr>
          <a:xfrm>
            <a:off x="6152446" y="4408541"/>
            <a:ext cx="570089" cy="230832"/>
          </a:xfrm>
          <a:prstGeom prst="rect">
            <a:avLst/>
          </a:prstGeom>
          <a:noFill/>
        </p:spPr>
        <p:txBody>
          <a:bodyPr wrap="square" rtlCol="0">
            <a:spAutoFit/>
          </a:bodyPr>
          <a:lstStyle/>
          <a:p>
            <a:pPr algn="ctr"/>
            <a:r>
              <a:rPr lang="en-US" sz="900" dirty="0"/>
              <a:t>578</a:t>
            </a:r>
          </a:p>
        </p:txBody>
      </p:sp>
      <p:sp>
        <p:nvSpPr>
          <p:cNvPr id="75" name="TextBox 74">
            <a:extLst>
              <a:ext uri="{FF2B5EF4-FFF2-40B4-BE49-F238E27FC236}">
                <a16:creationId xmlns:a16="http://schemas.microsoft.com/office/drawing/2014/main" id="{C9F45306-3A7A-00E9-5300-85CC3FE02271}"/>
              </a:ext>
            </a:extLst>
          </p:cNvPr>
          <p:cNvSpPr txBox="1"/>
          <p:nvPr/>
        </p:nvSpPr>
        <p:spPr>
          <a:xfrm>
            <a:off x="6152446" y="4909484"/>
            <a:ext cx="570089" cy="230832"/>
          </a:xfrm>
          <a:prstGeom prst="rect">
            <a:avLst/>
          </a:prstGeom>
          <a:noFill/>
        </p:spPr>
        <p:txBody>
          <a:bodyPr wrap="square" rtlCol="0">
            <a:spAutoFit/>
          </a:bodyPr>
          <a:lstStyle/>
          <a:p>
            <a:pPr algn="ctr"/>
            <a:r>
              <a:rPr lang="en-US" sz="900" dirty="0"/>
              <a:t>478</a:t>
            </a:r>
          </a:p>
        </p:txBody>
      </p:sp>
      <p:sp>
        <p:nvSpPr>
          <p:cNvPr id="76" name="TextBox 75">
            <a:extLst>
              <a:ext uri="{FF2B5EF4-FFF2-40B4-BE49-F238E27FC236}">
                <a16:creationId xmlns:a16="http://schemas.microsoft.com/office/drawing/2014/main" id="{03FA283B-519E-97FF-F069-0DE0E1DEC1FA}"/>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a:t>
            </a:r>
          </a:p>
        </p:txBody>
      </p:sp>
      <p:sp>
        <p:nvSpPr>
          <p:cNvPr id="77" name="TextBox 76">
            <a:extLst>
              <a:ext uri="{FF2B5EF4-FFF2-40B4-BE49-F238E27FC236}">
                <a16:creationId xmlns:a16="http://schemas.microsoft.com/office/drawing/2014/main" id="{DB481A69-B807-D3DE-282A-16E87B2E80CB}"/>
              </a:ext>
            </a:extLst>
          </p:cNvPr>
          <p:cNvSpPr txBox="1"/>
          <p:nvPr/>
        </p:nvSpPr>
        <p:spPr>
          <a:xfrm>
            <a:off x="7157158" y="3907597"/>
            <a:ext cx="570089" cy="230832"/>
          </a:xfrm>
          <a:prstGeom prst="rect">
            <a:avLst/>
          </a:prstGeom>
          <a:noFill/>
        </p:spPr>
        <p:txBody>
          <a:bodyPr wrap="square" rtlCol="0">
            <a:spAutoFit/>
          </a:bodyPr>
          <a:lstStyle/>
          <a:p>
            <a:pPr algn="ctr"/>
            <a:r>
              <a:rPr lang="en-US" sz="900" dirty="0"/>
              <a:t>65</a:t>
            </a:r>
          </a:p>
        </p:txBody>
      </p:sp>
      <p:sp>
        <p:nvSpPr>
          <p:cNvPr id="78" name="TextBox 77">
            <a:extLst>
              <a:ext uri="{FF2B5EF4-FFF2-40B4-BE49-F238E27FC236}">
                <a16:creationId xmlns:a16="http://schemas.microsoft.com/office/drawing/2014/main" id="{4D7520D1-0584-1293-D4D9-23F7143F063B}"/>
              </a:ext>
            </a:extLst>
          </p:cNvPr>
          <p:cNvSpPr txBox="1"/>
          <p:nvPr/>
        </p:nvSpPr>
        <p:spPr>
          <a:xfrm>
            <a:off x="7157158" y="4909484"/>
            <a:ext cx="570089" cy="230832"/>
          </a:xfrm>
          <a:prstGeom prst="rect">
            <a:avLst/>
          </a:prstGeom>
          <a:noFill/>
        </p:spPr>
        <p:txBody>
          <a:bodyPr wrap="square" rtlCol="0">
            <a:spAutoFit/>
          </a:bodyPr>
          <a:lstStyle/>
          <a:p>
            <a:pPr algn="ctr"/>
            <a:r>
              <a:rPr lang="en-US" sz="900" dirty="0"/>
              <a:t>367</a:t>
            </a:r>
          </a:p>
        </p:txBody>
      </p:sp>
      <p:sp>
        <p:nvSpPr>
          <p:cNvPr id="79" name="TextBox 78">
            <a:extLst>
              <a:ext uri="{FF2B5EF4-FFF2-40B4-BE49-F238E27FC236}">
                <a16:creationId xmlns:a16="http://schemas.microsoft.com/office/drawing/2014/main" id="{9EA75B26-885A-A8FF-DA3C-38D69FF35C60}"/>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a:t>
            </a:r>
          </a:p>
        </p:txBody>
      </p:sp>
      <p:sp>
        <p:nvSpPr>
          <p:cNvPr id="80" name="TextBox 79">
            <a:extLst>
              <a:ext uri="{FF2B5EF4-FFF2-40B4-BE49-F238E27FC236}">
                <a16:creationId xmlns:a16="http://schemas.microsoft.com/office/drawing/2014/main" id="{0BF9D266-A45D-2434-BF48-E92EEAF3CF0F}"/>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02CA1F90-6CDB-5F03-AB6B-29AF86B8ACE9}"/>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E84B9E8A-8892-BB4C-19E7-819935B58882}"/>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6D22EA1-09E5-72EE-E53F-1D6E0DA21E2C}"/>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508F4DBE-A904-E33E-D01B-FC9ECFBA28C6}"/>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4F8D3C1F-D67F-D60D-2FE9-FEB20C2F4948}"/>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2567</a:t>
            </a:r>
          </a:p>
        </p:txBody>
      </p:sp>
      <p:sp>
        <p:nvSpPr>
          <p:cNvPr id="48" name="TextBox 47">
            <a:extLst>
              <a:ext uri="{FF2B5EF4-FFF2-40B4-BE49-F238E27FC236}">
                <a16:creationId xmlns:a16="http://schemas.microsoft.com/office/drawing/2014/main" id="{69FFAE49-ED2B-D0D1-B5BD-2B2A1CEBEE36}"/>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23467</a:t>
            </a:r>
          </a:p>
        </p:txBody>
      </p:sp>
      <p:sp>
        <p:nvSpPr>
          <p:cNvPr id="83" name="TextBox 82">
            <a:extLst>
              <a:ext uri="{FF2B5EF4-FFF2-40B4-BE49-F238E27FC236}">
                <a16:creationId xmlns:a16="http://schemas.microsoft.com/office/drawing/2014/main" id="{5144C021-291D-E191-9717-54B4FBC72BC5}"/>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44001D87-6653-4DF5-8349-09587A9F3E10}"/>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B21D28C0-99A6-2416-E44D-3CF4FA761B9D}"/>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C226C258-207E-4C51-AAA3-DF5636F836B1}"/>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98CD53D2-0D3E-FF1E-AFF5-10CDEED0161A}"/>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17E671DF-617D-9F21-799F-31F1AB7BFBFF}"/>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61EC44A4-DD9C-3F6D-D013-317A06EE4363}"/>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4AF7CA5B-7919-C9EE-5E3C-A60C5DFA2F51}"/>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FA09FDEA-1339-9A6B-58B4-693A4214DB4E}"/>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D474727-D5C0-3702-0F5A-E7B5E7B49384}"/>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7ACA440A-49B7-01F0-76EF-518E7102617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52AB4B4-DE5B-A85D-0B6D-B462A5AF0137}"/>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5608BAA9-74BE-EA4F-2E6F-8EB23A8630B9}"/>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4796A19C-4D35-0E1D-1B97-978F61E6E967}"/>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30116325-506B-2092-669F-56539054C4B3}"/>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64569031-629B-526A-4133-49BEF228843A}"/>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9A97C7BA-10BD-A44F-B105-0EC5700855F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CF2D62B-ABED-EA2A-D63F-E00DB0B865F7}"/>
              </a:ext>
            </a:extLst>
          </p:cNvPr>
          <p:cNvSpPr txBox="1"/>
          <p:nvPr/>
        </p:nvSpPr>
        <p:spPr>
          <a:xfrm>
            <a:off x="5215469" y="1727886"/>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BF670C7F-ABC4-ACCA-DA78-057AD94695DC}"/>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06AEDB24-AAA0-2146-7C55-0A494FB10C73}"/>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8D27C217-C253-F046-1115-0405A5E97817}"/>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79129A7D-8071-BEA4-8167-8F0991F3C27E}"/>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49" name="TextBox 48">
            <a:extLst>
              <a:ext uri="{FF2B5EF4-FFF2-40B4-BE49-F238E27FC236}">
                <a16:creationId xmlns:a16="http://schemas.microsoft.com/office/drawing/2014/main" id="{72993287-5031-6F01-88D7-8CFCDF594C2E}"/>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C9A70A84-33DE-8EF9-F8DD-D6CB36A455F9}"/>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EE3C4E19-0717-CDCB-F730-AFA9924072C1}"/>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58819D6-DA34-066E-61CF-83491AB93E29}"/>
              </a:ext>
            </a:extLst>
          </p:cNvPr>
          <p:cNvSpPr txBox="1"/>
          <p:nvPr/>
        </p:nvSpPr>
        <p:spPr>
          <a:xfrm>
            <a:off x="5650090" y="1903821"/>
            <a:ext cx="570089" cy="230832"/>
          </a:xfrm>
          <a:prstGeom prst="rect">
            <a:avLst/>
          </a:prstGeom>
          <a:noFill/>
        </p:spPr>
        <p:txBody>
          <a:bodyPr wrap="square" rtlCol="0">
            <a:spAutoFit/>
          </a:bodyPr>
          <a:lstStyle/>
          <a:p>
            <a:pPr algn="ctr"/>
            <a:r>
              <a:rPr lang="en-US" sz="900" dirty="0"/>
              <a:t>68</a:t>
            </a:r>
          </a:p>
        </p:txBody>
      </p:sp>
    </p:spTree>
    <p:extLst>
      <p:ext uri="{BB962C8B-B14F-4D97-AF65-F5344CB8AC3E}">
        <p14:creationId xmlns:p14="http://schemas.microsoft.com/office/powerpoint/2010/main" val="6897522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15F30-3E43-90D8-2BAC-28D9F10AA5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877C9D-F6E4-5E85-84FB-C1763B78670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B603E7D-63A3-75CC-FCA5-109FFA963F8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6FD05DC-FD4C-334A-8B3C-6CB3B5A3C56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D270DFB-2793-3EE5-50C4-AA77703A146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37469E6-B680-D4B6-E700-8200D9C600C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7170352-733A-4BA7-16D6-823FE9EE8FB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322CC78-091D-6F8A-A970-6BCE05BB74DF}"/>
              </a:ext>
            </a:extLst>
          </p:cNvPr>
          <p:cNvSpPr txBox="1"/>
          <p:nvPr/>
        </p:nvSpPr>
        <p:spPr>
          <a:xfrm>
            <a:off x="4645378" y="4909484"/>
            <a:ext cx="570089" cy="230832"/>
          </a:xfrm>
          <a:prstGeom prst="rect">
            <a:avLst/>
          </a:prstGeom>
          <a:noFill/>
        </p:spPr>
        <p:txBody>
          <a:bodyPr wrap="square" rtlCol="0">
            <a:spAutoFit/>
          </a:bodyPr>
          <a:lstStyle/>
          <a:p>
            <a:pPr algn="ctr"/>
            <a:r>
              <a:rPr lang="en-US" sz="900" dirty="0"/>
              <a:t>79</a:t>
            </a:r>
          </a:p>
        </p:txBody>
      </p:sp>
      <p:sp>
        <p:nvSpPr>
          <p:cNvPr id="14" name="TextBox 13">
            <a:extLst>
              <a:ext uri="{FF2B5EF4-FFF2-40B4-BE49-F238E27FC236}">
                <a16:creationId xmlns:a16="http://schemas.microsoft.com/office/drawing/2014/main" id="{967BA259-79F1-DCED-CD43-85A339F2D58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F03EEF3F-319F-E896-F01C-7648F2EE4780}"/>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CAF51385-58BA-7DF8-1FBD-559E945EA086}"/>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8FF0539-EE0B-4DBF-3443-75C938C627DD}"/>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139B20F-B344-397B-AF96-92172FCFB0D5}"/>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61491D2B-AEB5-D000-D502-914C7B9E2F7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A83D8E9-3050-823B-43BD-9D6AA1CFFFDE}"/>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C6669F1-AD55-8E2D-F92A-699294F5871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2A9D02C9-3DC7-687F-FC02-9385663C9C48}"/>
              </a:ext>
            </a:extLst>
          </p:cNvPr>
          <p:cNvSpPr txBox="1"/>
          <p:nvPr/>
        </p:nvSpPr>
        <p:spPr>
          <a:xfrm>
            <a:off x="7157158" y="4408541"/>
            <a:ext cx="570089" cy="230832"/>
          </a:xfrm>
          <a:prstGeom prst="rect">
            <a:avLst/>
          </a:prstGeom>
          <a:noFill/>
        </p:spPr>
        <p:txBody>
          <a:bodyPr wrap="square" rtlCol="0">
            <a:spAutoFit/>
          </a:bodyPr>
          <a:lstStyle/>
          <a:p>
            <a:pPr algn="ctr"/>
            <a:r>
              <a:rPr lang="en-US" sz="900" dirty="0"/>
              <a:t>67</a:t>
            </a:r>
          </a:p>
        </p:txBody>
      </p:sp>
      <p:sp>
        <p:nvSpPr>
          <p:cNvPr id="31" name="TextBox 30">
            <a:extLst>
              <a:ext uri="{FF2B5EF4-FFF2-40B4-BE49-F238E27FC236}">
                <a16:creationId xmlns:a16="http://schemas.microsoft.com/office/drawing/2014/main" id="{4D3A04D0-803B-7180-A818-A8BEE72C06F9}"/>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11B442DC-897A-3776-20AB-3ABEA812FE19}"/>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BC506B4-1A6D-010B-88AE-B7A03609EB51}"/>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EA65871B-CAE2-A1E3-1539-F0FA4E50DDD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A860A4F4-A29E-013B-000C-DFFF4F641D76}"/>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52" name="TextBox 51">
            <a:extLst>
              <a:ext uri="{FF2B5EF4-FFF2-40B4-BE49-F238E27FC236}">
                <a16:creationId xmlns:a16="http://schemas.microsoft.com/office/drawing/2014/main" id="{C44415A4-068F-68D0-269F-20C178EC9EC1}"/>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1D90ED0F-5760-A80E-7687-E38844C4C2FD}"/>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AB6874C2-9659-6AB2-AB08-DF71F52F0388}"/>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2CAEA276-9D36-7971-8194-7B5C6DDE72E8}"/>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F594ED7-FC92-1312-56AE-BA43AAED1F6F}"/>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7" name="TextBox 56">
            <a:extLst>
              <a:ext uri="{FF2B5EF4-FFF2-40B4-BE49-F238E27FC236}">
                <a16:creationId xmlns:a16="http://schemas.microsoft.com/office/drawing/2014/main" id="{E877C9B3-F8D5-43BA-7277-53B8AA7B7CDB}"/>
              </a:ext>
            </a:extLst>
          </p:cNvPr>
          <p:cNvSpPr txBox="1"/>
          <p:nvPr/>
        </p:nvSpPr>
        <p:spPr>
          <a:xfrm>
            <a:off x="6152446" y="1402877"/>
            <a:ext cx="570089" cy="230832"/>
          </a:xfrm>
          <a:prstGeom prst="rect">
            <a:avLst/>
          </a:prstGeom>
          <a:noFill/>
        </p:spPr>
        <p:txBody>
          <a:bodyPr wrap="square" rtlCol="0">
            <a:spAutoFit/>
          </a:bodyPr>
          <a:lstStyle/>
          <a:p>
            <a:pPr algn="ctr"/>
            <a:r>
              <a:rPr lang="en-US" sz="900" dirty="0"/>
              <a:t>57</a:t>
            </a:r>
          </a:p>
        </p:txBody>
      </p:sp>
      <p:sp>
        <p:nvSpPr>
          <p:cNvPr id="58" name="TextBox 57">
            <a:extLst>
              <a:ext uri="{FF2B5EF4-FFF2-40B4-BE49-F238E27FC236}">
                <a16:creationId xmlns:a16="http://schemas.microsoft.com/office/drawing/2014/main" id="{E9DACDC9-F48D-F4DC-8A1A-02BCE590956E}"/>
              </a:ext>
            </a:extLst>
          </p:cNvPr>
          <p:cNvSpPr txBox="1"/>
          <p:nvPr/>
        </p:nvSpPr>
        <p:spPr>
          <a:xfrm>
            <a:off x="6654802" y="1402877"/>
            <a:ext cx="570089" cy="230832"/>
          </a:xfrm>
          <a:prstGeom prst="rect">
            <a:avLst/>
          </a:prstGeom>
          <a:noFill/>
        </p:spPr>
        <p:txBody>
          <a:bodyPr wrap="square" rtlCol="0">
            <a:spAutoFit/>
          </a:bodyPr>
          <a:lstStyle/>
          <a:p>
            <a:pPr algn="ctr"/>
            <a:r>
              <a:rPr lang="en-US" sz="900" dirty="0"/>
              <a:t>567</a:t>
            </a:r>
          </a:p>
        </p:txBody>
      </p:sp>
      <p:sp>
        <p:nvSpPr>
          <p:cNvPr id="62" name="TextBox 61">
            <a:extLst>
              <a:ext uri="{FF2B5EF4-FFF2-40B4-BE49-F238E27FC236}">
                <a16:creationId xmlns:a16="http://schemas.microsoft.com/office/drawing/2014/main" id="{B90E28A5-C6F6-2FEE-316D-DDA699F42D96}"/>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83D91080-C7FA-EBA7-56D4-9EF9BE88ECCE}"/>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11F83127-0EAC-6612-8F63-9F221F428F81}"/>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9" name="TextBox 68">
            <a:extLst>
              <a:ext uri="{FF2B5EF4-FFF2-40B4-BE49-F238E27FC236}">
                <a16:creationId xmlns:a16="http://schemas.microsoft.com/office/drawing/2014/main" id="{08346DC0-07A7-2CB5-9561-9084F601137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A4BC4943-C985-82B6-A8B1-B52EF03EA9C5}"/>
              </a:ext>
            </a:extLst>
          </p:cNvPr>
          <p:cNvSpPr txBox="1"/>
          <p:nvPr/>
        </p:nvSpPr>
        <p:spPr>
          <a:xfrm>
            <a:off x="4645378" y="4408541"/>
            <a:ext cx="570089" cy="230832"/>
          </a:xfrm>
          <a:prstGeom prst="rect">
            <a:avLst/>
          </a:prstGeom>
          <a:noFill/>
        </p:spPr>
        <p:txBody>
          <a:bodyPr wrap="square" rtlCol="0">
            <a:spAutoFit/>
          </a:bodyPr>
          <a:lstStyle/>
          <a:p>
            <a:pPr algn="ctr"/>
            <a:r>
              <a:rPr lang="en-US" sz="900" dirty="0"/>
              <a:t>567</a:t>
            </a:r>
          </a:p>
        </p:txBody>
      </p:sp>
      <p:sp>
        <p:nvSpPr>
          <p:cNvPr id="71" name="TextBox 70">
            <a:extLst>
              <a:ext uri="{FF2B5EF4-FFF2-40B4-BE49-F238E27FC236}">
                <a16:creationId xmlns:a16="http://schemas.microsoft.com/office/drawing/2014/main" id="{708ECB35-0353-9CC9-1319-7BA635E0B9E8}"/>
              </a:ext>
            </a:extLst>
          </p:cNvPr>
          <p:cNvSpPr txBox="1"/>
          <p:nvPr/>
        </p:nvSpPr>
        <p:spPr>
          <a:xfrm>
            <a:off x="5147734" y="4408541"/>
            <a:ext cx="570089" cy="230832"/>
          </a:xfrm>
          <a:prstGeom prst="rect">
            <a:avLst/>
          </a:prstGeom>
          <a:noFill/>
        </p:spPr>
        <p:txBody>
          <a:bodyPr wrap="square" rtlCol="0">
            <a:spAutoFit/>
          </a:bodyPr>
          <a:lstStyle/>
          <a:p>
            <a:pPr algn="ctr"/>
            <a:r>
              <a:rPr lang="en-US" sz="900" dirty="0"/>
              <a:t>27</a:t>
            </a:r>
          </a:p>
        </p:txBody>
      </p:sp>
      <p:sp>
        <p:nvSpPr>
          <p:cNvPr id="72" name="TextBox 71">
            <a:extLst>
              <a:ext uri="{FF2B5EF4-FFF2-40B4-BE49-F238E27FC236}">
                <a16:creationId xmlns:a16="http://schemas.microsoft.com/office/drawing/2014/main" id="{29376FF3-372C-B63D-AF19-DF71E16F9565}"/>
              </a:ext>
            </a:extLst>
          </p:cNvPr>
          <p:cNvSpPr txBox="1"/>
          <p:nvPr/>
        </p:nvSpPr>
        <p:spPr>
          <a:xfrm>
            <a:off x="5147734" y="4909484"/>
            <a:ext cx="570089" cy="230832"/>
          </a:xfrm>
          <a:prstGeom prst="rect">
            <a:avLst/>
          </a:prstGeom>
          <a:noFill/>
        </p:spPr>
        <p:txBody>
          <a:bodyPr wrap="square" rtlCol="0">
            <a:spAutoFit/>
          </a:bodyPr>
          <a:lstStyle/>
          <a:p>
            <a:pPr algn="ctr"/>
            <a:r>
              <a:rPr lang="en-US" sz="900" dirty="0"/>
              <a:t>72</a:t>
            </a:r>
          </a:p>
        </p:txBody>
      </p:sp>
      <p:sp>
        <p:nvSpPr>
          <p:cNvPr id="73" name="TextBox 72">
            <a:extLst>
              <a:ext uri="{FF2B5EF4-FFF2-40B4-BE49-F238E27FC236}">
                <a16:creationId xmlns:a16="http://schemas.microsoft.com/office/drawing/2014/main" id="{0F8D4AB4-BF36-A5A9-3BBC-7E03686BE0E3}"/>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a:t>
            </a:r>
          </a:p>
        </p:txBody>
      </p:sp>
      <p:sp>
        <p:nvSpPr>
          <p:cNvPr id="74" name="TextBox 73">
            <a:extLst>
              <a:ext uri="{FF2B5EF4-FFF2-40B4-BE49-F238E27FC236}">
                <a16:creationId xmlns:a16="http://schemas.microsoft.com/office/drawing/2014/main" id="{4728D420-2A30-F650-3AB4-264D04D04760}"/>
              </a:ext>
            </a:extLst>
          </p:cNvPr>
          <p:cNvSpPr txBox="1"/>
          <p:nvPr/>
        </p:nvSpPr>
        <p:spPr>
          <a:xfrm>
            <a:off x="6152446" y="4408541"/>
            <a:ext cx="570089" cy="230832"/>
          </a:xfrm>
          <a:prstGeom prst="rect">
            <a:avLst/>
          </a:prstGeom>
          <a:noFill/>
        </p:spPr>
        <p:txBody>
          <a:bodyPr wrap="square" rtlCol="0">
            <a:spAutoFit/>
          </a:bodyPr>
          <a:lstStyle/>
          <a:p>
            <a:pPr algn="ctr"/>
            <a:r>
              <a:rPr lang="en-US" sz="900" dirty="0"/>
              <a:t>578</a:t>
            </a:r>
          </a:p>
        </p:txBody>
      </p:sp>
      <p:sp>
        <p:nvSpPr>
          <p:cNvPr id="75" name="TextBox 74">
            <a:extLst>
              <a:ext uri="{FF2B5EF4-FFF2-40B4-BE49-F238E27FC236}">
                <a16:creationId xmlns:a16="http://schemas.microsoft.com/office/drawing/2014/main" id="{05B32EE1-3A6F-755B-2123-81D55D75A8E4}"/>
              </a:ext>
            </a:extLst>
          </p:cNvPr>
          <p:cNvSpPr txBox="1"/>
          <p:nvPr/>
        </p:nvSpPr>
        <p:spPr>
          <a:xfrm>
            <a:off x="6152446" y="4909484"/>
            <a:ext cx="570089" cy="230832"/>
          </a:xfrm>
          <a:prstGeom prst="rect">
            <a:avLst/>
          </a:prstGeom>
          <a:noFill/>
        </p:spPr>
        <p:txBody>
          <a:bodyPr wrap="square" rtlCol="0">
            <a:spAutoFit/>
          </a:bodyPr>
          <a:lstStyle/>
          <a:p>
            <a:pPr algn="ctr"/>
            <a:r>
              <a:rPr lang="en-US" sz="900" dirty="0"/>
              <a:t>478</a:t>
            </a:r>
          </a:p>
        </p:txBody>
      </p:sp>
      <p:sp>
        <p:nvSpPr>
          <p:cNvPr id="76" name="TextBox 75">
            <a:extLst>
              <a:ext uri="{FF2B5EF4-FFF2-40B4-BE49-F238E27FC236}">
                <a16:creationId xmlns:a16="http://schemas.microsoft.com/office/drawing/2014/main" id="{99A31ECF-C8C7-8195-3CD0-4F7D8CCBB6AA}"/>
              </a:ext>
            </a:extLst>
          </p:cNvPr>
          <p:cNvSpPr txBox="1"/>
          <p:nvPr/>
        </p:nvSpPr>
        <p:spPr>
          <a:xfrm>
            <a:off x="7157158" y="2404765"/>
            <a:ext cx="570089" cy="230832"/>
          </a:xfrm>
          <a:prstGeom prst="rect">
            <a:avLst/>
          </a:prstGeom>
          <a:noFill/>
        </p:spPr>
        <p:txBody>
          <a:bodyPr wrap="square" rtlCol="0">
            <a:spAutoFit/>
          </a:bodyPr>
          <a:lstStyle/>
          <a:p>
            <a:pPr algn="ctr"/>
            <a:r>
              <a:rPr lang="en-US" sz="900" dirty="0"/>
              <a:t>357</a:t>
            </a:r>
          </a:p>
        </p:txBody>
      </p:sp>
      <p:sp>
        <p:nvSpPr>
          <p:cNvPr id="79" name="TextBox 78">
            <a:extLst>
              <a:ext uri="{FF2B5EF4-FFF2-40B4-BE49-F238E27FC236}">
                <a16:creationId xmlns:a16="http://schemas.microsoft.com/office/drawing/2014/main" id="{4D9F6BD0-8713-B2BD-1B84-AA12697AD98A}"/>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3457</a:t>
            </a:r>
          </a:p>
        </p:txBody>
      </p:sp>
      <p:sp>
        <p:nvSpPr>
          <p:cNvPr id="80" name="TextBox 79">
            <a:extLst>
              <a:ext uri="{FF2B5EF4-FFF2-40B4-BE49-F238E27FC236}">
                <a16:creationId xmlns:a16="http://schemas.microsoft.com/office/drawing/2014/main" id="{C249CC24-C869-9CE7-A7FC-ADA669C4338F}"/>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E7223ACD-13CE-7E4C-4FC4-5F25B402546B}"/>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89F83633-C080-EC01-D95E-3901270310F1}"/>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705032A-7CF1-063E-5233-AF73EEB0EB2C}"/>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D52B7D7C-FB6F-77FF-E25C-70F92282E458}"/>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E139C61C-3B41-B6E6-EEE3-8FAD2B566E35}"/>
              </a:ext>
            </a:extLst>
          </p:cNvPr>
          <p:cNvSpPr txBox="1"/>
          <p:nvPr/>
        </p:nvSpPr>
        <p:spPr>
          <a:xfrm>
            <a:off x="6654802" y="4408541"/>
            <a:ext cx="570089" cy="230832"/>
          </a:xfrm>
          <a:prstGeom prst="rect">
            <a:avLst/>
          </a:prstGeom>
          <a:noFill/>
        </p:spPr>
        <p:txBody>
          <a:bodyPr wrap="square" rtlCol="0">
            <a:spAutoFit/>
          </a:bodyPr>
          <a:lstStyle/>
          <a:p>
            <a:pPr algn="ctr"/>
            <a:r>
              <a:rPr lang="en-US" sz="900" dirty="0"/>
              <a:t>256</a:t>
            </a:r>
          </a:p>
        </p:txBody>
      </p:sp>
      <p:sp>
        <p:nvSpPr>
          <p:cNvPr id="48" name="TextBox 47">
            <a:extLst>
              <a:ext uri="{FF2B5EF4-FFF2-40B4-BE49-F238E27FC236}">
                <a16:creationId xmlns:a16="http://schemas.microsoft.com/office/drawing/2014/main" id="{0B8E6CBC-AC44-94BD-AF7D-B6C04104AE45}"/>
              </a:ext>
            </a:extLst>
          </p:cNvPr>
          <p:cNvSpPr txBox="1"/>
          <p:nvPr/>
        </p:nvSpPr>
        <p:spPr>
          <a:xfrm>
            <a:off x="6654802" y="4909484"/>
            <a:ext cx="570089" cy="230832"/>
          </a:xfrm>
          <a:prstGeom prst="rect">
            <a:avLst/>
          </a:prstGeom>
          <a:noFill/>
        </p:spPr>
        <p:txBody>
          <a:bodyPr wrap="square" rtlCol="0">
            <a:spAutoFit/>
          </a:bodyPr>
          <a:lstStyle/>
          <a:p>
            <a:pPr algn="ctr"/>
            <a:r>
              <a:rPr lang="en-US" sz="900" dirty="0"/>
              <a:t>2347</a:t>
            </a:r>
          </a:p>
        </p:txBody>
      </p:sp>
      <p:sp>
        <p:nvSpPr>
          <p:cNvPr id="83" name="TextBox 82">
            <a:extLst>
              <a:ext uri="{FF2B5EF4-FFF2-40B4-BE49-F238E27FC236}">
                <a16:creationId xmlns:a16="http://schemas.microsoft.com/office/drawing/2014/main" id="{0A8F2004-E29B-48B3-6AC9-6E02555F77EF}"/>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2343EC03-EAFD-BB16-19BD-7838C9D793DE}"/>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1D1FA8C9-77A6-8EF5-628D-172BA7F4E64A}"/>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15902A00-1C77-83A7-92AA-CD6B115B5BEC}"/>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53B95A72-3E1E-F6ED-9239-3E1ACBD8754C}"/>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BFC0F541-A1E1-FFEF-ACBF-378D1A0D4C58}"/>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3A8AF258-B072-6195-08D4-0312555B6252}"/>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D60461EA-EFC7-6427-9861-E47C42684650}"/>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57C6ED59-FEF5-0F5B-FDFD-5163D06B916C}"/>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698ACC62-D9B7-BFEB-741C-4206962B1C96}"/>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F47D93D2-239C-E8E9-B75B-F03E065E2777}"/>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5B38BCDF-7652-075A-25D2-C5CEBF567199}"/>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B818B56-62C6-8B7C-0B3D-EAB0F32A19B0}"/>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1ADE9D76-47F6-C34F-41B1-F686ED52F73B}"/>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04A1A9DF-64B1-FF1F-A163-8E9F9BAAE5A0}"/>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BFFF8276-1CB9-68AC-35C3-39F4A14BF5A4}"/>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F69ED207-C636-76EA-0FEE-71EA461285F0}"/>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27DB094-E23C-A2E4-650F-AC21F4DC535B}"/>
              </a:ext>
            </a:extLst>
          </p:cNvPr>
          <p:cNvSpPr txBox="1"/>
          <p:nvPr/>
        </p:nvSpPr>
        <p:spPr>
          <a:xfrm>
            <a:off x="5215469" y="1727886"/>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1CFBCE5-0BEE-9BE3-C7C0-46BDC0681D31}"/>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396F9311-D25D-6E3C-3C16-AEAAA95BA863}"/>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A3B1C0A0-0918-5227-0584-B343F9339262}"/>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99D7A11B-CD89-76B5-49C9-346E8A2B9263}"/>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4EBF9FE3-AD80-BFDA-490B-F574B0FE704D}"/>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A808B5E7-4D81-67F4-7AA4-68930276C58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1F71F753-5D22-CBBE-DE89-7DD4E4EA83C0}"/>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8C83F19E-70F3-8364-FBE1-11CE16DBC571}"/>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3" name="TextBox 92">
            <a:extLst>
              <a:ext uri="{FF2B5EF4-FFF2-40B4-BE49-F238E27FC236}">
                <a16:creationId xmlns:a16="http://schemas.microsoft.com/office/drawing/2014/main" id="{2065A04C-E43F-4062-D996-26105BE70608}"/>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9F6BBA33-D0E7-7F63-52A8-F66B9C37EFFC}"/>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95" name="TextBox 94">
            <a:extLst>
              <a:ext uri="{FF2B5EF4-FFF2-40B4-BE49-F238E27FC236}">
                <a16:creationId xmlns:a16="http://schemas.microsoft.com/office/drawing/2014/main" id="{01063251-515B-57AA-A41F-B6ADC3EAA797}"/>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EF35A199-4EF6-8C35-1D9F-9C90892D8F95}"/>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9AC3FB2-A15A-D6AD-FE6C-28EC171B946A}"/>
              </a:ext>
            </a:extLst>
          </p:cNvPr>
          <p:cNvSpPr txBox="1"/>
          <p:nvPr/>
        </p:nvSpPr>
        <p:spPr>
          <a:xfrm>
            <a:off x="6654802" y="1903821"/>
            <a:ext cx="570089" cy="230832"/>
          </a:xfrm>
          <a:prstGeom prst="rect">
            <a:avLst/>
          </a:prstGeom>
          <a:noFill/>
        </p:spPr>
        <p:txBody>
          <a:bodyPr wrap="square" rtlCol="0">
            <a:spAutoFit/>
          </a:bodyPr>
          <a:lstStyle/>
          <a:p>
            <a:pPr algn="ctr"/>
            <a:r>
              <a:rPr lang="en-US" sz="900" dirty="0"/>
              <a:t>67</a:t>
            </a:r>
          </a:p>
        </p:txBody>
      </p:sp>
      <p:sp>
        <p:nvSpPr>
          <p:cNvPr id="27" name="TextBox 26">
            <a:extLst>
              <a:ext uri="{FF2B5EF4-FFF2-40B4-BE49-F238E27FC236}">
                <a16:creationId xmlns:a16="http://schemas.microsoft.com/office/drawing/2014/main" id="{0BCCEA00-C709-C6B4-DC4B-8F4D121AA143}"/>
              </a:ext>
            </a:extLst>
          </p:cNvPr>
          <p:cNvSpPr txBox="1"/>
          <p:nvPr/>
        </p:nvSpPr>
        <p:spPr>
          <a:xfrm>
            <a:off x="4645378" y="1402877"/>
            <a:ext cx="570089" cy="230832"/>
          </a:xfrm>
          <a:prstGeom prst="rect">
            <a:avLst/>
          </a:prstGeom>
          <a:noFill/>
        </p:spPr>
        <p:txBody>
          <a:bodyPr wrap="square" rtlCol="0">
            <a:spAutoFit/>
          </a:bodyPr>
          <a:lstStyle/>
          <a:p>
            <a:pPr algn="ctr"/>
            <a:r>
              <a:rPr lang="en-US" sz="900" dirty="0"/>
              <a:t>67</a:t>
            </a:r>
          </a:p>
        </p:txBody>
      </p:sp>
      <p:sp>
        <p:nvSpPr>
          <p:cNvPr id="37" name="TextBox 36">
            <a:extLst>
              <a:ext uri="{FF2B5EF4-FFF2-40B4-BE49-F238E27FC236}">
                <a16:creationId xmlns:a16="http://schemas.microsoft.com/office/drawing/2014/main" id="{47A76969-E5B7-3FDE-DF11-2CE415ACCC34}"/>
              </a:ext>
            </a:extLst>
          </p:cNvPr>
          <p:cNvSpPr txBox="1"/>
          <p:nvPr/>
        </p:nvSpPr>
        <p:spPr>
          <a:xfrm>
            <a:off x="5650090" y="3907597"/>
            <a:ext cx="570089" cy="230832"/>
          </a:xfrm>
          <a:prstGeom prst="rect">
            <a:avLst/>
          </a:prstGeom>
          <a:noFill/>
        </p:spPr>
        <p:txBody>
          <a:bodyPr wrap="square" rtlCol="0">
            <a:spAutoFit/>
          </a:bodyPr>
          <a:lstStyle/>
          <a:p>
            <a:pPr algn="ctr"/>
            <a:r>
              <a:rPr lang="en-US" sz="900" dirty="0"/>
              <a:t>56</a:t>
            </a:r>
          </a:p>
        </p:txBody>
      </p:sp>
      <p:sp>
        <p:nvSpPr>
          <p:cNvPr id="45" name="TextBox 44">
            <a:extLst>
              <a:ext uri="{FF2B5EF4-FFF2-40B4-BE49-F238E27FC236}">
                <a16:creationId xmlns:a16="http://schemas.microsoft.com/office/drawing/2014/main" id="{E1152C9B-8093-97E6-B164-E6D2A35FDA1D}"/>
              </a:ext>
            </a:extLst>
          </p:cNvPr>
          <p:cNvSpPr txBox="1"/>
          <p:nvPr/>
        </p:nvSpPr>
        <p:spPr>
          <a:xfrm>
            <a:off x="5650090" y="4909484"/>
            <a:ext cx="570089" cy="230832"/>
          </a:xfrm>
          <a:prstGeom prst="rect">
            <a:avLst/>
          </a:prstGeom>
          <a:noFill/>
        </p:spPr>
        <p:txBody>
          <a:bodyPr wrap="square" rtlCol="0">
            <a:spAutoFit/>
          </a:bodyPr>
          <a:lstStyle/>
          <a:p>
            <a:pPr algn="ctr"/>
            <a:r>
              <a:rPr lang="en-US" sz="900" dirty="0"/>
              <a:t>68</a:t>
            </a:r>
          </a:p>
        </p:txBody>
      </p:sp>
    </p:spTree>
    <p:extLst>
      <p:ext uri="{BB962C8B-B14F-4D97-AF65-F5344CB8AC3E}">
        <p14:creationId xmlns:p14="http://schemas.microsoft.com/office/powerpoint/2010/main" val="27363989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8C304-F857-654F-18C9-1360D995F2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2E79AA-9C68-78BF-B4E9-76EF29F1035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B2806C8-A622-0920-D2F2-E01C85ABAC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F81D86-DC5A-DFD2-82B1-2D08B844CF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593F059-AE29-5F1E-C398-60F22C23189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64ECB17-8FFC-4EA0-CC20-4C9381A74AB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54596A8-9F68-C633-C913-8828DF33B50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04431E1C-2198-5344-0ED5-BCF1C36501B2}"/>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4FAB8455-6FC5-9C92-B449-51B27DF7164C}"/>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122F30D4-9594-C78A-FBB2-FE455FA27F2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F382546-DA25-D39C-F42D-954D253D175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64717023-BBC4-4D39-3E3C-F89640DE0957}"/>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808A02F-6092-903A-46CC-604DD4E1721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A90A998-F77A-3EB4-54E1-C61A70FE9D28}"/>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4887F978-F50D-E0EA-A685-CC0C1F5009C2}"/>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9DE62A4-1740-EDDC-FF0E-A397612D4AA3}"/>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9C8B9743-CAAC-8759-47B8-47C3E01BB5A7}"/>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7FC97ED-6937-46CB-55BA-F47B5C1CC11A}"/>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6EA20978-E810-50D9-9146-88A711AE25D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3A12CA8B-E4D5-D24F-C6BB-6A2949C437C7}"/>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52" name="TextBox 51">
            <a:extLst>
              <a:ext uri="{FF2B5EF4-FFF2-40B4-BE49-F238E27FC236}">
                <a16:creationId xmlns:a16="http://schemas.microsoft.com/office/drawing/2014/main" id="{B66B3828-4A49-DD7D-2696-E614FEDD060A}"/>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4875968C-D1DB-8568-647E-C9DD1B18D188}"/>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AD2D5EBD-9AF1-31CA-F67E-08F2513893DC}"/>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366837F-45E1-C551-8D7D-F7A3D1A9DD23}"/>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A67523E-8369-53C4-FC2B-B2FE31DE370C}"/>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58" name="TextBox 57">
            <a:extLst>
              <a:ext uri="{FF2B5EF4-FFF2-40B4-BE49-F238E27FC236}">
                <a16:creationId xmlns:a16="http://schemas.microsoft.com/office/drawing/2014/main" id="{FE35F8B6-92A1-B3F6-37BB-790A09653523}"/>
              </a:ext>
            </a:extLst>
          </p:cNvPr>
          <p:cNvSpPr txBox="1"/>
          <p:nvPr/>
        </p:nvSpPr>
        <p:spPr>
          <a:xfrm>
            <a:off x="6654802" y="1402877"/>
            <a:ext cx="570089" cy="230832"/>
          </a:xfrm>
          <a:prstGeom prst="rect">
            <a:avLst/>
          </a:prstGeom>
          <a:noFill/>
        </p:spPr>
        <p:txBody>
          <a:bodyPr wrap="square" rtlCol="0">
            <a:spAutoFit/>
          </a:bodyPr>
          <a:lstStyle/>
          <a:p>
            <a:pPr algn="ctr"/>
            <a:r>
              <a:rPr lang="en-US" sz="900" dirty="0"/>
              <a:t>56</a:t>
            </a:r>
          </a:p>
        </p:txBody>
      </p:sp>
      <p:sp>
        <p:nvSpPr>
          <p:cNvPr id="62" name="TextBox 61">
            <a:extLst>
              <a:ext uri="{FF2B5EF4-FFF2-40B4-BE49-F238E27FC236}">
                <a16:creationId xmlns:a16="http://schemas.microsoft.com/office/drawing/2014/main" id="{56B5B873-D683-EB63-4328-7659F6142FD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87BA53F0-B918-87AB-F650-ADB35381B1D8}"/>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BF5ABE91-B0FE-4F6E-7E60-360617135B39}"/>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9" name="TextBox 68">
            <a:extLst>
              <a:ext uri="{FF2B5EF4-FFF2-40B4-BE49-F238E27FC236}">
                <a16:creationId xmlns:a16="http://schemas.microsoft.com/office/drawing/2014/main" id="{A7970A26-0079-0A33-D876-7EA7EA3EA68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A1C278E1-3DA8-4908-5E83-B667FE65067F}"/>
              </a:ext>
            </a:extLst>
          </p:cNvPr>
          <p:cNvSpPr txBox="1"/>
          <p:nvPr/>
        </p:nvSpPr>
        <p:spPr>
          <a:xfrm>
            <a:off x="5147734" y="4408541"/>
            <a:ext cx="570089" cy="230832"/>
          </a:xfrm>
          <a:prstGeom prst="rect">
            <a:avLst/>
          </a:prstGeom>
          <a:noFill/>
        </p:spPr>
        <p:txBody>
          <a:bodyPr wrap="square" rtlCol="0">
            <a:spAutoFit/>
          </a:bodyPr>
          <a:lstStyle/>
          <a:p>
            <a:pPr algn="ctr"/>
            <a:r>
              <a:rPr lang="en-US" sz="900" dirty="0"/>
              <a:t>27</a:t>
            </a:r>
          </a:p>
        </p:txBody>
      </p:sp>
      <p:sp>
        <p:nvSpPr>
          <p:cNvPr id="72" name="TextBox 71">
            <a:extLst>
              <a:ext uri="{FF2B5EF4-FFF2-40B4-BE49-F238E27FC236}">
                <a16:creationId xmlns:a16="http://schemas.microsoft.com/office/drawing/2014/main" id="{17F24AB3-2A31-8653-DE95-5D8CDCA4724B}"/>
              </a:ext>
            </a:extLst>
          </p:cNvPr>
          <p:cNvSpPr txBox="1"/>
          <p:nvPr/>
        </p:nvSpPr>
        <p:spPr>
          <a:xfrm>
            <a:off x="5147734" y="4909484"/>
            <a:ext cx="570089" cy="230832"/>
          </a:xfrm>
          <a:prstGeom prst="rect">
            <a:avLst/>
          </a:prstGeom>
          <a:noFill/>
        </p:spPr>
        <p:txBody>
          <a:bodyPr wrap="square" rtlCol="0">
            <a:spAutoFit/>
          </a:bodyPr>
          <a:lstStyle/>
          <a:p>
            <a:pPr algn="ctr"/>
            <a:r>
              <a:rPr lang="en-US" sz="900" dirty="0"/>
              <a:t>72</a:t>
            </a:r>
          </a:p>
        </p:txBody>
      </p:sp>
      <p:sp>
        <p:nvSpPr>
          <p:cNvPr id="73" name="TextBox 72">
            <a:extLst>
              <a:ext uri="{FF2B5EF4-FFF2-40B4-BE49-F238E27FC236}">
                <a16:creationId xmlns:a16="http://schemas.microsoft.com/office/drawing/2014/main" id="{0C63B38D-2603-3241-B36D-65F39CA549D7}"/>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a:t>
            </a:r>
          </a:p>
        </p:txBody>
      </p:sp>
      <p:sp>
        <p:nvSpPr>
          <p:cNvPr id="74" name="TextBox 73">
            <a:extLst>
              <a:ext uri="{FF2B5EF4-FFF2-40B4-BE49-F238E27FC236}">
                <a16:creationId xmlns:a16="http://schemas.microsoft.com/office/drawing/2014/main" id="{FBA56627-D4DA-3FC5-4E0F-E25084D158F6}"/>
              </a:ext>
            </a:extLst>
          </p:cNvPr>
          <p:cNvSpPr txBox="1"/>
          <p:nvPr/>
        </p:nvSpPr>
        <p:spPr>
          <a:xfrm>
            <a:off x="6152446" y="4408541"/>
            <a:ext cx="570089" cy="230832"/>
          </a:xfrm>
          <a:prstGeom prst="rect">
            <a:avLst/>
          </a:prstGeom>
          <a:noFill/>
        </p:spPr>
        <p:txBody>
          <a:bodyPr wrap="square" rtlCol="0">
            <a:spAutoFit/>
          </a:bodyPr>
          <a:lstStyle/>
          <a:p>
            <a:pPr algn="ctr"/>
            <a:r>
              <a:rPr lang="en-US" sz="900" dirty="0"/>
              <a:t>578</a:t>
            </a:r>
          </a:p>
        </p:txBody>
      </p:sp>
      <p:sp>
        <p:nvSpPr>
          <p:cNvPr id="75" name="TextBox 74">
            <a:extLst>
              <a:ext uri="{FF2B5EF4-FFF2-40B4-BE49-F238E27FC236}">
                <a16:creationId xmlns:a16="http://schemas.microsoft.com/office/drawing/2014/main" id="{F5C3940F-CF46-E5C1-26E8-309A4D463182}"/>
              </a:ext>
            </a:extLst>
          </p:cNvPr>
          <p:cNvSpPr txBox="1"/>
          <p:nvPr/>
        </p:nvSpPr>
        <p:spPr>
          <a:xfrm>
            <a:off x="6152446" y="4909484"/>
            <a:ext cx="570089" cy="230832"/>
          </a:xfrm>
          <a:prstGeom prst="rect">
            <a:avLst/>
          </a:prstGeom>
          <a:no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C419A061-9ED8-7361-CBBC-0FCB5F023932}"/>
              </a:ext>
            </a:extLst>
          </p:cNvPr>
          <p:cNvSpPr txBox="1"/>
          <p:nvPr/>
        </p:nvSpPr>
        <p:spPr>
          <a:xfrm>
            <a:off x="7157158" y="2404765"/>
            <a:ext cx="570089" cy="230832"/>
          </a:xfrm>
          <a:prstGeom prst="rect">
            <a:avLst/>
          </a:prstGeom>
          <a:noFill/>
        </p:spPr>
        <p:txBody>
          <a:bodyPr wrap="square" rtlCol="0">
            <a:spAutoFit/>
          </a:bodyPr>
          <a:lstStyle/>
          <a:p>
            <a:pPr algn="ctr"/>
            <a:r>
              <a:rPr lang="en-US" sz="900" dirty="0"/>
              <a:t>57</a:t>
            </a:r>
          </a:p>
        </p:txBody>
      </p:sp>
      <p:sp>
        <p:nvSpPr>
          <p:cNvPr id="79" name="TextBox 78">
            <a:extLst>
              <a:ext uri="{FF2B5EF4-FFF2-40B4-BE49-F238E27FC236}">
                <a16:creationId xmlns:a16="http://schemas.microsoft.com/office/drawing/2014/main" id="{DFE55F67-1E31-5945-FEBE-AB99DD14E0BA}"/>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a:t>
            </a:r>
          </a:p>
        </p:txBody>
      </p:sp>
      <p:sp>
        <p:nvSpPr>
          <p:cNvPr id="80" name="TextBox 79">
            <a:extLst>
              <a:ext uri="{FF2B5EF4-FFF2-40B4-BE49-F238E27FC236}">
                <a16:creationId xmlns:a16="http://schemas.microsoft.com/office/drawing/2014/main" id="{75C6A5B3-5457-BC67-2A2C-A90AA098F62D}"/>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9622ED59-0132-DCD3-A1BB-98454B79FF9B}"/>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E1C86079-8386-FB82-A855-6CA5E6E6491F}"/>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0895A651-94EC-05B4-375A-848F3C46F483}"/>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04C33F93-524F-C633-8A64-8044B567CED9}"/>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0DE7C1FD-E8AB-FA30-AA2B-7786CC1358B0}"/>
              </a:ext>
            </a:extLst>
          </p:cNvPr>
          <p:cNvSpPr txBox="1"/>
          <p:nvPr/>
        </p:nvSpPr>
        <p:spPr>
          <a:xfrm>
            <a:off x="6654802" y="4408541"/>
            <a:ext cx="570089" cy="230832"/>
          </a:xfrm>
          <a:prstGeom prst="rect">
            <a:avLst/>
          </a:prstGeom>
          <a:noFill/>
        </p:spPr>
        <p:txBody>
          <a:bodyPr wrap="square" rtlCol="0">
            <a:spAutoFit/>
          </a:bodyPr>
          <a:lstStyle/>
          <a:p>
            <a:pPr algn="ctr"/>
            <a:r>
              <a:rPr lang="en-US" sz="900" dirty="0"/>
              <a:t>25</a:t>
            </a:r>
          </a:p>
        </p:txBody>
      </p:sp>
      <p:sp>
        <p:nvSpPr>
          <p:cNvPr id="48" name="TextBox 47">
            <a:extLst>
              <a:ext uri="{FF2B5EF4-FFF2-40B4-BE49-F238E27FC236}">
                <a16:creationId xmlns:a16="http://schemas.microsoft.com/office/drawing/2014/main" id="{3EC4F149-66CC-7BE0-A852-D172FA8DEDA2}"/>
              </a:ext>
            </a:extLst>
          </p:cNvPr>
          <p:cNvSpPr txBox="1"/>
          <p:nvPr/>
        </p:nvSpPr>
        <p:spPr>
          <a:xfrm>
            <a:off x="6654802" y="4909484"/>
            <a:ext cx="570089" cy="230832"/>
          </a:xfrm>
          <a:prstGeom prst="rect">
            <a:avLst/>
          </a:prstGeom>
          <a:noFill/>
        </p:spPr>
        <p:txBody>
          <a:bodyPr wrap="square" rtlCol="0">
            <a:spAutoFit/>
          </a:bodyPr>
          <a:lstStyle/>
          <a:p>
            <a:pPr algn="ctr"/>
            <a:r>
              <a:rPr lang="en-US" sz="900" dirty="0"/>
              <a:t>24</a:t>
            </a:r>
          </a:p>
        </p:txBody>
      </p:sp>
      <p:sp>
        <p:nvSpPr>
          <p:cNvPr id="83" name="TextBox 82">
            <a:extLst>
              <a:ext uri="{FF2B5EF4-FFF2-40B4-BE49-F238E27FC236}">
                <a16:creationId xmlns:a16="http://schemas.microsoft.com/office/drawing/2014/main" id="{A433D107-3410-7B2F-3AE8-DC9778B2B427}"/>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524A6161-A89C-C8E3-035F-ABDC1F5217C6}"/>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CAB273F8-5A80-5A5E-F839-052C7D7BBE84}"/>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7F996E88-2168-C48A-9046-E573F19DAF6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BA1012F8-7E15-F5DE-A3C3-80955730F1CB}"/>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6AE23A3E-8965-5904-2139-D97D63D34FFE}"/>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7DBDFBDE-9A5E-C031-7A26-A50756CA0A08}"/>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1A09929E-3563-4D44-0937-F2F8B6BD22AC}"/>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D5B6DCB6-CA3F-5C34-17B5-D47E2A8FB639}"/>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5A5D2E14-E433-2F8A-86AD-2D0C55093E53}"/>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39AE163A-E9DC-79EE-18A2-7FEE57E2D21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5CEEC8B-301C-B7F3-E6EB-9132C127DFD7}"/>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BD0546C6-A406-B7F0-6459-E9BC2A6DF4ED}"/>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3EF21A14-3B25-818A-5AE9-B94ED3DE028E}"/>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AC871F31-46AB-CBA3-70AE-6E0D4564AA8F}"/>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A6097623-8840-81D0-08ED-29E6413688B7}"/>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E413DA27-5F84-398F-33D9-638D33DE76CD}"/>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1B7E148-9E80-6D0F-8FBB-78038C0D7F40}"/>
              </a:ext>
            </a:extLst>
          </p:cNvPr>
          <p:cNvSpPr txBox="1"/>
          <p:nvPr/>
        </p:nvSpPr>
        <p:spPr>
          <a:xfrm>
            <a:off x="5215469" y="1727886"/>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CCE6E9A3-5E03-BDBD-91C9-F8363FF3CACD}"/>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83744A3D-A811-4333-098B-77C10CAF6A6C}"/>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40C257AB-2849-1669-DF8D-6D8D94F4FF6E}"/>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1ADD4F41-5572-9D27-E2AA-DC8269641617}"/>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51E3C0C3-D5AF-C5CB-A65D-F511ACDD2BCC}"/>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2E809A4F-EA51-4B5F-640D-DD5D8292A07F}"/>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00803AC4-5F2E-13D5-2850-59E745948470}"/>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F50306A7-E239-3F09-BE94-B3E018918B2A}"/>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E2FFB86A-1504-9981-F45A-A68FD79409EF}"/>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3EF392E9-52F6-0EFD-6CE2-6D0023A753C9}"/>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258A5C50-A263-7812-A289-C4F1BB9D786D}"/>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3" name="TextBox 92">
            <a:extLst>
              <a:ext uri="{FF2B5EF4-FFF2-40B4-BE49-F238E27FC236}">
                <a16:creationId xmlns:a16="http://schemas.microsoft.com/office/drawing/2014/main" id="{118593C1-6914-DD9A-7E7F-8188306EFEAC}"/>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F8A46CA6-EFE7-A394-8EBC-0AF28CCBDCB9}"/>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95" name="TextBox 94">
            <a:extLst>
              <a:ext uri="{FF2B5EF4-FFF2-40B4-BE49-F238E27FC236}">
                <a16:creationId xmlns:a16="http://schemas.microsoft.com/office/drawing/2014/main" id="{E8C9FA38-70E8-0F61-100E-51C549C56E42}"/>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C599B129-C1C0-4C7C-9A06-9B63D95D13B1}"/>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AFDD4F3-5774-71FC-ECCF-E99606C9209C}"/>
              </a:ext>
            </a:extLst>
          </p:cNvPr>
          <p:cNvSpPr txBox="1"/>
          <p:nvPr/>
        </p:nvSpPr>
        <p:spPr>
          <a:xfrm>
            <a:off x="7213604" y="4244561"/>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93BDEE37-5112-1884-477C-F1FA079C4B36}"/>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B525ACA-B266-1B6E-32C3-A831E9D06C2E}"/>
              </a:ext>
            </a:extLst>
          </p:cNvPr>
          <p:cNvSpPr txBox="1"/>
          <p:nvPr/>
        </p:nvSpPr>
        <p:spPr>
          <a:xfrm>
            <a:off x="6152446" y="1402877"/>
            <a:ext cx="570089" cy="230832"/>
          </a:xfrm>
          <a:prstGeom prst="rect">
            <a:avLst/>
          </a:prstGeom>
          <a:noFill/>
        </p:spPr>
        <p:txBody>
          <a:bodyPr wrap="square" rtlCol="0">
            <a:spAutoFit/>
          </a:bodyPr>
          <a:lstStyle/>
          <a:p>
            <a:pPr algn="ctr"/>
            <a:r>
              <a:rPr lang="en-US" sz="900" dirty="0"/>
              <a:t>57</a:t>
            </a:r>
          </a:p>
        </p:txBody>
      </p:sp>
      <p:sp>
        <p:nvSpPr>
          <p:cNvPr id="27" name="TextBox 26">
            <a:extLst>
              <a:ext uri="{FF2B5EF4-FFF2-40B4-BE49-F238E27FC236}">
                <a16:creationId xmlns:a16="http://schemas.microsoft.com/office/drawing/2014/main" id="{018E3C4C-34DB-D023-F5FF-CF52DB3CF0EE}"/>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01578A92-90BA-F5A6-C56C-9E392D18B63D}"/>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6857720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C4EC7-6F76-C64E-246B-C3CC06642E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4690F7-4936-31A3-FBF3-602863B4B55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92416B1-74AF-6B03-9F1C-E419B4E1F1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780BB7-DE2C-A6CE-B083-724BDF3D614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1F6A4E-B767-3AF8-FA6D-4B2C9E47AF1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77067C2-1D3F-6B73-67AE-A5024A0777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EB1A76F-308F-EB1D-1287-2A915FE7B2E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32C47F0F-1A83-FF4C-6AE9-4AA0948CFE7F}"/>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EAC93C66-288B-904B-7AA2-70AB708D180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CDD79887-5838-B947-361C-4A5CF7E72A9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0B0D21E5-5960-FB1C-EE77-B747F3E97F1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DD10CCD6-7075-D0C5-4947-455428891BB7}"/>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A530DD2-5E57-1C6F-A027-8ACA42675B9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F809CF6-7AAB-2ECC-AB8A-A176B30A95EF}"/>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18729A0-5E0E-6665-26A5-3061E7E46E4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A3CF54DC-EB2F-DBA2-6FFA-0EB7454C7FB6}"/>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EB9445CF-197A-8F5F-8AC7-2C00D183D50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C618240-678C-49D9-640B-7EBB8960776C}"/>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F2129A5-67A2-6DDF-885E-52852E25F1C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CFFB85AB-1346-4128-509D-DAD5062AF6DD}"/>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52" name="TextBox 51">
            <a:extLst>
              <a:ext uri="{FF2B5EF4-FFF2-40B4-BE49-F238E27FC236}">
                <a16:creationId xmlns:a16="http://schemas.microsoft.com/office/drawing/2014/main" id="{84126A80-A837-3AF4-E78C-6FF102294D9F}"/>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71A74F8-C2FA-43F6-ACB9-C746CB68C0DA}"/>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C044813D-8874-6A5A-B4AD-82370C13F95E}"/>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160302E-983B-52D9-4EDD-6507B79BC100}"/>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CDAAA19-99BB-F629-0F56-7CDF1A583BA7}"/>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7FDA8EDB-622C-7FEB-5936-C7CEF0951168}"/>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17913B23-7276-5526-DE6F-F93912F2BCE4}"/>
              </a:ext>
            </a:extLst>
          </p:cNvPr>
          <p:cNvSpPr txBox="1"/>
          <p:nvPr/>
        </p:nvSpPr>
        <p:spPr>
          <a:xfrm>
            <a:off x="3640666" y="2404765"/>
            <a:ext cx="570089" cy="230832"/>
          </a:xfrm>
          <a:prstGeom prst="rect">
            <a:avLst/>
          </a:prstGeom>
          <a:noFill/>
        </p:spPr>
        <p:txBody>
          <a:bodyPr wrap="square" rtlCol="0">
            <a:spAutoFit/>
          </a:bodyPr>
          <a:lstStyle/>
          <a:p>
            <a:pPr algn="ctr"/>
            <a:r>
              <a:rPr lang="en-US" sz="900" dirty="0"/>
              <a:t>45</a:t>
            </a:r>
          </a:p>
        </p:txBody>
      </p:sp>
      <p:sp>
        <p:nvSpPr>
          <p:cNvPr id="66" name="TextBox 65">
            <a:extLst>
              <a:ext uri="{FF2B5EF4-FFF2-40B4-BE49-F238E27FC236}">
                <a16:creationId xmlns:a16="http://schemas.microsoft.com/office/drawing/2014/main" id="{959AFAC5-2C27-2FA0-953A-2F9A6ECDD99A}"/>
              </a:ext>
            </a:extLst>
          </p:cNvPr>
          <p:cNvSpPr txBox="1"/>
          <p:nvPr/>
        </p:nvSpPr>
        <p:spPr>
          <a:xfrm>
            <a:off x="3640666" y="2905709"/>
            <a:ext cx="570089" cy="230832"/>
          </a:xfrm>
          <a:prstGeom prst="rect">
            <a:avLst/>
          </a:prstGeom>
          <a:noFill/>
        </p:spPr>
        <p:txBody>
          <a:bodyPr wrap="square" rtlCol="0">
            <a:spAutoFit/>
          </a:bodyPr>
          <a:lstStyle/>
          <a:p>
            <a:pPr algn="ctr"/>
            <a:r>
              <a:rPr lang="en-US" sz="900" dirty="0"/>
              <a:t>54</a:t>
            </a:r>
          </a:p>
        </p:txBody>
      </p:sp>
      <p:sp>
        <p:nvSpPr>
          <p:cNvPr id="69" name="TextBox 68">
            <a:extLst>
              <a:ext uri="{FF2B5EF4-FFF2-40B4-BE49-F238E27FC236}">
                <a16:creationId xmlns:a16="http://schemas.microsoft.com/office/drawing/2014/main" id="{829B4ED7-DFB7-9744-CF89-6F2B5753EB3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73" name="TextBox 72">
            <a:extLst>
              <a:ext uri="{FF2B5EF4-FFF2-40B4-BE49-F238E27FC236}">
                <a16:creationId xmlns:a16="http://schemas.microsoft.com/office/drawing/2014/main" id="{BD9DE961-D28A-2AF6-74C0-0214530AC259}"/>
              </a:ext>
            </a:extLst>
          </p:cNvPr>
          <p:cNvSpPr txBox="1"/>
          <p:nvPr/>
        </p:nvSpPr>
        <p:spPr>
          <a:xfrm>
            <a:off x="6152446" y="2404765"/>
            <a:ext cx="570089" cy="230832"/>
          </a:xfrm>
          <a:prstGeom prst="rect">
            <a:avLst/>
          </a:prstGeom>
          <a:noFill/>
        </p:spPr>
        <p:txBody>
          <a:bodyPr wrap="square" rtlCol="0">
            <a:spAutoFit/>
          </a:bodyPr>
          <a:lstStyle/>
          <a:p>
            <a:pPr algn="ctr"/>
            <a:r>
              <a:rPr lang="en-US" sz="900" dirty="0"/>
              <a:t>457</a:t>
            </a:r>
          </a:p>
        </p:txBody>
      </p:sp>
      <p:sp>
        <p:nvSpPr>
          <p:cNvPr id="79" name="TextBox 78">
            <a:extLst>
              <a:ext uri="{FF2B5EF4-FFF2-40B4-BE49-F238E27FC236}">
                <a16:creationId xmlns:a16="http://schemas.microsoft.com/office/drawing/2014/main" id="{DCB83954-A404-3031-3F31-FB174258702A}"/>
              </a:ext>
            </a:extLst>
          </p:cNvPr>
          <p:cNvSpPr txBox="1"/>
          <p:nvPr/>
        </p:nvSpPr>
        <p:spPr>
          <a:xfrm>
            <a:off x="6654802" y="2404765"/>
            <a:ext cx="570089" cy="230832"/>
          </a:xfrm>
          <a:prstGeom prst="rect">
            <a:avLst/>
          </a:prstGeom>
          <a:noFill/>
        </p:spPr>
        <p:txBody>
          <a:bodyPr wrap="square" rtlCol="0">
            <a:spAutoFit/>
          </a:bodyPr>
          <a:lstStyle/>
          <a:p>
            <a:pPr algn="ctr"/>
            <a:r>
              <a:rPr lang="en-US" sz="900" dirty="0"/>
              <a:t>345</a:t>
            </a:r>
          </a:p>
        </p:txBody>
      </p:sp>
      <p:sp>
        <p:nvSpPr>
          <p:cNvPr id="80" name="TextBox 79">
            <a:extLst>
              <a:ext uri="{FF2B5EF4-FFF2-40B4-BE49-F238E27FC236}">
                <a16:creationId xmlns:a16="http://schemas.microsoft.com/office/drawing/2014/main" id="{18BE8093-B516-0193-7293-A833476ABD56}"/>
              </a:ext>
            </a:extLst>
          </p:cNvPr>
          <p:cNvSpPr txBox="1"/>
          <p:nvPr/>
        </p:nvSpPr>
        <p:spPr>
          <a:xfrm>
            <a:off x="6654802" y="2905709"/>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9BB27B26-4EB8-BD07-5513-E74E5B2D8AED}"/>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2C0A4313-1F7A-9715-3A76-0AB16528DCBC}"/>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16F58BA-9167-5A29-82EB-F73A23A4E39E}"/>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59A1FFB9-EF7F-3C46-7EB0-8476868E1507}"/>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47" name="TextBox 46">
            <a:extLst>
              <a:ext uri="{FF2B5EF4-FFF2-40B4-BE49-F238E27FC236}">
                <a16:creationId xmlns:a16="http://schemas.microsoft.com/office/drawing/2014/main" id="{AB1901E8-0421-201D-6E57-1E28E0A40429}"/>
              </a:ext>
            </a:extLst>
          </p:cNvPr>
          <p:cNvSpPr txBox="1"/>
          <p:nvPr/>
        </p:nvSpPr>
        <p:spPr>
          <a:xfrm>
            <a:off x="6654802" y="4408541"/>
            <a:ext cx="570089" cy="230832"/>
          </a:xfrm>
          <a:prstGeom prst="rect">
            <a:avLst/>
          </a:prstGeom>
          <a:noFill/>
        </p:spPr>
        <p:txBody>
          <a:bodyPr wrap="square" rtlCol="0">
            <a:spAutoFit/>
          </a:bodyPr>
          <a:lstStyle/>
          <a:p>
            <a:pPr algn="ctr"/>
            <a:r>
              <a:rPr lang="en-US" sz="900" dirty="0"/>
              <a:t>25</a:t>
            </a:r>
          </a:p>
        </p:txBody>
      </p:sp>
      <p:sp>
        <p:nvSpPr>
          <p:cNvPr id="48" name="TextBox 47">
            <a:extLst>
              <a:ext uri="{FF2B5EF4-FFF2-40B4-BE49-F238E27FC236}">
                <a16:creationId xmlns:a16="http://schemas.microsoft.com/office/drawing/2014/main" id="{A7DC0DD4-7D9E-74CE-71A5-8E09C902F0E8}"/>
              </a:ext>
            </a:extLst>
          </p:cNvPr>
          <p:cNvSpPr txBox="1"/>
          <p:nvPr/>
        </p:nvSpPr>
        <p:spPr>
          <a:xfrm>
            <a:off x="6654802" y="4909484"/>
            <a:ext cx="570089" cy="230832"/>
          </a:xfrm>
          <a:prstGeom prst="rect">
            <a:avLst/>
          </a:prstGeom>
          <a:noFill/>
        </p:spPr>
        <p:txBody>
          <a:bodyPr wrap="square" rtlCol="0">
            <a:spAutoFit/>
          </a:bodyPr>
          <a:lstStyle/>
          <a:p>
            <a:pPr algn="ctr"/>
            <a:r>
              <a:rPr lang="en-US" sz="900" dirty="0"/>
              <a:t>24</a:t>
            </a:r>
          </a:p>
        </p:txBody>
      </p:sp>
      <p:sp>
        <p:nvSpPr>
          <p:cNvPr id="83" name="TextBox 82">
            <a:extLst>
              <a:ext uri="{FF2B5EF4-FFF2-40B4-BE49-F238E27FC236}">
                <a16:creationId xmlns:a16="http://schemas.microsoft.com/office/drawing/2014/main" id="{2B33112A-89C2-0954-0AE4-23D512BEB5EC}"/>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4A7840AA-3674-58DB-D16D-0032E0E16681}"/>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0CB39331-182C-B57C-9B67-A67AE2FA21BC}"/>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6AEDE563-0FC0-5BAE-2842-1DF58602FAE4}"/>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FCEDA659-A287-FCC4-86BE-48E9E7A953D6}"/>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28545799-7185-75D0-D042-7FCDDFCB9E39}"/>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0E2187C1-0CCB-3A9C-BECD-3664AAA83310}"/>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681C7F1E-8CDA-5BCC-14F9-5DC822AE856A}"/>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4A54D2DF-8A08-4FD1-FFA5-BD3375CFD810}"/>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FEA85889-A5A7-A32F-40A3-C932A9D16B41}"/>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F17265F1-9748-4394-1EA2-B3F618BFDDED}"/>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F58C81DF-3546-AD5A-3EB2-09B0F14EF907}"/>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6474F75F-103F-B940-039C-0707C62570F2}"/>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D40EFC7A-0A5C-226D-BC55-6F40ED2F14A2}"/>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1E88D64-5713-FBCE-038D-483F00E79713}"/>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C0D664DB-31C5-351C-2D7A-AC5E0C483992}"/>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3169620E-A9E9-3344-9D71-9910DC71091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B8D6B33-FD77-B8B1-3ADC-E957FCDC95DA}"/>
              </a:ext>
            </a:extLst>
          </p:cNvPr>
          <p:cNvSpPr txBox="1"/>
          <p:nvPr/>
        </p:nvSpPr>
        <p:spPr>
          <a:xfrm>
            <a:off x="5215469" y="1727886"/>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2A7A457C-A535-30EC-F60E-D2F1F02C07DD}"/>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76FCD07F-D4E9-BB98-738B-98F2E8031DFB}"/>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58A6DE3D-C677-662B-8CEE-3445C66D1D8C}"/>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525AB07B-2DAC-01F4-5A79-1EF62F2E784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B8006310-4F66-3CF8-4F5D-CCCB101A2086}"/>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CAD48558-1C31-F536-1B7E-B3466FA0A685}"/>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2ACD7F1E-D31A-64F8-913F-E48394ECC947}"/>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FCE1A39D-4DA4-DD22-FF17-A3AD72A56C5C}"/>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B569C210-C8FC-1EBF-3F6A-92DCDC8C7BB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666CC6E7-2534-4E8D-B172-6C2D0F05F18B}"/>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B83B245E-378F-DECC-96E9-E907C34896D4}"/>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3" name="TextBox 92">
            <a:extLst>
              <a:ext uri="{FF2B5EF4-FFF2-40B4-BE49-F238E27FC236}">
                <a16:creationId xmlns:a16="http://schemas.microsoft.com/office/drawing/2014/main" id="{5EA002D9-D6CC-CDFF-6DA0-A97BD46EB24C}"/>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7283AB20-F775-21A1-03C1-DEA5A324B0A7}"/>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95" name="TextBox 94">
            <a:extLst>
              <a:ext uri="{FF2B5EF4-FFF2-40B4-BE49-F238E27FC236}">
                <a16:creationId xmlns:a16="http://schemas.microsoft.com/office/drawing/2014/main" id="{D9586D96-5063-F4F9-EACA-C939C9F14331}"/>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A256AFA5-E2EB-4C03-D2C4-3A9815110A86}"/>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C57CD72-CAA5-A1AE-4581-6B7DB62B7ACC}"/>
              </a:ext>
            </a:extLst>
          </p:cNvPr>
          <p:cNvSpPr txBox="1"/>
          <p:nvPr/>
        </p:nvSpPr>
        <p:spPr>
          <a:xfrm>
            <a:off x="7213604" y="424456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F95BB5EC-079D-24C5-7E19-CB12BBC814BB}"/>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10952B21-03A2-EF33-D929-B06423799014}"/>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5" name="TextBox 44">
            <a:extLst>
              <a:ext uri="{FF2B5EF4-FFF2-40B4-BE49-F238E27FC236}">
                <a16:creationId xmlns:a16="http://schemas.microsoft.com/office/drawing/2014/main" id="{883DC4F2-0D19-98B4-8FE6-6A1388C155FB}"/>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79D3A9DF-25A2-BC16-8C9A-73B47C0BF6A0}"/>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4D26922A-A2DB-7DE2-5887-A1FB7142C900}"/>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E1225935-9547-DD8B-B7ED-6641499EF17B}"/>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6001DD0E-19EC-430C-34DD-370E3356250C}"/>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BCAF80FF-3A40-3870-D4EB-5E0BD7839BEE}"/>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725DD523-D10C-C30B-B6FB-29AC17BE3373}"/>
              </a:ext>
            </a:extLst>
          </p:cNvPr>
          <p:cNvSpPr txBox="1"/>
          <p:nvPr/>
        </p:nvSpPr>
        <p:spPr>
          <a:xfrm>
            <a:off x="6654802" y="1402877"/>
            <a:ext cx="570089" cy="230832"/>
          </a:xfrm>
          <a:prstGeom prst="rect">
            <a:avLst/>
          </a:prstGeom>
          <a:noFill/>
        </p:spPr>
        <p:txBody>
          <a:bodyPr wrap="square" rtlCol="0">
            <a:spAutoFit/>
          </a:bodyPr>
          <a:lstStyle/>
          <a:p>
            <a:pPr algn="ctr"/>
            <a:r>
              <a:rPr lang="en-US" sz="900" dirty="0"/>
              <a:t>56</a:t>
            </a:r>
          </a:p>
        </p:txBody>
      </p:sp>
      <p:sp>
        <p:nvSpPr>
          <p:cNvPr id="27" name="TextBox 26">
            <a:extLst>
              <a:ext uri="{FF2B5EF4-FFF2-40B4-BE49-F238E27FC236}">
                <a16:creationId xmlns:a16="http://schemas.microsoft.com/office/drawing/2014/main" id="{4E2509EA-2688-F984-4852-EDF38E01BA0D}"/>
              </a:ext>
            </a:extLst>
          </p:cNvPr>
          <p:cNvSpPr txBox="1"/>
          <p:nvPr/>
        </p:nvSpPr>
        <p:spPr>
          <a:xfrm>
            <a:off x="6152446" y="4408541"/>
            <a:ext cx="570089" cy="230832"/>
          </a:xfrm>
          <a:prstGeom prst="rect">
            <a:avLst/>
          </a:prstGeom>
          <a:noFill/>
        </p:spPr>
        <p:txBody>
          <a:bodyPr wrap="square" rtlCol="0">
            <a:spAutoFit/>
          </a:bodyPr>
          <a:lstStyle/>
          <a:p>
            <a:pPr algn="ctr"/>
            <a:r>
              <a:rPr lang="en-US" sz="900" dirty="0"/>
              <a:t>58</a:t>
            </a:r>
          </a:p>
        </p:txBody>
      </p:sp>
    </p:spTree>
    <p:extLst>
      <p:ext uri="{BB962C8B-B14F-4D97-AF65-F5344CB8AC3E}">
        <p14:creationId xmlns:p14="http://schemas.microsoft.com/office/powerpoint/2010/main" val="29835762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11C6C-B155-EC5E-BEB4-E01F8A9031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1E5861-BC4C-E275-5954-43A68B1C8E8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6711CE3-17ED-8840-9092-0DFD4CB0611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2D94C43-CFD1-6F24-C6C0-4DC57BECF0C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A8C0E42-DA25-E883-7046-A5D1CAB4783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2C54739-9F10-2FA3-5E54-879DB616B61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7DDE965-205F-BD51-A0AC-450EF8C0437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53C28D2E-CDDD-EB93-7EFF-5451891D62C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A1316780-28FA-8CB6-C03E-03511D1C3242}"/>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BF0953DE-DE6F-CD2A-7785-8610BCCCD961}"/>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D526445-8450-A937-CA14-9E7CA658D167}"/>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23400075-8506-DE66-13BC-D005D1B17E63}"/>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BCEC086B-BC94-440E-805D-40E5A6D63B6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3467210-B539-9D38-06D2-F9039787F3FB}"/>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F1C056A9-BAEF-E0F2-90D2-DB474F84D3E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A2898ADC-88DC-FF70-7A9E-9F43C2F6EF80}"/>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65E192AD-CE51-7C3B-544F-C601F86750D4}"/>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634B9E7-0B93-A7E9-412A-3134E8E2E0BD}"/>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B7DDEDB-9EC1-050F-C17E-334596AA1CC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97DC492-CDE6-9D85-BC09-CD3C87CD695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52" name="TextBox 51">
            <a:extLst>
              <a:ext uri="{FF2B5EF4-FFF2-40B4-BE49-F238E27FC236}">
                <a16:creationId xmlns:a16="http://schemas.microsoft.com/office/drawing/2014/main" id="{8C950F85-E7F4-2401-0CAC-401452CBEA43}"/>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E56326A-1A9C-CB8F-8159-E615DA95C6CD}"/>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E03F7919-8E4A-75A0-2189-273ECA566269}"/>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4D862A7-B3DE-5F71-AE9D-E5A08DEDC1E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8F70FF3-EBA5-3C6A-0DE9-5D9BF7A38E5D}"/>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D51886F7-1D06-A492-73AA-A2B05559F405}"/>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F72CEA88-11E1-E32E-DF0C-75C3415FE8C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79" name="TextBox 78">
            <a:extLst>
              <a:ext uri="{FF2B5EF4-FFF2-40B4-BE49-F238E27FC236}">
                <a16:creationId xmlns:a16="http://schemas.microsoft.com/office/drawing/2014/main" id="{43328B9F-99AD-B03F-5338-421C8B0FDB8F}"/>
              </a:ext>
            </a:extLst>
          </p:cNvPr>
          <p:cNvSpPr txBox="1"/>
          <p:nvPr/>
        </p:nvSpPr>
        <p:spPr>
          <a:xfrm>
            <a:off x="6654802" y="2404765"/>
            <a:ext cx="570089" cy="230832"/>
          </a:xfrm>
          <a:prstGeom prst="rect">
            <a:avLst/>
          </a:prstGeom>
          <a:noFill/>
        </p:spPr>
        <p:txBody>
          <a:bodyPr wrap="square" rtlCol="0">
            <a:spAutoFit/>
          </a:bodyPr>
          <a:lstStyle/>
          <a:p>
            <a:pPr algn="ctr"/>
            <a:r>
              <a:rPr lang="en-US" sz="900" dirty="0"/>
              <a:t>34</a:t>
            </a:r>
          </a:p>
        </p:txBody>
      </p:sp>
      <p:sp>
        <p:nvSpPr>
          <p:cNvPr id="81" name="TextBox 80">
            <a:extLst>
              <a:ext uri="{FF2B5EF4-FFF2-40B4-BE49-F238E27FC236}">
                <a16:creationId xmlns:a16="http://schemas.microsoft.com/office/drawing/2014/main" id="{D5DE35D4-1739-9A98-D969-EE4ADE4E02A2}"/>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FAEF8189-F1C1-29FD-4DDC-22FFA9E74F68}"/>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BE3D6710-0890-89DA-DB5E-0E9B65B24F80}"/>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3289D643-D353-385B-AE0E-90C3539819C2}"/>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6F29F21C-0244-CBED-913D-EF892D9AA65C}"/>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C2149A7D-0642-65A2-1D4C-FAD617A18810}"/>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4D98D642-CE74-BB9E-6353-FFAC93A9CF32}"/>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72EC7BD8-6250-5EE9-1E26-8B031D6F860C}"/>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360C05C8-A982-8B40-82B3-F68F3D21D6E2}"/>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FC9F261F-DA96-6EF9-BEE8-31C549B3A4D8}"/>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E28AD6DC-D6F6-471D-FD42-569E7306EE89}"/>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027AC11C-0BDC-774A-A33C-0B7F01D797AA}"/>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379C069F-F5F6-1760-0489-542C96564090}"/>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5BA45BF-8361-388B-9E4D-15ACE6D6E7C9}"/>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2601B362-8AD5-E0B7-28F7-2390EB7C8EC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8EAAC267-15F3-1F30-205C-B7B556E5E23B}"/>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0DFB10C6-3011-384E-B249-2CDEEEE14F5D}"/>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ED1FA8C5-EFF8-1FA1-65B6-AC7423205F4B}"/>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66135AF-DED6-B831-40B8-8C028C6B494F}"/>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BE4BA04F-EF95-2DD6-04F4-18F49F262C60}"/>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B799A189-A875-7B15-CE95-3C993FF825F6}"/>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F9285B6-6852-BF2B-0B25-C6F16F360BE7}"/>
              </a:ext>
            </a:extLst>
          </p:cNvPr>
          <p:cNvSpPr txBox="1"/>
          <p:nvPr/>
        </p:nvSpPr>
        <p:spPr>
          <a:xfrm>
            <a:off x="5215469" y="1727886"/>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D38FF36E-7C5D-CF39-B69B-D907F992F3DF}"/>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82412D2E-157C-4070-C0EE-EB2B45C63D64}"/>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A77622BC-681B-0DAF-50BC-7B44FA117076}"/>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58D06CFD-BA02-103E-B3C5-59E85BB75A91}"/>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338E1F4E-52D0-D98A-A546-A95E2F254C9C}"/>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153E370A-70A6-2D1D-02E5-4795783876A4}"/>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F39C64B2-8646-68C8-D640-2DDC04D07D4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A95ACA00-D075-A8B9-4D4C-419CE2865D01}"/>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9736C5DD-3A66-8B6D-D7C4-E3328782217B}"/>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E314A125-BEE4-3305-13C1-30EEB08199FF}"/>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EA908FAC-A1FC-FDC9-5269-2DD505274D4E}"/>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3" name="TextBox 92">
            <a:extLst>
              <a:ext uri="{FF2B5EF4-FFF2-40B4-BE49-F238E27FC236}">
                <a16:creationId xmlns:a16="http://schemas.microsoft.com/office/drawing/2014/main" id="{8F21D3D5-5DE7-227D-007B-5F5CF6A26B78}"/>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A0C72D95-C681-3B20-7EBF-808D313EE149}"/>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95" name="TextBox 94">
            <a:extLst>
              <a:ext uri="{FF2B5EF4-FFF2-40B4-BE49-F238E27FC236}">
                <a16:creationId xmlns:a16="http://schemas.microsoft.com/office/drawing/2014/main" id="{8D20F1ED-6FDB-35C7-1CAE-E5DFFD460E31}"/>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9E8C89D6-AE56-47BF-CD5F-D6A96C9A17F5}"/>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EA00450-B032-822A-34C5-259CD2E48061}"/>
              </a:ext>
            </a:extLst>
          </p:cNvPr>
          <p:cNvSpPr txBox="1"/>
          <p:nvPr/>
        </p:nvSpPr>
        <p:spPr>
          <a:xfrm>
            <a:off x="7213604" y="424456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385A6FED-3CD8-1E19-FD06-D6B50B655A55}"/>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EF60EF5-844F-3FE6-87AB-9BFF282BC58A}"/>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5" name="TextBox 44">
            <a:extLst>
              <a:ext uri="{FF2B5EF4-FFF2-40B4-BE49-F238E27FC236}">
                <a16:creationId xmlns:a16="http://schemas.microsoft.com/office/drawing/2014/main" id="{B0594280-5E19-DFF5-A08A-BA67EAC989E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03D7FB6A-8231-8EB9-EDBE-772C86F8181E}"/>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818B68C3-C37C-55AE-1B0A-543457FAA9D8}"/>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EABB72BE-955C-6670-5D51-21BB35245D8B}"/>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AA815EFE-2DF0-12DF-8FBF-DE76319D69D3}"/>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54" name="TextBox 53">
            <a:extLst>
              <a:ext uri="{FF2B5EF4-FFF2-40B4-BE49-F238E27FC236}">
                <a16:creationId xmlns:a16="http://schemas.microsoft.com/office/drawing/2014/main" id="{83F1CBBA-AD46-FDD9-885F-B29518ACF46E}"/>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83FF4894-E9ED-75B0-91C3-62B651A5EEB6}"/>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0" name="TextBox 59">
            <a:extLst>
              <a:ext uri="{FF2B5EF4-FFF2-40B4-BE49-F238E27FC236}">
                <a16:creationId xmlns:a16="http://schemas.microsoft.com/office/drawing/2014/main" id="{34CE4392-7CC2-5D57-FBA5-8811580CFB5E}"/>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BCC86E1A-AD0E-A7E7-C219-F019C9F4D942}"/>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C41D7539-0567-09DF-204B-2D7519D0FD5B}"/>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F81CBFB4-CE5D-CBC7-23F9-83F0E09302F8}"/>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76" name="TextBox 75">
            <a:extLst>
              <a:ext uri="{FF2B5EF4-FFF2-40B4-BE49-F238E27FC236}">
                <a16:creationId xmlns:a16="http://schemas.microsoft.com/office/drawing/2014/main" id="{70A28102-D05F-CCA5-0D76-315E8463F5E7}"/>
              </a:ext>
            </a:extLst>
          </p:cNvPr>
          <p:cNvSpPr txBox="1"/>
          <p:nvPr/>
        </p:nvSpPr>
        <p:spPr>
          <a:xfrm>
            <a:off x="6714071"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73A93A68-92C8-2D07-5ABF-B82F2F017241}"/>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937BA2A7-32F5-81CA-2C29-F4B5408257D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3851864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DCAB-349C-53BA-AF92-84FF1B2FE6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C0F7A8-B5E4-F6C0-959D-9FC710CAB5E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823A21C-56FE-0CC8-AE82-E3BE10184AD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F07E4EE-8AC0-7BB4-E214-C2063F99198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B3F4D6A-7595-78CB-43A6-E777BC8188A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19D092-005A-D4AB-093A-05AB5079C86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513275B-6142-2CCB-19B9-86162A4F5ED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C24145D8-C0A5-842E-4922-EF8DBA87A6C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5" name="TextBox 14">
            <a:extLst>
              <a:ext uri="{FF2B5EF4-FFF2-40B4-BE49-F238E27FC236}">
                <a16:creationId xmlns:a16="http://schemas.microsoft.com/office/drawing/2014/main" id="{3E0076F5-2F94-63FD-35EB-FBBB9CFEFB46}"/>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E30EB9C4-9146-E538-92F3-8F891D72777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FA389DFE-0C98-408A-45D3-A2C99816586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8ED5D5DE-2E1D-6485-DF10-22332FFA94C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92F7C06E-2B46-B71F-CB60-DBE2F56B006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5461D5B-A95E-A6C9-6CBC-A5382F0E8530}"/>
              </a:ext>
            </a:extLst>
          </p:cNvPr>
          <p:cNvSpPr txBox="1"/>
          <p:nvPr/>
        </p:nvSpPr>
        <p:spPr>
          <a:xfrm>
            <a:off x="6714071"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6A8FAE3-1E9A-DE3E-1CD7-E5CAE32E72E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7B266B74-E6BB-E558-EC59-B034A19D53C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32" name="TextBox 31">
            <a:extLst>
              <a:ext uri="{FF2B5EF4-FFF2-40B4-BE49-F238E27FC236}">
                <a16:creationId xmlns:a16="http://schemas.microsoft.com/office/drawing/2014/main" id="{BDCC7CC4-D851-80C5-1AF1-6DD988B2F753}"/>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0374848-53AD-C377-74D1-048BAFA6CC17}"/>
              </a:ext>
            </a:extLst>
          </p:cNvPr>
          <p:cNvSpPr txBox="1"/>
          <p:nvPr/>
        </p:nvSpPr>
        <p:spPr>
          <a:xfrm>
            <a:off x="3716867" y="172788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060160C-D43E-B437-2322-222920C1C9F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1655A96-E9BF-77C9-BBA0-0D2A6ADAF8D0}"/>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52" name="TextBox 51">
            <a:extLst>
              <a:ext uri="{FF2B5EF4-FFF2-40B4-BE49-F238E27FC236}">
                <a16:creationId xmlns:a16="http://schemas.microsoft.com/office/drawing/2014/main" id="{15C713FA-FCE9-2CAA-6A24-B793C9920655}"/>
              </a:ext>
            </a:extLst>
          </p:cNvPr>
          <p:cNvSpPr txBox="1"/>
          <p:nvPr/>
        </p:nvSpPr>
        <p:spPr>
          <a:xfrm>
            <a:off x="4216401" y="323789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346E1972-30BA-9168-DD47-1173F2790799}"/>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3E2EEB42-9345-9EF4-13FC-1AEE3A9A633E}"/>
              </a:ext>
            </a:extLst>
          </p:cNvPr>
          <p:cNvSpPr txBox="1"/>
          <p:nvPr/>
        </p:nvSpPr>
        <p:spPr>
          <a:xfrm>
            <a:off x="5715003" y="122455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CABF3511-6821-7153-E39D-BB90D8B2ED7D}"/>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7706202-7D97-9432-506D-8D7E59A66DAE}"/>
              </a:ext>
            </a:extLst>
          </p:cNvPr>
          <p:cNvSpPr txBox="1"/>
          <p:nvPr/>
        </p:nvSpPr>
        <p:spPr>
          <a:xfrm>
            <a:off x="7213604" y="122455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3A80530F-2E4C-5DA3-05F0-248A77A83979}"/>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97343E77-CFFA-D92D-D9D0-B510D6F7C7B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2C9DC8EA-2457-3F05-650D-3F43E60AAC79}"/>
              </a:ext>
            </a:extLst>
          </p:cNvPr>
          <p:cNvSpPr txBox="1"/>
          <p:nvPr/>
        </p:nvSpPr>
        <p:spPr>
          <a:xfrm>
            <a:off x="3217333" y="2734556"/>
            <a:ext cx="462845" cy="584775"/>
          </a:xfrm>
          <a:prstGeom prst="rect">
            <a:avLst/>
          </a:prstGeom>
          <a:noFill/>
        </p:spPr>
        <p:txBody>
          <a:bodyPr wrap="square" rtlCol="0">
            <a:spAutoFit/>
          </a:bodyPr>
          <a:lstStyle/>
          <a:p>
            <a:pPr algn="ctr"/>
            <a:r>
              <a:rPr lang="en-US" sz="3200" dirty="0"/>
              <a:t>6</a:t>
            </a:r>
          </a:p>
        </p:txBody>
      </p:sp>
      <p:sp>
        <p:nvSpPr>
          <p:cNvPr id="68" name="TextBox 67">
            <a:extLst>
              <a:ext uri="{FF2B5EF4-FFF2-40B4-BE49-F238E27FC236}">
                <a16:creationId xmlns:a16="http://schemas.microsoft.com/office/drawing/2014/main" id="{6708C28C-5CA5-DBAE-DF55-C0664E64E281}"/>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1848D53-36EF-DAC1-9791-F3D2A9663D21}"/>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82" name="TextBox 81">
            <a:extLst>
              <a:ext uri="{FF2B5EF4-FFF2-40B4-BE49-F238E27FC236}">
                <a16:creationId xmlns:a16="http://schemas.microsoft.com/office/drawing/2014/main" id="{9AC79A91-B59B-D90F-EEE0-DB04006E1D9C}"/>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9B0A8C34-B4BF-9425-E820-F7765F8EE8C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986F5B0C-0365-A479-E441-816A79389202}"/>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63616EE0-EFBC-B56F-B77F-9B8FB9418D80}"/>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86" name="TextBox 85">
            <a:extLst>
              <a:ext uri="{FF2B5EF4-FFF2-40B4-BE49-F238E27FC236}">
                <a16:creationId xmlns:a16="http://schemas.microsoft.com/office/drawing/2014/main" id="{1676C923-0AB6-1D51-CD0A-E67952261AB6}"/>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A49F8ABC-6317-7071-E672-8B054C88E1BD}"/>
              </a:ext>
            </a:extLst>
          </p:cNvPr>
          <p:cNvSpPr txBox="1"/>
          <p:nvPr/>
        </p:nvSpPr>
        <p:spPr>
          <a:xfrm>
            <a:off x="6714071" y="3741226"/>
            <a:ext cx="462845" cy="584775"/>
          </a:xfrm>
          <a:prstGeom prst="rect">
            <a:avLst/>
          </a:prstGeom>
          <a:noFill/>
        </p:spPr>
        <p:txBody>
          <a:bodyPr wrap="square" rtlCol="0">
            <a:spAutoFit/>
          </a:bodyPr>
          <a:lstStyle/>
          <a:p>
            <a:pPr algn="ctr"/>
            <a:r>
              <a:rPr lang="en-US" sz="3200" dirty="0"/>
              <a:t>9</a:t>
            </a:r>
          </a:p>
        </p:txBody>
      </p:sp>
      <p:sp>
        <p:nvSpPr>
          <p:cNvPr id="88" name="TextBox 87">
            <a:extLst>
              <a:ext uri="{FF2B5EF4-FFF2-40B4-BE49-F238E27FC236}">
                <a16:creationId xmlns:a16="http://schemas.microsoft.com/office/drawing/2014/main" id="{A1250E94-01FD-58FA-D593-8E0D5870E7C0}"/>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A0901C8C-D37F-65F6-1E37-8109DD25F290}"/>
              </a:ext>
            </a:extLst>
          </p:cNvPr>
          <p:cNvSpPr txBox="1"/>
          <p:nvPr/>
        </p:nvSpPr>
        <p:spPr>
          <a:xfrm>
            <a:off x="4216401"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6077EE37-9AD7-E0C6-74B7-8D6D67F30733}"/>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812C0B63-D54D-CCFF-FB88-E6BDCF16245B}"/>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B73B0D15-AE62-3BEB-0DBD-6E5702887855}"/>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284FFEC9-926E-5093-73E0-33580098CF16}"/>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B8D17E97-9555-4535-7F76-27691894BE17}"/>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8" name="TextBox 27">
            <a:extLst>
              <a:ext uri="{FF2B5EF4-FFF2-40B4-BE49-F238E27FC236}">
                <a16:creationId xmlns:a16="http://schemas.microsoft.com/office/drawing/2014/main" id="{6869E678-0D19-34DD-B65B-35AD1C606FAE}"/>
              </a:ext>
            </a:extLst>
          </p:cNvPr>
          <p:cNvSpPr txBox="1"/>
          <p:nvPr/>
        </p:nvSpPr>
        <p:spPr>
          <a:xfrm>
            <a:off x="5715003"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347B29E3-FF27-9EF3-1B7C-5BDBF86B1EB5}"/>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06E9EB62-7611-C7DB-37BA-2B1FF5423CBC}"/>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1FF18183-F326-2097-C1D1-8AC92F4A268B}"/>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2EB2815C-1961-88B4-DC07-FC20CD6D5E79}"/>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C2BDA45-1A4D-086F-A11E-498FD0608E55}"/>
              </a:ext>
            </a:extLst>
          </p:cNvPr>
          <p:cNvSpPr txBox="1"/>
          <p:nvPr/>
        </p:nvSpPr>
        <p:spPr>
          <a:xfrm>
            <a:off x="5215469" y="1727886"/>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FE10FA3-8D93-A108-07EE-FE2B466EE2EA}"/>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FA461342-4CD1-E4FA-15A6-82B8FA80401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DECA5061-EB4F-DDA8-5344-D6C1C35BF610}"/>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39" name="TextBox 38">
            <a:extLst>
              <a:ext uri="{FF2B5EF4-FFF2-40B4-BE49-F238E27FC236}">
                <a16:creationId xmlns:a16="http://schemas.microsoft.com/office/drawing/2014/main" id="{66D38629-EECF-84F0-1887-DA5D5F47FD66}"/>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41830ED3-91F0-EF87-BA5E-6E8A2FF1E863}"/>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DCAB36F6-9848-9417-8C3B-B8DD21220578}"/>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49" name="TextBox 48">
            <a:extLst>
              <a:ext uri="{FF2B5EF4-FFF2-40B4-BE49-F238E27FC236}">
                <a16:creationId xmlns:a16="http://schemas.microsoft.com/office/drawing/2014/main" id="{12871CFD-C9A5-5C9B-A1A7-94227B39AF52}"/>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52CB8FD3-71ED-3D2A-0C32-49FCFF77AAFB}"/>
              </a:ext>
            </a:extLst>
          </p:cNvPr>
          <p:cNvSpPr txBox="1"/>
          <p:nvPr/>
        </p:nvSpPr>
        <p:spPr>
          <a:xfrm>
            <a:off x="3716867" y="4747898"/>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F9C77E6E-AF0F-BDF8-37B8-9C6F5F5E5057}"/>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B6DAAC58-20DE-96EF-D135-DE1254C01FAC}"/>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31D6BED9-477A-956D-8C2B-55439B6C5B33}"/>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3" name="TextBox 92">
            <a:extLst>
              <a:ext uri="{FF2B5EF4-FFF2-40B4-BE49-F238E27FC236}">
                <a16:creationId xmlns:a16="http://schemas.microsoft.com/office/drawing/2014/main" id="{3B186DDA-DDAC-6065-450C-7722825E14F9}"/>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D5E13C37-B2B3-1D4C-307A-FF21302E8327}"/>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95" name="TextBox 94">
            <a:extLst>
              <a:ext uri="{FF2B5EF4-FFF2-40B4-BE49-F238E27FC236}">
                <a16:creationId xmlns:a16="http://schemas.microsoft.com/office/drawing/2014/main" id="{431A2FBC-AAB8-9508-555D-5E3E6EC61C61}"/>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4CA5F9DF-1FE0-9991-FACF-D1507CBEB303}"/>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724BFB37-83B1-3542-455C-5727E34CAFAB}"/>
              </a:ext>
            </a:extLst>
          </p:cNvPr>
          <p:cNvSpPr txBox="1"/>
          <p:nvPr/>
        </p:nvSpPr>
        <p:spPr>
          <a:xfrm>
            <a:off x="7213604" y="4244561"/>
            <a:ext cx="462845" cy="584775"/>
          </a:xfrm>
          <a:prstGeom prst="rect">
            <a:avLst/>
          </a:prstGeom>
          <a:noFill/>
        </p:spPr>
        <p:txBody>
          <a:bodyPr wrap="square" rtlCol="0">
            <a:spAutoFit/>
          </a:bodyPr>
          <a:lstStyle/>
          <a:p>
            <a:pPr algn="ctr"/>
            <a:r>
              <a:rPr lang="en-US" sz="3200" dirty="0"/>
              <a:t>7</a:t>
            </a:r>
          </a:p>
        </p:txBody>
      </p:sp>
      <p:sp>
        <p:nvSpPr>
          <p:cNvPr id="23" name="TextBox 22">
            <a:extLst>
              <a:ext uri="{FF2B5EF4-FFF2-40B4-BE49-F238E27FC236}">
                <a16:creationId xmlns:a16="http://schemas.microsoft.com/office/drawing/2014/main" id="{DEF70678-136F-10BB-F76A-13C6CA14B17A}"/>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A3DACD8B-13F3-A424-134C-41B2A03B63F8}"/>
              </a:ext>
            </a:extLst>
          </p:cNvPr>
          <p:cNvSpPr txBox="1"/>
          <p:nvPr/>
        </p:nvSpPr>
        <p:spPr>
          <a:xfrm>
            <a:off x="4715935" y="4244561"/>
            <a:ext cx="462845" cy="584775"/>
          </a:xfrm>
          <a:prstGeom prst="rect">
            <a:avLst/>
          </a:prstGeom>
          <a:noFill/>
        </p:spPr>
        <p:txBody>
          <a:bodyPr wrap="square" rtlCol="0">
            <a:spAutoFit/>
          </a:bodyPr>
          <a:lstStyle/>
          <a:p>
            <a:pPr algn="ctr"/>
            <a:r>
              <a:rPr lang="en-US" sz="3200" dirty="0"/>
              <a:t>6</a:t>
            </a:r>
          </a:p>
        </p:txBody>
      </p:sp>
      <p:sp>
        <p:nvSpPr>
          <p:cNvPr id="45" name="TextBox 44">
            <a:extLst>
              <a:ext uri="{FF2B5EF4-FFF2-40B4-BE49-F238E27FC236}">
                <a16:creationId xmlns:a16="http://schemas.microsoft.com/office/drawing/2014/main" id="{36EC976F-7A10-1E13-1D59-AC955A64B45D}"/>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129DDA8F-E966-0C31-25D1-45D1B8F07C83}"/>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ACA49E70-0E20-DBFF-4396-582860E39FA7}"/>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51" name="TextBox 50">
            <a:extLst>
              <a:ext uri="{FF2B5EF4-FFF2-40B4-BE49-F238E27FC236}">
                <a16:creationId xmlns:a16="http://schemas.microsoft.com/office/drawing/2014/main" id="{0B7FD03B-17A0-F142-113B-87FF0488FD8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13443AF6-057B-CBC3-BF87-CDA76FDCFB67}"/>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54" name="TextBox 53">
            <a:extLst>
              <a:ext uri="{FF2B5EF4-FFF2-40B4-BE49-F238E27FC236}">
                <a16:creationId xmlns:a16="http://schemas.microsoft.com/office/drawing/2014/main" id="{FE98E57A-960C-93B8-DA8B-2969EFC2DF4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BDAB7328-50C0-750D-DE54-34FD6D171ED2}"/>
              </a:ext>
            </a:extLst>
          </p:cNvPr>
          <p:cNvSpPr txBox="1"/>
          <p:nvPr/>
        </p:nvSpPr>
        <p:spPr>
          <a:xfrm>
            <a:off x="6714071" y="223122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CC354B84-B6DE-6B6E-91E8-FF9AA6EBDAE6}"/>
              </a:ext>
            </a:extLst>
          </p:cNvPr>
          <p:cNvSpPr txBox="1"/>
          <p:nvPr/>
        </p:nvSpPr>
        <p:spPr>
          <a:xfrm>
            <a:off x="6714071" y="4747898"/>
            <a:ext cx="462845" cy="584775"/>
          </a:xfrm>
          <a:prstGeom prst="rect">
            <a:avLst/>
          </a:prstGeom>
          <a:noFill/>
        </p:spPr>
        <p:txBody>
          <a:bodyPr wrap="square" rtlCol="0">
            <a:spAutoFit/>
          </a:bodyPr>
          <a:lstStyle/>
          <a:p>
            <a:pPr algn="ctr"/>
            <a:r>
              <a:rPr lang="en-US" sz="3200" dirty="0"/>
              <a:t>2</a:t>
            </a:r>
          </a:p>
        </p:txBody>
      </p:sp>
      <p:sp>
        <p:nvSpPr>
          <p:cNvPr id="59" name="TextBox 58">
            <a:extLst>
              <a:ext uri="{FF2B5EF4-FFF2-40B4-BE49-F238E27FC236}">
                <a16:creationId xmlns:a16="http://schemas.microsoft.com/office/drawing/2014/main" id="{A0F5AF80-5ABA-832C-1755-83D1050C8EEF}"/>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35B423B6-14A9-6205-B1FE-E4C52AF5009E}"/>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0F631E59-6868-A9A4-283E-36BCE48D0B0A}"/>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049C7DAE-8979-B27C-29E5-981A1CB47D4C}"/>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B7D003D-1FBA-79F0-BC9D-8DBBA4266B62}"/>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78BDA3DE-F326-153A-0CD7-58E7A3DE21FD}"/>
              </a:ext>
            </a:extLst>
          </p:cNvPr>
          <p:cNvSpPr txBox="1"/>
          <p:nvPr/>
        </p:nvSpPr>
        <p:spPr>
          <a:xfrm>
            <a:off x="4715935" y="4747898"/>
            <a:ext cx="462845" cy="584775"/>
          </a:xfrm>
          <a:prstGeom prst="rect">
            <a:avLst/>
          </a:prstGeom>
          <a:noFill/>
        </p:spPr>
        <p:txBody>
          <a:bodyPr wrap="square" rtlCol="0">
            <a:spAutoFit/>
          </a:bodyPr>
          <a:lstStyle/>
          <a:p>
            <a:pPr algn="ctr"/>
            <a:r>
              <a:rPr lang="en-US" sz="3200" dirty="0"/>
              <a:t>9</a:t>
            </a:r>
          </a:p>
        </p:txBody>
      </p:sp>
      <p:sp>
        <p:nvSpPr>
          <p:cNvPr id="70" name="TextBox 69">
            <a:extLst>
              <a:ext uri="{FF2B5EF4-FFF2-40B4-BE49-F238E27FC236}">
                <a16:creationId xmlns:a16="http://schemas.microsoft.com/office/drawing/2014/main" id="{CB379485-D281-0120-0F67-C3FA7D0094A1}"/>
              </a:ext>
            </a:extLst>
          </p:cNvPr>
          <p:cNvSpPr txBox="1"/>
          <p:nvPr/>
        </p:nvSpPr>
        <p:spPr>
          <a:xfrm>
            <a:off x="6714071"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3884573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a:extLst>
            <a:ext uri="{FF2B5EF4-FFF2-40B4-BE49-F238E27FC236}">
              <a16:creationId xmlns:a16="http://schemas.microsoft.com/office/drawing/2014/main" id="{3223A8F8-3637-8C0D-5297-1158CF599F72}"/>
            </a:ext>
          </a:extLst>
        </p:cNvPr>
        <p:cNvGrpSpPr/>
        <p:nvPr/>
      </p:nvGrpSpPr>
      <p:grpSpPr>
        <a:xfrm>
          <a:off x="0" y="0"/>
          <a:ext cx="0" cy="0"/>
          <a:chOff x="0" y="0"/>
          <a:chExt cx="0" cy="0"/>
        </a:xfrm>
      </p:grpSpPr>
    </p:spTree>
    <p:extLst>
      <p:ext uri="{BB962C8B-B14F-4D97-AF65-F5344CB8AC3E}">
        <p14:creationId xmlns:p14="http://schemas.microsoft.com/office/powerpoint/2010/main" val="26105857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3D7EA2-9D0B-0F8A-5F8D-FAC88757C8CE}"/>
              </a:ext>
            </a:extLst>
          </p:cNvPr>
          <p:cNvSpPr>
            <a:spLocks noGrp="1"/>
          </p:cNvSpPr>
          <p:nvPr>
            <p:ph sz="half" idx="1"/>
          </p:nvPr>
        </p:nvSpPr>
        <p:spPr/>
        <p:txBody>
          <a:bodyPr/>
          <a:lstStyle/>
          <a:p>
            <a:endParaRPr lang="en-US"/>
          </a:p>
        </p:txBody>
      </p:sp>
      <p:sp>
        <p:nvSpPr>
          <p:cNvPr id="3" name="TextBox 2">
            <a:extLst>
              <a:ext uri="{FF2B5EF4-FFF2-40B4-BE49-F238E27FC236}">
                <a16:creationId xmlns:a16="http://schemas.microsoft.com/office/drawing/2014/main" id="{5545F530-01C0-8F2D-2647-E7CDD2A7F8F3}"/>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4" name="TextBox 3">
            <a:extLst>
              <a:ext uri="{FF2B5EF4-FFF2-40B4-BE49-F238E27FC236}">
                <a16:creationId xmlns:a16="http://schemas.microsoft.com/office/drawing/2014/main" id="{B2E0DB11-79AF-5889-2ACA-5ED711A72451}"/>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5" name="TextBox 4">
            <a:extLst>
              <a:ext uri="{FF2B5EF4-FFF2-40B4-BE49-F238E27FC236}">
                <a16:creationId xmlns:a16="http://schemas.microsoft.com/office/drawing/2014/main" id="{A9A6A9F2-023B-EE13-2AB7-67189BD912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 name="TextBox 5">
            <a:extLst>
              <a:ext uri="{FF2B5EF4-FFF2-40B4-BE49-F238E27FC236}">
                <a16:creationId xmlns:a16="http://schemas.microsoft.com/office/drawing/2014/main" id="{AB924E1A-E8BF-0C4E-2CD5-C07B794BAC6D}"/>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7" name="TextBox 6">
            <a:extLst>
              <a:ext uri="{FF2B5EF4-FFF2-40B4-BE49-F238E27FC236}">
                <a16:creationId xmlns:a16="http://schemas.microsoft.com/office/drawing/2014/main" id="{59586AF8-3B01-7D52-5D31-2C4E546D1127}"/>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3ADD7D98-7B6F-F7EB-1963-2DD72923449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05A51F9-18BC-9695-9691-38716A5CEBD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C71C0538-23C4-F643-E005-AF0FBFAC7CA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975B7721-00C4-F6F9-D2E5-1C1A1FFC7E0A}"/>
              </a:ext>
            </a:extLst>
          </p:cNvPr>
          <p:cNvSpPr txBox="1"/>
          <p:nvPr/>
        </p:nvSpPr>
        <p:spPr>
          <a:xfrm>
            <a:off x="7213604" y="1224551"/>
            <a:ext cx="462845" cy="584775"/>
          </a:xfrm>
          <a:prstGeom prst="rect">
            <a:avLst/>
          </a:prstGeom>
          <a:noFill/>
        </p:spPr>
        <p:txBody>
          <a:bodyPr wrap="square" rtlCol="0">
            <a:spAutoFit/>
          </a:bodyPr>
          <a:lstStyle/>
          <a:p>
            <a:pPr algn="ctr"/>
            <a:r>
              <a:rPr lang="en-US" sz="3200" dirty="0"/>
              <a:t>8</a:t>
            </a:r>
          </a:p>
        </p:txBody>
      </p:sp>
      <p:sp>
        <p:nvSpPr>
          <p:cNvPr id="14" name="TextBox 13">
            <a:extLst>
              <a:ext uri="{FF2B5EF4-FFF2-40B4-BE49-F238E27FC236}">
                <a16:creationId xmlns:a16="http://schemas.microsoft.com/office/drawing/2014/main" id="{00E145A9-AC46-07E4-A6C0-59ED454080C8}"/>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2318098D-D15B-BB4F-20F9-FE49F18B4E08}"/>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239E079-7972-8424-05C9-E3BF920EA93C}"/>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716C0B9F-0EF4-3087-4A92-A46D40330CF7}"/>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A28C3F92-9238-221D-AD0E-EFD5BAD062FB}"/>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9" name="TextBox 18">
            <a:extLst>
              <a:ext uri="{FF2B5EF4-FFF2-40B4-BE49-F238E27FC236}">
                <a16:creationId xmlns:a16="http://schemas.microsoft.com/office/drawing/2014/main" id="{6871BBF3-4EDB-428B-FEEE-11FDD9F7FEF3}"/>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B00D9B5B-E54C-776D-E032-6C06B9A8623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EC6D261-0273-A3EC-962D-0CC15FBBB459}"/>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86077096-8A83-D387-D695-B38D3EE3C67A}"/>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1D0FA921-C9B8-9A3E-E302-4E73F4C2850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395E837A-EF8C-912D-CF33-DC322ACCDF7A}"/>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466842E1-E53F-5E12-03DC-DD938863A207}"/>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27" name="TextBox 26">
            <a:extLst>
              <a:ext uri="{FF2B5EF4-FFF2-40B4-BE49-F238E27FC236}">
                <a16:creationId xmlns:a16="http://schemas.microsoft.com/office/drawing/2014/main" id="{23ED3893-D236-1B53-BCB2-4356F7CB21C3}"/>
              </a:ext>
            </a:extLst>
          </p:cNvPr>
          <p:cNvSpPr txBox="1"/>
          <p:nvPr/>
        </p:nvSpPr>
        <p:spPr>
          <a:xfrm>
            <a:off x="4715935"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4B6E1EE3-2AB9-1EE8-ABF2-45939F23CB2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4C636C3-F4C1-7206-C902-91DA657474B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D8077B04-F90B-A0CC-9ACD-FC227BF4E86C}"/>
              </a:ext>
            </a:extLst>
          </p:cNvPr>
          <p:cNvSpPr txBox="1"/>
          <p:nvPr/>
        </p:nvSpPr>
        <p:spPr>
          <a:xfrm>
            <a:off x="6214537" y="1727886"/>
            <a:ext cx="462845" cy="584775"/>
          </a:xfrm>
          <a:prstGeom prst="rect">
            <a:avLst/>
          </a:prstGeom>
          <a:noFill/>
        </p:spPr>
        <p:txBody>
          <a:bodyPr wrap="square" rtlCol="0">
            <a:spAutoFit/>
          </a:bodyPr>
          <a:lstStyle/>
          <a:p>
            <a:pPr algn="ctr"/>
            <a:r>
              <a:rPr lang="en-US" sz="3200" dirty="0"/>
              <a:t>8</a:t>
            </a:r>
          </a:p>
        </p:txBody>
      </p:sp>
      <p:sp>
        <p:nvSpPr>
          <p:cNvPr id="31" name="TextBox 30">
            <a:extLst>
              <a:ext uri="{FF2B5EF4-FFF2-40B4-BE49-F238E27FC236}">
                <a16:creationId xmlns:a16="http://schemas.microsoft.com/office/drawing/2014/main" id="{C642D92D-0411-86FD-FD42-E076D9EE110A}"/>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8374C64D-7C1A-926D-1DC1-6A6414FDBA25}"/>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5245EE08-A98D-01FA-2171-AC26286AAED1}"/>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07750C40-5D09-BF2D-F68E-81566136605A}"/>
              </a:ext>
            </a:extLst>
          </p:cNvPr>
          <p:cNvSpPr txBox="1"/>
          <p:nvPr/>
        </p:nvSpPr>
        <p:spPr>
          <a:xfrm>
            <a:off x="3716867" y="223122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6BEA972C-0DA0-4103-57DF-7C9A7F9B06F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19CA2BF3-7C64-8FFC-493A-CD5FA047483D}"/>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09DC838-6EA7-2D9B-C352-B2C84D16ED4B}"/>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4651584D-1439-EC66-CB5E-C86A2E97F446}"/>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1DA50FB8-CE35-4761-A6B0-BE16819394EF}"/>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6B505374-5116-C2E6-9C18-87B5537E1B8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AD198AF0-1895-C0DD-EC92-CDAB9B09043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092803FD-DA48-9709-45DB-33484C41E748}"/>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21C0C67-CA29-B06E-396E-7A36969B8E78}"/>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1FD75AC8-9E2D-D9CA-F432-E1EF5969261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CEBB1DFA-2C92-38A8-8D03-7A08226FBE03}"/>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6F83141-CD08-5B31-4F44-5DE0A22A0EC4}"/>
              </a:ext>
            </a:extLst>
          </p:cNvPr>
          <p:cNvSpPr txBox="1"/>
          <p:nvPr/>
        </p:nvSpPr>
        <p:spPr>
          <a:xfrm>
            <a:off x="5215469" y="273455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0BD09B68-5DCD-1930-6026-8DEC57FB5550}"/>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72594FE-277C-5973-94EE-AA3BE44A34F7}"/>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C2833383-2619-8AE1-E22E-EFFB76B969D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2599D6A1-CC8E-6CC2-B3F7-4326B230021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72900A5E-6D76-587C-2DFD-92EFA48157D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7E234C15-D43D-7905-5E6D-8AB06EB39258}"/>
              </a:ext>
            </a:extLst>
          </p:cNvPr>
          <p:cNvSpPr txBox="1"/>
          <p:nvPr/>
        </p:nvSpPr>
        <p:spPr>
          <a:xfrm>
            <a:off x="3716867"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BB2701EA-E576-BD64-46C7-6B254099F3E9}"/>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57" name="TextBox 56">
            <a:extLst>
              <a:ext uri="{FF2B5EF4-FFF2-40B4-BE49-F238E27FC236}">
                <a16:creationId xmlns:a16="http://schemas.microsoft.com/office/drawing/2014/main" id="{3741FDD4-FA46-9AC6-95A6-FDFC78139B7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8" name="TextBox 57">
            <a:extLst>
              <a:ext uri="{FF2B5EF4-FFF2-40B4-BE49-F238E27FC236}">
                <a16:creationId xmlns:a16="http://schemas.microsoft.com/office/drawing/2014/main" id="{04F08D5B-239E-1FF0-4FCC-7AC6DEF18DFC}"/>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6C510B19-3198-6775-4DB8-2969F74BB93A}"/>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FC63EBB7-8DEA-A035-671B-095EFE94FBD9}"/>
              </a:ext>
            </a:extLst>
          </p:cNvPr>
          <p:cNvSpPr txBox="1"/>
          <p:nvPr/>
        </p:nvSpPr>
        <p:spPr>
          <a:xfrm>
            <a:off x="6214537" y="323789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07A408D1-2795-2A51-8BEF-F3518493AC53}"/>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1A778707-033E-7FA2-42DF-480BFEF412A3}"/>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B2B1692B-0E77-4376-C7FF-6BEDD63BF2D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1053752-9030-C29D-9833-883262A51684}"/>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37147F7-AE3B-012E-53BB-889E5E744C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AD2CEC6-2C4F-D2FE-6FE4-CFE4011CB0B2}"/>
              </a:ext>
            </a:extLst>
          </p:cNvPr>
          <p:cNvSpPr txBox="1"/>
          <p:nvPr/>
        </p:nvSpPr>
        <p:spPr>
          <a:xfrm>
            <a:off x="4715935" y="374122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080537B0-8323-1A64-DF09-39FB32AAC48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69" name="TextBox 68">
            <a:extLst>
              <a:ext uri="{FF2B5EF4-FFF2-40B4-BE49-F238E27FC236}">
                <a16:creationId xmlns:a16="http://schemas.microsoft.com/office/drawing/2014/main" id="{68D6592A-F37B-D23D-AD44-F04E1DAAF64C}"/>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2C1DE1F-157A-4870-A897-AD5741D3D062}"/>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E2B2FA07-D551-8692-E1B6-CE27DBF0E8CD}"/>
              </a:ext>
            </a:extLst>
          </p:cNvPr>
          <p:cNvSpPr txBox="1"/>
          <p:nvPr/>
        </p:nvSpPr>
        <p:spPr>
          <a:xfrm>
            <a:off x="6714071" y="374122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DBF17E8-18BD-C042-E6F2-603E8EE78A32}"/>
              </a:ext>
            </a:extLst>
          </p:cNvPr>
          <p:cNvSpPr txBox="1"/>
          <p:nvPr/>
        </p:nvSpPr>
        <p:spPr>
          <a:xfrm>
            <a:off x="7213604" y="3741226"/>
            <a:ext cx="462845" cy="584775"/>
          </a:xfrm>
          <a:prstGeom prst="rect">
            <a:avLst/>
          </a:prstGeom>
          <a:noFill/>
        </p:spPr>
        <p:txBody>
          <a:bodyPr wrap="square" rtlCol="0">
            <a:spAutoFit/>
          </a:bodyPr>
          <a:lstStyle/>
          <a:p>
            <a:pPr algn="ctr"/>
            <a:r>
              <a:rPr lang="en-US" sz="3200" dirty="0"/>
              <a:t>8</a:t>
            </a:r>
          </a:p>
        </p:txBody>
      </p:sp>
      <p:sp>
        <p:nvSpPr>
          <p:cNvPr id="74" name="TextBox 73">
            <a:extLst>
              <a:ext uri="{FF2B5EF4-FFF2-40B4-BE49-F238E27FC236}">
                <a16:creationId xmlns:a16="http://schemas.microsoft.com/office/drawing/2014/main" id="{59053E0A-1A09-D426-1081-D848E9FE3760}"/>
              </a:ext>
            </a:extLst>
          </p:cNvPr>
          <p:cNvSpPr txBox="1"/>
          <p:nvPr/>
        </p:nvSpPr>
        <p:spPr>
          <a:xfrm>
            <a:off x="3217333" y="424456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CBFA6531-FBE6-5D53-5C12-5684C04762A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253DA081-0DE0-137F-7136-8DADDE0F2CA8}"/>
              </a:ext>
            </a:extLst>
          </p:cNvPr>
          <p:cNvSpPr txBox="1"/>
          <p:nvPr/>
        </p:nvSpPr>
        <p:spPr>
          <a:xfrm>
            <a:off x="4216401" y="4244561"/>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5367410F-ADD1-8006-218E-1093B4ED303A}"/>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271A5C86-5ECE-083E-5505-4004ED2BCCE3}"/>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9C34CEAD-D4FB-A94A-B119-4E470D0323A1}"/>
              </a:ext>
            </a:extLst>
          </p:cNvPr>
          <p:cNvSpPr txBox="1"/>
          <p:nvPr/>
        </p:nvSpPr>
        <p:spPr>
          <a:xfrm>
            <a:off x="5715003" y="424456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118432DD-6D87-FFE3-332E-6C529044D634}"/>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C034B78B-C7C1-C652-6232-B07315E13A39}"/>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AAA7508F-BC5C-BD63-FE35-CF0C611C8C7D}"/>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77441B13-F709-9820-92EB-A0AEF4B46CA8}"/>
              </a:ext>
            </a:extLst>
          </p:cNvPr>
          <p:cNvSpPr txBox="1"/>
          <p:nvPr/>
        </p:nvSpPr>
        <p:spPr>
          <a:xfrm>
            <a:off x="3217333" y="4747898"/>
            <a:ext cx="462845" cy="584775"/>
          </a:xfrm>
          <a:prstGeom prst="rect">
            <a:avLst/>
          </a:prstGeom>
          <a:noFill/>
        </p:spPr>
        <p:txBody>
          <a:bodyPr wrap="square" rtlCol="0">
            <a:spAutoFit/>
          </a:bodyPr>
          <a:lstStyle/>
          <a:p>
            <a:pPr algn="ctr"/>
            <a:r>
              <a:rPr lang="en-US" sz="3200" dirty="0"/>
              <a:t>8</a:t>
            </a:r>
          </a:p>
        </p:txBody>
      </p:sp>
      <p:sp>
        <p:nvSpPr>
          <p:cNvPr id="85" name="TextBox 84">
            <a:extLst>
              <a:ext uri="{FF2B5EF4-FFF2-40B4-BE49-F238E27FC236}">
                <a16:creationId xmlns:a16="http://schemas.microsoft.com/office/drawing/2014/main" id="{26CD92CE-63A8-D4B6-DDCC-0CA41368B0E0}"/>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5AF486AD-8C07-4391-8BC5-1CF73DB284CE}"/>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E0D8D130-CB07-06CB-9DF3-77ABEFBEB746}"/>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5342847E-040E-264F-0ED3-75738365A16F}"/>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ADD8AEEE-6363-1C8A-6CDF-CD7FCF7D5FD4}"/>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90" name="TextBox 89">
            <a:extLst>
              <a:ext uri="{FF2B5EF4-FFF2-40B4-BE49-F238E27FC236}">
                <a16:creationId xmlns:a16="http://schemas.microsoft.com/office/drawing/2014/main" id="{DFA86441-FB97-7C14-B21D-EFB4F3D80E6B}"/>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0375B3B4-6CBC-7F70-1236-9F1B5FE11D8E}"/>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67CBCBB2-88D7-BCE3-7916-11F0F236BF4A}"/>
              </a:ext>
            </a:extLst>
          </p:cNvPr>
          <p:cNvSpPr txBox="1"/>
          <p:nvPr/>
        </p:nvSpPr>
        <p:spPr>
          <a:xfrm>
            <a:off x="7213604"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4364193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454D7-CEE4-838B-D109-D776E2EA1CEE}"/>
              </a:ext>
            </a:extLst>
          </p:cNvPr>
          <p:cNvSpPr>
            <a:spLocks noGrp="1"/>
          </p:cNvSpPr>
          <p:nvPr>
            <p:ph sz="half" idx="1"/>
          </p:nvPr>
        </p:nvSpPr>
        <p:spPr/>
        <p:txBody>
          <a:bodyPr/>
          <a:lstStyle/>
          <a:p>
            <a:endParaRPr lang="en-US"/>
          </a:p>
        </p:txBody>
      </p:sp>
      <p:sp>
        <p:nvSpPr>
          <p:cNvPr id="84" name="TextBox 83">
            <a:extLst>
              <a:ext uri="{FF2B5EF4-FFF2-40B4-BE49-F238E27FC236}">
                <a16:creationId xmlns:a16="http://schemas.microsoft.com/office/drawing/2014/main" id="{FF60C56B-03A8-4A01-C370-4161AC79EB30}"/>
              </a:ext>
            </a:extLst>
          </p:cNvPr>
          <p:cNvSpPr txBox="1"/>
          <p:nvPr/>
        </p:nvSpPr>
        <p:spPr>
          <a:xfrm>
            <a:off x="3640666" y="901933"/>
            <a:ext cx="570089" cy="230832"/>
          </a:xfrm>
          <a:prstGeom prst="rect">
            <a:avLst/>
          </a:prstGeom>
          <a:noFill/>
        </p:spPr>
        <p:txBody>
          <a:bodyPr wrap="square" rtlCol="0">
            <a:spAutoFit/>
          </a:bodyPr>
          <a:lstStyle/>
          <a:p>
            <a:pPr algn="ctr"/>
            <a:r>
              <a:rPr lang="en-US" sz="900" dirty="0"/>
              <a:t>123456</a:t>
            </a:r>
          </a:p>
        </p:txBody>
      </p:sp>
      <p:sp>
        <p:nvSpPr>
          <p:cNvPr id="85" name="TextBox 84">
            <a:extLst>
              <a:ext uri="{FF2B5EF4-FFF2-40B4-BE49-F238E27FC236}">
                <a16:creationId xmlns:a16="http://schemas.microsoft.com/office/drawing/2014/main" id="{BF9BFDB4-9AD7-FA30-A0F2-18859BAA297D}"/>
              </a:ext>
            </a:extLst>
          </p:cNvPr>
          <p:cNvSpPr txBox="1"/>
          <p:nvPr/>
        </p:nvSpPr>
        <p:spPr>
          <a:xfrm>
            <a:off x="4143022" y="901933"/>
            <a:ext cx="570089" cy="230832"/>
          </a:xfrm>
          <a:prstGeom prst="rect">
            <a:avLst/>
          </a:prstGeom>
          <a:noFill/>
        </p:spPr>
        <p:txBody>
          <a:bodyPr wrap="square" rtlCol="0">
            <a:spAutoFit/>
          </a:bodyPr>
          <a:lstStyle/>
          <a:p>
            <a:pPr algn="ctr"/>
            <a:r>
              <a:rPr lang="en-US" sz="900" dirty="0"/>
              <a:t>123456</a:t>
            </a:r>
          </a:p>
        </p:txBody>
      </p:sp>
      <p:sp>
        <p:nvSpPr>
          <p:cNvPr id="86" name="TextBox 85">
            <a:extLst>
              <a:ext uri="{FF2B5EF4-FFF2-40B4-BE49-F238E27FC236}">
                <a16:creationId xmlns:a16="http://schemas.microsoft.com/office/drawing/2014/main" id="{1640DD29-1195-EF1F-8B16-EF9A84420D30}"/>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123456</a:t>
            </a:r>
          </a:p>
        </p:txBody>
      </p:sp>
      <p:sp>
        <p:nvSpPr>
          <p:cNvPr id="87" name="TextBox 86">
            <a:extLst>
              <a:ext uri="{FF2B5EF4-FFF2-40B4-BE49-F238E27FC236}">
                <a16:creationId xmlns:a16="http://schemas.microsoft.com/office/drawing/2014/main" id="{3E2A5CBA-3D0B-3A96-9C98-B514696923EE}"/>
              </a:ext>
            </a:extLst>
          </p:cNvPr>
          <p:cNvSpPr txBox="1"/>
          <p:nvPr/>
        </p:nvSpPr>
        <p:spPr>
          <a:xfrm>
            <a:off x="5147734" y="901933"/>
            <a:ext cx="570089" cy="230832"/>
          </a:xfrm>
          <a:prstGeom prst="rect">
            <a:avLst/>
          </a:prstGeom>
          <a:noFill/>
        </p:spPr>
        <p:txBody>
          <a:bodyPr wrap="square" rtlCol="0">
            <a:spAutoFit/>
          </a:bodyPr>
          <a:lstStyle/>
          <a:p>
            <a:pPr algn="ctr"/>
            <a:r>
              <a:rPr lang="en-US" sz="900" dirty="0"/>
              <a:t>123456</a:t>
            </a:r>
          </a:p>
        </p:txBody>
      </p:sp>
      <p:sp>
        <p:nvSpPr>
          <p:cNvPr id="88" name="TextBox 87">
            <a:extLst>
              <a:ext uri="{FF2B5EF4-FFF2-40B4-BE49-F238E27FC236}">
                <a16:creationId xmlns:a16="http://schemas.microsoft.com/office/drawing/2014/main" id="{A1FC491A-E2DD-10AD-68CE-6D3EEEB4EF94}"/>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123456</a:t>
            </a:r>
          </a:p>
        </p:txBody>
      </p:sp>
      <p:sp>
        <p:nvSpPr>
          <p:cNvPr id="89" name="TextBox 88">
            <a:extLst>
              <a:ext uri="{FF2B5EF4-FFF2-40B4-BE49-F238E27FC236}">
                <a16:creationId xmlns:a16="http://schemas.microsoft.com/office/drawing/2014/main" id="{80609A37-C41C-8535-9A55-84CA0EE83E45}"/>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123456</a:t>
            </a:r>
          </a:p>
        </p:txBody>
      </p:sp>
      <p:sp>
        <p:nvSpPr>
          <p:cNvPr id="90" name="TextBox 89">
            <a:extLst>
              <a:ext uri="{FF2B5EF4-FFF2-40B4-BE49-F238E27FC236}">
                <a16:creationId xmlns:a16="http://schemas.microsoft.com/office/drawing/2014/main" id="{A5A078A7-AA12-A695-6E1C-F4ADCC0563A3}"/>
              </a:ext>
            </a:extLst>
          </p:cNvPr>
          <p:cNvSpPr txBox="1"/>
          <p:nvPr/>
        </p:nvSpPr>
        <p:spPr>
          <a:xfrm>
            <a:off x="6654802" y="901933"/>
            <a:ext cx="570089" cy="230832"/>
          </a:xfrm>
          <a:prstGeom prst="rect">
            <a:avLst/>
          </a:prstGeom>
          <a:noFill/>
        </p:spPr>
        <p:txBody>
          <a:bodyPr wrap="square" rtlCol="0">
            <a:spAutoFit/>
          </a:bodyPr>
          <a:lstStyle/>
          <a:p>
            <a:pPr algn="ctr"/>
            <a:r>
              <a:rPr lang="en-US" sz="900" dirty="0"/>
              <a:t>123456</a:t>
            </a:r>
          </a:p>
        </p:txBody>
      </p:sp>
      <p:sp>
        <p:nvSpPr>
          <p:cNvPr id="91" name="TextBox 90">
            <a:extLst>
              <a:ext uri="{FF2B5EF4-FFF2-40B4-BE49-F238E27FC236}">
                <a16:creationId xmlns:a16="http://schemas.microsoft.com/office/drawing/2014/main" id="{4E91BCC9-7513-6620-4D5A-3AF70159AADC}"/>
              </a:ext>
            </a:extLst>
          </p:cNvPr>
          <p:cNvSpPr txBox="1"/>
          <p:nvPr/>
        </p:nvSpPr>
        <p:spPr>
          <a:xfrm>
            <a:off x="7157158" y="901933"/>
            <a:ext cx="570089" cy="230832"/>
          </a:xfrm>
          <a:prstGeom prst="rect">
            <a:avLst/>
          </a:prstGeom>
          <a:noFill/>
        </p:spPr>
        <p:txBody>
          <a:bodyPr wrap="square" rtlCol="0">
            <a:spAutoFit/>
          </a:bodyPr>
          <a:lstStyle/>
          <a:p>
            <a:pPr algn="ctr"/>
            <a:r>
              <a:rPr lang="en-US" sz="900" dirty="0"/>
              <a:t>123456</a:t>
            </a:r>
          </a:p>
        </p:txBody>
      </p:sp>
      <p:sp>
        <p:nvSpPr>
          <p:cNvPr id="92" name="TextBox 91">
            <a:extLst>
              <a:ext uri="{FF2B5EF4-FFF2-40B4-BE49-F238E27FC236}">
                <a16:creationId xmlns:a16="http://schemas.microsoft.com/office/drawing/2014/main" id="{5E04531A-D14B-3018-AA2E-66D8F2ECA708}"/>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123456</a:t>
            </a:r>
          </a:p>
        </p:txBody>
      </p:sp>
      <p:sp>
        <p:nvSpPr>
          <p:cNvPr id="95" name="TextBox 94">
            <a:extLst>
              <a:ext uri="{FF2B5EF4-FFF2-40B4-BE49-F238E27FC236}">
                <a16:creationId xmlns:a16="http://schemas.microsoft.com/office/drawing/2014/main" id="{8A3750D2-4D6A-C174-AB75-74C97E3EEC1C}"/>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123456</a:t>
            </a:r>
          </a:p>
        </p:txBody>
      </p:sp>
      <p:sp>
        <p:nvSpPr>
          <p:cNvPr id="96" name="TextBox 95">
            <a:extLst>
              <a:ext uri="{FF2B5EF4-FFF2-40B4-BE49-F238E27FC236}">
                <a16:creationId xmlns:a16="http://schemas.microsoft.com/office/drawing/2014/main" id="{BD3B98C3-B2F4-A745-E9FE-7302EBAADA10}"/>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123456</a:t>
            </a:r>
          </a:p>
        </p:txBody>
      </p:sp>
      <p:sp>
        <p:nvSpPr>
          <p:cNvPr id="97" name="TextBox 96">
            <a:extLst>
              <a:ext uri="{FF2B5EF4-FFF2-40B4-BE49-F238E27FC236}">
                <a16:creationId xmlns:a16="http://schemas.microsoft.com/office/drawing/2014/main" id="{53D9B785-7EEC-3C3E-D9D3-00ADFA3FA1B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123456</a:t>
            </a:r>
          </a:p>
        </p:txBody>
      </p:sp>
      <p:sp>
        <p:nvSpPr>
          <p:cNvPr id="98" name="TextBox 97">
            <a:extLst>
              <a:ext uri="{FF2B5EF4-FFF2-40B4-BE49-F238E27FC236}">
                <a16:creationId xmlns:a16="http://schemas.microsoft.com/office/drawing/2014/main" id="{2FB47043-5E04-FAB4-05BF-0CC87CA5EDF9}"/>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123456</a:t>
            </a:r>
          </a:p>
        </p:txBody>
      </p:sp>
      <p:sp>
        <p:nvSpPr>
          <p:cNvPr id="99" name="TextBox 98">
            <a:extLst>
              <a:ext uri="{FF2B5EF4-FFF2-40B4-BE49-F238E27FC236}">
                <a16:creationId xmlns:a16="http://schemas.microsoft.com/office/drawing/2014/main" id="{1938E445-20DD-4F66-5EA3-45A33BAAC00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123456</a:t>
            </a:r>
          </a:p>
        </p:txBody>
      </p:sp>
      <p:sp>
        <p:nvSpPr>
          <p:cNvPr id="100" name="TextBox 99">
            <a:extLst>
              <a:ext uri="{FF2B5EF4-FFF2-40B4-BE49-F238E27FC236}">
                <a16:creationId xmlns:a16="http://schemas.microsoft.com/office/drawing/2014/main" id="{E6226C55-846A-2224-F06C-4C411BC81432}"/>
              </a:ext>
            </a:extLst>
          </p:cNvPr>
          <p:cNvSpPr txBox="1"/>
          <p:nvPr/>
        </p:nvSpPr>
        <p:spPr>
          <a:xfrm>
            <a:off x="6152446" y="1402877"/>
            <a:ext cx="570089" cy="230832"/>
          </a:xfrm>
          <a:prstGeom prst="rect">
            <a:avLst/>
          </a:prstGeom>
          <a:noFill/>
        </p:spPr>
        <p:txBody>
          <a:bodyPr wrap="square" rtlCol="0">
            <a:spAutoFit/>
          </a:bodyPr>
          <a:lstStyle/>
          <a:p>
            <a:pPr algn="ctr"/>
            <a:r>
              <a:rPr lang="en-US" sz="900" dirty="0"/>
              <a:t>123456</a:t>
            </a:r>
          </a:p>
        </p:txBody>
      </p:sp>
      <p:sp>
        <p:nvSpPr>
          <p:cNvPr id="101" name="TextBox 100">
            <a:extLst>
              <a:ext uri="{FF2B5EF4-FFF2-40B4-BE49-F238E27FC236}">
                <a16:creationId xmlns:a16="http://schemas.microsoft.com/office/drawing/2014/main" id="{4AAA4F56-A9E2-9990-B932-EE4C5C4BB33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123456</a:t>
            </a:r>
          </a:p>
        </p:txBody>
      </p:sp>
      <p:sp>
        <p:nvSpPr>
          <p:cNvPr id="102" name="TextBox 101">
            <a:extLst>
              <a:ext uri="{FF2B5EF4-FFF2-40B4-BE49-F238E27FC236}">
                <a16:creationId xmlns:a16="http://schemas.microsoft.com/office/drawing/2014/main" id="{DDA1384E-A2DB-85D7-DAF7-C45E7EA0BC93}"/>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123456</a:t>
            </a:r>
          </a:p>
        </p:txBody>
      </p:sp>
      <p:sp>
        <p:nvSpPr>
          <p:cNvPr id="103" name="TextBox 102">
            <a:extLst>
              <a:ext uri="{FF2B5EF4-FFF2-40B4-BE49-F238E27FC236}">
                <a16:creationId xmlns:a16="http://schemas.microsoft.com/office/drawing/2014/main" id="{8A36C789-DA72-4617-34D7-CC915BF2F28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123456</a:t>
            </a:r>
          </a:p>
        </p:txBody>
      </p:sp>
      <p:sp>
        <p:nvSpPr>
          <p:cNvPr id="105" name="TextBox 104">
            <a:extLst>
              <a:ext uri="{FF2B5EF4-FFF2-40B4-BE49-F238E27FC236}">
                <a16:creationId xmlns:a16="http://schemas.microsoft.com/office/drawing/2014/main" id="{F20473C0-11CD-45EB-4B77-C4D593C934E5}"/>
              </a:ext>
            </a:extLst>
          </p:cNvPr>
          <p:cNvSpPr txBox="1"/>
          <p:nvPr/>
        </p:nvSpPr>
        <p:spPr>
          <a:xfrm>
            <a:off x="3640666" y="1903821"/>
            <a:ext cx="570089" cy="230832"/>
          </a:xfrm>
          <a:prstGeom prst="rect">
            <a:avLst/>
          </a:prstGeom>
          <a:noFill/>
        </p:spPr>
        <p:txBody>
          <a:bodyPr wrap="square" rtlCol="0">
            <a:spAutoFit/>
          </a:bodyPr>
          <a:lstStyle/>
          <a:p>
            <a:pPr algn="ctr"/>
            <a:r>
              <a:rPr lang="en-US" sz="900" dirty="0"/>
              <a:t>123456</a:t>
            </a:r>
          </a:p>
        </p:txBody>
      </p:sp>
      <p:sp>
        <p:nvSpPr>
          <p:cNvPr id="106" name="TextBox 105">
            <a:extLst>
              <a:ext uri="{FF2B5EF4-FFF2-40B4-BE49-F238E27FC236}">
                <a16:creationId xmlns:a16="http://schemas.microsoft.com/office/drawing/2014/main" id="{B59BC938-D3FB-69C9-58B2-FBFF7673D167}"/>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123456</a:t>
            </a:r>
          </a:p>
        </p:txBody>
      </p:sp>
      <p:sp>
        <p:nvSpPr>
          <p:cNvPr id="107" name="TextBox 106">
            <a:extLst>
              <a:ext uri="{FF2B5EF4-FFF2-40B4-BE49-F238E27FC236}">
                <a16:creationId xmlns:a16="http://schemas.microsoft.com/office/drawing/2014/main" id="{33281FCE-CA0D-882E-1770-68B5DDD6277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123456</a:t>
            </a:r>
          </a:p>
        </p:txBody>
      </p:sp>
      <p:sp>
        <p:nvSpPr>
          <p:cNvPr id="108" name="TextBox 107">
            <a:extLst>
              <a:ext uri="{FF2B5EF4-FFF2-40B4-BE49-F238E27FC236}">
                <a16:creationId xmlns:a16="http://schemas.microsoft.com/office/drawing/2014/main" id="{54D09948-1B45-CE41-35EA-332C0AB89FD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123456</a:t>
            </a:r>
          </a:p>
        </p:txBody>
      </p:sp>
      <p:sp>
        <p:nvSpPr>
          <p:cNvPr id="109" name="TextBox 108">
            <a:extLst>
              <a:ext uri="{FF2B5EF4-FFF2-40B4-BE49-F238E27FC236}">
                <a16:creationId xmlns:a16="http://schemas.microsoft.com/office/drawing/2014/main" id="{EABA7E41-188E-7074-BD6B-4A804753155E}"/>
              </a:ext>
            </a:extLst>
          </p:cNvPr>
          <p:cNvSpPr txBox="1"/>
          <p:nvPr/>
        </p:nvSpPr>
        <p:spPr>
          <a:xfrm>
            <a:off x="5650090" y="1903821"/>
            <a:ext cx="570089" cy="230832"/>
          </a:xfrm>
          <a:prstGeom prst="rect">
            <a:avLst/>
          </a:prstGeom>
          <a:noFill/>
        </p:spPr>
        <p:txBody>
          <a:bodyPr wrap="square" rtlCol="0">
            <a:spAutoFit/>
          </a:bodyPr>
          <a:lstStyle/>
          <a:p>
            <a:pPr algn="ctr"/>
            <a:r>
              <a:rPr lang="en-US" sz="900" dirty="0"/>
              <a:t>123456</a:t>
            </a:r>
          </a:p>
        </p:txBody>
      </p:sp>
      <p:sp>
        <p:nvSpPr>
          <p:cNvPr id="110" name="TextBox 109">
            <a:extLst>
              <a:ext uri="{FF2B5EF4-FFF2-40B4-BE49-F238E27FC236}">
                <a16:creationId xmlns:a16="http://schemas.microsoft.com/office/drawing/2014/main" id="{72621310-1D87-C359-D210-913EB69A2EE8}"/>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123456</a:t>
            </a:r>
          </a:p>
        </p:txBody>
      </p:sp>
      <p:sp>
        <p:nvSpPr>
          <p:cNvPr id="111" name="TextBox 110">
            <a:extLst>
              <a:ext uri="{FF2B5EF4-FFF2-40B4-BE49-F238E27FC236}">
                <a16:creationId xmlns:a16="http://schemas.microsoft.com/office/drawing/2014/main" id="{83098FE2-EA54-5D61-2C32-CBE3755DCF0D}"/>
              </a:ext>
            </a:extLst>
          </p:cNvPr>
          <p:cNvSpPr txBox="1"/>
          <p:nvPr/>
        </p:nvSpPr>
        <p:spPr>
          <a:xfrm>
            <a:off x="6654802" y="1903821"/>
            <a:ext cx="570089" cy="230832"/>
          </a:xfrm>
          <a:prstGeom prst="rect">
            <a:avLst/>
          </a:prstGeom>
          <a:noFill/>
        </p:spPr>
        <p:txBody>
          <a:bodyPr wrap="square" rtlCol="0">
            <a:spAutoFit/>
          </a:bodyPr>
          <a:lstStyle/>
          <a:p>
            <a:pPr algn="ctr"/>
            <a:r>
              <a:rPr lang="en-US" sz="900" dirty="0"/>
              <a:t>123456</a:t>
            </a:r>
          </a:p>
        </p:txBody>
      </p:sp>
      <p:sp>
        <p:nvSpPr>
          <p:cNvPr id="112" name="TextBox 111">
            <a:extLst>
              <a:ext uri="{FF2B5EF4-FFF2-40B4-BE49-F238E27FC236}">
                <a16:creationId xmlns:a16="http://schemas.microsoft.com/office/drawing/2014/main" id="{E14006A6-26D4-D65B-E5E2-AE741EE5E69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123456</a:t>
            </a:r>
          </a:p>
        </p:txBody>
      </p:sp>
      <p:sp>
        <p:nvSpPr>
          <p:cNvPr id="113" name="TextBox 112">
            <a:extLst>
              <a:ext uri="{FF2B5EF4-FFF2-40B4-BE49-F238E27FC236}">
                <a16:creationId xmlns:a16="http://schemas.microsoft.com/office/drawing/2014/main" id="{6D6ACA82-4B0E-6FF8-BE11-0CF8C041C6B1}"/>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123456</a:t>
            </a:r>
          </a:p>
        </p:txBody>
      </p:sp>
      <p:sp>
        <p:nvSpPr>
          <p:cNvPr id="115" name="TextBox 114">
            <a:extLst>
              <a:ext uri="{FF2B5EF4-FFF2-40B4-BE49-F238E27FC236}">
                <a16:creationId xmlns:a16="http://schemas.microsoft.com/office/drawing/2014/main" id="{F98BE1F8-A8A1-B970-06DB-7B5C6C9890BD}"/>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123456</a:t>
            </a:r>
          </a:p>
        </p:txBody>
      </p:sp>
      <p:sp>
        <p:nvSpPr>
          <p:cNvPr id="116" name="TextBox 115">
            <a:extLst>
              <a:ext uri="{FF2B5EF4-FFF2-40B4-BE49-F238E27FC236}">
                <a16:creationId xmlns:a16="http://schemas.microsoft.com/office/drawing/2014/main" id="{C086882C-989E-3F24-421F-95B5067DE38E}"/>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123456</a:t>
            </a:r>
          </a:p>
        </p:txBody>
      </p:sp>
      <p:sp>
        <p:nvSpPr>
          <p:cNvPr id="117" name="TextBox 116">
            <a:extLst>
              <a:ext uri="{FF2B5EF4-FFF2-40B4-BE49-F238E27FC236}">
                <a16:creationId xmlns:a16="http://schemas.microsoft.com/office/drawing/2014/main" id="{C49099AA-E57F-1DF2-3785-1A001BB1C70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123456</a:t>
            </a:r>
          </a:p>
        </p:txBody>
      </p:sp>
      <p:sp>
        <p:nvSpPr>
          <p:cNvPr id="118" name="TextBox 117">
            <a:extLst>
              <a:ext uri="{FF2B5EF4-FFF2-40B4-BE49-F238E27FC236}">
                <a16:creationId xmlns:a16="http://schemas.microsoft.com/office/drawing/2014/main" id="{CC6495DA-918C-4230-9D51-E7479351102E}"/>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119" name="TextBox 118">
            <a:extLst>
              <a:ext uri="{FF2B5EF4-FFF2-40B4-BE49-F238E27FC236}">
                <a16:creationId xmlns:a16="http://schemas.microsoft.com/office/drawing/2014/main" id="{A7E7D0D1-94B5-DEDF-0E2F-C3DD2654636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120" name="TextBox 119">
            <a:extLst>
              <a:ext uri="{FF2B5EF4-FFF2-40B4-BE49-F238E27FC236}">
                <a16:creationId xmlns:a16="http://schemas.microsoft.com/office/drawing/2014/main" id="{F7324CDE-A25D-D9AB-9F51-93CD86EE0759}"/>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123456</a:t>
            </a:r>
          </a:p>
        </p:txBody>
      </p:sp>
      <p:sp>
        <p:nvSpPr>
          <p:cNvPr id="121" name="TextBox 120">
            <a:extLst>
              <a:ext uri="{FF2B5EF4-FFF2-40B4-BE49-F238E27FC236}">
                <a16:creationId xmlns:a16="http://schemas.microsoft.com/office/drawing/2014/main" id="{26B144A0-6A62-2178-F93B-F1E912D7E91A}"/>
              </a:ext>
            </a:extLst>
          </p:cNvPr>
          <p:cNvSpPr txBox="1"/>
          <p:nvPr/>
        </p:nvSpPr>
        <p:spPr>
          <a:xfrm>
            <a:off x="6654802" y="2404765"/>
            <a:ext cx="570089" cy="230832"/>
          </a:xfrm>
          <a:prstGeom prst="rect">
            <a:avLst/>
          </a:prstGeom>
          <a:noFill/>
        </p:spPr>
        <p:txBody>
          <a:bodyPr wrap="square" rtlCol="0">
            <a:spAutoFit/>
          </a:bodyPr>
          <a:lstStyle/>
          <a:p>
            <a:pPr algn="ctr"/>
            <a:r>
              <a:rPr lang="en-US" sz="900" dirty="0"/>
              <a:t>123456</a:t>
            </a:r>
          </a:p>
        </p:txBody>
      </p:sp>
      <p:sp>
        <p:nvSpPr>
          <p:cNvPr id="122" name="TextBox 121">
            <a:extLst>
              <a:ext uri="{FF2B5EF4-FFF2-40B4-BE49-F238E27FC236}">
                <a16:creationId xmlns:a16="http://schemas.microsoft.com/office/drawing/2014/main" id="{81C64677-8826-3E39-7AF4-21CB0CCF5788}"/>
              </a:ext>
            </a:extLst>
          </p:cNvPr>
          <p:cNvSpPr txBox="1"/>
          <p:nvPr/>
        </p:nvSpPr>
        <p:spPr>
          <a:xfrm>
            <a:off x="7157158" y="2404765"/>
            <a:ext cx="570089" cy="230832"/>
          </a:xfrm>
          <a:prstGeom prst="rect">
            <a:avLst/>
          </a:prstGeom>
          <a:noFill/>
        </p:spPr>
        <p:txBody>
          <a:bodyPr wrap="square" rtlCol="0">
            <a:spAutoFit/>
          </a:bodyPr>
          <a:lstStyle/>
          <a:p>
            <a:pPr algn="ctr"/>
            <a:r>
              <a:rPr lang="en-US" sz="900" dirty="0"/>
              <a:t>123456</a:t>
            </a:r>
          </a:p>
        </p:txBody>
      </p:sp>
      <p:sp>
        <p:nvSpPr>
          <p:cNvPr id="123" name="TextBox 122">
            <a:extLst>
              <a:ext uri="{FF2B5EF4-FFF2-40B4-BE49-F238E27FC236}">
                <a16:creationId xmlns:a16="http://schemas.microsoft.com/office/drawing/2014/main" id="{4588FC59-0908-97A5-21AB-5F6F09BAE72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123456</a:t>
            </a:r>
          </a:p>
        </p:txBody>
      </p:sp>
      <p:sp>
        <p:nvSpPr>
          <p:cNvPr id="125" name="TextBox 124">
            <a:extLst>
              <a:ext uri="{FF2B5EF4-FFF2-40B4-BE49-F238E27FC236}">
                <a16:creationId xmlns:a16="http://schemas.microsoft.com/office/drawing/2014/main" id="{586C48C3-3F20-4B17-FA41-C4741506D5B3}"/>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123456</a:t>
            </a:r>
          </a:p>
        </p:txBody>
      </p:sp>
      <p:sp>
        <p:nvSpPr>
          <p:cNvPr id="126" name="TextBox 125">
            <a:extLst>
              <a:ext uri="{FF2B5EF4-FFF2-40B4-BE49-F238E27FC236}">
                <a16:creationId xmlns:a16="http://schemas.microsoft.com/office/drawing/2014/main" id="{936E54B7-6F97-FEF2-F03B-7AAAC01D3E2B}"/>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123456</a:t>
            </a:r>
          </a:p>
        </p:txBody>
      </p:sp>
      <p:sp>
        <p:nvSpPr>
          <p:cNvPr id="127" name="TextBox 126">
            <a:extLst>
              <a:ext uri="{FF2B5EF4-FFF2-40B4-BE49-F238E27FC236}">
                <a16:creationId xmlns:a16="http://schemas.microsoft.com/office/drawing/2014/main" id="{E7C25FD9-9D4C-557E-C6E5-AE3416E50F87}"/>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128" name="TextBox 127">
            <a:extLst>
              <a:ext uri="{FF2B5EF4-FFF2-40B4-BE49-F238E27FC236}">
                <a16:creationId xmlns:a16="http://schemas.microsoft.com/office/drawing/2014/main" id="{64BDD1AE-DB4B-3CA5-431D-DA60E23D2FD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129" name="TextBox 128">
            <a:extLst>
              <a:ext uri="{FF2B5EF4-FFF2-40B4-BE49-F238E27FC236}">
                <a16:creationId xmlns:a16="http://schemas.microsoft.com/office/drawing/2014/main" id="{106A23A5-E07D-6AD3-A25E-E208CD6EA386}"/>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123456</a:t>
            </a:r>
          </a:p>
        </p:txBody>
      </p:sp>
      <p:sp>
        <p:nvSpPr>
          <p:cNvPr id="130" name="TextBox 129">
            <a:extLst>
              <a:ext uri="{FF2B5EF4-FFF2-40B4-BE49-F238E27FC236}">
                <a16:creationId xmlns:a16="http://schemas.microsoft.com/office/drawing/2014/main" id="{62D20885-59F5-D5EF-192A-38A4DDB2A2F6}"/>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123456</a:t>
            </a:r>
          </a:p>
        </p:txBody>
      </p:sp>
      <p:sp>
        <p:nvSpPr>
          <p:cNvPr id="131" name="TextBox 130">
            <a:extLst>
              <a:ext uri="{FF2B5EF4-FFF2-40B4-BE49-F238E27FC236}">
                <a16:creationId xmlns:a16="http://schemas.microsoft.com/office/drawing/2014/main" id="{0E2FA26F-0294-745E-AC34-3565C142AA52}"/>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123456</a:t>
            </a:r>
          </a:p>
        </p:txBody>
      </p:sp>
      <p:sp>
        <p:nvSpPr>
          <p:cNvPr id="132" name="TextBox 131">
            <a:extLst>
              <a:ext uri="{FF2B5EF4-FFF2-40B4-BE49-F238E27FC236}">
                <a16:creationId xmlns:a16="http://schemas.microsoft.com/office/drawing/2014/main" id="{3B15544F-BE52-A2FE-4074-37906CE3AEBE}"/>
              </a:ext>
            </a:extLst>
          </p:cNvPr>
          <p:cNvSpPr txBox="1"/>
          <p:nvPr/>
        </p:nvSpPr>
        <p:spPr>
          <a:xfrm>
            <a:off x="7157158" y="2905709"/>
            <a:ext cx="570089" cy="230832"/>
          </a:xfrm>
          <a:prstGeom prst="rect">
            <a:avLst/>
          </a:prstGeom>
          <a:noFill/>
        </p:spPr>
        <p:txBody>
          <a:bodyPr wrap="square" rtlCol="0">
            <a:spAutoFit/>
          </a:bodyPr>
          <a:lstStyle/>
          <a:p>
            <a:pPr algn="ctr"/>
            <a:r>
              <a:rPr lang="en-US" sz="900" dirty="0"/>
              <a:t>123456</a:t>
            </a:r>
          </a:p>
        </p:txBody>
      </p:sp>
      <p:sp>
        <p:nvSpPr>
          <p:cNvPr id="133" name="TextBox 132">
            <a:extLst>
              <a:ext uri="{FF2B5EF4-FFF2-40B4-BE49-F238E27FC236}">
                <a16:creationId xmlns:a16="http://schemas.microsoft.com/office/drawing/2014/main" id="{80FDCC57-DE1D-E76B-839F-85D9E51752F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123456</a:t>
            </a:r>
          </a:p>
        </p:txBody>
      </p:sp>
      <p:sp>
        <p:nvSpPr>
          <p:cNvPr id="135" name="TextBox 134">
            <a:extLst>
              <a:ext uri="{FF2B5EF4-FFF2-40B4-BE49-F238E27FC236}">
                <a16:creationId xmlns:a16="http://schemas.microsoft.com/office/drawing/2014/main" id="{47E407FD-7F9A-2A98-FC1F-6A88834BE97A}"/>
              </a:ext>
            </a:extLst>
          </p:cNvPr>
          <p:cNvSpPr txBox="1"/>
          <p:nvPr/>
        </p:nvSpPr>
        <p:spPr>
          <a:xfrm>
            <a:off x="3640666" y="3406653"/>
            <a:ext cx="570089" cy="230832"/>
          </a:xfrm>
          <a:prstGeom prst="rect">
            <a:avLst/>
          </a:prstGeom>
          <a:noFill/>
        </p:spPr>
        <p:txBody>
          <a:bodyPr wrap="square" rtlCol="0">
            <a:spAutoFit/>
          </a:bodyPr>
          <a:lstStyle/>
          <a:p>
            <a:pPr algn="ctr"/>
            <a:r>
              <a:rPr lang="en-US" sz="900" dirty="0"/>
              <a:t>123456</a:t>
            </a:r>
          </a:p>
        </p:txBody>
      </p:sp>
      <p:sp>
        <p:nvSpPr>
          <p:cNvPr id="136" name="TextBox 135">
            <a:extLst>
              <a:ext uri="{FF2B5EF4-FFF2-40B4-BE49-F238E27FC236}">
                <a16:creationId xmlns:a16="http://schemas.microsoft.com/office/drawing/2014/main" id="{F2B603FB-9593-8853-522A-B1FD932C7C50}"/>
              </a:ext>
            </a:extLst>
          </p:cNvPr>
          <p:cNvSpPr txBox="1"/>
          <p:nvPr/>
        </p:nvSpPr>
        <p:spPr>
          <a:xfrm>
            <a:off x="4143022" y="3406653"/>
            <a:ext cx="570089" cy="230832"/>
          </a:xfrm>
          <a:prstGeom prst="rect">
            <a:avLst/>
          </a:prstGeom>
          <a:noFill/>
        </p:spPr>
        <p:txBody>
          <a:bodyPr wrap="square" rtlCol="0">
            <a:spAutoFit/>
          </a:bodyPr>
          <a:lstStyle/>
          <a:p>
            <a:pPr algn="ctr"/>
            <a:r>
              <a:rPr lang="en-US" sz="900" dirty="0"/>
              <a:t>123456</a:t>
            </a:r>
          </a:p>
        </p:txBody>
      </p:sp>
      <p:sp>
        <p:nvSpPr>
          <p:cNvPr id="137" name="TextBox 136">
            <a:extLst>
              <a:ext uri="{FF2B5EF4-FFF2-40B4-BE49-F238E27FC236}">
                <a16:creationId xmlns:a16="http://schemas.microsoft.com/office/drawing/2014/main" id="{99173C26-DABF-28BB-EBE2-D16BF5CA43E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123456</a:t>
            </a:r>
          </a:p>
        </p:txBody>
      </p:sp>
      <p:sp>
        <p:nvSpPr>
          <p:cNvPr id="138" name="TextBox 137">
            <a:extLst>
              <a:ext uri="{FF2B5EF4-FFF2-40B4-BE49-F238E27FC236}">
                <a16:creationId xmlns:a16="http://schemas.microsoft.com/office/drawing/2014/main" id="{B75A6AEB-6650-CFA4-9CEA-2023F1ADBC58}"/>
              </a:ext>
            </a:extLst>
          </p:cNvPr>
          <p:cNvSpPr txBox="1"/>
          <p:nvPr/>
        </p:nvSpPr>
        <p:spPr>
          <a:xfrm>
            <a:off x="5147734" y="3406653"/>
            <a:ext cx="570089" cy="230832"/>
          </a:xfrm>
          <a:prstGeom prst="rect">
            <a:avLst/>
          </a:prstGeom>
          <a:noFill/>
        </p:spPr>
        <p:txBody>
          <a:bodyPr wrap="square" rtlCol="0">
            <a:spAutoFit/>
          </a:bodyPr>
          <a:lstStyle/>
          <a:p>
            <a:pPr algn="ctr"/>
            <a:r>
              <a:rPr lang="en-US" sz="900" dirty="0"/>
              <a:t>123456</a:t>
            </a:r>
          </a:p>
        </p:txBody>
      </p:sp>
      <p:sp>
        <p:nvSpPr>
          <p:cNvPr id="139" name="TextBox 138">
            <a:extLst>
              <a:ext uri="{FF2B5EF4-FFF2-40B4-BE49-F238E27FC236}">
                <a16:creationId xmlns:a16="http://schemas.microsoft.com/office/drawing/2014/main" id="{E6574ACB-29E9-A27A-5747-5085F358A12E}"/>
              </a:ext>
            </a:extLst>
          </p:cNvPr>
          <p:cNvSpPr txBox="1"/>
          <p:nvPr/>
        </p:nvSpPr>
        <p:spPr>
          <a:xfrm>
            <a:off x="5650090" y="3406653"/>
            <a:ext cx="570089" cy="230832"/>
          </a:xfrm>
          <a:prstGeom prst="rect">
            <a:avLst/>
          </a:prstGeom>
          <a:noFill/>
        </p:spPr>
        <p:txBody>
          <a:bodyPr wrap="square" rtlCol="0">
            <a:spAutoFit/>
          </a:bodyPr>
          <a:lstStyle/>
          <a:p>
            <a:pPr algn="ctr"/>
            <a:r>
              <a:rPr lang="en-US" sz="900" dirty="0"/>
              <a:t>123456</a:t>
            </a:r>
          </a:p>
        </p:txBody>
      </p:sp>
      <p:sp>
        <p:nvSpPr>
          <p:cNvPr id="140" name="TextBox 139">
            <a:extLst>
              <a:ext uri="{FF2B5EF4-FFF2-40B4-BE49-F238E27FC236}">
                <a16:creationId xmlns:a16="http://schemas.microsoft.com/office/drawing/2014/main" id="{E4C414D4-8A91-C39B-9BA6-73BB7F2CBE61}"/>
              </a:ext>
            </a:extLst>
          </p:cNvPr>
          <p:cNvSpPr txBox="1"/>
          <p:nvPr/>
        </p:nvSpPr>
        <p:spPr>
          <a:xfrm>
            <a:off x="6152446" y="3406653"/>
            <a:ext cx="570089" cy="230832"/>
          </a:xfrm>
          <a:prstGeom prst="rect">
            <a:avLst/>
          </a:prstGeom>
          <a:noFill/>
        </p:spPr>
        <p:txBody>
          <a:bodyPr wrap="square" rtlCol="0">
            <a:spAutoFit/>
          </a:bodyPr>
          <a:lstStyle/>
          <a:p>
            <a:pPr algn="ctr"/>
            <a:r>
              <a:rPr lang="en-US" sz="900" dirty="0"/>
              <a:t>123456</a:t>
            </a:r>
          </a:p>
        </p:txBody>
      </p:sp>
      <p:sp>
        <p:nvSpPr>
          <p:cNvPr id="141" name="TextBox 140">
            <a:extLst>
              <a:ext uri="{FF2B5EF4-FFF2-40B4-BE49-F238E27FC236}">
                <a16:creationId xmlns:a16="http://schemas.microsoft.com/office/drawing/2014/main" id="{5704EC94-AE00-8414-53CA-BCBBEF23DD53}"/>
              </a:ext>
            </a:extLst>
          </p:cNvPr>
          <p:cNvSpPr txBox="1"/>
          <p:nvPr/>
        </p:nvSpPr>
        <p:spPr>
          <a:xfrm>
            <a:off x="6654802" y="3406653"/>
            <a:ext cx="570089" cy="230832"/>
          </a:xfrm>
          <a:prstGeom prst="rect">
            <a:avLst/>
          </a:prstGeom>
          <a:noFill/>
        </p:spPr>
        <p:txBody>
          <a:bodyPr wrap="square" rtlCol="0">
            <a:spAutoFit/>
          </a:bodyPr>
          <a:lstStyle/>
          <a:p>
            <a:pPr algn="ctr"/>
            <a:r>
              <a:rPr lang="en-US" sz="900" dirty="0"/>
              <a:t>123456</a:t>
            </a:r>
          </a:p>
        </p:txBody>
      </p:sp>
      <p:sp>
        <p:nvSpPr>
          <p:cNvPr id="142" name="TextBox 141">
            <a:extLst>
              <a:ext uri="{FF2B5EF4-FFF2-40B4-BE49-F238E27FC236}">
                <a16:creationId xmlns:a16="http://schemas.microsoft.com/office/drawing/2014/main" id="{ECA0350D-563D-6630-7304-097E019173D7}"/>
              </a:ext>
            </a:extLst>
          </p:cNvPr>
          <p:cNvSpPr txBox="1"/>
          <p:nvPr/>
        </p:nvSpPr>
        <p:spPr>
          <a:xfrm>
            <a:off x="7157158" y="3406653"/>
            <a:ext cx="570089" cy="230832"/>
          </a:xfrm>
          <a:prstGeom prst="rect">
            <a:avLst/>
          </a:prstGeom>
          <a:noFill/>
        </p:spPr>
        <p:txBody>
          <a:bodyPr wrap="square" rtlCol="0">
            <a:spAutoFit/>
          </a:bodyPr>
          <a:lstStyle/>
          <a:p>
            <a:pPr algn="ctr"/>
            <a:r>
              <a:rPr lang="en-US" sz="900" dirty="0"/>
              <a:t>123456</a:t>
            </a:r>
          </a:p>
        </p:txBody>
      </p:sp>
      <p:sp>
        <p:nvSpPr>
          <p:cNvPr id="143" name="TextBox 142">
            <a:extLst>
              <a:ext uri="{FF2B5EF4-FFF2-40B4-BE49-F238E27FC236}">
                <a16:creationId xmlns:a16="http://schemas.microsoft.com/office/drawing/2014/main" id="{37336222-6EA2-349F-6352-AD6A1D558833}"/>
              </a:ext>
            </a:extLst>
          </p:cNvPr>
          <p:cNvSpPr txBox="1"/>
          <p:nvPr/>
        </p:nvSpPr>
        <p:spPr>
          <a:xfrm>
            <a:off x="3138310" y="3406653"/>
            <a:ext cx="570089" cy="230832"/>
          </a:xfrm>
          <a:prstGeom prst="rect">
            <a:avLst/>
          </a:prstGeom>
          <a:noFill/>
        </p:spPr>
        <p:txBody>
          <a:bodyPr wrap="square" rtlCol="0">
            <a:spAutoFit/>
          </a:bodyPr>
          <a:lstStyle/>
          <a:p>
            <a:pPr algn="ctr"/>
            <a:r>
              <a:rPr lang="en-US" sz="900" dirty="0"/>
              <a:t>123456</a:t>
            </a:r>
          </a:p>
        </p:txBody>
      </p:sp>
      <p:sp>
        <p:nvSpPr>
          <p:cNvPr id="145" name="TextBox 144">
            <a:extLst>
              <a:ext uri="{FF2B5EF4-FFF2-40B4-BE49-F238E27FC236}">
                <a16:creationId xmlns:a16="http://schemas.microsoft.com/office/drawing/2014/main" id="{9829D046-E18D-DB3D-78CE-D4D546B417E7}"/>
              </a:ext>
            </a:extLst>
          </p:cNvPr>
          <p:cNvSpPr txBox="1"/>
          <p:nvPr/>
        </p:nvSpPr>
        <p:spPr>
          <a:xfrm>
            <a:off x="3640666" y="3907597"/>
            <a:ext cx="570089" cy="230832"/>
          </a:xfrm>
          <a:prstGeom prst="rect">
            <a:avLst/>
          </a:prstGeom>
          <a:noFill/>
        </p:spPr>
        <p:txBody>
          <a:bodyPr wrap="square" rtlCol="0">
            <a:spAutoFit/>
          </a:bodyPr>
          <a:lstStyle/>
          <a:p>
            <a:pPr algn="ctr"/>
            <a:r>
              <a:rPr lang="en-US" sz="900" dirty="0"/>
              <a:t>123456</a:t>
            </a:r>
          </a:p>
        </p:txBody>
      </p:sp>
      <p:sp>
        <p:nvSpPr>
          <p:cNvPr id="146" name="TextBox 145">
            <a:extLst>
              <a:ext uri="{FF2B5EF4-FFF2-40B4-BE49-F238E27FC236}">
                <a16:creationId xmlns:a16="http://schemas.microsoft.com/office/drawing/2014/main" id="{0190BB7A-527D-5AC8-9CAD-4789CA2E5515}"/>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123456</a:t>
            </a:r>
          </a:p>
        </p:txBody>
      </p:sp>
      <p:sp>
        <p:nvSpPr>
          <p:cNvPr id="147" name="TextBox 146">
            <a:extLst>
              <a:ext uri="{FF2B5EF4-FFF2-40B4-BE49-F238E27FC236}">
                <a16:creationId xmlns:a16="http://schemas.microsoft.com/office/drawing/2014/main" id="{0B4627CC-56EB-967A-C511-2FBE82171B6A}"/>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123456</a:t>
            </a:r>
          </a:p>
        </p:txBody>
      </p:sp>
      <p:sp>
        <p:nvSpPr>
          <p:cNvPr id="148" name="TextBox 147">
            <a:extLst>
              <a:ext uri="{FF2B5EF4-FFF2-40B4-BE49-F238E27FC236}">
                <a16:creationId xmlns:a16="http://schemas.microsoft.com/office/drawing/2014/main" id="{2F178DE4-AF7E-3303-A825-0C6D7E363911}"/>
              </a:ext>
            </a:extLst>
          </p:cNvPr>
          <p:cNvSpPr txBox="1"/>
          <p:nvPr/>
        </p:nvSpPr>
        <p:spPr>
          <a:xfrm>
            <a:off x="5147734" y="3907597"/>
            <a:ext cx="570089" cy="230832"/>
          </a:xfrm>
          <a:prstGeom prst="rect">
            <a:avLst/>
          </a:prstGeom>
          <a:noFill/>
        </p:spPr>
        <p:txBody>
          <a:bodyPr wrap="square" rtlCol="0">
            <a:spAutoFit/>
          </a:bodyPr>
          <a:lstStyle/>
          <a:p>
            <a:pPr algn="ctr"/>
            <a:r>
              <a:rPr lang="en-US" sz="900" dirty="0"/>
              <a:t>123456</a:t>
            </a:r>
          </a:p>
        </p:txBody>
      </p:sp>
      <p:sp>
        <p:nvSpPr>
          <p:cNvPr id="149" name="TextBox 148">
            <a:extLst>
              <a:ext uri="{FF2B5EF4-FFF2-40B4-BE49-F238E27FC236}">
                <a16:creationId xmlns:a16="http://schemas.microsoft.com/office/drawing/2014/main" id="{F010D4D1-FB85-E67C-79E4-FE89CFF4AD63}"/>
              </a:ext>
            </a:extLst>
          </p:cNvPr>
          <p:cNvSpPr txBox="1"/>
          <p:nvPr/>
        </p:nvSpPr>
        <p:spPr>
          <a:xfrm>
            <a:off x="5650090" y="3907597"/>
            <a:ext cx="570089" cy="230832"/>
          </a:xfrm>
          <a:prstGeom prst="rect">
            <a:avLst/>
          </a:prstGeom>
          <a:noFill/>
        </p:spPr>
        <p:txBody>
          <a:bodyPr wrap="square" rtlCol="0">
            <a:spAutoFit/>
          </a:bodyPr>
          <a:lstStyle/>
          <a:p>
            <a:pPr algn="ctr"/>
            <a:r>
              <a:rPr lang="en-US" sz="900" dirty="0"/>
              <a:t>123456</a:t>
            </a:r>
          </a:p>
        </p:txBody>
      </p:sp>
      <p:sp>
        <p:nvSpPr>
          <p:cNvPr id="150" name="TextBox 149">
            <a:extLst>
              <a:ext uri="{FF2B5EF4-FFF2-40B4-BE49-F238E27FC236}">
                <a16:creationId xmlns:a16="http://schemas.microsoft.com/office/drawing/2014/main" id="{714B53DC-0572-2585-B837-63D13EA41433}"/>
              </a:ext>
            </a:extLst>
          </p:cNvPr>
          <p:cNvSpPr txBox="1"/>
          <p:nvPr/>
        </p:nvSpPr>
        <p:spPr>
          <a:xfrm>
            <a:off x="6152446" y="3907597"/>
            <a:ext cx="570089" cy="230832"/>
          </a:xfrm>
          <a:prstGeom prst="rect">
            <a:avLst/>
          </a:prstGeom>
          <a:noFill/>
        </p:spPr>
        <p:txBody>
          <a:bodyPr wrap="square" rtlCol="0">
            <a:spAutoFit/>
          </a:bodyPr>
          <a:lstStyle/>
          <a:p>
            <a:pPr algn="ctr"/>
            <a:r>
              <a:rPr lang="en-US" sz="900" dirty="0"/>
              <a:t>123456</a:t>
            </a:r>
          </a:p>
        </p:txBody>
      </p:sp>
      <p:sp>
        <p:nvSpPr>
          <p:cNvPr id="151" name="TextBox 150">
            <a:extLst>
              <a:ext uri="{FF2B5EF4-FFF2-40B4-BE49-F238E27FC236}">
                <a16:creationId xmlns:a16="http://schemas.microsoft.com/office/drawing/2014/main" id="{ACC99F2D-20FD-91BB-AFCF-1BDAA2C7CAC2}"/>
              </a:ext>
            </a:extLst>
          </p:cNvPr>
          <p:cNvSpPr txBox="1"/>
          <p:nvPr/>
        </p:nvSpPr>
        <p:spPr>
          <a:xfrm>
            <a:off x="6654802" y="3907597"/>
            <a:ext cx="570089" cy="230832"/>
          </a:xfrm>
          <a:prstGeom prst="rect">
            <a:avLst/>
          </a:prstGeom>
          <a:noFill/>
        </p:spPr>
        <p:txBody>
          <a:bodyPr wrap="square" rtlCol="0">
            <a:spAutoFit/>
          </a:bodyPr>
          <a:lstStyle/>
          <a:p>
            <a:pPr algn="ctr"/>
            <a:r>
              <a:rPr lang="en-US" sz="900" dirty="0"/>
              <a:t>123456</a:t>
            </a:r>
          </a:p>
        </p:txBody>
      </p:sp>
      <p:sp>
        <p:nvSpPr>
          <p:cNvPr id="152" name="TextBox 151">
            <a:extLst>
              <a:ext uri="{FF2B5EF4-FFF2-40B4-BE49-F238E27FC236}">
                <a16:creationId xmlns:a16="http://schemas.microsoft.com/office/drawing/2014/main" id="{A681B4FA-13DF-E7EA-AEDD-539F1C5A6863}"/>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123456</a:t>
            </a:r>
          </a:p>
        </p:txBody>
      </p:sp>
      <p:sp>
        <p:nvSpPr>
          <p:cNvPr id="153" name="TextBox 152">
            <a:extLst>
              <a:ext uri="{FF2B5EF4-FFF2-40B4-BE49-F238E27FC236}">
                <a16:creationId xmlns:a16="http://schemas.microsoft.com/office/drawing/2014/main" id="{8F4E1726-459B-BA4F-257C-46D897E29F45}"/>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155" name="TextBox 154">
            <a:extLst>
              <a:ext uri="{FF2B5EF4-FFF2-40B4-BE49-F238E27FC236}">
                <a16:creationId xmlns:a16="http://schemas.microsoft.com/office/drawing/2014/main" id="{98CFC7CE-FA28-1A2E-31D2-BBAEDC468CCB}"/>
              </a:ext>
            </a:extLst>
          </p:cNvPr>
          <p:cNvSpPr txBox="1"/>
          <p:nvPr/>
        </p:nvSpPr>
        <p:spPr>
          <a:xfrm>
            <a:off x="3640666" y="4408541"/>
            <a:ext cx="570089" cy="230832"/>
          </a:xfrm>
          <a:prstGeom prst="rect">
            <a:avLst/>
          </a:prstGeom>
          <a:noFill/>
        </p:spPr>
        <p:txBody>
          <a:bodyPr wrap="square" rtlCol="0">
            <a:spAutoFit/>
          </a:bodyPr>
          <a:lstStyle/>
          <a:p>
            <a:pPr algn="ctr"/>
            <a:r>
              <a:rPr lang="en-US" sz="900" dirty="0"/>
              <a:t>123456</a:t>
            </a:r>
          </a:p>
        </p:txBody>
      </p:sp>
      <p:sp>
        <p:nvSpPr>
          <p:cNvPr id="156" name="TextBox 155">
            <a:extLst>
              <a:ext uri="{FF2B5EF4-FFF2-40B4-BE49-F238E27FC236}">
                <a16:creationId xmlns:a16="http://schemas.microsoft.com/office/drawing/2014/main" id="{E476A475-2835-A999-0397-DC5453A255A4}"/>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157" name="TextBox 156">
            <a:extLst>
              <a:ext uri="{FF2B5EF4-FFF2-40B4-BE49-F238E27FC236}">
                <a16:creationId xmlns:a16="http://schemas.microsoft.com/office/drawing/2014/main" id="{11DFBA62-EDF5-5E66-D6C2-CEFB9B6EB6F4}"/>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123456</a:t>
            </a:r>
          </a:p>
        </p:txBody>
      </p:sp>
      <p:sp>
        <p:nvSpPr>
          <p:cNvPr id="158" name="TextBox 157">
            <a:extLst>
              <a:ext uri="{FF2B5EF4-FFF2-40B4-BE49-F238E27FC236}">
                <a16:creationId xmlns:a16="http://schemas.microsoft.com/office/drawing/2014/main" id="{1CDAE45F-FE33-B2CA-5F56-FB8074081DF5}"/>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123456</a:t>
            </a:r>
          </a:p>
        </p:txBody>
      </p:sp>
      <p:sp>
        <p:nvSpPr>
          <p:cNvPr id="159" name="TextBox 158">
            <a:extLst>
              <a:ext uri="{FF2B5EF4-FFF2-40B4-BE49-F238E27FC236}">
                <a16:creationId xmlns:a16="http://schemas.microsoft.com/office/drawing/2014/main" id="{347E677D-6A96-11F9-1CC6-6869D0DB1900}"/>
              </a:ext>
            </a:extLst>
          </p:cNvPr>
          <p:cNvSpPr txBox="1"/>
          <p:nvPr/>
        </p:nvSpPr>
        <p:spPr>
          <a:xfrm>
            <a:off x="5650090" y="4408541"/>
            <a:ext cx="570089" cy="230832"/>
          </a:xfrm>
          <a:prstGeom prst="rect">
            <a:avLst/>
          </a:prstGeom>
          <a:noFill/>
        </p:spPr>
        <p:txBody>
          <a:bodyPr wrap="square" rtlCol="0">
            <a:spAutoFit/>
          </a:bodyPr>
          <a:lstStyle/>
          <a:p>
            <a:pPr algn="ctr"/>
            <a:r>
              <a:rPr lang="en-US" sz="900" dirty="0"/>
              <a:t>123456</a:t>
            </a:r>
          </a:p>
        </p:txBody>
      </p:sp>
      <p:sp>
        <p:nvSpPr>
          <p:cNvPr id="160" name="TextBox 159">
            <a:extLst>
              <a:ext uri="{FF2B5EF4-FFF2-40B4-BE49-F238E27FC236}">
                <a16:creationId xmlns:a16="http://schemas.microsoft.com/office/drawing/2014/main" id="{07B0AC8A-C41D-56EC-5EF0-754BBB160E72}"/>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123456</a:t>
            </a:r>
          </a:p>
        </p:txBody>
      </p:sp>
      <p:sp>
        <p:nvSpPr>
          <p:cNvPr id="161" name="TextBox 160">
            <a:extLst>
              <a:ext uri="{FF2B5EF4-FFF2-40B4-BE49-F238E27FC236}">
                <a16:creationId xmlns:a16="http://schemas.microsoft.com/office/drawing/2014/main" id="{90BEB1FD-B867-9020-CDAC-CA451823349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123456</a:t>
            </a:r>
          </a:p>
        </p:txBody>
      </p:sp>
      <p:sp>
        <p:nvSpPr>
          <p:cNvPr id="162" name="TextBox 161">
            <a:extLst>
              <a:ext uri="{FF2B5EF4-FFF2-40B4-BE49-F238E27FC236}">
                <a16:creationId xmlns:a16="http://schemas.microsoft.com/office/drawing/2014/main" id="{4FDCDC74-3BE5-350D-3561-28BD95A47BFB}"/>
              </a:ext>
            </a:extLst>
          </p:cNvPr>
          <p:cNvSpPr txBox="1"/>
          <p:nvPr/>
        </p:nvSpPr>
        <p:spPr>
          <a:xfrm>
            <a:off x="7157158" y="4408541"/>
            <a:ext cx="570089" cy="230832"/>
          </a:xfrm>
          <a:prstGeom prst="rect">
            <a:avLst/>
          </a:prstGeom>
          <a:noFill/>
        </p:spPr>
        <p:txBody>
          <a:bodyPr wrap="square" rtlCol="0">
            <a:spAutoFit/>
          </a:bodyPr>
          <a:lstStyle/>
          <a:p>
            <a:pPr algn="ctr"/>
            <a:r>
              <a:rPr lang="en-US" sz="900" dirty="0"/>
              <a:t>123456</a:t>
            </a:r>
          </a:p>
        </p:txBody>
      </p:sp>
      <p:sp>
        <p:nvSpPr>
          <p:cNvPr id="163" name="TextBox 162">
            <a:extLst>
              <a:ext uri="{FF2B5EF4-FFF2-40B4-BE49-F238E27FC236}">
                <a16:creationId xmlns:a16="http://schemas.microsoft.com/office/drawing/2014/main" id="{1F11623A-5281-10E1-02C5-67D61644E2E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123456</a:t>
            </a:r>
          </a:p>
        </p:txBody>
      </p:sp>
      <p:sp>
        <p:nvSpPr>
          <p:cNvPr id="165" name="TextBox 164">
            <a:extLst>
              <a:ext uri="{FF2B5EF4-FFF2-40B4-BE49-F238E27FC236}">
                <a16:creationId xmlns:a16="http://schemas.microsoft.com/office/drawing/2014/main" id="{2682B44B-DA2F-482D-8445-E24A812F6CA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123456</a:t>
            </a:r>
          </a:p>
        </p:txBody>
      </p:sp>
      <p:sp>
        <p:nvSpPr>
          <p:cNvPr id="166" name="TextBox 165">
            <a:extLst>
              <a:ext uri="{FF2B5EF4-FFF2-40B4-BE49-F238E27FC236}">
                <a16:creationId xmlns:a16="http://schemas.microsoft.com/office/drawing/2014/main" id="{A8894DEB-CF9E-546B-EB23-999174D037FB}"/>
              </a:ext>
            </a:extLst>
          </p:cNvPr>
          <p:cNvSpPr txBox="1"/>
          <p:nvPr/>
        </p:nvSpPr>
        <p:spPr>
          <a:xfrm>
            <a:off x="4143022" y="4909484"/>
            <a:ext cx="570089" cy="230832"/>
          </a:xfrm>
          <a:prstGeom prst="rect">
            <a:avLst/>
          </a:prstGeom>
          <a:noFill/>
        </p:spPr>
        <p:txBody>
          <a:bodyPr wrap="square" rtlCol="0">
            <a:spAutoFit/>
          </a:bodyPr>
          <a:lstStyle/>
          <a:p>
            <a:pPr algn="ctr"/>
            <a:r>
              <a:rPr lang="en-US" sz="900" dirty="0"/>
              <a:t>123456</a:t>
            </a:r>
          </a:p>
        </p:txBody>
      </p:sp>
      <p:sp>
        <p:nvSpPr>
          <p:cNvPr id="167" name="TextBox 166">
            <a:extLst>
              <a:ext uri="{FF2B5EF4-FFF2-40B4-BE49-F238E27FC236}">
                <a16:creationId xmlns:a16="http://schemas.microsoft.com/office/drawing/2014/main" id="{9256DDD0-CB71-FF08-1010-15DEE7B70F24}"/>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123456</a:t>
            </a:r>
          </a:p>
        </p:txBody>
      </p:sp>
      <p:sp>
        <p:nvSpPr>
          <p:cNvPr id="168" name="TextBox 167">
            <a:extLst>
              <a:ext uri="{FF2B5EF4-FFF2-40B4-BE49-F238E27FC236}">
                <a16:creationId xmlns:a16="http://schemas.microsoft.com/office/drawing/2014/main" id="{424EA77B-D2FD-45E3-204C-60FB3D79A46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123456</a:t>
            </a:r>
          </a:p>
        </p:txBody>
      </p:sp>
      <p:sp>
        <p:nvSpPr>
          <p:cNvPr id="169" name="TextBox 168">
            <a:extLst>
              <a:ext uri="{FF2B5EF4-FFF2-40B4-BE49-F238E27FC236}">
                <a16:creationId xmlns:a16="http://schemas.microsoft.com/office/drawing/2014/main" id="{1E16BB3C-AC1E-82D8-06AE-1D6C2284F52E}"/>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123456</a:t>
            </a:r>
          </a:p>
        </p:txBody>
      </p:sp>
      <p:sp>
        <p:nvSpPr>
          <p:cNvPr id="170" name="TextBox 169">
            <a:extLst>
              <a:ext uri="{FF2B5EF4-FFF2-40B4-BE49-F238E27FC236}">
                <a16:creationId xmlns:a16="http://schemas.microsoft.com/office/drawing/2014/main" id="{C5623CD4-A44B-2A55-FCF5-2A5B925F2A89}"/>
              </a:ext>
            </a:extLst>
          </p:cNvPr>
          <p:cNvSpPr txBox="1"/>
          <p:nvPr/>
        </p:nvSpPr>
        <p:spPr>
          <a:xfrm>
            <a:off x="6152446" y="4909484"/>
            <a:ext cx="570089" cy="230832"/>
          </a:xfrm>
          <a:prstGeom prst="rect">
            <a:avLst/>
          </a:prstGeom>
          <a:noFill/>
        </p:spPr>
        <p:txBody>
          <a:bodyPr wrap="square" rtlCol="0">
            <a:spAutoFit/>
          </a:bodyPr>
          <a:lstStyle/>
          <a:p>
            <a:pPr algn="ctr"/>
            <a:r>
              <a:rPr lang="en-US" sz="900" dirty="0"/>
              <a:t>123456</a:t>
            </a:r>
          </a:p>
        </p:txBody>
      </p:sp>
      <p:sp>
        <p:nvSpPr>
          <p:cNvPr id="171" name="TextBox 170">
            <a:extLst>
              <a:ext uri="{FF2B5EF4-FFF2-40B4-BE49-F238E27FC236}">
                <a16:creationId xmlns:a16="http://schemas.microsoft.com/office/drawing/2014/main" id="{1D89E19F-9755-F643-1830-EB37CAECB7C9}"/>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123456</a:t>
            </a:r>
          </a:p>
        </p:txBody>
      </p:sp>
      <p:sp>
        <p:nvSpPr>
          <p:cNvPr id="172" name="TextBox 171">
            <a:extLst>
              <a:ext uri="{FF2B5EF4-FFF2-40B4-BE49-F238E27FC236}">
                <a16:creationId xmlns:a16="http://schemas.microsoft.com/office/drawing/2014/main" id="{14D70CDE-B490-E358-E7D2-A1A45E2D2908}"/>
              </a:ext>
            </a:extLst>
          </p:cNvPr>
          <p:cNvSpPr txBox="1"/>
          <p:nvPr/>
        </p:nvSpPr>
        <p:spPr>
          <a:xfrm>
            <a:off x="7157158" y="4909484"/>
            <a:ext cx="570089" cy="230832"/>
          </a:xfrm>
          <a:prstGeom prst="rect">
            <a:avLst/>
          </a:prstGeom>
          <a:noFill/>
        </p:spPr>
        <p:txBody>
          <a:bodyPr wrap="square" rtlCol="0">
            <a:spAutoFit/>
          </a:bodyPr>
          <a:lstStyle/>
          <a:p>
            <a:pPr algn="ctr"/>
            <a:r>
              <a:rPr lang="en-US" sz="900" dirty="0"/>
              <a:t>123456</a:t>
            </a:r>
          </a:p>
        </p:txBody>
      </p:sp>
      <p:sp>
        <p:nvSpPr>
          <p:cNvPr id="173" name="TextBox 172">
            <a:extLst>
              <a:ext uri="{FF2B5EF4-FFF2-40B4-BE49-F238E27FC236}">
                <a16:creationId xmlns:a16="http://schemas.microsoft.com/office/drawing/2014/main" id="{335508B5-6B0F-5193-AF19-4B3C12FA6976}"/>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123456</a:t>
            </a:r>
          </a:p>
        </p:txBody>
      </p:sp>
    </p:spTree>
    <p:extLst>
      <p:ext uri="{BB962C8B-B14F-4D97-AF65-F5344CB8AC3E}">
        <p14:creationId xmlns:p14="http://schemas.microsoft.com/office/powerpoint/2010/main" val="2598633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10675</TotalTime>
  <Words>4790</Words>
  <Application>Microsoft Macintosh PowerPoint</Application>
  <PresentationFormat>Widescreen</PresentationFormat>
  <Paragraphs>3887</Paragraphs>
  <Slides>76</Slides>
  <Notes>73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420</cp:revision>
  <cp:lastPrinted>2026-07-11T05:04:17Z</cp:lastPrinted>
  <dcterms:created xsi:type="dcterms:W3CDTF">2024-03-19T02:13:08Z</dcterms:created>
  <dcterms:modified xsi:type="dcterms:W3CDTF">2026-07-11T15:13:25Z</dcterms:modified>
</cp:coreProperties>
</file>