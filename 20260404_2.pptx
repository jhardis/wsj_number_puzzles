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4"/>
  </p:notesMasterIdLst>
  <p:sldIdLst>
    <p:sldId id="457" r:id="rId2"/>
    <p:sldId id="531" r:id="rId3"/>
    <p:sldId id="532" r:id="rId4"/>
    <p:sldId id="566" r:id="rId5"/>
    <p:sldId id="573" r:id="rId6"/>
    <p:sldId id="581" r:id="rId7"/>
    <p:sldId id="583" r:id="rId8"/>
    <p:sldId id="582" r:id="rId9"/>
    <p:sldId id="584" r:id="rId10"/>
    <p:sldId id="585" r:id="rId11"/>
    <p:sldId id="586" r:id="rId12"/>
    <p:sldId id="587" r:id="rId13"/>
    <p:sldId id="588" r:id="rId14"/>
    <p:sldId id="589" r:id="rId15"/>
    <p:sldId id="590" r:id="rId16"/>
    <p:sldId id="591" r:id="rId17"/>
    <p:sldId id="592" r:id="rId18"/>
    <p:sldId id="593" r:id="rId19"/>
    <p:sldId id="594" r:id="rId20"/>
    <p:sldId id="645" r:id="rId21"/>
    <p:sldId id="646" r:id="rId22"/>
    <p:sldId id="647" r:id="rId23"/>
    <p:sldId id="596" r:id="rId24"/>
    <p:sldId id="597" r:id="rId25"/>
    <p:sldId id="598" r:id="rId26"/>
    <p:sldId id="599" r:id="rId27"/>
    <p:sldId id="600" r:id="rId28"/>
    <p:sldId id="601" r:id="rId29"/>
    <p:sldId id="602" r:id="rId30"/>
    <p:sldId id="603" r:id="rId31"/>
    <p:sldId id="604" r:id="rId32"/>
    <p:sldId id="648" r:id="rId33"/>
    <p:sldId id="649" r:id="rId34"/>
    <p:sldId id="650" r:id="rId35"/>
    <p:sldId id="651" r:id="rId36"/>
    <p:sldId id="652" r:id="rId37"/>
    <p:sldId id="653" r:id="rId38"/>
    <p:sldId id="654" r:id="rId39"/>
    <p:sldId id="606" r:id="rId40"/>
    <p:sldId id="607" r:id="rId41"/>
    <p:sldId id="612" r:id="rId42"/>
    <p:sldId id="613" r:id="rId43"/>
    <p:sldId id="614" r:id="rId44"/>
    <p:sldId id="617" r:id="rId45"/>
    <p:sldId id="615" r:id="rId46"/>
    <p:sldId id="616" r:id="rId47"/>
    <p:sldId id="627" r:id="rId48"/>
    <p:sldId id="629" r:id="rId49"/>
    <p:sldId id="630" r:id="rId50"/>
    <p:sldId id="631" r:id="rId51"/>
    <p:sldId id="632" r:id="rId52"/>
    <p:sldId id="633" r:id="rId53"/>
    <p:sldId id="635" r:id="rId54"/>
    <p:sldId id="636" r:id="rId55"/>
    <p:sldId id="637" r:id="rId56"/>
    <p:sldId id="638" r:id="rId57"/>
    <p:sldId id="639" r:id="rId58"/>
    <p:sldId id="640" r:id="rId59"/>
    <p:sldId id="641" r:id="rId60"/>
    <p:sldId id="642" r:id="rId61"/>
    <p:sldId id="643" r:id="rId62"/>
    <p:sldId id="644"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46"/>
    <p:restoredTop sz="86490"/>
  </p:normalViewPr>
  <p:slideViewPr>
    <p:cSldViewPr snapToGrid="0">
      <p:cViewPr varScale="1">
        <p:scale>
          <a:sx n="103" d="100"/>
          <a:sy n="103" d="100"/>
        </p:scale>
        <p:origin x="1648" y="16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77" d="100"/>
          <a:sy n="77" d="100"/>
        </p:scale>
        <p:origin x="1552" y="20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CCFB1C-7F6E-CC48-8B12-2D5A9AE1C913}" type="datetimeFigureOut">
              <a:rPr lang="en-US" smtClean="0"/>
              <a:t>4/4/26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E9560A-78B4-504A-9396-2AE516B1349B}" type="slidenum">
              <a:rPr lang="en-US" smtClean="0"/>
              <a:t>‹#›</a:t>
            </a:fld>
            <a:endParaRPr lang="en-US"/>
          </a:p>
        </p:txBody>
      </p:sp>
    </p:spTree>
    <p:extLst>
      <p:ext uri="{BB962C8B-B14F-4D97-AF65-F5344CB8AC3E}">
        <p14:creationId xmlns:p14="http://schemas.microsoft.com/office/powerpoint/2010/main" val="3059927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4D157-A7E6-0CD3-8266-DE0939AE4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6FDA5-ABD9-E89C-43FB-F19D8441B2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E2E9E-AD91-B134-310C-59487A42F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F40DBF-0F4C-781C-F266-8D63105C1D0C}"/>
              </a:ext>
            </a:extLst>
          </p:cNvPr>
          <p:cNvSpPr>
            <a:spLocks noGrp="1"/>
          </p:cNvSpPr>
          <p:nvPr>
            <p:ph type="sldNum" sz="quarter" idx="5"/>
          </p:nvPr>
        </p:nvSpPr>
        <p:spPr/>
        <p:txBody>
          <a:bodyPr/>
          <a:lstStyle/>
          <a:p>
            <a:fld id="{C0E9560A-78B4-504A-9396-2AE516B1349B}" type="slidenum">
              <a:rPr lang="en-US" smtClean="0"/>
              <a:t>1</a:t>
            </a:fld>
            <a:endParaRPr lang="en-US"/>
          </a:p>
        </p:txBody>
      </p:sp>
    </p:spTree>
    <p:extLst>
      <p:ext uri="{BB962C8B-B14F-4D97-AF65-F5344CB8AC3E}">
        <p14:creationId xmlns:p14="http://schemas.microsoft.com/office/powerpoint/2010/main" val="1795578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CE4F4-A22C-AD5B-6CF1-DCDE3A12E3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38D577-4267-0970-0814-7D36025CFD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53873F-9208-8235-C468-AEEAC10932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567AD6-A12A-C510-996D-22F87D021B7D}"/>
              </a:ext>
            </a:extLst>
          </p:cNvPr>
          <p:cNvSpPr>
            <a:spLocks noGrp="1"/>
          </p:cNvSpPr>
          <p:nvPr>
            <p:ph type="sldNum" sz="quarter" idx="5"/>
          </p:nvPr>
        </p:nvSpPr>
        <p:spPr/>
        <p:txBody>
          <a:bodyPr/>
          <a:lstStyle/>
          <a:p>
            <a:fld id="{C0E9560A-78B4-504A-9396-2AE516B1349B}" type="slidenum">
              <a:rPr lang="en-US" smtClean="0"/>
              <a:t>2</a:t>
            </a:fld>
            <a:endParaRPr lang="en-US"/>
          </a:p>
        </p:txBody>
      </p:sp>
    </p:spTree>
    <p:extLst>
      <p:ext uri="{BB962C8B-B14F-4D97-AF65-F5344CB8AC3E}">
        <p14:creationId xmlns:p14="http://schemas.microsoft.com/office/powerpoint/2010/main" val="659275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6C735-BCE3-4124-3AA1-9C33DEE7A6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1B8334-60B8-0C58-67AC-D423E56FE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0E0AC0-A64E-A64A-B634-6231224A41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58CC72-9B22-5CA5-431F-DE72926B4829}"/>
              </a:ext>
            </a:extLst>
          </p:cNvPr>
          <p:cNvSpPr>
            <a:spLocks noGrp="1"/>
          </p:cNvSpPr>
          <p:nvPr>
            <p:ph type="sldNum" sz="quarter" idx="5"/>
          </p:nvPr>
        </p:nvSpPr>
        <p:spPr/>
        <p:txBody>
          <a:bodyPr/>
          <a:lstStyle/>
          <a:p>
            <a:fld id="{C0E9560A-78B4-504A-9396-2AE516B1349B}" type="slidenum">
              <a:rPr lang="en-US" smtClean="0"/>
              <a:t>3</a:t>
            </a:fld>
            <a:endParaRPr lang="en-US"/>
          </a:p>
        </p:txBody>
      </p:sp>
    </p:spTree>
    <p:extLst>
      <p:ext uri="{BB962C8B-B14F-4D97-AF65-F5344CB8AC3E}">
        <p14:creationId xmlns:p14="http://schemas.microsoft.com/office/powerpoint/2010/main" val="2435652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02B82-5BB6-3B0A-8681-706691FFF8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FB85AD-D4C6-4FD2-4C8D-D12414829A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749C0F-07FF-CCA3-2BF3-CB87911CCA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B5A48B-8327-8D5E-5385-0FECA8786131}"/>
              </a:ext>
            </a:extLst>
          </p:cNvPr>
          <p:cNvSpPr>
            <a:spLocks noGrp="1"/>
          </p:cNvSpPr>
          <p:nvPr>
            <p:ph type="sldNum" sz="quarter" idx="5"/>
          </p:nvPr>
        </p:nvSpPr>
        <p:spPr/>
        <p:txBody>
          <a:bodyPr/>
          <a:lstStyle/>
          <a:p>
            <a:fld id="{C0E9560A-78B4-504A-9396-2AE516B1349B}" type="slidenum">
              <a:rPr lang="en-US" smtClean="0"/>
              <a:t>4</a:t>
            </a:fld>
            <a:endParaRPr lang="en-US"/>
          </a:p>
        </p:txBody>
      </p:sp>
    </p:spTree>
    <p:extLst>
      <p:ext uri="{BB962C8B-B14F-4D97-AF65-F5344CB8AC3E}">
        <p14:creationId xmlns:p14="http://schemas.microsoft.com/office/powerpoint/2010/main" val="2353987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697C0-CD63-11EA-BC22-3C3435E145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CCA6E-2FA7-DFE3-B90D-42F6D6E7E1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0A1553-50E3-D8DE-94CE-67F88E70B7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4855E9-DCD5-EB2F-63B2-43D5BDCBD259}"/>
              </a:ext>
            </a:extLst>
          </p:cNvPr>
          <p:cNvSpPr>
            <a:spLocks noGrp="1"/>
          </p:cNvSpPr>
          <p:nvPr>
            <p:ph type="sldNum" sz="quarter" idx="5"/>
          </p:nvPr>
        </p:nvSpPr>
        <p:spPr/>
        <p:txBody>
          <a:bodyPr/>
          <a:lstStyle/>
          <a:p>
            <a:fld id="{C0E9560A-78B4-504A-9396-2AE516B1349B}" type="slidenum">
              <a:rPr lang="en-US" smtClean="0"/>
              <a:t>5</a:t>
            </a:fld>
            <a:endParaRPr lang="en-US"/>
          </a:p>
        </p:txBody>
      </p:sp>
    </p:spTree>
    <p:extLst>
      <p:ext uri="{BB962C8B-B14F-4D97-AF65-F5344CB8AC3E}">
        <p14:creationId xmlns:p14="http://schemas.microsoft.com/office/powerpoint/2010/main" val="23825595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083BF-2FA4-D560-3E19-7C324CDEA0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08D9F0-D696-C185-92C9-5870AB11E8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468397-76FA-A843-4722-57F2952EBA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7CDF10-66CE-A0FA-5971-D5C847BF3F2B}"/>
              </a:ext>
            </a:extLst>
          </p:cNvPr>
          <p:cNvSpPr>
            <a:spLocks noGrp="1"/>
          </p:cNvSpPr>
          <p:nvPr>
            <p:ph type="sldNum" sz="quarter" idx="5"/>
          </p:nvPr>
        </p:nvSpPr>
        <p:spPr/>
        <p:txBody>
          <a:bodyPr/>
          <a:lstStyle/>
          <a:p>
            <a:fld id="{C0E9560A-78B4-504A-9396-2AE516B1349B}" type="slidenum">
              <a:rPr lang="en-US" smtClean="0"/>
              <a:t>6</a:t>
            </a:fld>
            <a:endParaRPr lang="en-US"/>
          </a:p>
        </p:txBody>
      </p:sp>
    </p:spTree>
    <p:extLst>
      <p:ext uri="{BB962C8B-B14F-4D97-AF65-F5344CB8AC3E}">
        <p14:creationId xmlns:p14="http://schemas.microsoft.com/office/powerpoint/2010/main" val="3147256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92550-7AAC-C528-9806-337342FD16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19047A-64E1-69F1-EEAD-14850FE165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7F3304-6627-9646-D483-F9914995DA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436195-0288-1B54-4A7F-239EF8E18556}"/>
              </a:ext>
            </a:extLst>
          </p:cNvPr>
          <p:cNvSpPr>
            <a:spLocks noGrp="1"/>
          </p:cNvSpPr>
          <p:nvPr>
            <p:ph type="sldNum" sz="quarter" idx="5"/>
          </p:nvPr>
        </p:nvSpPr>
        <p:spPr/>
        <p:txBody>
          <a:bodyPr/>
          <a:lstStyle/>
          <a:p>
            <a:fld id="{C0E9560A-78B4-504A-9396-2AE516B1349B}" type="slidenum">
              <a:rPr lang="en-US" smtClean="0"/>
              <a:t>7</a:t>
            </a:fld>
            <a:endParaRPr lang="en-US"/>
          </a:p>
        </p:txBody>
      </p:sp>
    </p:spTree>
    <p:extLst>
      <p:ext uri="{BB962C8B-B14F-4D97-AF65-F5344CB8AC3E}">
        <p14:creationId xmlns:p14="http://schemas.microsoft.com/office/powerpoint/2010/main" val="16986715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8DA2D-3B4B-9437-8D06-2D2EA7E52C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9A1A48-E76D-3EB7-FE36-70685759D8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5BA504-7473-26B9-A565-D0E064B09D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B39B7C-F35C-93DC-B929-13E027CFD76D}"/>
              </a:ext>
            </a:extLst>
          </p:cNvPr>
          <p:cNvSpPr>
            <a:spLocks noGrp="1"/>
          </p:cNvSpPr>
          <p:nvPr>
            <p:ph type="sldNum" sz="quarter" idx="5"/>
          </p:nvPr>
        </p:nvSpPr>
        <p:spPr/>
        <p:txBody>
          <a:bodyPr/>
          <a:lstStyle/>
          <a:p>
            <a:fld id="{C0E9560A-78B4-504A-9396-2AE516B1349B}" type="slidenum">
              <a:rPr lang="en-US" smtClean="0"/>
              <a:t>8</a:t>
            </a:fld>
            <a:endParaRPr lang="en-US"/>
          </a:p>
        </p:txBody>
      </p:sp>
    </p:spTree>
    <p:extLst>
      <p:ext uri="{BB962C8B-B14F-4D97-AF65-F5344CB8AC3E}">
        <p14:creationId xmlns:p14="http://schemas.microsoft.com/office/powerpoint/2010/main" val="12472557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D6844-D485-F542-2966-C7CEBCCF33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8C7506-4573-FD9D-A5B0-CB861C1988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4C59DB-419E-11F5-3D98-1D3F389F81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3580E3-2582-0A4C-2773-4394B0C644FD}"/>
              </a:ext>
            </a:extLst>
          </p:cNvPr>
          <p:cNvSpPr>
            <a:spLocks noGrp="1"/>
          </p:cNvSpPr>
          <p:nvPr>
            <p:ph type="sldNum" sz="quarter" idx="5"/>
          </p:nvPr>
        </p:nvSpPr>
        <p:spPr/>
        <p:txBody>
          <a:bodyPr/>
          <a:lstStyle/>
          <a:p>
            <a:fld id="{C0E9560A-78B4-504A-9396-2AE516B1349B}" type="slidenum">
              <a:rPr lang="en-US" smtClean="0"/>
              <a:t>9</a:t>
            </a:fld>
            <a:endParaRPr lang="en-US"/>
          </a:p>
        </p:txBody>
      </p:sp>
    </p:spTree>
    <p:extLst>
      <p:ext uri="{BB962C8B-B14F-4D97-AF65-F5344CB8AC3E}">
        <p14:creationId xmlns:p14="http://schemas.microsoft.com/office/powerpoint/2010/main" val="26925836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8C1D6-0E32-2936-4F87-7C446DF01B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7A3683-2C98-F8F8-659B-2DE5B9B8E4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02493-460F-0ED8-946A-EC7D9D6C62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C42740-0D00-7A44-567B-9BB60ED32D6B}"/>
              </a:ext>
            </a:extLst>
          </p:cNvPr>
          <p:cNvSpPr>
            <a:spLocks noGrp="1"/>
          </p:cNvSpPr>
          <p:nvPr>
            <p:ph type="sldNum" sz="quarter" idx="5"/>
          </p:nvPr>
        </p:nvSpPr>
        <p:spPr/>
        <p:txBody>
          <a:bodyPr/>
          <a:lstStyle/>
          <a:p>
            <a:fld id="{C0E9560A-78B4-504A-9396-2AE516B1349B}" type="slidenum">
              <a:rPr lang="en-US" smtClean="0"/>
              <a:t>10</a:t>
            </a:fld>
            <a:endParaRPr lang="en-US"/>
          </a:p>
        </p:txBody>
      </p:sp>
    </p:spTree>
    <p:extLst>
      <p:ext uri="{BB962C8B-B14F-4D97-AF65-F5344CB8AC3E}">
        <p14:creationId xmlns:p14="http://schemas.microsoft.com/office/powerpoint/2010/main" val="13597457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63E79-C083-2C87-0312-329DC0236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55A03D-7927-C08D-0283-8441E77915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2433D4-9894-648E-4AB8-29650F44FD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F0FAA4-D18C-DE1C-C9C2-DC9C9B8E4E5E}"/>
              </a:ext>
            </a:extLst>
          </p:cNvPr>
          <p:cNvSpPr>
            <a:spLocks noGrp="1"/>
          </p:cNvSpPr>
          <p:nvPr>
            <p:ph type="sldNum" sz="quarter" idx="5"/>
          </p:nvPr>
        </p:nvSpPr>
        <p:spPr/>
        <p:txBody>
          <a:bodyPr/>
          <a:lstStyle/>
          <a:p>
            <a:fld id="{C0E9560A-78B4-504A-9396-2AE516B1349B}" type="slidenum">
              <a:rPr lang="en-US" smtClean="0"/>
              <a:t>11</a:t>
            </a:fld>
            <a:endParaRPr lang="en-US"/>
          </a:p>
        </p:txBody>
      </p:sp>
    </p:spTree>
    <p:extLst>
      <p:ext uri="{BB962C8B-B14F-4D97-AF65-F5344CB8AC3E}">
        <p14:creationId xmlns:p14="http://schemas.microsoft.com/office/powerpoint/2010/main" val="31594881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AF072-D89F-A08B-DBCF-AF8B87A8A6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6FDEE4-BD82-3035-4878-D269A9A141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94E945-AC86-1B55-6F37-95AFD9184F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98A515-5422-2EDC-0835-773AC8D18919}"/>
              </a:ext>
            </a:extLst>
          </p:cNvPr>
          <p:cNvSpPr>
            <a:spLocks noGrp="1"/>
          </p:cNvSpPr>
          <p:nvPr>
            <p:ph type="sldNum" sz="quarter" idx="5"/>
          </p:nvPr>
        </p:nvSpPr>
        <p:spPr/>
        <p:txBody>
          <a:bodyPr/>
          <a:lstStyle/>
          <a:p>
            <a:fld id="{C0E9560A-78B4-504A-9396-2AE516B1349B}" type="slidenum">
              <a:rPr lang="en-US" smtClean="0"/>
              <a:t>12</a:t>
            </a:fld>
            <a:endParaRPr lang="en-US"/>
          </a:p>
        </p:txBody>
      </p:sp>
    </p:spTree>
    <p:extLst>
      <p:ext uri="{BB962C8B-B14F-4D97-AF65-F5344CB8AC3E}">
        <p14:creationId xmlns:p14="http://schemas.microsoft.com/office/powerpoint/2010/main" val="34462616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DA102-0C4D-9CCF-F8B4-E37D1E04A2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9947D2-413A-651A-779A-24111F8A9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42FC71-CCA6-7344-236D-60A156DA4D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727E95-1EDB-B810-1883-5E9C3E83BE86}"/>
              </a:ext>
            </a:extLst>
          </p:cNvPr>
          <p:cNvSpPr>
            <a:spLocks noGrp="1"/>
          </p:cNvSpPr>
          <p:nvPr>
            <p:ph type="sldNum" sz="quarter" idx="5"/>
          </p:nvPr>
        </p:nvSpPr>
        <p:spPr/>
        <p:txBody>
          <a:bodyPr/>
          <a:lstStyle/>
          <a:p>
            <a:fld id="{C0E9560A-78B4-504A-9396-2AE516B1349B}" type="slidenum">
              <a:rPr lang="en-US" smtClean="0"/>
              <a:t>13</a:t>
            </a:fld>
            <a:endParaRPr lang="en-US"/>
          </a:p>
        </p:txBody>
      </p:sp>
    </p:spTree>
    <p:extLst>
      <p:ext uri="{BB962C8B-B14F-4D97-AF65-F5344CB8AC3E}">
        <p14:creationId xmlns:p14="http://schemas.microsoft.com/office/powerpoint/2010/main" val="41971905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17ED3-E7B7-9570-203F-403DED5421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8B82E6-8B0D-2D84-155A-763A371CBD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2D1CB2-08BA-E9C6-B863-0C71BAF216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5E3DA7-8AD6-6BC1-CA31-B370E12187AF}"/>
              </a:ext>
            </a:extLst>
          </p:cNvPr>
          <p:cNvSpPr>
            <a:spLocks noGrp="1"/>
          </p:cNvSpPr>
          <p:nvPr>
            <p:ph type="sldNum" sz="quarter" idx="5"/>
          </p:nvPr>
        </p:nvSpPr>
        <p:spPr/>
        <p:txBody>
          <a:bodyPr/>
          <a:lstStyle/>
          <a:p>
            <a:fld id="{C0E9560A-78B4-504A-9396-2AE516B1349B}" type="slidenum">
              <a:rPr lang="en-US" smtClean="0"/>
              <a:t>14</a:t>
            </a:fld>
            <a:endParaRPr lang="en-US"/>
          </a:p>
        </p:txBody>
      </p:sp>
    </p:spTree>
    <p:extLst>
      <p:ext uri="{BB962C8B-B14F-4D97-AF65-F5344CB8AC3E}">
        <p14:creationId xmlns:p14="http://schemas.microsoft.com/office/powerpoint/2010/main" val="33159672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6ACF2-C649-E5AA-DCA4-000F7556A8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DAF8C3-E107-366A-DF17-C0635F0C96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A38711-2118-E763-8D13-3B2050E143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C2C834-437A-F2A4-B80B-0A49A4AF2CAD}"/>
              </a:ext>
            </a:extLst>
          </p:cNvPr>
          <p:cNvSpPr>
            <a:spLocks noGrp="1"/>
          </p:cNvSpPr>
          <p:nvPr>
            <p:ph type="sldNum" sz="quarter" idx="5"/>
          </p:nvPr>
        </p:nvSpPr>
        <p:spPr/>
        <p:txBody>
          <a:bodyPr/>
          <a:lstStyle/>
          <a:p>
            <a:fld id="{C0E9560A-78B4-504A-9396-2AE516B1349B}" type="slidenum">
              <a:rPr lang="en-US" smtClean="0"/>
              <a:t>15</a:t>
            </a:fld>
            <a:endParaRPr lang="en-US"/>
          </a:p>
        </p:txBody>
      </p:sp>
    </p:spTree>
    <p:extLst>
      <p:ext uri="{BB962C8B-B14F-4D97-AF65-F5344CB8AC3E}">
        <p14:creationId xmlns:p14="http://schemas.microsoft.com/office/powerpoint/2010/main" val="30760732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E2366-A2B5-52F4-9570-9527CA6EC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D59E29-3152-BE56-F10B-8AB01B7242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BA0845-65A2-3B9C-AF67-5DC9C825B6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6E6160-66DA-AAEC-E648-C9F1A248DEF1}"/>
              </a:ext>
            </a:extLst>
          </p:cNvPr>
          <p:cNvSpPr>
            <a:spLocks noGrp="1"/>
          </p:cNvSpPr>
          <p:nvPr>
            <p:ph type="sldNum" sz="quarter" idx="5"/>
          </p:nvPr>
        </p:nvSpPr>
        <p:spPr/>
        <p:txBody>
          <a:bodyPr/>
          <a:lstStyle/>
          <a:p>
            <a:fld id="{C0E9560A-78B4-504A-9396-2AE516B1349B}" type="slidenum">
              <a:rPr lang="en-US" smtClean="0"/>
              <a:t>16</a:t>
            </a:fld>
            <a:endParaRPr lang="en-US"/>
          </a:p>
        </p:txBody>
      </p:sp>
    </p:spTree>
    <p:extLst>
      <p:ext uri="{BB962C8B-B14F-4D97-AF65-F5344CB8AC3E}">
        <p14:creationId xmlns:p14="http://schemas.microsoft.com/office/powerpoint/2010/main" val="38999494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7E396-0D35-B05C-A51C-5454043215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1E9D6F-E5A7-683C-41B6-6E5B91FA35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5C83C-0857-45C0-155D-E5CFDF52EB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2AFBDA-9791-7979-EF4E-BBDB2D72BBAB}"/>
              </a:ext>
            </a:extLst>
          </p:cNvPr>
          <p:cNvSpPr>
            <a:spLocks noGrp="1"/>
          </p:cNvSpPr>
          <p:nvPr>
            <p:ph type="sldNum" sz="quarter" idx="5"/>
          </p:nvPr>
        </p:nvSpPr>
        <p:spPr/>
        <p:txBody>
          <a:bodyPr/>
          <a:lstStyle/>
          <a:p>
            <a:fld id="{C0E9560A-78B4-504A-9396-2AE516B1349B}" type="slidenum">
              <a:rPr lang="en-US" smtClean="0"/>
              <a:t>17</a:t>
            </a:fld>
            <a:endParaRPr lang="en-US"/>
          </a:p>
        </p:txBody>
      </p:sp>
    </p:spTree>
    <p:extLst>
      <p:ext uri="{BB962C8B-B14F-4D97-AF65-F5344CB8AC3E}">
        <p14:creationId xmlns:p14="http://schemas.microsoft.com/office/powerpoint/2010/main" val="7820799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E78B6-7C0C-52DA-E4EE-74EDC5DB30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7ECB56-3EB7-C1E0-8F9E-B98DBC9839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91E356-E3C6-13BD-F3F6-9299AB9C9B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6239A5-05A5-9453-9EC7-F38CF3265582}"/>
              </a:ext>
            </a:extLst>
          </p:cNvPr>
          <p:cNvSpPr>
            <a:spLocks noGrp="1"/>
          </p:cNvSpPr>
          <p:nvPr>
            <p:ph type="sldNum" sz="quarter" idx="5"/>
          </p:nvPr>
        </p:nvSpPr>
        <p:spPr/>
        <p:txBody>
          <a:bodyPr/>
          <a:lstStyle/>
          <a:p>
            <a:fld id="{C0E9560A-78B4-504A-9396-2AE516B1349B}" type="slidenum">
              <a:rPr lang="en-US" smtClean="0"/>
              <a:t>18</a:t>
            </a:fld>
            <a:endParaRPr lang="en-US"/>
          </a:p>
        </p:txBody>
      </p:sp>
    </p:spTree>
    <p:extLst>
      <p:ext uri="{BB962C8B-B14F-4D97-AF65-F5344CB8AC3E}">
        <p14:creationId xmlns:p14="http://schemas.microsoft.com/office/powerpoint/2010/main" val="8404896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34A58-E9D4-ACD4-1258-330E922315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BCF438-E461-16F7-1AC3-95CD76BED8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95EBF6-FA74-7224-CD8F-B5112FFD14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23C6F4-D33C-A5CA-D563-C9A5D53C8E9C}"/>
              </a:ext>
            </a:extLst>
          </p:cNvPr>
          <p:cNvSpPr>
            <a:spLocks noGrp="1"/>
          </p:cNvSpPr>
          <p:nvPr>
            <p:ph type="sldNum" sz="quarter" idx="5"/>
          </p:nvPr>
        </p:nvSpPr>
        <p:spPr/>
        <p:txBody>
          <a:bodyPr/>
          <a:lstStyle/>
          <a:p>
            <a:fld id="{C0E9560A-78B4-504A-9396-2AE516B1349B}" type="slidenum">
              <a:rPr lang="en-US" smtClean="0"/>
              <a:t>19</a:t>
            </a:fld>
            <a:endParaRPr lang="en-US"/>
          </a:p>
        </p:txBody>
      </p:sp>
    </p:spTree>
    <p:extLst>
      <p:ext uri="{BB962C8B-B14F-4D97-AF65-F5344CB8AC3E}">
        <p14:creationId xmlns:p14="http://schemas.microsoft.com/office/powerpoint/2010/main" val="40264359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2BD00-EAB5-C003-EB09-DE7BA772DE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50584A-FF5B-CD82-4170-4F366D92A7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DD522C-DFB5-A2C8-1A15-A88C4B70AA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2ABBFC-2215-F8DB-BDD6-99209DE0FD90}"/>
              </a:ext>
            </a:extLst>
          </p:cNvPr>
          <p:cNvSpPr>
            <a:spLocks noGrp="1"/>
          </p:cNvSpPr>
          <p:nvPr>
            <p:ph type="sldNum" sz="quarter" idx="5"/>
          </p:nvPr>
        </p:nvSpPr>
        <p:spPr/>
        <p:txBody>
          <a:bodyPr/>
          <a:lstStyle/>
          <a:p>
            <a:fld id="{C0E9560A-78B4-504A-9396-2AE516B1349B}" type="slidenum">
              <a:rPr lang="en-US" smtClean="0"/>
              <a:t>20</a:t>
            </a:fld>
            <a:endParaRPr lang="en-US"/>
          </a:p>
        </p:txBody>
      </p:sp>
    </p:spTree>
    <p:extLst>
      <p:ext uri="{BB962C8B-B14F-4D97-AF65-F5344CB8AC3E}">
        <p14:creationId xmlns:p14="http://schemas.microsoft.com/office/powerpoint/2010/main" val="17448753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14AC9-C39E-ED71-0885-DEBD57DEEF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C81162-712C-8E18-6E0C-D3AF7311DD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C9DB4E-D06B-C02D-5471-48667AE90B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BEA7F2-87CC-69FA-44C1-AF2A2C965828}"/>
              </a:ext>
            </a:extLst>
          </p:cNvPr>
          <p:cNvSpPr>
            <a:spLocks noGrp="1"/>
          </p:cNvSpPr>
          <p:nvPr>
            <p:ph type="sldNum" sz="quarter" idx="5"/>
          </p:nvPr>
        </p:nvSpPr>
        <p:spPr/>
        <p:txBody>
          <a:bodyPr/>
          <a:lstStyle/>
          <a:p>
            <a:fld id="{C0E9560A-78B4-504A-9396-2AE516B1349B}" type="slidenum">
              <a:rPr lang="en-US" smtClean="0"/>
              <a:t>21</a:t>
            </a:fld>
            <a:endParaRPr lang="en-US"/>
          </a:p>
        </p:txBody>
      </p:sp>
    </p:spTree>
    <p:extLst>
      <p:ext uri="{BB962C8B-B14F-4D97-AF65-F5344CB8AC3E}">
        <p14:creationId xmlns:p14="http://schemas.microsoft.com/office/powerpoint/2010/main" val="26097982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72748-618C-501A-8C50-9F8C42F539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A9D84-FFDC-4C61-EA74-891DE5ADD0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F2879D-96CD-8C48-0695-52B738DEED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46083E-C519-6FE6-54EF-5A7A96F89285}"/>
              </a:ext>
            </a:extLst>
          </p:cNvPr>
          <p:cNvSpPr>
            <a:spLocks noGrp="1"/>
          </p:cNvSpPr>
          <p:nvPr>
            <p:ph type="sldNum" sz="quarter" idx="5"/>
          </p:nvPr>
        </p:nvSpPr>
        <p:spPr/>
        <p:txBody>
          <a:bodyPr/>
          <a:lstStyle/>
          <a:p>
            <a:fld id="{C0E9560A-78B4-504A-9396-2AE516B1349B}" type="slidenum">
              <a:rPr lang="en-US" smtClean="0"/>
              <a:t>22</a:t>
            </a:fld>
            <a:endParaRPr lang="en-US"/>
          </a:p>
        </p:txBody>
      </p:sp>
    </p:spTree>
    <p:extLst>
      <p:ext uri="{BB962C8B-B14F-4D97-AF65-F5344CB8AC3E}">
        <p14:creationId xmlns:p14="http://schemas.microsoft.com/office/powerpoint/2010/main" val="12758308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504B2-89A3-9296-7179-EBC1B18F0F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6C8068-FB4E-9961-094C-D87214A5DD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E8B9E0-4A75-A204-3F63-DA03BC5B7B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633FC2-3335-625B-8FA0-5D1BAC7E6246}"/>
              </a:ext>
            </a:extLst>
          </p:cNvPr>
          <p:cNvSpPr>
            <a:spLocks noGrp="1"/>
          </p:cNvSpPr>
          <p:nvPr>
            <p:ph type="sldNum" sz="quarter" idx="5"/>
          </p:nvPr>
        </p:nvSpPr>
        <p:spPr/>
        <p:txBody>
          <a:bodyPr/>
          <a:lstStyle/>
          <a:p>
            <a:fld id="{C0E9560A-78B4-504A-9396-2AE516B1349B}" type="slidenum">
              <a:rPr lang="en-US" smtClean="0"/>
              <a:t>23</a:t>
            </a:fld>
            <a:endParaRPr lang="en-US"/>
          </a:p>
        </p:txBody>
      </p:sp>
    </p:spTree>
    <p:extLst>
      <p:ext uri="{BB962C8B-B14F-4D97-AF65-F5344CB8AC3E}">
        <p14:creationId xmlns:p14="http://schemas.microsoft.com/office/powerpoint/2010/main" val="3809177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BEEBD-BABD-4073-F47F-75EFABC0B7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716562-BDAA-DA80-89A5-AFE07B9C73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A08C75-8E5B-0019-C881-D17A06F2A2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51E36A-5CA5-395D-8C2F-0DAD4ECC4456}"/>
              </a:ext>
            </a:extLst>
          </p:cNvPr>
          <p:cNvSpPr>
            <a:spLocks noGrp="1"/>
          </p:cNvSpPr>
          <p:nvPr>
            <p:ph type="sldNum" sz="quarter" idx="5"/>
          </p:nvPr>
        </p:nvSpPr>
        <p:spPr/>
        <p:txBody>
          <a:bodyPr/>
          <a:lstStyle/>
          <a:p>
            <a:fld id="{C0E9560A-78B4-504A-9396-2AE516B1349B}" type="slidenum">
              <a:rPr lang="en-US" smtClean="0"/>
              <a:t>24</a:t>
            </a:fld>
            <a:endParaRPr lang="en-US"/>
          </a:p>
        </p:txBody>
      </p:sp>
    </p:spTree>
    <p:extLst>
      <p:ext uri="{BB962C8B-B14F-4D97-AF65-F5344CB8AC3E}">
        <p14:creationId xmlns:p14="http://schemas.microsoft.com/office/powerpoint/2010/main" val="14839159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322AF-CE69-B979-C45D-FDA868A344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049603-DEB8-48DD-6034-81194A1F8F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65B465-8A0D-C5F7-DA26-AB46FDD513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7FD0C8-BBCC-2BBF-DFEE-83F018F8233A}"/>
              </a:ext>
            </a:extLst>
          </p:cNvPr>
          <p:cNvSpPr>
            <a:spLocks noGrp="1"/>
          </p:cNvSpPr>
          <p:nvPr>
            <p:ph type="sldNum" sz="quarter" idx="5"/>
          </p:nvPr>
        </p:nvSpPr>
        <p:spPr/>
        <p:txBody>
          <a:bodyPr/>
          <a:lstStyle/>
          <a:p>
            <a:fld id="{C0E9560A-78B4-504A-9396-2AE516B1349B}" type="slidenum">
              <a:rPr lang="en-US" smtClean="0"/>
              <a:t>25</a:t>
            </a:fld>
            <a:endParaRPr lang="en-US"/>
          </a:p>
        </p:txBody>
      </p:sp>
    </p:spTree>
    <p:extLst>
      <p:ext uri="{BB962C8B-B14F-4D97-AF65-F5344CB8AC3E}">
        <p14:creationId xmlns:p14="http://schemas.microsoft.com/office/powerpoint/2010/main" val="26458734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4FD31-F52C-EE61-24E5-2ABC634C60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12EBE0-F85A-01F1-84E1-5F7440AC53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DE121C-0CA0-6EC7-66E6-1858FFD237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C9E7A8-D60A-7B10-2C1F-D71DAC296733}"/>
              </a:ext>
            </a:extLst>
          </p:cNvPr>
          <p:cNvSpPr>
            <a:spLocks noGrp="1"/>
          </p:cNvSpPr>
          <p:nvPr>
            <p:ph type="sldNum" sz="quarter" idx="5"/>
          </p:nvPr>
        </p:nvSpPr>
        <p:spPr/>
        <p:txBody>
          <a:bodyPr/>
          <a:lstStyle/>
          <a:p>
            <a:fld id="{C0E9560A-78B4-504A-9396-2AE516B1349B}" type="slidenum">
              <a:rPr lang="en-US" smtClean="0"/>
              <a:t>26</a:t>
            </a:fld>
            <a:endParaRPr lang="en-US"/>
          </a:p>
        </p:txBody>
      </p:sp>
    </p:spTree>
    <p:extLst>
      <p:ext uri="{BB962C8B-B14F-4D97-AF65-F5344CB8AC3E}">
        <p14:creationId xmlns:p14="http://schemas.microsoft.com/office/powerpoint/2010/main" val="11473541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B083F-6515-162B-7414-1542E5A91C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B78B20-5D90-C1D5-D591-C337D73C84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752270-C8E5-8091-7445-2BDC18F7DC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3AE47F-F13E-FDE2-C21D-A84F7F4B922C}"/>
              </a:ext>
            </a:extLst>
          </p:cNvPr>
          <p:cNvSpPr>
            <a:spLocks noGrp="1"/>
          </p:cNvSpPr>
          <p:nvPr>
            <p:ph type="sldNum" sz="quarter" idx="5"/>
          </p:nvPr>
        </p:nvSpPr>
        <p:spPr/>
        <p:txBody>
          <a:bodyPr/>
          <a:lstStyle/>
          <a:p>
            <a:fld id="{C0E9560A-78B4-504A-9396-2AE516B1349B}" type="slidenum">
              <a:rPr lang="en-US" smtClean="0"/>
              <a:t>27</a:t>
            </a:fld>
            <a:endParaRPr lang="en-US"/>
          </a:p>
        </p:txBody>
      </p:sp>
    </p:spTree>
    <p:extLst>
      <p:ext uri="{BB962C8B-B14F-4D97-AF65-F5344CB8AC3E}">
        <p14:creationId xmlns:p14="http://schemas.microsoft.com/office/powerpoint/2010/main" val="22568089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624F4-5A00-7AD4-C2DE-2C5CC6C4E2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133038-DFF5-AD77-A370-D0F17648C2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9AB412-FBDC-C634-0BE7-785A95E53B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E32A7B-204E-F5EF-3EA0-9B0366868E98}"/>
              </a:ext>
            </a:extLst>
          </p:cNvPr>
          <p:cNvSpPr>
            <a:spLocks noGrp="1"/>
          </p:cNvSpPr>
          <p:nvPr>
            <p:ph type="sldNum" sz="quarter" idx="5"/>
          </p:nvPr>
        </p:nvSpPr>
        <p:spPr/>
        <p:txBody>
          <a:bodyPr/>
          <a:lstStyle/>
          <a:p>
            <a:fld id="{C0E9560A-78B4-504A-9396-2AE516B1349B}" type="slidenum">
              <a:rPr lang="en-US" smtClean="0"/>
              <a:t>28</a:t>
            </a:fld>
            <a:endParaRPr lang="en-US"/>
          </a:p>
        </p:txBody>
      </p:sp>
    </p:spTree>
    <p:extLst>
      <p:ext uri="{BB962C8B-B14F-4D97-AF65-F5344CB8AC3E}">
        <p14:creationId xmlns:p14="http://schemas.microsoft.com/office/powerpoint/2010/main" val="4771457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1AE5B-155E-D854-8EE4-58C7B7567C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E96B6D-0EB0-7ECA-15DD-878C91795A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80BC00-CBF1-23D1-A84D-62AEF4CA45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DB7A7F-90A5-C972-24FC-2C96E8C2E5F7}"/>
              </a:ext>
            </a:extLst>
          </p:cNvPr>
          <p:cNvSpPr>
            <a:spLocks noGrp="1"/>
          </p:cNvSpPr>
          <p:nvPr>
            <p:ph type="sldNum" sz="quarter" idx="5"/>
          </p:nvPr>
        </p:nvSpPr>
        <p:spPr/>
        <p:txBody>
          <a:bodyPr/>
          <a:lstStyle/>
          <a:p>
            <a:fld id="{C0E9560A-78B4-504A-9396-2AE516B1349B}" type="slidenum">
              <a:rPr lang="en-US" smtClean="0"/>
              <a:t>29</a:t>
            </a:fld>
            <a:endParaRPr lang="en-US"/>
          </a:p>
        </p:txBody>
      </p:sp>
    </p:spTree>
    <p:extLst>
      <p:ext uri="{BB962C8B-B14F-4D97-AF65-F5344CB8AC3E}">
        <p14:creationId xmlns:p14="http://schemas.microsoft.com/office/powerpoint/2010/main" val="18732894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EFA3E-EF39-5136-D2E3-681DCA7F38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4E05FC-AF04-A773-4ABE-AC4C54CC3A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51A0C3-867E-9E37-4444-1D0AC18475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6A15AB-5E99-1E1B-0E27-59053FEE3712}"/>
              </a:ext>
            </a:extLst>
          </p:cNvPr>
          <p:cNvSpPr>
            <a:spLocks noGrp="1"/>
          </p:cNvSpPr>
          <p:nvPr>
            <p:ph type="sldNum" sz="quarter" idx="5"/>
          </p:nvPr>
        </p:nvSpPr>
        <p:spPr/>
        <p:txBody>
          <a:bodyPr/>
          <a:lstStyle/>
          <a:p>
            <a:fld id="{C0E9560A-78B4-504A-9396-2AE516B1349B}" type="slidenum">
              <a:rPr lang="en-US" smtClean="0"/>
              <a:t>30</a:t>
            </a:fld>
            <a:endParaRPr lang="en-US"/>
          </a:p>
        </p:txBody>
      </p:sp>
    </p:spTree>
    <p:extLst>
      <p:ext uri="{BB962C8B-B14F-4D97-AF65-F5344CB8AC3E}">
        <p14:creationId xmlns:p14="http://schemas.microsoft.com/office/powerpoint/2010/main" val="12595904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6BF10-9675-81D0-66EA-9BBA28AFE7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21286B-146A-7697-D500-78952BB924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D0F451-5E02-D738-3686-B17FC62B8D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F390A2-7466-8BDA-DA49-03B82C6AB60E}"/>
              </a:ext>
            </a:extLst>
          </p:cNvPr>
          <p:cNvSpPr>
            <a:spLocks noGrp="1"/>
          </p:cNvSpPr>
          <p:nvPr>
            <p:ph type="sldNum" sz="quarter" idx="5"/>
          </p:nvPr>
        </p:nvSpPr>
        <p:spPr/>
        <p:txBody>
          <a:bodyPr/>
          <a:lstStyle/>
          <a:p>
            <a:fld id="{C0E9560A-78B4-504A-9396-2AE516B1349B}" type="slidenum">
              <a:rPr lang="en-US" smtClean="0"/>
              <a:t>31</a:t>
            </a:fld>
            <a:endParaRPr lang="en-US"/>
          </a:p>
        </p:txBody>
      </p:sp>
    </p:spTree>
    <p:extLst>
      <p:ext uri="{BB962C8B-B14F-4D97-AF65-F5344CB8AC3E}">
        <p14:creationId xmlns:p14="http://schemas.microsoft.com/office/powerpoint/2010/main" val="17538059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50882-B749-70C4-B1BA-728DAC9BDA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4126C5-B40A-BA8D-CB09-8FC8CF3CD0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C4F89E-AA4A-EDB2-C7AD-1A801B4FCF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3304C4-2D76-3AF1-CD63-A7045EACA201}"/>
              </a:ext>
            </a:extLst>
          </p:cNvPr>
          <p:cNvSpPr>
            <a:spLocks noGrp="1"/>
          </p:cNvSpPr>
          <p:nvPr>
            <p:ph type="sldNum" sz="quarter" idx="5"/>
          </p:nvPr>
        </p:nvSpPr>
        <p:spPr/>
        <p:txBody>
          <a:bodyPr/>
          <a:lstStyle/>
          <a:p>
            <a:fld id="{C0E9560A-78B4-504A-9396-2AE516B1349B}" type="slidenum">
              <a:rPr lang="en-US" smtClean="0"/>
              <a:t>32</a:t>
            </a:fld>
            <a:endParaRPr lang="en-US"/>
          </a:p>
        </p:txBody>
      </p:sp>
    </p:spTree>
    <p:extLst>
      <p:ext uri="{BB962C8B-B14F-4D97-AF65-F5344CB8AC3E}">
        <p14:creationId xmlns:p14="http://schemas.microsoft.com/office/powerpoint/2010/main" val="3478225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58551-20C3-15C0-4F4F-F1B632FEC1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66EE82-D262-7E9A-1DE9-EC1D0EBD38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BBA896-7509-11E4-F859-794899C48E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B9EB82-51CE-C699-5411-F1BEF9141BB6}"/>
              </a:ext>
            </a:extLst>
          </p:cNvPr>
          <p:cNvSpPr>
            <a:spLocks noGrp="1"/>
          </p:cNvSpPr>
          <p:nvPr>
            <p:ph type="sldNum" sz="quarter" idx="5"/>
          </p:nvPr>
        </p:nvSpPr>
        <p:spPr/>
        <p:txBody>
          <a:bodyPr/>
          <a:lstStyle/>
          <a:p>
            <a:fld id="{C0E9560A-78B4-504A-9396-2AE516B1349B}" type="slidenum">
              <a:rPr lang="en-US" smtClean="0"/>
              <a:t>33</a:t>
            </a:fld>
            <a:endParaRPr lang="en-US"/>
          </a:p>
        </p:txBody>
      </p:sp>
    </p:spTree>
    <p:extLst>
      <p:ext uri="{BB962C8B-B14F-4D97-AF65-F5344CB8AC3E}">
        <p14:creationId xmlns:p14="http://schemas.microsoft.com/office/powerpoint/2010/main" val="11726707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21FA4-2378-3DE1-324C-2BBA435BC4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2D1B97-C484-38EA-8BA0-C1E1D04DDE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E2D1A-61B8-F750-B5A6-6A93B6A89F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5DCC2D-F241-35C4-A899-1280F21022C0}"/>
              </a:ext>
            </a:extLst>
          </p:cNvPr>
          <p:cNvSpPr>
            <a:spLocks noGrp="1"/>
          </p:cNvSpPr>
          <p:nvPr>
            <p:ph type="sldNum" sz="quarter" idx="5"/>
          </p:nvPr>
        </p:nvSpPr>
        <p:spPr/>
        <p:txBody>
          <a:bodyPr/>
          <a:lstStyle/>
          <a:p>
            <a:fld id="{C0E9560A-78B4-504A-9396-2AE516B1349B}" type="slidenum">
              <a:rPr lang="en-US" smtClean="0"/>
              <a:t>34</a:t>
            </a:fld>
            <a:endParaRPr lang="en-US"/>
          </a:p>
        </p:txBody>
      </p:sp>
    </p:spTree>
    <p:extLst>
      <p:ext uri="{BB962C8B-B14F-4D97-AF65-F5344CB8AC3E}">
        <p14:creationId xmlns:p14="http://schemas.microsoft.com/office/powerpoint/2010/main" val="20293466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3D73D-A148-9BD7-43D0-C0D0933BBD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094A55-AE33-6974-5FE5-C293D9D9D3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DFCAC6-3AD2-924F-7ADE-2C1C0D060F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493B32-7649-01C4-CEE7-E48DFAD31854}"/>
              </a:ext>
            </a:extLst>
          </p:cNvPr>
          <p:cNvSpPr>
            <a:spLocks noGrp="1"/>
          </p:cNvSpPr>
          <p:nvPr>
            <p:ph type="sldNum" sz="quarter" idx="5"/>
          </p:nvPr>
        </p:nvSpPr>
        <p:spPr/>
        <p:txBody>
          <a:bodyPr/>
          <a:lstStyle/>
          <a:p>
            <a:fld id="{C0E9560A-78B4-504A-9396-2AE516B1349B}" type="slidenum">
              <a:rPr lang="en-US" smtClean="0"/>
              <a:t>35</a:t>
            </a:fld>
            <a:endParaRPr lang="en-US"/>
          </a:p>
        </p:txBody>
      </p:sp>
    </p:spTree>
    <p:extLst>
      <p:ext uri="{BB962C8B-B14F-4D97-AF65-F5344CB8AC3E}">
        <p14:creationId xmlns:p14="http://schemas.microsoft.com/office/powerpoint/2010/main" val="38087242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536A9-1816-EB93-3C61-D744CFF796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5DBE9A-D070-0E84-176C-11F9C6056E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7042E3-6772-9DAA-F554-FDD3B8EB19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0EB91D-31DE-79DD-B6BE-719E2FB8717F}"/>
              </a:ext>
            </a:extLst>
          </p:cNvPr>
          <p:cNvSpPr>
            <a:spLocks noGrp="1"/>
          </p:cNvSpPr>
          <p:nvPr>
            <p:ph type="sldNum" sz="quarter" idx="5"/>
          </p:nvPr>
        </p:nvSpPr>
        <p:spPr/>
        <p:txBody>
          <a:bodyPr/>
          <a:lstStyle/>
          <a:p>
            <a:fld id="{C0E9560A-78B4-504A-9396-2AE516B1349B}" type="slidenum">
              <a:rPr lang="en-US" smtClean="0"/>
              <a:t>36</a:t>
            </a:fld>
            <a:endParaRPr lang="en-US"/>
          </a:p>
        </p:txBody>
      </p:sp>
    </p:spTree>
    <p:extLst>
      <p:ext uri="{BB962C8B-B14F-4D97-AF65-F5344CB8AC3E}">
        <p14:creationId xmlns:p14="http://schemas.microsoft.com/office/powerpoint/2010/main" val="4693752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AD3A7-DC43-960A-754C-BA29419D36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F04309-FF23-5B94-2860-3BB879418D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B17597-22B7-87A7-CFB7-899335B716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EA88BB-A006-0433-F741-42A31F8C74CE}"/>
              </a:ext>
            </a:extLst>
          </p:cNvPr>
          <p:cNvSpPr>
            <a:spLocks noGrp="1"/>
          </p:cNvSpPr>
          <p:nvPr>
            <p:ph type="sldNum" sz="quarter" idx="5"/>
          </p:nvPr>
        </p:nvSpPr>
        <p:spPr/>
        <p:txBody>
          <a:bodyPr/>
          <a:lstStyle/>
          <a:p>
            <a:fld id="{C0E9560A-78B4-504A-9396-2AE516B1349B}" type="slidenum">
              <a:rPr lang="en-US" smtClean="0"/>
              <a:t>37</a:t>
            </a:fld>
            <a:endParaRPr lang="en-US"/>
          </a:p>
        </p:txBody>
      </p:sp>
    </p:spTree>
    <p:extLst>
      <p:ext uri="{BB962C8B-B14F-4D97-AF65-F5344CB8AC3E}">
        <p14:creationId xmlns:p14="http://schemas.microsoft.com/office/powerpoint/2010/main" val="21319485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9A32B-DFF5-4273-F899-02F009A52F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F0597C-BFF3-FDD5-EBEF-6DF785F289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247C19-4C5D-E890-CF87-E091A336F4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821121-0937-006D-8C4F-07F5AB62983D}"/>
              </a:ext>
            </a:extLst>
          </p:cNvPr>
          <p:cNvSpPr>
            <a:spLocks noGrp="1"/>
          </p:cNvSpPr>
          <p:nvPr>
            <p:ph type="sldNum" sz="quarter" idx="5"/>
          </p:nvPr>
        </p:nvSpPr>
        <p:spPr/>
        <p:txBody>
          <a:bodyPr/>
          <a:lstStyle/>
          <a:p>
            <a:fld id="{C0E9560A-78B4-504A-9396-2AE516B1349B}" type="slidenum">
              <a:rPr lang="en-US" smtClean="0"/>
              <a:t>38</a:t>
            </a:fld>
            <a:endParaRPr lang="en-US"/>
          </a:p>
        </p:txBody>
      </p:sp>
    </p:spTree>
    <p:extLst>
      <p:ext uri="{BB962C8B-B14F-4D97-AF65-F5344CB8AC3E}">
        <p14:creationId xmlns:p14="http://schemas.microsoft.com/office/powerpoint/2010/main" val="31080647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FD6B0-51B7-615C-703B-367A4C9F38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06D25A-5ACC-CC51-4156-188B58AAC8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4DB9EE-B627-E331-94C6-8FF3DCB5F5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4AE228-A896-1C03-E8E8-0B2DA20D2698}"/>
              </a:ext>
            </a:extLst>
          </p:cNvPr>
          <p:cNvSpPr>
            <a:spLocks noGrp="1"/>
          </p:cNvSpPr>
          <p:nvPr>
            <p:ph type="sldNum" sz="quarter" idx="5"/>
          </p:nvPr>
        </p:nvSpPr>
        <p:spPr/>
        <p:txBody>
          <a:bodyPr/>
          <a:lstStyle/>
          <a:p>
            <a:fld id="{C0E9560A-78B4-504A-9396-2AE516B1349B}" type="slidenum">
              <a:rPr lang="en-US" smtClean="0"/>
              <a:t>39</a:t>
            </a:fld>
            <a:endParaRPr lang="en-US"/>
          </a:p>
        </p:txBody>
      </p:sp>
    </p:spTree>
    <p:extLst>
      <p:ext uri="{BB962C8B-B14F-4D97-AF65-F5344CB8AC3E}">
        <p14:creationId xmlns:p14="http://schemas.microsoft.com/office/powerpoint/2010/main" val="29309979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28EC2-F92D-1406-80A3-5ADE8C6795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035C19-FB02-74A0-0763-2D91BAE1D5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BFECBC-FFB7-3D0F-9FF4-8F4E1D476F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E73985-6376-6F52-0EA4-286179CCF3B0}"/>
              </a:ext>
            </a:extLst>
          </p:cNvPr>
          <p:cNvSpPr>
            <a:spLocks noGrp="1"/>
          </p:cNvSpPr>
          <p:nvPr>
            <p:ph type="sldNum" sz="quarter" idx="5"/>
          </p:nvPr>
        </p:nvSpPr>
        <p:spPr/>
        <p:txBody>
          <a:bodyPr/>
          <a:lstStyle/>
          <a:p>
            <a:fld id="{C0E9560A-78B4-504A-9396-2AE516B1349B}" type="slidenum">
              <a:rPr lang="en-US" smtClean="0"/>
              <a:t>40</a:t>
            </a:fld>
            <a:endParaRPr lang="en-US"/>
          </a:p>
        </p:txBody>
      </p:sp>
    </p:spTree>
    <p:extLst>
      <p:ext uri="{BB962C8B-B14F-4D97-AF65-F5344CB8AC3E}">
        <p14:creationId xmlns:p14="http://schemas.microsoft.com/office/powerpoint/2010/main" val="32498862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38EB3-CE78-9CF3-C9E0-AA963A2775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082371-F48A-B9DC-8EFF-9D04AE6474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DC65F0-0BB3-946C-E5A8-B9FBCDB239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2AF7E6-C490-C19D-0FC4-2E2BED0A042F}"/>
              </a:ext>
            </a:extLst>
          </p:cNvPr>
          <p:cNvSpPr>
            <a:spLocks noGrp="1"/>
          </p:cNvSpPr>
          <p:nvPr>
            <p:ph type="sldNum" sz="quarter" idx="5"/>
          </p:nvPr>
        </p:nvSpPr>
        <p:spPr/>
        <p:txBody>
          <a:bodyPr/>
          <a:lstStyle/>
          <a:p>
            <a:fld id="{C0E9560A-78B4-504A-9396-2AE516B1349B}" type="slidenum">
              <a:rPr lang="en-US" smtClean="0"/>
              <a:t>41</a:t>
            </a:fld>
            <a:endParaRPr lang="en-US"/>
          </a:p>
        </p:txBody>
      </p:sp>
    </p:spTree>
    <p:extLst>
      <p:ext uri="{BB962C8B-B14F-4D97-AF65-F5344CB8AC3E}">
        <p14:creationId xmlns:p14="http://schemas.microsoft.com/office/powerpoint/2010/main" val="97014910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AF89B-1D8D-1AC4-430C-702541335A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561F3F-202E-58A3-D61D-14BB4E0CE2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8090DF-417B-3324-6158-8A97019848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77C475-705D-4F57-1347-5F0DBED8D7AC}"/>
              </a:ext>
            </a:extLst>
          </p:cNvPr>
          <p:cNvSpPr>
            <a:spLocks noGrp="1"/>
          </p:cNvSpPr>
          <p:nvPr>
            <p:ph type="sldNum" sz="quarter" idx="5"/>
          </p:nvPr>
        </p:nvSpPr>
        <p:spPr/>
        <p:txBody>
          <a:bodyPr/>
          <a:lstStyle/>
          <a:p>
            <a:fld id="{C0E9560A-78B4-504A-9396-2AE516B1349B}" type="slidenum">
              <a:rPr lang="en-US" smtClean="0"/>
              <a:t>42</a:t>
            </a:fld>
            <a:endParaRPr lang="en-US"/>
          </a:p>
        </p:txBody>
      </p:sp>
    </p:spTree>
    <p:extLst>
      <p:ext uri="{BB962C8B-B14F-4D97-AF65-F5344CB8AC3E}">
        <p14:creationId xmlns:p14="http://schemas.microsoft.com/office/powerpoint/2010/main" val="321731260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C846F-5ABB-695D-937C-1308C81445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17F5DC-7E77-521E-E067-22487533F0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D40ED9-8754-FA8A-FB2A-6BE8C15CED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E5AD0F-017E-FC78-EE11-6B56A311175D}"/>
              </a:ext>
            </a:extLst>
          </p:cNvPr>
          <p:cNvSpPr>
            <a:spLocks noGrp="1"/>
          </p:cNvSpPr>
          <p:nvPr>
            <p:ph type="sldNum" sz="quarter" idx="5"/>
          </p:nvPr>
        </p:nvSpPr>
        <p:spPr/>
        <p:txBody>
          <a:bodyPr/>
          <a:lstStyle/>
          <a:p>
            <a:fld id="{C0E9560A-78B4-504A-9396-2AE516B1349B}" type="slidenum">
              <a:rPr lang="en-US" smtClean="0"/>
              <a:t>43</a:t>
            </a:fld>
            <a:endParaRPr lang="en-US"/>
          </a:p>
        </p:txBody>
      </p:sp>
    </p:spTree>
    <p:extLst>
      <p:ext uri="{BB962C8B-B14F-4D97-AF65-F5344CB8AC3E}">
        <p14:creationId xmlns:p14="http://schemas.microsoft.com/office/powerpoint/2010/main" val="19346826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5B390-20E6-1897-54E5-650FABB82B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E51C75-8BCB-22B3-71CF-AE1409BE99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0B2A5B-9195-AC36-EB16-D1893D1041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D9A5D6-DAB8-0BBA-F47D-5AF2DCFFC9BD}"/>
              </a:ext>
            </a:extLst>
          </p:cNvPr>
          <p:cNvSpPr>
            <a:spLocks noGrp="1"/>
          </p:cNvSpPr>
          <p:nvPr>
            <p:ph type="sldNum" sz="quarter" idx="5"/>
          </p:nvPr>
        </p:nvSpPr>
        <p:spPr/>
        <p:txBody>
          <a:bodyPr/>
          <a:lstStyle/>
          <a:p>
            <a:fld id="{C0E9560A-78B4-504A-9396-2AE516B1349B}" type="slidenum">
              <a:rPr lang="en-US" smtClean="0"/>
              <a:t>44</a:t>
            </a:fld>
            <a:endParaRPr lang="en-US"/>
          </a:p>
        </p:txBody>
      </p:sp>
    </p:spTree>
    <p:extLst>
      <p:ext uri="{BB962C8B-B14F-4D97-AF65-F5344CB8AC3E}">
        <p14:creationId xmlns:p14="http://schemas.microsoft.com/office/powerpoint/2010/main" val="346154070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05B26-C3C3-6BFE-B9C7-4362D27FC8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2865E-6194-15BD-1895-C8FFE99B63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0A667A-DBF9-4E32-134F-4CB22923B0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5F750B-88F4-BCA2-5A8D-27288034DDAC}"/>
              </a:ext>
            </a:extLst>
          </p:cNvPr>
          <p:cNvSpPr>
            <a:spLocks noGrp="1"/>
          </p:cNvSpPr>
          <p:nvPr>
            <p:ph type="sldNum" sz="quarter" idx="5"/>
          </p:nvPr>
        </p:nvSpPr>
        <p:spPr/>
        <p:txBody>
          <a:bodyPr/>
          <a:lstStyle/>
          <a:p>
            <a:fld id="{C0E9560A-78B4-504A-9396-2AE516B1349B}" type="slidenum">
              <a:rPr lang="en-US" smtClean="0"/>
              <a:t>45</a:t>
            </a:fld>
            <a:endParaRPr lang="en-US"/>
          </a:p>
        </p:txBody>
      </p:sp>
    </p:spTree>
    <p:extLst>
      <p:ext uri="{BB962C8B-B14F-4D97-AF65-F5344CB8AC3E}">
        <p14:creationId xmlns:p14="http://schemas.microsoft.com/office/powerpoint/2010/main" val="29619651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89302-B7A3-9F58-D5A4-BE511AC6C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9F5437-CD22-E3AB-98AA-EF7437043B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408F6A-A95D-160B-ABA9-BF42092A68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753228-5D98-07C1-E2CA-AFC7D9F88184}"/>
              </a:ext>
            </a:extLst>
          </p:cNvPr>
          <p:cNvSpPr>
            <a:spLocks noGrp="1"/>
          </p:cNvSpPr>
          <p:nvPr>
            <p:ph type="sldNum" sz="quarter" idx="5"/>
          </p:nvPr>
        </p:nvSpPr>
        <p:spPr/>
        <p:txBody>
          <a:bodyPr/>
          <a:lstStyle/>
          <a:p>
            <a:fld id="{C0E9560A-78B4-504A-9396-2AE516B1349B}" type="slidenum">
              <a:rPr lang="en-US" smtClean="0"/>
              <a:t>46</a:t>
            </a:fld>
            <a:endParaRPr lang="en-US"/>
          </a:p>
        </p:txBody>
      </p:sp>
    </p:spTree>
    <p:extLst>
      <p:ext uri="{BB962C8B-B14F-4D97-AF65-F5344CB8AC3E}">
        <p14:creationId xmlns:p14="http://schemas.microsoft.com/office/powerpoint/2010/main" val="15141958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2F398-607E-4E91-A894-6EC4E48601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4D9B8B-FA59-C391-9977-5341B6DA4C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5E4BEC-FA21-5D8E-3D43-9B8E09D744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B549DC-26B5-0B22-9EB7-3D5A34D29DF8}"/>
              </a:ext>
            </a:extLst>
          </p:cNvPr>
          <p:cNvSpPr>
            <a:spLocks noGrp="1"/>
          </p:cNvSpPr>
          <p:nvPr>
            <p:ph type="sldNum" sz="quarter" idx="5"/>
          </p:nvPr>
        </p:nvSpPr>
        <p:spPr/>
        <p:txBody>
          <a:bodyPr/>
          <a:lstStyle/>
          <a:p>
            <a:fld id="{C0E9560A-78B4-504A-9396-2AE516B1349B}" type="slidenum">
              <a:rPr lang="en-US" smtClean="0"/>
              <a:t>47</a:t>
            </a:fld>
            <a:endParaRPr lang="en-US"/>
          </a:p>
        </p:txBody>
      </p:sp>
    </p:spTree>
    <p:extLst>
      <p:ext uri="{BB962C8B-B14F-4D97-AF65-F5344CB8AC3E}">
        <p14:creationId xmlns:p14="http://schemas.microsoft.com/office/powerpoint/2010/main" val="142544672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402DB-B460-8A84-E5CB-844EFC3771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BF67B0-D064-318B-FAAF-00068E1A67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C4A300-05C0-8496-C687-2897729BA7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44EB3D-1613-AE0A-9318-86DD7BB75659}"/>
              </a:ext>
            </a:extLst>
          </p:cNvPr>
          <p:cNvSpPr>
            <a:spLocks noGrp="1"/>
          </p:cNvSpPr>
          <p:nvPr>
            <p:ph type="sldNum" sz="quarter" idx="5"/>
          </p:nvPr>
        </p:nvSpPr>
        <p:spPr/>
        <p:txBody>
          <a:bodyPr/>
          <a:lstStyle/>
          <a:p>
            <a:fld id="{C0E9560A-78B4-504A-9396-2AE516B1349B}" type="slidenum">
              <a:rPr lang="en-US" smtClean="0"/>
              <a:t>48</a:t>
            </a:fld>
            <a:endParaRPr lang="en-US"/>
          </a:p>
        </p:txBody>
      </p:sp>
    </p:spTree>
    <p:extLst>
      <p:ext uri="{BB962C8B-B14F-4D97-AF65-F5344CB8AC3E}">
        <p14:creationId xmlns:p14="http://schemas.microsoft.com/office/powerpoint/2010/main" val="348755449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3A106-B205-3993-0622-F4D87544B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603535-AB93-917D-2B11-791F3FB8D5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FFAC41-07B9-99DE-085A-A4DB3E2F80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8CE25C-D7C8-E031-F183-A650FC491DCD}"/>
              </a:ext>
            </a:extLst>
          </p:cNvPr>
          <p:cNvSpPr>
            <a:spLocks noGrp="1"/>
          </p:cNvSpPr>
          <p:nvPr>
            <p:ph type="sldNum" sz="quarter" idx="5"/>
          </p:nvPr>
        </p:nvSpPr>
        <p:spPr/>
        <p:txBody>
          <a:bodyPr/>
          <a:lstStyle/>
          <a:p>
            <a:fld id="{C0E9560A-78B4-504A-9396-2AE516B1349B}" type="slidenum">
              <a:rPr lang="en-US" smtClean="0"/>
              <a:t>49</a:t>
            </a:fld>
            <a:endParaRPr lang="en-US"/>
          </a:p>
        </p:txBody>
      </p:sp>
    </p:spTree>
    <p:extLst>
      <p:ext uri="{BB962C8B-B14F-4D97-AF65-F5344CB8AC3E}">
        <p14:creationId xmlns:p14="http://schemas.microsoft.com/office/powerpoint/2010/main" val="12154886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7177F-7464-C8D8-B5C9-49C9A8475F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EE05FF-0EE7-B9C4-5226-447C4F5D95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4A59F3-78FD-894C-F6CD-FE1FF40674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054E6A-348A-B7F5-F7E8-D4454BF3C32F}"/>
              </a:ext>
            </a:extLst>
          </p:cNvPr>
          <p:cNvSpPr>
            <a:spLocks noGrp="1"/>
          </p:cNvSpPr>
          <p:nvPr>
            <p:ph type="sldNum" sz="quarter" idx="5"/>
          </p:nvPr>
        </p:nvSpPr>
        <p:spPr/>
        <p:txBody>
          <a:bodyPr/>
          <a:lstStyle/>
          <a:p>
            <a:fld id="{C0E9560A-78B4-504A-9396-2AE516B1349B}" type="slidenum">
              <a:rPr lang="en-US" smtClean="0"/>
              <a:t>50</a:t>
            </a:fld>
            <a:endParaRPr lang="en-US"/>
          </a:p>
        </p:txBody>
      </p:sp>
    </p:spTree>
    <p:extLst>
      <p:ext uri="{BB962C8B-B14F-4D97-AF65-F5344CB8AC3E}">
        <p14:creationId xmlns:p14="http://schemas.microsoft.com/office/powerpoint/2010/main" val="24916427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95E78-9FAC-6107-0B6E-39410FCF44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2D27F3-A8A4-DB75-C78C-E3C4A3AEE2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AEEB5D-2D4B-337F-F9D2-EB48533858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C1DCDD-233A-EEA5-B494-63FAE7A14163}"/>
              </a:ext>
            </a:extLst>
          </p:cNvPr>
          <p:cNvSpPr>
            <a:spLocks noGrp="1"/>
          </p:cNvSpPr>
          <p:nvPr>
            <p:ph type="sldNum" sz="quarter" idx="5"/>
          </p:nvPr>
        </p:nvSpPr>
        <p:spPr/>
        <p:txBody>
          <a:bodyPr/>
          <a:lstStyle/>
          <a:p>
            <a:fld id="{C0E9560A-78B4-504A-9396-2AE516B1349B}" type="slidenum">
              <a:rPr lang="en-US" smtClean="0"/>
              <a:t>51</a:t>
            </a:fld>
            <a:endParaRPr lang="en-US"/>
          </a:p>
        </p:txBody>
      </p:sp>
    </p:spTree>
    <p:extLst>
      <p:ext uri="{BB962C8B-B14F-4D97-AF65-F5344CB8AC3E}">
        <p14:creationId xmlns:p14="http://schemas.microsoft.com/office/powerpoint/2010/main" val="270469900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92B56-E44E-53E5-8823-A8172B395F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B44B70-1ADA-3298-6615-10CBD144B4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427CFB-37F2-F990-636F-C684C16755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43C4B2-05D9-BF1C-67DA-032DEF9F4C70}"/>
              </a:ext>
            </a:extLst>
          </p:cNvPr>
          <p:cNvSpPr>
            <a:spLocks noGrp="1"/>
          </p:cNvSpPr>
          <p:nvPr>
            <p:ph type="sldNum" sz="quarter" idx="5"/>
          </p:nvPr>
        </p:nvSpPr>
        <p:spPr/>
        <p:txBody>
          <a:bodyPr/>
          <a:lstStyle/>
          <a:p>
            <a:fld id="{C0E9560A-78B4-504A-9396-2AE516B1349B}" type="slidenum">
              <a:rPr lang="en-US" smtClean="0"/>
              <a:t>52</a:t>
            </a:fld>
            <a:endParaRPr lang="en-US"/>
          </a:p>
        </p:txBody>
      </p:sp>
    </p:spTree>
    <p:extLst>
      <p:ext uri="{BB962C8B-B14F-4D97-AF65-F5344CB8AC3E}">
        <p14:creationId xmlns:p14="http://schemas.microsoft.com/office/powerpoint/2010/main" val="236973026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C5537-874F-4775-594E-3096DFD4C0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7960E4-E5B1-8D1A-EB68-FA6CE00194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BE5039-5FA3-458D-7724-262CEDFA24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1DA043-F317-6AA6-0D68-33D31DE88798}"/>
              </a:ext>
            </a:extLst>
          </p:cNvPr>
          <p:cNvSpPr>
            <a:spLocks noGrp="1"/>
          </p:cNvSpPr>
          <p:nvPr>
            <p:ph type="sldNum" sz="quarter" idx="5"/>
          </p:nvPr>
        </p:nvSpPr>
        <p:spPr/>
        <p:txBody>
          <a:bodyPr/>
          <a:lstStyle/>
          <a:p>
            <a:fld id="{C0E9560A-78B4-504A-9396-2AE516B1349B}" type="slidenum">
              <a:rPr lang="en-US" smtClean="0"/>
              <a:t>53</a:t>
            </a:fld>
            <a:endParaRPr lang="en-US"/>
          </a:p>
        </p:txBody>
      </p:sp>
    </p:spTree>
    <p:extLst>
      <p:ext uri="{BB962C8B-B14F-4D97-AF65-F5344CB8AC3E}">
        <p14:creationId xmlns:p14="http://schemas.microsoft.com/office/powerpoint/2010/main" val="392206792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403B8-4E64-7803-A0BD-88AF76A7D0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B91E83-5CFF-DD5A-7FFD-95E90EA4A9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8B87D7-CB6A-4A09-710C-AE7D35C748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CBEF55-5439-33CD-48A4-F49FA5B6AAE5}"/>
              </a:ext>
            </a:extLst>
          </p:cNvPr>
          <p:cNvSpPr>
            <a:spLocks noGrp="1"/>
          </p:cNvSpPr>
          <p:nvPr>
            <p:ph type="sldNum" sz="quarter" idx="5"/>
          </p:nvPr>
        </p:nvSpPr>
        <p:spPr/>
        <p:txBody>
          <a:bodyPr/>
          <a:lstStyle/>
          <a:p>
            <a:fld id="{C0E9560A-78B4-504A-9396-2AE516B1349B}" type="slidenum">
              <a:rPr lang="en-US" smtClean="0"/>
              <a:t>54</a:t>
            </a:fld>
            <a:endParaRPr lang="en-US"/>
          </a:p>
        </p:txBody>
      </p:sp>
    </p:spTree>
    <p:extLst>
      <p:ext uri="{BB962C8B-B14F-4D97-AF65-F5344CB8AC3E}">
        <p14:creationId xmlns:p14="http://schemas.microsoft.com/office/powerpoint/2010/main" val="283314072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E127A-C01B-506C-2983-DC8A953933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69EE89-2F8D-D6EE-CB32-60EFF94590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4B07F4-D342-02DB-2835-9F831DFCD0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D33C15-DE61-BB2F-0A18-BE2721018677}"/>
              </a:ext>
            </a:extLst>
          </p:cNvPr>
          <p:cNvSpPr>
            <a:spLocks noGrp="1"/>
          </p:cNvSpPr>
          <p:nvPr>
            <p:ph type="sldNum" sz="quarter" idx="5"/>
          </p:nvPr>
        </p:nvSpPr>
        <p:spPr/>
        <p:txBody>
          <a:bodyPr/>
          <a:lstStyle/>
          <a:p>
            <a:fld id="{C0E9560A-78B4-504A-9396-2AE516B1349B}" type="slidenum">
              <a:rPr lang="en-US" smtClean="0"/>
              <a:t>55</a:t>
            </a:fld>
            <a:endParaRPr lang="en-US"/>
          </a:p>
        </p:txBody>
      </p:sp>
    </p:spTree>
    <p:extLst>
      <p:ext uri="{BB962C8B-B14F-4D97-AF65-F5344CB8AC3E}">
        <p14:creationId xmlns:p14="http://schemas.microsoft.com/office/powerpoint/2010/main" val="371176381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74F2D-8AEB-CFAF-6431-7C2B9E23D7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E23F01-8EC3-B01A-500E-6E57CD32A7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26ABCD-82DE-85A4-8778-077421C69D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458C17-430C-6104-30CC-4ACFDAC271A8}"/>
              </a:ext>
            </a:extLst>
          </p:cNvPr>
          <p:cNvSpPr>
            <a:spLocks noGrp="1"/>
          </p:cNvSpPr>
          <p:nvPr>
            <p:ph type="sldNum" sz="quarter" idx="5"/>
          </p:nvPr>
        </p:nvSpPr>
        <p:spPr/>
        <p:txBody>
          <a:bodyPr/>
          <a:lstStyle/>
          <a:p>
            <a:fld id="{C0E9560A-78B4-504A-9396-2AE516B1349B}" type="slidenum">
              <a:rPr lang="en-US" smtClean="0"/>
              <a:t>56</a:t>
            </a:fld>
            <a:endParaRPr lang="en-US"/>
          </a:p>
        </p:txBody>
      </p:sp>
    </p:spTree>
    <p:extLst>
      <p:ext uri="{BB962C8B-B14F-4D97-AF65-F5344CB8AC3E}">
        <p14:creationId xmlns:p14="http://schemas.microsoft.com/office/powerpoint/2010/main" val="407485610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2CC05-28D8-176E-3F8D-5EE6D94A90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8267F7-0025-2A72-93CD-9C751B55FE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C4E635-3D91-EFC2-6112-5F53A25D22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3E6FB2-CB10-8FC2-7257-D671EFA382CC}"/>
              </a:ext>
            </a:extLst>
          </p:cNvPr>
          <p:cNvSpPr>
            <a:spLocks noGrp="1"/>
          </p:cNvSpPr>
          <p:nvPr>
            <p:ph type="sldNum" sz="quarter" idx="5"/>
          </p:nvPr>
        </p:nvSpPr>
        <p:spPr/>
        <p:txBody>
          <a:bodyPr/>
          <a:lstStyle/>
          <a:p>
            <a:fld id="{C0E9560A-78B4-504A-9396-2AE516B1349B}" type="slidenum">
              <a:rPr lang="en-US" smtClean="0"/>
              <a:t>57</a:t>
            </a:fld>
            <a:endParaRPr lang="en-US"/>
          </a:p>
        </p:txBody>
      </p:sp>
    </p:spTree>
    <p:extLst>
      <p:ext uri="{BB962C8B-B14F-4D97-AF65-F5344CB8AC3E}">
        <p14:creationId xmlns:p14="http://schemas.microsoft.com/office/powerpoint/2010/main" val="38538152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2A204-C49A-A1A1-27CF-9EF7FC69E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1D01E9-7B37-F0DB-2B8C-E3AD23CDD6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1399E2-BECE-BA19-F13B-44B6431F14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898557-E84A-FE23-E6FE-953462EA04F1}"/>
              </a:ext>
            </a:extLst>
          </p:cNvPr>
          <p:cNvSpPr>
            <a:spLocks noGrp="1"/>
          </p:cNvSpPr>
          <p:nvPr>
            <p:ph type="sldNum" sz="quarter" idx="5"/>
          </p:nvPr>
        </p:nvSpPr>
        <p:spPr/>
        <p:txBody>
          <a:bodyPr/>
          <a:lstStyle/>
          <a:p>
            <a:fld id="{C0E9560A-78B4-504A-9396-2AE516B1349B}" type="slidenum">
              <a:rPr lang="en-US" smtClean="0"/>
              <a:t>58</a:t>
            </a:fld>
            <a:endParaRPr lang="en-US"/>
          </a:p>
        </p:txBody>
      </p:sp>
    </p:spTree>
    <p:extLst>
      <p:ext uri="{BB962C8B-B14F-4D97-AF65-F5344CB8AC3E}">
        <p14:creationId xmlns:p14="http://schemas.microsoft.com/office/powerpoint/2010/main" val="330178744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ABF54-0A45-8A52-35C4-88A8468B64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4F0E11-A8A0-72EC-8117-61CE10B79C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FBE565-1331-6DCF-C07D-0C305357D6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6296AE-2A15-F8F4-CEB7-AA12BA009673}"/>
              </a:ext>
            </a:extLst>
          </p:cNvPr>
          <p:cNvSpPr>
            <a:spLocks noGrp="1"/>
          </p:cNvSpPr>
          <p:nvPr>
            <p:ph type="sldNum" sz="quarter" idx="5"/>
          </p:nvPr>
        </p:nvSpPr>
        <p:spPr/>
        <p:txBody>
          <a:bodyPr/>
          <a:lstStyle/>
          <a:p>
            <a:fld id="{C0E9560A-78B4-504A-9396-2AE516B1349B}" type="slidenum">
              <a:rPr lang="en-US" smtClean="0"/>
              <a:t>59</a:t>
            </a:fld>
            <a:endParaRPr lang="en-US"/>
          </a:p>
        </p:txBody>
      </p:sp>
    </p:spTree>
    <p:extLst>
      <p:ext uri="{BB962C8B-B14F-4D97-AF65-F5344CB8AC3E}">
        <p14:creationId xmlns:p14="http://schemas.microsoft.com/office/powerpoint/2010/main" val="124015456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42532-41CE-3C7C-062B-1BF6E52EFB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C43284-2E05-7ED4-5CDA-4C0327E492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5020E2-F2F2-85AE-4CA2-EDF6BD3A2A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5FFF3D-9540-ED38-E9E9-53A6BB45A012}"/>
              </a:ext>
            </a:extLst>
          </p:cNvPr>
          <p:cNvSpPr>
            <a:spLocks noGrp="1"/>
          </p:cNvSpPr>
          <p:nvPr>
            <p:ph type="sldNum" sz="quarter" idx="5"/>
          </p:nvPr>
        </p:nvSpPr>
        <p:spPr/>
        <p:txBody>
          <a:bodyPr/>
          <a:lstStyle/>
          <a:p>
            <a:fld id="{C0E9560A-78B4-504A-9396-2AE516B1349B}" type="slidenum">
              <a:rPr lang="en-US" smtClean="0"/>
              <a:t>60</a:t>
            </a:fld>
            <a:endParaRPr lang="en-US"/>
          </a:p>
        </p:txBody>
      </p:sp>
    </p:spTree>
    <p:extLst>
      <p:ext uri="{BB962C8B-B14F-4D97-AF65-F5344CB8AC3E}">
        <p14:creationId xmlns:p14="http://schemas.microsoft.com/office/powerpoint/2010/main" val="68065552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5AEC1-80C1-7218-60C2-6B470611A3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48CA7D-C238-5799-059F-0B49E43F19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E45F31-2A7A-016C-FBE0-6EB3E782A5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509D07-0D88-4932-1CB2-1E4450A6F158}"/>
              </a:ext>
            </a:extLst>
          </p:cNvPr>
          <p:cNvSpPr>
            <a:spLocks noGrp="1"/>
          </p:cNvSpPr>
          <p:nvPr>
            <p:ph type="sldNum" sz="quarter" idx="5"/>
          </p:nvPr>
        </p:nvSpPr>
        <p:spPr/>
        <p:txBody>
          <a:bodyPr/>
          <a:lstStyle/>
          <a:p>
            <a:fld id="{C0E9560A-78B4-504A-9396-2AE516B1349B}" type="slidenum">
              <a:rPr lang="en-US" smtClean="0"/>
              <a:t>61</a:t>
            </a:fld>
            <a:endParaRPr lang="en-US"/>
          </a:p>
        </p:txBody>
      </p:sp>
    </p:spTree>
    <p:extLst>
      <p:ext uri="{BB962C8B-B14F-4D97-AF65-F5344CB8AC3E}">
        <p14:creationId xmlns:p14="http://schemas.microsoft.com/office/powerpoint/2010/main" val="17048853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D597C-7E5D-DEF0-13B8-272E75243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C39255-7A4B-8FFA-6ACF-6EAF5CED87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EB39F2-820F-5607-2222-07538B5DDB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82E5E5-10A9-6F70-0EE7-8201F340FA6A}"/>
              </a:ext>
            </a:extLst>
          </p:cNvPr>
          <p:cNvSpPr>
            <a:spLocks noGrp="1"/>
          </p:cNvSpPr>
          <p:nvPr>
            <p:ph type="sldNum" sz="quarter" idx="5"/>
          </p:nvPr>
        </p:nvSpPr>
        <p:spPr/>
        <p:txBody>
          <a:bodyPr/>
          <a:lstStyle/>
          <a:p>
            <a:fld id="{C0E9560A-78B4-504A-9396-2AE516B1349B}" type="slidenum">
              <a:rPr lang="en-US" smtClean="0"/>
              <a:t>62</a:t>
            </a:fld>
            <a:endParaRPr lang="en-US"/>
          </a:p>
        </p:txBody>
      </p:sp>
    </p:spTree>
    <p:extLst>
      <p:ext uri="{BB962C8B-B14F-4D97-AF65-F5344CB8AC3E}">
        <p14:creationId xmlns:p14="http://schemas.microsoft.com/office/powerpoint/2010/main" val="24580097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B867ED-C0E3-E301-2A10-65A11C7E5D38}"/>
              </a:ext>
            </a:extLst>
          </p:cNvPr>
          <p:cNvPicPr>
            <a:picLocks noChangeAspect="1"/>
          </p:cNvPicPr>
          <p:nvPr userDrawn="1"/>
        </p:nvPicPr>
        <p:blipFill>
          <a:blip r:embed="rId2"/>
          <a:stretch>
            <a:fillRect/>
          </a:stretch>
        </p:blipFill>
        <p:spPr>
          <a:xfrm>
            <a:off x="3162871" y="96796"/>
            <a:ext cx="4546258" cy="5179281"/>
          </a:xfrm>
          <a:prstGeom prst="rect">
            <a:avLst/>
          </a:prstGeom>
        </p:spPr>
      </p:pic>
      <p:sp>
        <p:nvSpPr>
          <p:cNvPr id="8" name="Content Placeholder 2">
            <a:extLst>
              <a:ext uri="{FF2B5EF4-FFF2-40B4-BE49-F238E27FC236}">
                <a16:creationId xmlns:a16="http://schemas.microsoft.com/office/drawing/2014/main" id="{F9BDA2A3-0B56-A4BC-FB3E-5478898E2B5F}"/>
              </a:ext>
            </a:extLst>
          </p:cNvPr>
          <p:cNvSpPr>
            <a:spLocks noGrp="1"/>
          </p:cNvSpPr>
          <p:nvPr>
            <p:ph sz="half" idx="1"/>
          </p:nvPr>
        </p:nvSpPr>
        <p:spPr>
          <a:xfrm>
            <a:off x="1371600" y="5486400"/>
            <a:ext cx="9445752" cy="1143000"/>
          </a:xfrm>
        </p:spPr>
        <p:txBody>
          <a:bodyPr/>
          <a:lstStyle>
            <a:lvl1pPr marL="0" indent="0">
              <a:buNone/>
              <a:defRPr sz="2000">
                <a:latin typeface="Arial" panose="020B0604020202020204" pitchFamily="34" charset="0"/>
                <a:cs typeface="Arial" panose="020B0604020202020204" pitchFamily="34" charset="0"/>
              </a:defRPr>
            </a:lvl1pPr>
          </a:lstStyle>
          <a:p>
            <a:pPr lvl="0"/>
            <a:r>
              <a:rPr lang="en-US" dirty="0"/>
              <a:t>Click to edit Master text styles</a:t>
            </a:r>
          </a:p>
        </p:txBody>
      </p:sp>
    </p:spTree>
    <p:extLst>
      <p:ext uri="{BB962C8B-B14F-4D97-AF65-F5344CB8AC3E}">
        <p14:creationId xmlns:p14="http://schemas.microsoft.com/office/powerpoint/2010/main" val="3834513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94743-B086-9A1D-3BE2-DD15285A74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CEFC70-38F9-BD71-579C-1F4DEDA47A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F92569-D687-F730-54A4-431B655508E3}"/>
              </a:ext>
            </a:extLst>
          </p:cNvPr>
          <p:cNvSpPr>
            <a:spLocks noGrp="1"/>
          </p:cNvSpPr>
          <p:nvPr>
            <p:ph type="dt" sz="half" idx="10"/>
          </p:nvPr>
        </p:nvSpPr>
        <p:spPr/>
        <p:txBody>
          <a:bodyPr/>
          <a:lstStyle/>
          <a:p>
            <a:fld id="{069363D2-3164-4145-A578-C91A7CE0BB59}" type="datetimeFigureOut">
              <a:rPr lang="en-US" smtClean="0"/>
              <a:t>4/4/26</a:t>
            </a:fld>
            <a:endParaRPr lang="en-US"/>
          </a:p>
        </p:txBody>
      </p:sp>
      <p:sp>
        <p:nvSpPr>
          <p:cNvPr id="5" name="Footer Placeholder 4">
            <a:extLst>
              <a:ext uri="{FF2B5EF4-FFF2-40B4-BE49-F238E27FC236}">
                <a16:creationId xmlns:a16="http://schemas.microsoft.com/office/drawing/2014/main" id="{8B703A70-2667-EDB6-55AA-33F2B75DF9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08A86A-DF98-B80A-F92A-0243739D268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752018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0CD2-26EC-3693-3584-A1A3B203F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FE58AA-4CD0-A17C-27E6-209C794D91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697F3-ACE3-F75F-B6DB-E2EDCB101DDB}"/>
              </a:ext>
            </a:extLst>
          </p:cNvPr>
          <p:cNvSpPr>
            <a:spLocks noGrp="1"/>
          </p:cNvSpPr>
          <p:nvPr>
            <p:ph type="dt" sz="half" idx="10"/>
          </p:nvPr>
        </p:nvSpPr>
        <p:spPr/>
        <p:txBody>
          <a:bodyPr/>
          <a:lstStyle/>
          <a:p>
            <a:fld id="{069363D2-3164-4145-A578-C91A7CE0BB59}" type="datetimeFigureOut">
              <a:rPr lang="en-US" smtClean="0"/>
              <a:t>4/4/26</a:t>
            </a:fld>
            <a:endParaRPr lang="en-US"/>
          </a:p>
        </p:txBody>
      </p:sp>
      <p:sp>
        <p:nvSpPr>
          <p:cNvPr id="5" name="Footer Placeholder 4">
            <a:extLst>
              <a:ext uri="{FF2B5EF4-FFF2-40B4-BE49-F238E27FC236}">
                <a16:creationId xmlns:a16="http://schemas.microsoft.com/office/drawing/2014/main" id="{E877B070-E19C-7C7A-25CB-AF7C97F4AB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37F193-7B3D-9447-B9FC-64FB2E720B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609500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894EB-0995-8BC4-1C13-B926701ED8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E455E3-AE09-9D5C-4866-DBCAEF2977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09359-F2A6-099E-D457-FB4976E8B617}"/>
              </a:ext>
            </a:extLst>
          </p:cNvPr>
          <p:cNvSpPr>
            <a:spLocks noGrp="1"/>
          </p:cNvSpPr>
          <p:nvPr>
            <p:ph type="dt" sz="half" idx="10"/>
          </p:nvPr>
        </p:nvSpPr>
        <p:spPr/>
        <p:txBody>
          <a:bodyPr/>
          <a:lstStyle/>
          <a:p>
            <a:fld id="{069363D2-3164-4145-A578-C91A7CE0BB59}" type="datetimeFigureOut">
              <a:rPr lang="en-US" smtClean="0"/>
              <a:t>4/4/26</a:t>
            </a:fld>
            <a:endParaRPr lang="en-US"/>
          </a:p>
        </p:txBody>
      </p:sp>
      <p:sp>
        <p:nvSpPr>
          <p:cNvPr id="5" name="Footer Placeholder 4">
            <a:extLst>
              <a:ext uri="{FF2B5EF4-FFF2-40B4-BE49-F238E27FC236}">
                <a16:creationId xmlns:a16="http://schemas.microsoft.com/office/drawing/2014/main" id="{E868D10E-33CC-A61E-F850-633C403F3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52A36-99CB-F55C-ACC1-D46F4EBF2A8E}"/>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265860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0032E-D76D-01DC-ACC3-A5F6F34C0B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181452-1F3E-95FB-1DCF-20830E009B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B7308B-161F-AA81-3B91-25A7195D6A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584CB4-2FAA-C87B-0278-FD1F16105A6B}"/>
              </a:ext>
            </a:extLst>
          </p:cNvPr>
          <p:cNvSpPr>
            <a:spLocks noGrp="1"/>
          </p:cNvSpPr>
          <p:nvPr>
            <p:ph type="dt" sz="half" idx="10"/>
          </p:nvPr>
        </p:nvSpPr>
        <p:spPr/>
        <p:txBody>
          <a:bodyPr/>
          <a:lstStyle/>
          <a:p>
            <a:fld id="{069363D2-3164-4145-A578-C91A7CE0BB59}" type="datetimeFigureOut">
              <a:rPr lang="en-US" smtClean="0"/>
              <a:t>4/4/26</a:t>
            </a:fld>
            <a:endParaRPr lang="en-US"/>
          </a:p>
        </p:txBody>
      </p:sp>
      <p:sp>
        <p:nvSpPr>
          <p:cNvPr id="6" name="Footer Placeholder 5">
            <a:extLst>
              <a:ext uri="{FF2B5EF4-FFF2-40B4-BE49-F238E27FC236}">
                <a16:creationId xmlns:a16="http://schemas.microsoft.com/office/drawing/2014/main" id="{E9EB3548-58B7-CC82-7526-F47EECC63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725728-77DE-9067-C037-0F4A37C618F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338673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220DA-D412-1E6E-D212-C26FE2AE10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6D9DE2-8BC9-5CD3-98A2-2F07C05E3F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52FD07-250B-0FD6-7698-EFBA488CF8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AE512E-5E7E-6D45-2D58-1B044598D7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5F8E62-62B7-FF78-DD11-69774DDB6C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E82641-31B3-87F3-FC9C-760F5B5EFBC3}"/>
              </a:ext>
            </a:extLst>
          </p:cNvPr>
          <p:cNvSpPr>
            <a:spLocks noGrp="1"/>
          </p:cNvSpPr>
          <p:nvPr>
            <p:ph type="dt" sz="half" idx="10"/>
          </p:nvPr>
        </p:nvSpPr>
        <p:spPr/>
        <p:txBody>
          <a:bodyPr/>
          <a:lstStyle/>
          <a:p>
            <a:fld id="{069363D2-3164-4145-A578-C91A7CE0BB59}" type="datetimeFigureOut">
              <a:rPr lang="en-US" smtClean="0"/>
              <a:t>4/4/26</a:t>
            </a:fld>
            <a:endParaRPr lang="en-US"/>
          </a:p>
        </p:txBody>
      </p:sp>
      <p:sp>
        <p:nvSpPr>
          <p:cNvPr id="8" name="Footer Placeholder 7">
            <a:extLst>
              <a:ext uri="{FF2B5EF4-FFF2-40B4-BE49-F238E27FC236}">
                <a16:creationId xmlns:a16="http://schemas.microsoft.com/office/drawing/2014/main" id="{175D0B37-C72D-AB40-FC50-0F2BA55DA8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C0F554-9EE5-C216-0F66-7B3B4944571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9153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6625-DF37-5199-8B5F-0AD4D7EB81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CC992C-BF00-880C-96C0-7042C394ED33}"/>
              </a:ext>
            </a:extLst>
          </p:cNvPr>
          <p:cNvSpPr>
            <a:spLocks noGrp="1"/>
          </p:cNvSpPr>
          <p:nvPr>
            <p:ph type="dt" sz="half" idx="10"/>
          </p:nvPr>
        </p:nvSpPr>
        <p:spPr/>
        <p:txBody>
          <a:bodyPr/>
          <a:lstStyle/>
          <a:p>
            <a:fld id="{069363D2-3164-4145-A578-C91A7CE0BB59}" type="datetimeFigureOut">
              <a:rPr lang="en-US" smtClean="0"/>
              <a:t>4/4/26</a:t>
            </a:fld>
            <a:endParaRPr lang="en-US"/>
          </a:p>
        </p:txBody>
      </p:sp>
      <p:sp>
        <p:nvSpPr>
          <p:cNvPr id="4" name="Footer Placeholder 3">
            <a:extLst>
              <a:ext uri="{FF2B5EF4-FFF2-40B4-BE49-F238E27FC236}">
                <a16:creationId xmlns:a16="http://schemas.microsoft.com/office/drawing/2014/main" id="{AA390746-6A20-2222-138F-BDCA2EDA12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7D388B-382C-CD6D-1A3B-DE8DF017D387}"/>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259337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3BC02C-7483-7A7A-5354-1616AA5D5C28}"/>
              </a:ext>
            </a:extLst>
          </p:cNvPr>
          <p:cNvSpPr>
            <a:spLocks noGrp="1"/>
          </p:cNvSpPr>
          <p:nvPr>
            <p:ph type="dt" sz="half" idx="10"/>
          </p:nvPr>
        </p:nvSpPr>
        <p:spPr/>
        <p:txBody>
          <a:bodyPr/>
          <a:lstStyle/>
          <a:p>
            <a:fld id="{069363D2-3164-4145-A578-C91A7CE0BB59}" type="datetimeFigureOut">
              <a:rPr lang="en-US" smtClean="0"/>
              <a:t>4/4/26</a:t>
            </a:fld>
            <a:endParaRPr lang="en-US"/>
          </a:p>
        </p:txBody>
      </p:sp>
      <p:sp>
        <p:nvSpPr>
          <p:cNvPr id="3" name="Footer Placeholder 2">
            <a:extLst>
              <a:ext uri="{FF2B5EF4-FFF2-40B4-BE49-F238E27FC236}">
                <a16:creationId xmlns:a16="http://schemas.microsoft.com/office/drawing/2014/main" id="{660BC8C8-CDC3-97B6-5888-93197E1549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C0EB0F-BDCE-E810-451C-168B2B13A2B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132363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63DE7-75FC-0404-38C4-4C8BA62E7B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96F1FB-D688-5CBE-3F6B-2779251017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E1062-A0F8-7378-6259-452596C601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FF6140-8766-DC48-76B8-3CCA9AE814CA}"/>
              </a:ext>
            </a:extLst>
          </p:cNvPr>
          <p:cNvSpPr>
            <a:spLocks noGrp="1"/>
          </p:cNvSpPr>
          <p:nvPr>
            <p:ph type="dt" sz="half" idx="10"/>
          </p:nvPr>
        </p:nvSpPr>
        <p:spPr/>
        <p:txBody>
          <a:bodyPr/>
          <a:lstStyle/>
          <a:p>
            <a:fld id="{069363D2-3164-4145-A578-C91A7CE0BB59}" type="datetimeFigureOut">
              <a:rPr lang="en-US" smtClean="0"/>
              <a:t>4/4/26</a:t>
            </a:fld>
            <a:endParaRPr lang="en-US"/>
          </a:p>
        </p:txBody>
      </p:sp>
      <p:sp>
        <p:nvSpPr>
          <p:cNvPr id="6" name="Footer Placeholder 5">
            <a:extLst>
              <a:ext uri="{FF2B5EF4-FFF2-40B4-BE49-F238E27FC236}">
                <a16:creationId xmlns:a16="http://schemas.microsoft.com/office/drawing/2014/main" id="{A75EF2E7-A2CA-3672-1E8B-91BB705640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F05B17-1A06-FFD4-9DA2-DD17D363CE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043403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234A-C922-2D66-252C-D286F8F886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83645-2F0A-288D-3E4A-4B2A0F3993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3567A8-683E-46D7-65F7-FE65B0279F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FF03D4-5799-29C2-B960-ACB1D94C369A}"/>
              </a:ext>
            </a:extLst>
          </p:cNvPr>
          <p:cNvSpPr>
            <a:spLocks noGrp="1"/>
          </p:cNvSpPr>
          <p:nvPr>
            <p:ph type="dt" sz="half" idx="10"/>
          </p:nvPr>
        </p:nvSpPr>
        <p:spPr/>
        <p:txBody>
          <a:bodyPr/>
          <a:lstStyle/>
          <a:p>
            <a:fld id="{069363D2-3164-4145-A578-C91A7CE0BB59}" type="datetimeFigureOut">
              <a:rPr lang="en-US" smtClean="0"/>
              <a:t>4/4/26</a:t>
            </a:fld>
            <a:endParaRPr lang="en-US"/>
          </a:p>
        </p:txBody>
      </p:sp>
      <p:sp>
        <p:nvSpPr>
          <p:cNvPr id="6" name="Footer Placeholder 5">
            <a:extLst>
              <a:ext uri="{FF2B5EF4-FFF2-40B4-BE49-F238E27FC236}">
                <a16:creationId xmlns:a16="http://schemas.microsoft.com/office/drawing/2014/main" id="{4F4B8BCD-EAE3-2871-51C7-771B7DF075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5741F1-D331-2192-5F65-9DB5585C4DCB}"/>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705609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831E0-2506-463B-6A1D-2E997B58E2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C2888F-D6C9-FAC2-0EB3-EF63307BB1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D9D78B-309E-CCD2-C0DA-8B2E3D16B11A}"/>
              </a:ext>
            </a:extLst>
          </p:cNvPr>
          <p:cNvSpPr>
            <a:spLocks noGrp="1"/>
          </p:cNvSpPr>
          <p:nvPr>
            <p:ph type="dt" sz="half" idx="10"/>
          </p:nvPr>
        </p:nvSpPr>
        <p:spPr/>
        <p:txBody>
          <a:bodyPr/>
          <a:lstStyle/>
          <a:p>
            <a:fld id="{069363D2-3164-4145-A578-C91A7CE0BB59}" type="datetimeFigureOut">
              <a:rPr lang="en-US" smtClean="0"/>
              <a:t>4/4/26</a:t>
            </a:fld>
            <a:endParaRPr lang="en-US"/>
          </a:p>
        </p:txBody>
      </p:sp>
      <p:sp>
        <p:nvSpPr>
          <p:cNvPr id="5" name="Footer Placeholder 4">
            <a:extLst>
              <a:ext uri="{FF2B5EF4-FFF2-40B4-BE49-F238E27FC236}">
                <a16:creationId xmlns:a16="http://schemas.microsoft.com/office/drawing/2014/main" id="{49318859-EB6C-DBE7-E231-BD638FBF7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DCCD95-C583-5245-72DF-6AD690D353E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75067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69EFD7-1358-426B-0140-A202A2D530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6D7B90-D96C-BD6E-65E7-55E7D91F25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7CB66A-8728-B88E-C058-E9DC9E0E00A0}"/>
              </a:ext>
            </a:extLst>
          </p:cNvPr>
          <p:cNvSpPr>
            <a:spLocks noGrp="1"/>
          </p:cNvSpPr>
          <p:nvPr>
            <p:ph type="dt" sz="half" idx="10"/>
          </p:nvPr>
        </p:nvSpPr>
        <p:spPr/>
        <p:txBody>
          <a:bodyPr/>
          <a:lstStyle/>
          <a:p>
            <a:fld id="{069363D2-3164-4145-A578-C91A7CE0BB59}" type="datetimeFigureOut">
              <a:rPr lang="en-US" smtClean="0"/>
              <a:t>4/4/26</a:t>
            </a:fld>
            <a:endParaRPr lang="en-US"/>
          </a:p>
        </p:txBody>
      </p:sp>
      <p:sp>
        <p:nvSpPr>
          <p:cNvPr id="5" name="Footer Placeholder 4">
            <a:extLst>
              <a:ext uri="{FF2B5EF4-FFF2-40B4-BE49-F238E27FC236}">
                <a16:creationId xmlns:a16="http://schemas.microsoft.com/office/drawing/2014/main" id="{864AFAF8-3C65-F3B5-B108-F27717ECDD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21642F-5721-9D1C-3D1D-6C1ABCC72C9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507743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A456F-C771-8F4B-C98D-9BDEE57818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D23516-7E50-1256-7BC0-68CAD2D90D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011502-CDE0-E081-1B9D-874EEBF9B1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9363D2-3164-4145-A578-C91A7CE0BB59}" type="datetimeFigureOut">
              <a:rPr lang="en-US" smtClean="0"/>
              <a:t>4/4/26</a:t>
            </a:fld>
            <a:endParaRPr lang="en-US"/>
          </a:p>
        </p:txBody>
      </p:sp>
      <p:sp>
        <p:nvSpPr>
          <p:cNvPr id="5" name="Footer Placeholder 4">
            <a:extLst>
              <a:ext uri="{FF2B5EF4-FFF2-40B4-BE49-F238E27FC236}">
                <a16:creationId xmlns:a16="http://schemas.microsoft.com/office/drawing/2014/main" id="{9473C5F3-3A43-75DF-E382-0F9630A01C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C1DBE2-D540-2BBE-7791-BE410B8C51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F62E73-FB30-9C4C-8DFF-19E2C751B483}" type="slidenum">
              <a:rPr lang="en-US" smtClean="0"/>
              <a:t>‹#›</a:t>
            </a:fld>
            <a:endParaRPr lang="en-US"/>
          </a:p>
        </p:txBody>
      </p:sp>
    </p:spTree>
    <p:extLst>
      <p:ext uri="{BB962C8B-B14F-4D97-AF65-F5344CB8AC3E}">
        <p14:creationId xmlns:p14="http://schemas.microsoft.com/office/powerpoint/2010/main" val="1299515533"/>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D0A50-E4B8-B9C3-5177-C6AFBE291E5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EABAD0-26FF-2429-AA3C-799A8664316C}"/>
              </a:ext>
            </a:extLst>
          </p:cNvPr>
          <p:cNvSpPr>
            <a:spLocks noGrp="1"/>
          </p:cNvSpPr>
          <p:nvPr>
            <p:ph sz="half" idx="1"/>
          </p:nvPr>
        </p:nvSpPr>
        <p:spPr/>
        <p:txBody>
          <a:bodyPr/>
          <a:lstStyle/>
          <a:p>
            <a:r>
              <a:rPr lang="en-US" dirty="0"/>
              <a:t>Start.</a:t>
            </a:r>
          </a:p>
        </p:txBody>
      </p:sp>
      <p:pic>
        <p:nvPicPr>
          <p:cNvPr id="4" name="Picture 3" descr="A grid of sudoku puzzle&#10;&#10;Description automatically generated">
            <a:extLst>
              <a:ext uri="{FF2B5EF4-FFF2-40B4-BE49-F238E27FC236}">
                <a16:creationId xmlns:a16="http://schemas.microsoft.com/office/drawing/2014/main" id="{F6091D9C-BB94-C92F-54B6-41DFBD939B5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00F2C2C-B17C-CAE0-2A94-0B0164D60A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B6A1E27-B0EF-0D2E-77F3-45C5486A13F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6A3FFB8-54B3-D7CD-B299-A02362981388}"/>
              </a:ext>
            </a:extLst>
          </p:cNvPr>
          <p:cNvPicPr>
            <a:picLocks noChangeAspect="1"/>
          </p:cNvPicPr>
          <p:nvPr/>
        </p:nvPicPr>
        <p:blipFill>
          <a:blip r:embed="rId6"/>
          <a:stretch>
            <a:fillRect/>
          </a:stretch>
        </p:blipFill>
        <p:spPr>
          <a:xfrm>
            <a:off x="4584700" y="2311400"/>
            <a:ext cx="0" cy="0"/>
          </a:xfrm>
          <a:prstGeom prst="rect">
            <a:avLst/>
          </a:prstGeom>
        </p:spPr>
      </p:pic>
    </p:spTree>
    <p:extLst>
      <p:ext uri="{BB962C8B-B14F-4D97-AF65-F5344CB8AC3E}">
        <p14:creationId xmlns:p14="http://schemas.microsoft.com/office/powerpoint/2010/main" val="3913136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4920B-8FED-EB59-08EF-7185FA73FAE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566A376-385D-2078-D1D9-1434B30DDC60}"/>
              </a:ext>
            </a:extLst>
          </p:cNvPr>
          <p:cNvSpPr>
            <a:spLocks noGrp="1"/>
          </p:cNvSpPr>
          <p:nvPr>
            <p:ph sz="half" idx="1"/>
          </p:nvPr>
        </p:nvSpPr>
        <p:spPr/>
        <p:txBody>
          <a:bodyPr/>
          <a:lstStyle/>
          <a:p>
            <a:r>
              <a:rPr lang="en-US" dirty="0"/>
              <a:t>In Row 8, there are seven cells, with different digits, that must be larger than two other digits. Therefore, they must be 3–9. The white cells at the ends of Row 8 are 1 and 2, which fit in only one way.</a:t>
            </a:r>
          </a:p>
        </p:txBody>
      </p:sp>
      <p:pic>
        <p:nvPicPr>
          <p:cNvPr id="4" name="Picture 3" descr="A grid of sudoku puzzle&#10;&#10;Description automatically generated">
            <a:extLst>
              <a:ext uri="{FF2B5EF4-FFF2-40B4-BE49-F238E27FC236}">
                <a16:creationId xmlns:a16="http://schemas.microsoft.com/office/drawing/2014/main" id="{44980539-2F81-6B11-B8B9-EE07C144752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CE7C809-989C-1D95-45F1-7F52B861302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416292F-D2B5-021C-A0D0-48B2DB46736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E1B2913-19F9-1815-440C-ED18A21182D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4D5B035-EF72-65F0-DBB8-C118CE602FE3}"/>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8E618042-C96F-8C8E-20C8-43722277D613}"/>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3025583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7721F-7909-CF86-82B9-DF33C330201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138A368-441A-4903-0B6B-74D0D541C616}"/>
              </a:ext>
            </a:extLst>
          </p:cNvPr>
          <p:cNvSpPr>
            <a:spLocks noGrp="1"/>
          </p:cNvSpPr>
          <p:nvPr>
            <p:ph sz="half" idx="1"/>
          </p:nvPr>
        </p:nvSpPr>
        <p:spPr/>
        <p:txBody>
          <a:bodyPr>
            <a:normAutofit/>
          </a:bodyPr>
          <a:lstStyle/>
          <a:p>
            <a:r>
              <a:rPr lang="en-US" dirty="0"/>
              <a:t>The only places in the puzzle with grey cells that must be larger than three different cells are in Row 8. (In other instances, they need not all be different than each other.) They must be 4–9 (greater than 1, 2, and 3). And in one case, not 9.</a:t>
            </a:r>
          </a:p>
        </p:txBody>
      </p:sp>
      <p:pic>
        <p:nvPicPr>
          <p:cNvPr id="4" name="Picture 3" descr="A grid of sudoku puzzle&#10;&#10;Description automatically generated">
            <a:extLst>
              <a:ext uri="{FF2B5EF4-FFF2-40B4-BE49-F238E27FC236}">
                <a16:creationId xmlns:a16="http://schemas.microsoft.com/office/drawing/2014/main" id="{4E815EC9-71A4-AF6A-42F1-B25E5909368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64C7F3D-C99A-54B9-3CE3-405D2CF5DE4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0957222-7F83-9932-60F0-EEFFFDEF420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40C05CF-3455-8A29-C964-44DDFBDDDC4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1E68E59-11A4-F179-EEC9-885B969464F2}"/>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B7652B97-B23C-5DA2-3143-3DF94427CF9A}"/>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650B07B5-6340-E5DB-4B55-F1B07E2EACF7}"/>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10" name="TextBox 9">
            <a:extLst>
              <a:ext uri="{FF2B5EF4-FFF2-40B4-BE49-F238E27FC236}">
                <a16:creationId xmlns:a16="http://schemas.microsoft.com/office/drawing/2014/main" id="{2A4D6266-4BA4-E17A-D1F3-98576D8D698B}"/>
              </a:ext>
            </a:extLst>
          </p:cNvPr>
          <p:cNvSpPr txBox="1"/>
          <p:nvPr/>
        </p:nvSpPr>
        <p:spPr>
          <a:xfrm>
            <a:off x="6654802" y="4408541"/>
            <a:ext cx="570089" cy="230832"/>
          </a:xfrm>
          <a:prstGeom prst="rect">
            <a:avLst/>
          </a:prstGeom>
          <a:noFill/>
        </p:spPr>
        <p:txBody>
          <a:bodyPr wrap="square" rtlCol="0">
            <a:spAutoFit/>
          </a:bodyPr>
          <a:lstStyle/>
          <a:p>
            <a:pPr algn="ctr"/>
            <a:r>
              <a:rPr lang="en-US" sz="900" dirty="0"/>
              <a:t>456789</a:t>
            </a:r>
          </a:p>
        </p:txBody>
      </p:sp>
    </p:spTree>
    <p:extLst>
      <p:ext uri="{BB962C8B-B14F-4D97-AF65-F5344CB8AC3E}">
        <p14:creationId xmlns:p14="http://schemas.microsoft.com/office/powerpoint/2010/main" val="260778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DE5E4-1ADC-FB79-5A36-A8400BB16A9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78ABECD-6EC9-D933-1C50-134C3FFB20B8}"/>
              </a:ext>
            </a:extLst>
          </p:cNvPr>
          <p:cNvSpPr>
            <a:spLocks noGrp="1"/>
          </p:cNvSpPr>
          <p:nvPr>
            <p:ph sz="half" idx="1"/>
          </p:nvPr>
        </p:nvSpPr>
        <p:spPr/>
        <p:txBody>
          <a:bodyPr/>
          <a:lstStyle/>
          <a:p>
            <a:r>
              <a:rPr lang="en-US" dirty="0"/>
              <a:t>Similarly, while these two grey cells only touch two white cells, they can’t be 1 and 2. One must be at least 3, so these grey cells must be at least 4.</a:t>
            </a:r>
          </a:p>
        </p:txBody>
      </p:sp>
      <p:pic>
        <p:nvPicPr>
          <p:cNvPr id="4" name="Picture 3" descr="A grid of sudoku puzzle&#10;&#10;Description automatically generated">
            <a:extLst>
              <a:ext uri="{FF2B5EF4-FFF2-40B4-BE49-F238E27FC236}">
                <a16:creationId xmlns:a16="http://schemas.microsoft.com/office/drawing/2014/main" id="{C3F8471B-74FD-DE1B-B794-7EC675AD1B1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71AE085-14BC-E3D9-07F2-592D85A3B5C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5491B0E-3659-CEA0-9AF3-771B702E105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40E9A1E-5186-68FA-4B69-2683E92BBFA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BAE05C3-3B4A-CEB9-4A77-C0F11C2C5B37}"/>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E961A13A-EEA5-D865-E469-F3C90710F121}"/>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2A436F54-A538-ED04-BDC1-E427065A8628}"/>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10" name="TextBox 9">
            <a:extLst>
              <a:ext uri="{FF2B5EF4-FFF2-40B4-BE49-F238E27FC236}">
                <a16:creationId xmlns:a16="http://schemas.microsoft.com/office/drawing/2014/main" id="{BCD81C67-8625-E5C2-1693-89FAAE34A8D5}"/>
              </a:ext>
            </a:extLst>
          </p:cNvPr>
          <p:cNvSpPr txBox="1"/>
          <p:nvPr/>
        </p:nvSpPr>
        <p:spPr>
          <a:xfrm>
            <a:off x="6654802" y="4408541"/>
            <a:ext cx="570089" cy="230832"/>
          </a:xfrm>
          <a:prstGeom prst="rect">
            <a:avLst/>
          </a:prstGeom>
          <a:noFill/>
        </p:spPr>
        <p:txBody>
          <a:bodyPr wrap="square" rtlCol="0">
            <a:spAutoFit/>
          </a:bodyPr>
          <a:lstStyle/>
          <a:p>
            <a:pPr algn="ctr"/>
            <a:r>
              <a:rPr lang="en-US" sz="900" dirty="0"/>
              <a:t>456789</a:t>
            </a:r>
          </a:p>
        </p:txBody>
      </p:sp>
      <p:sp>
        <p:nvSpPr>
          <p:cNvPr id="11" name="TextBox 10">
            <a:extLst>
              <a:ext uri="{FF2B5EF4-FFF2-40B4-BE49-F238E27FC236}">
                <a16:creationId xmlns:a16="http://schemas.microsoft.com/office/drawing/2014/main" id="{615B1CE1-6B25-ED39-9C13-4BEECE4953BC}"/>
              </a:ext>
            </a:extLst>
          </p:cNvPr>
          <p:cNvSpPr txBox="1"/>
          <p:nvPr/>
        </p:nvSpPr>
        <p:spPr>
          <a:xfrm>
            <a:off x="6152446" y="4408541"/>
            <a:ext cx="570089" cy="230832"/>
          </a:xfrm>
          <a:prstGeom prst="rect">
            <a:avLst/>
          </a:prstGeom>
          <a:noFill/>
        </p:spPr>
        <p:txBody>
          <a:bodyPr wrap="square" rtlCol="0">
            <a:spAutoFit/>
          </a:bodyPr>
          <a:lstStyle/>
          <a:p>
            <a:pPr algn="ctr"/>
            <a:r>
              <a:rPr lang="en-US" sz="900" dirty="0"/>
              <a:t>46789</a:t>
            </a:r>
          </a:p>
        </p:txBody>
      </p:sp>
      <p:sp>
        <p:nvSpPr>
          <p:cNvPr id="12" name="TextBox 11">
            <a:extLst>
              <a:ext uri="{FF2B5EF4-FFF2-40B4-BE49-F238E27FC236}">
                <a16:creationId xmlns:a16="http://schemas.microsoft.com/office/drawing/2014/main" id="{C8FD1D99-7C81-3B0E-FEB9-099EE85C66C4}"/>
              </a:ext>
            </a:extLst>
          </p:cNvPr>
          <p:cNvSpPr txBox="1"/>
          <p:nvPr/>
        </p:nvSpPr>
        <p:spPr>
          <a:xfrm>
            <a:off x="4143022" y="4408541"/>
            <a:ext cx="570089" cy="230832"/>
          </a:xfrm>
          <a:prstGeom prst="rect">
            <a:avLst/>
          </a:prstGeom>
          <a:noFill/>
        </p:spPr>
        <p:txBody>
          <a:bodyPr wrap="square" rtlCol="0">
            <a:spAutoFit/>
          </a:bodyPr>
          <a:lstStyle/>
          <a:p>
            <a:pPr algn="ctr"/>
            <a:r>
              <a:rPr lang="en-US" sz="900" dirty="0"/>
              <a:t>456789</a:t>
            </a:r>
          </a:p>
        </p:txBody>
      </p:sp>
    </p:spTree>
    <p:extLst>
      <p:ext uri="{BB962C8B-B14F-4D97-AF65-F5344CB8AC3E}">
        <p14:creationId xmlns:p14="http://schemas.microsoft.com/office/powerpoint/2010/main" val="619264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F418D-C5A6-BFE8-0C37-D9CC79D5741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0643FA-36CD-20EE-1AA9-58A658FCED87}"/>
              </a:ext>
            </a:extLst>
          </p:cNvPr>
          <p:cNvSpPr>
            <a:spLocks noGrp="1"/>
          </p:cNvSpPr>
          <p:nvPr>
            <p:ph sz="half" idx="1"/>
          </p:nvPr>
        </p:nvSpPr>
        <p:spPr/>
        <p:txBody>
          <a:bodyPr/>
          <a:lstStyle/>
          <a:p>
            <a:r>
              <a:rPr lang="en-US" dirty="0"/>
              <a:t>Initialize cell with few enough possibilities.</a:t>
            </a:r>
          </a:p>
        </p:txBody>
      </p:sp>
      <p:pic>
        <p:nvPicPr>
          <p:cNvPr id="4" name="Picture 3" descr="A grid of sudoku puzzle&#10;&#10;Description automatically generated">
            <a:extLst>
              <a:ext uri="{FF2B5EF4-FFF2-40B4-BE49-F238E27FC236}">
                <a16:creationId xmlns:a16="http://schemas.microsoft.com/office/drawing/2014/main" id="{E203E8FD-B3AB-6579-E490-1C3801375B1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8DD2340-A53D-A93A-801D-9B73D6D4002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7893217-3942-F0EC-0D4F-A2F71DEEC2F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DE795DC-E850-AFA8-DC24-80840E94269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84582B1-B85C-354D-55CF-12E28DB93DB0}"/>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78AB98E1-1996-372F-2EAD-2036E5685026}"/>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6321A743-4400-C871-8F5A-2B8D638EB57A}"/>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10" name="TextBox 9">
            <a:extLst>
              <a:ext uri="{FF2B5EF4-FFF2-40B4-BE49-F238E27FC236}">
                <a16:creationId xmlns:a16="http://schemas.microsoft.com/office/drawing/2014/main" id="{95AE048C-CBA7-9938-F76E-F6F5708E65D4}"/>
              </a:ext>
            </a:extLst>
          </p:cNvPr>
          <p:cNvSpPr txBox="1"/>
          <p:nvPr/>
        </p:nvSpPr>
        <p:spPr>
          <a:xfrm>
            <a:off x="6654802" y="4408541"/>
            <a:ext cx="570089" cy="230832"/>
          </a:xfrm>
          <a:prstGeom prst="rect">
            <a:avLst/>
          </a:prstGeom>
          <a:noFill/>
        </p:spPr>
        <p:txBody>
          <a:bodyPr wrap="square" rtlCol="0">
            <a:spAutoFit/>
          </a:bodyPr>
          <a:lstStyle/>
          <a:p>
            <a:pPr algn="ctr"/>
            <a:r>
              <a:rPr lang="en-US" sz="900" dirty="0"/>
              <a:t>456789</a:t>
            </a:r>
          </a:p>
        </p:txBody>
      </p:sp>
      <p:sp>
        <p:nvSpPr>
          <p:cNvPr id="11" name="TextBox 10">
            <a:extLst>
              <a:ext uri="{FF2B5EF4-FFF2-40B4-BE49-F238E27FC236}">
                <a16:creationId xmlns:a16="http://schemas.microsoft.com/office/drawing/2014/main" id="{74A175B7-8EAA-C366-4DD5-BB8EDA462EBD}"/>
              </a:ext>
            </a:extLst>
          </p:cNvPr>
          <p:cNvSpPr txBox="1"/>
          <p:nvPr/>
        </p:nvSpPr>
        <p:spPr>
          <a:xfrm>
            <a:off x="6152446" y="4408541"/>
            <a:ext cx="570089" cy="230832"/>
          </a:xfrm>
          <a:prstGeom prst="rect">
            <a:avLst/>
          </a:prstGeom>
          <a:noFill/>
        </p:spPr>
        <p:txBody>
          <a:bodyPr wrap="square" rtlCol="0">
            <a:spAutoFit/>
          </a:bodyPr>
          <a:lstStyle/>
          <a:p>
            <a:pPr algn="ctr"/>
            <a:r>
              <a:rPr lang="en-US" sz="900" dirty="0"/>
              <a:t>46789</a:t>
            </a:r>
          </a:p>
        </p:txBody>
      </p:sp>
      <p:sp>
        <p:nvSpPr>
          <p:cNvPr id="12" name="TextBox 11">
            <a:extLst>
              <a:ext uri="{FF2B5EF4-FFF2-40B4-BE49-F238E27FC236}">
                <a16:creationId xmlns:a16="http://schemas.microsoft.com/office/drawing/2014/main" id="{B66C3168-4E0E-A936-8645-059CEB03F48B}"/>
              </a:ext>
            </a:extLst>
          </p:cNvPr>
          <p:cNvSpPr txBox="1"/>
          <p:nvPr/>
        </p:nvSpPr>
        <p:spPr>
          <a:xfrm>
            <a:off x="4143022" y="4408541"/>
            <a:ext cx="570089" cy="230832"/>
          </a:xfrm>
          <a:prstGeom prst="rect">
            <a:avLst/>
          </a:prstGeom>
          <a:noFill/>
        </p:spPr>
        <p:txBody>
          <a:bodyPr wrap="square" rtlCol="0">
            <a:spAutoFit/>
          </a:bodyPr>
          <a:lstStyle/>
          <a:p>
            <a:pPr algn="ctr"/>
            <a:r>
              <a:rPr lang="en-US" sz="900" dirty="0"/>
              <a:t>456789</a:t>
            </a:r>
          </a:p>
        </p:txBody>
      </p:sp>
      <p:sp>
        <p:nvSpPr>
          <p:cNvPr id="14" name="TextBox 13">
            <a:extLst>
              <a:ext uri="{FF2B5EF4-FFF2-40B4-BE49-F238E27FC236}">
                <a16:creationId xmlns:a16="http://schemas.microsoft.com/office/drawing/2014/main" id="{96CF197C-B1B6-96B5-C292-F2E6C5F2AB02}"/>
              </a:ext>
            </a:extLst>
          </p:cNvPr>
          <p:cNvSpPr txBox="1"/>
          <p:nvPr/>
        </p:nvSpPr>
        <p:spPr>
          <a:xfrm>
            <a:off x="5147734" y="4408541"/>
            <a:ext cx="570089" cy="230832"/>
          </a:xfrm>
          <a:prstGeom prst="rect">
            <a:avLst/>
          </a:prstGeom>
          <a:noFill/>
        </p:spPr>
        <p:txBody>
          <a:bodyPr wrap="square" rtlCol="0">
            <a:spAutoFit/>
          </a:bodyPr>
          <a:lstStyle/>
          <a:p>
            <a:pPr algn="ctr"/>
            <a:r>
              <a:rPr lang="en-US" sz="900" dirty="0"/>
              <a:t>46789</a:t>
            </a:r>
          </a:p>
        </p:txBody>
      </p:sp>
    </p:spTree>
    <p:extLst>
      <p:ext uri="{BB962C8B-B14F-4D97-AF65-F5344CB8AC3E}">
        <p14:creationId xmlns:p14="http://schemas.microsoft.com/office/powerpoint/2010/main" val="2786176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F0E7A-8F87-143B-1946-B4F8656C48C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031219-2B0A-933A-D847-5DE93984EA8A}"/>
              </a:ext>
            </a:extLst>
          </p:cNvPr>
          <p:cNvSpPr>
            <a:spLocks noGrp="1"/>
          </p:cNvSpPr>
          <p:nvPr>
            <p:ph sz="half" idx="1"/>
          </p:nvPr>
        </p:nvSpPr>
        <p:spPr/>
        <p:txBody>
          <a:bodyPr>
            <a:normAutofit lnSpcReduction="10000"/>
          </a:bodyPr>
          <a:lstStyle/>
          <a:p>
            <a:r>
              <a:rPr lang="en-US" dirty="0"/>
              <a:t>In the bottom center block, one of the remaining grey cells must be 3. The cells immediately above and below it must be 1 and 2. The cells at the X above must therefore be 4 and 6. Where does the 5 go? In Column 6, the only remaining place for a 5 would be on an X, which is not possible. Therefore, the 3 is in Column 4.</a:t>
            </a:r>
          </a:p>
        </p:txBody>
      </p:sp>
      <p:pic>
        <p:nvPicPr>
          <p:cNvPr id="4" name="Picture 3" descr="A grid of sudoku puzzle&#10;&#10;Description automatically generated">
            <a:extLst>
              <a:ext uri="{FF2B5EF4-FFF2-40B4-BE49-F238E27FC236}">
                <a16:creationId xmlns:a16="http://schemas.microsoft.com/office/drawing/2014/main" id="{271AC995-9269-6852-3E3B-4F21FF1AF4E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FCD893B-5E36-8AA4-F441-171F4F4007A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98CC3E7-CC11-AAFE-C347-CCF69205D87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C5A87B4-8CF6-8185-FB45-E39C0168829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E5595A2-43EF-75B5-75EF-B4980E2D2ABA}"/>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74EAC7FB-B5E7-CBF0-F052-8CD80942A0F9}"/>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F17CD788-D7FE-DA1F-59CE-9F462D55E8BD}"/>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10" name="TextBox 9">
            <a:extLst>
              <a:ext uri="{FF2B5EF4-FFF2-40B4-BE49-F238E27FC236}">
                <a16:creationId xmlns:a16="http://schemas.microsoft.com/office/drawing/2014/main" id="{E9D12600-FA6C-95A1-1F72-A9EC4F2C72DA}"/>
              </a:ext>
            </a:extLst>
          </p:cNvPr>
          <p:cNvSpPr txBox="1"/>
          <p:nvPr/>
        </p:nvSpPr>
        <p:spPr>
          <a:xfrm>
            <a:off x="6654802" y="4408541"/>
            <a:ext cx="570089" cy="230832"/>
          </a:xfrm>
          <a:prstGeom prst="rect">
            <a:avLst/>
          </a:prstGeom>
          <a:noFill/>
        </p:spPr>
        <p:txBody>
          <a:bodyPr wrap="square" rtlCol="0">
            <a:spAutoFit/>
          </a:bodyPr>
          <a:lstStyle/>
          <a:p>
            <a:pPr algn="ctr"/>
            <a:r>
              <a:rPr lang="en-US" sz="900" dirty="0"/>
              <a:t>456789</a:t>
            </a:r>
          </a:p>
        </p:txBody>
      </p:sp>
      <p:sp>
        <p:nvSpPr>
          <p:cNvPr id="11" name="TextBox 10">
            <a:extLst>
              <a:ext uri="{FF2B5EF4-FFF2-40B4-BE49-F238E27FC236}">
                <a16:creationId xmlns:a16="http://schemas.microsoft.com/office/drawing/2014/main" id="{A8536420-A5BA-65A2-D6C1-4C727D848EFF}"/>
              </a:ext>
            </a:extLst>
          </p:cNvPr>
          <p:cNvSpPr txBox="1"/>
          <p:nvPr/>
        </p:nvSpPr>
        <p:spPr>
          <a:xfrm>
            <a:off x="6152446" y="4408541"/>
            <a:ext cx="570089" cy="230832"/>
          </a:xfrm>
          <a:prstGeom prst="rect">
            <a:avLst/>
          </a:prstGeom>
          <a:noFill/>
        </p:spPr>
        <p:txBody>
          <a:bodyPr wrap="square" rtlCol="0">
            <a:spAutoFit/>
          </a:bodyPr>
          <a:lstStyle/>
          <a:p>
            <a:pPr algn="ctr"/>
            <a:r>
              <a:rPr lang="en-US" sz="900" dirty="0"/>
              <a:t>46789</a:t>
            </a:r>
          </a:p>
        </p:txBody>
      </p:sp>
      <p:sp>
        <p:nvSpPr>
          <p:cNvPr id="12" name="TextBox 11">
            <a:extLst>
              <a:ext uri="{FF2B5EF4-FFF2-40B4-BE49-F238E27FC236}">
                <a16:creationId xmlns:a16="http://schemas.microsoft.com/office/drawing/2014/main" id="{DE0F9539-18C8-AD1B-ED8D-4222FB1A29AF}"/>
              </a:ext>
            </a:extLst>
          </p:cNvPr>
          <p:cNvSpPr txBox="1"/>
          <p:nvPr/>
        </p:nvSpPr>
        <p:spPr>
          <a:xfrm>
            <a:off x="4143022" y="4408541"/>
            <a:ext cx="570089" cy="230832"/>
          </a:xfrm>
          <a:prstGeom prst="rect">
            <a:avLst/>
          </a:prstGeom>
          <a:noFill/>
        </p:spPr>
        <p:txBody>
          <a:bodyPr wrap="square" rtlCol="0">
            <a:spAutoFit/>
          </a:bodyPr>
          <a:lstStyle/>
          <a:p>
            <a:pPr algn="ctr"/>
            <a:r>
              <a:rPr lang="en-US" sz="900" dirty="0"/>
              <a:t>456789</a:t>
            </a:r>
          </a:p>
        </p:txBody>
      </p:sp>
      <p:sp>
        <p:nvSpPr>
          <p:cNvPr id="14" name="TextBox 13">
            <a:extLst>
              <a:ext uri="{FF2B5EF4-FFF2-40B4-BE49-F238E27FC236}">
                <a16:creationId xmlns:a16="http://schemas.microsoft.com/office/drawing/2014/main" id="{636A9830-ABA6-5808-0F97-16AF22E94063}"/>
              </a:ext>
            </a:extLst>
          </p:cNvPr>
          <p:cNvSpPr txBox="1"/>
          <p:nvPr/>
        </p:nvSpPr>
        <p:spPr>
          <a:xfrm>
            <a:off x="5147734" y="4408541"/>
            <a:ext cx="570089" cy="230832"/>
          </a:xfrm>
          <a:prstGeom prst="rect">
            <a:avLst/>
          </a:prstGeom>
          <a:noFill/>
        </p:spPr>
        <p:txBody>
          <a:bodyPr wrap="square" rtlCol="0">
            <a:spAutoFit/>
          </a:bodyPr>
          <a:lstStyle/>
          <a:p>
            <a:pPr algn="ctr"/>
            <a:r>
              <a:rPr lang="en-US" sz="900" dirty="0"/>
              <a:t>46789</a:t>
            </a:r>
          </a:p>
        </p:txBody>
      </p:sp>
      <p:sp>
        <p:nvSpPr>
          <p:cNvPr id="13" name="TextBox 12">
            <a:extLst>
              <a:ext uri="{FF2B5EF4-FFF2-40B4-BE49-F238E27FC236}">
                <a16:creationId xmlns:a16="http://schemas.microsoft.com/office/drawing/2014/main" id="{FC960219-2E5F-6C13-88A3-5ED935807C95}"/>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8022B2E3-672C-CEAC-CFBE-324B1D34AE6B}"/>
              </a:ext>
            </a:extLst>
          </p:cNvPr>
          <p:cNvSpPr txBox="1"/>
          <p:nvPr/>
        </p:nvSpPr>
        <p:spPr>
          <a:xfrm>
            <a:off x="4645378" y="3907597"/>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073C7749-0CEB-6A0D-A390-F8494797414F}"/>
              </a:ext>
            </a:extLst>
          </p:cNvPr>
          <p:cNvSpPr txBox="1"/>
          <p:nvPr/>
        </p:nvSpPr>
        <p:spPr>
          <a:xfrm>
            <a:off x="5650090" y="4408541"/>
            <a:ext cx="570089" cy="230832"/>
          </a:xfrm>
          <a:prstGeom prst="rect">
            <a:avLst/>
          </a:prstGeom>
          <a:noFill/>
        </p:spPr>
        <p:txBody>
          <a:bodyPr wrap="square" rtlCol="0">
            <a:spAutoFit/>
          </a:bodyPr>
          <a:lstStyle/>
          <a:p>
            <a:pPr algn="ctr"/>
            <a:r>
              <a:rPr lang="en-US" sz="900" dirty="0"/>
              <a:t>456789</a:t>
            </a:r>
          </a:p>
        </p:txBody>
      </p:sp>
      <p:sp>
        <p:nvSpPr>
          <p:cNvPr id="17" name="TextBox 16">
            <a:extLst>
              <a:ext uri="{FF2B5EF4-FFF2-40B4-BE49-F238E27FC236}">
                <a16:creationId xmlns:a16="http://schemas.microsoft.com/office/drawing/2014/main" id="{72DC04E5-6C37-C86E-C9E1-036E8410C729}"/>
              </a:ext>
            </a:extLst>
          </p:cNvPr>
          <p:cNvSpPr txBox="1"/>
          <p:nvPr/>
        </p:nvSpPr>
        <p:spPr>
          <a:xfrm>
            <a:off x="4645378" y="4909484"/>
            <a:ext cx="570089" cy="230832"/>
          </a:xfrm>
          <a:prstGeom prst="rect">
            <a:avLst/>
          </a:prstGeom>
          <a:noFill/>
        </p:spPr>
        <p:txBody>
          <a:bodyPr wrap="square" rtlCol="0">
            <a:spAutoFit/>
          </a:bodyPr>
          <a:lstStyle/>
          <a:p>
            <a:pPr algn="ctr"/>
            <a:r>
              <a:rPr lang="en-US" sz="900" dirty="0"/>
              <a:t>21</a:t>
            </a:r>
          </a:p>
        </p:txBody>
      </p:sp>
      <p:sp>
        <p:nvSpPr>
          <p:cNvPr id="18" name="TextBox 17">
            <a:extLst>
              <a:ext uri="{FF2B5EF4-FFF2-40B4-BE49-F238E27FC236}">
                <a16:creationId xmlns:a16="http://schemas.microsoft.com/office/drawing/2014/main" id="{7B2420A1-4928-954C-2C64-0EE1D0C2A354}"/>
              </a:ext>
            </a:extLst>
          </p:cNvPr>
          <p:cNvSpPr txBox="1"/>
          <p:nvPr/>
        </p:nvSpPr>
        <p:spPr>
          <a:xfrm>
            <a:off x="4645378" y="1903821"/>
            <a:ext cx="570089" cy="230832"/>
          </a:xfrm>
          <a:prstGeom prst="rect">
            <a:avLst/>
          </a:prstGeom>
          <a:noFill/>
        </p:spPr>
        <p:txBody>
          <a:bodyPr wrap="square" rtlCol="0">
            <a:spAutoFit/>
          </a:bodyPr>
          <a:lstStyle/>
          <a:p>
            <a:pPr algn="ctr"/>
            <a:r>
              <a:rPr lang="en-US" sz="900" dirty="0"/>
              <a:t>46</a:t>
            </a:r>
          </a:p>
        </p:txBody>
      </p:sp>
      <p:sp>
        <p:nvSpPr>
          <p:cNvPr id="19" name="TextBox 18">
            <a:extLst>
              <a:ext uri="{FF2B5EF4-FFF2-40B4-BE49-F238E27FC236}">
                <a16:creationId xmlns:a16="http://schemas.microsoft.com/office/drawing/2014/main" id="{559DC1D2-447D-8EAF-3BD9-1413992DFF88}"/>
              </a:ext>
            </a:extLst>
          </p:cNvPr>
          <p:cNvSpPr txBox="1"/>
          <p:nvPr/>
        </p:nvSpPr>
        <p:spPr>
          <a:xfrm>
            <a:off x="4645378" y="2404765"/>
            <a:ext cx="570089" cy="230832"/>
          </a:xfrm>
          <a:prstGeom prst="rect">
            <a:avLst/>
          </a:prstGeom>
          <a:noFill/>
        </p:spPr>
        <p:txBody>
          <a:bodyPr wrap="square" rtlCol="0">
            <a:spAutoFit/>
          </a:bodyPr>
          <a:lstStyle/>
          <a:p>
            <a:pPr algn="ctr"/>
            <a:r>
              <a:rPr lang="en-US" sz="900" dirty="0"/>
              <a:t>64</a:t>
            </a:r>
          </a:p>
        </p:txBody>
      </p:sp>
    </p:spTree>
    <p:extLst>
      <p:ext uri="{BB962C8B-B14F-4D97-AF65-F5344CB8AC3E}">
        <p14:creationId xmlns:p14="http://schemas.microsoft.com/office/powerpoint/2010/main" val="465838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3B488-A5C0-F961-384A-B719ECD218F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B5ABF2-26CC-33B7-0F7F-17709E67F56D}"/>
              </a:ext>
            </a:extLst>
          </p:cNvPr>
          <p:cNvSpPr>
            <a:spLocks noGrp="1"/>
          </p:cNvSpPr>
          <p:nvPr>
            <p:ph sz="half" idx="1"/>
          </p:nvPr>
        </p:nvSpPr>
        <p:spPr/>
        <p:txBody>
          <a:bodyPr>
            <a:normAutofit/>
          </a:bodyPr>
          <a:lstStyle/>
          <a:p>
            <a:r>
              <a:rPr lang="en-US" dirty="0"/>
              <a:t>In the bottom center block, the 9 must be in a grey cell (Row 8). (Were it in a white cell, there would be no larger value for the adjacent grey cell.)</a:t>
            </a:r>
          </a:p>
        </p:txBody>
      </p:sp>
      <p:pic>
        <p:nvPicPr>
          <p:cNvPr id="4" name="Picture 3" descr="A grid of sudoku puzzle&#10;&#10;Description automatically generated">
            <a:extLst>
              <a:ext uri="{FF2B5EF4-FFF2-40B4-BE49-F238E27FC236}">
                <a16:creationId xmlns:a16="http://schemas.microsoft.com/office/drawing/2014/main" id="{D0337C4F-A9B1-4552-9DC5-9E4D590C9C5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5FE8F58-ADAE-1136-A2A9-60F47087471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FE6775F-47FB-F093-E7A5-F290B613848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46FB521-8E1D-EF8B-5484-93DB7869A9A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3DE7DBE-67AF-A0B4-387C-00B760BA34E4}"/>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783E3654-4AB3-4BD2-068D-52FAA0BB052A}"/>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D547AAB0-EBCC-96D3-782D-D1044CCAB538}"/>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10" name="TextBox 9">
            <a:extLst>
              <a:ext uri="{FF2B5EF4-FFF2-40B4-BE49-F238E27FC236}">
                <a16:creationId xmlns:a16="http://schemas.microsoft.com/office/drawing/2014/main" id="{A06139FE-B1F5-8DE2-04B9-4623886BCEF7}"/>
              </a:ext>
            </a:extLst>
          </p:cNvPr>
          <p:cNvSpPr txBox="1"/>
          <p:nvPr/>
        </p:nvSpPr>
        <p:spPr>
          <a:xfrm>
            <a:off x="6654802" y="4408541"/>
            <a:ext cx="570089" cy="230832"/>
          </a:xfrm>
          <a:prstGeom prst="rect">
            <a:avLst/>
          </a:prstGeom>
          <a:noFill/>
        </p:spPr>
        <p:txBody>
          <a:bodyPr wrap="square" rtlCol="0">
            <a:spAutoFit/>
          </a:bodyPr>
          <a:lstStyle/>
          <a:p>
            <a:pPr algn="ctr"/>
            <a:r>
              <a:rPr lang="en-US" sz="900" dirty="0"/>
              <a:t>45678</a:t>
            </a:r>
          </a:p>
        </p:txBody>
      </p:sp>
      <p:sp>
        <p:nvSpPr>
          <p:cNvPr id="11" name="TextBox 10">
            <a:extLst>
              <a:ext uri="{FF2B5EF4-FFF2-40B4-BE49-F238E27FC236}">
                <a16:creationId xmlns:a16="http://schemas.microsoft.com/office/drawing/2014/main" id="{26214282-EBB7-A6FF-3650-912D09440AF9}"/>
              </a:ext>
            </a:extLst>
          </p:cNvPr>
          <p:cNvSpPr txBox="1"/>
          <p:nvPr/>
        </p:nvSpPr>
        <p:spPr>
          <a:xfrm>
            <a:off x="6152446" y="4408541"/>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4461790F-AE7A-3482-9DE4-9E4953818504}"/>
              </a:ext>
            </a:extLst>
          </p:cNvPr>
          <p:cNvSpPr txBox="1"/>
          <p:nvPr/>
        </p:nvSpPr>
        <p:spPr>
          <a:xfrm>
            <a:off x="4143022" y="4408541"/>
            <a:ext cx="570089" cy="230832"/>
          </a:xfrm>
          <a:prstGeom prst="rect">
            <a:avLst/>
          </a:prstGeom>
          <a:noFill/>
        </p:spPr>
        <p:txBody>
          <a:bodyPr wrap="square" rtlCol="0">
            <a:spAutoFit/>
          </a:bodyPr>
          <a:lstStyle/>
          <a:p>
            <a:pPr algn="ctr"/>
            <a:r>
              <a:rPr lang="en-US" sz="900" dirty="0"/>
              <a:t>45678</a:t>
            </a:r>
          </a:p>
        </p:txBody>
      </p:sp>
      <p:sp>
        <p:nvSpPr>
          <p:cNvPr id="14" name="TextBox 13">
            <a:extLst>
              <a:ext uri="{FF2B5EF4-FFF2-40B4-BE49-F238E27FC236}">
                <a16:creationId xmlns:a16="http://schemas.microsoft.com/office/drawing/2014/main" id="{035A9ECC-6A11-0A30-26F7-25E716EE453C}"/>
              </a:ext>
            </a:extLst>
          </p:cNvPr>
          <p:cNvSpPr txBox="1"/>
          <p:nvPr/>
        </p:nvSpPr>
        <p:spPr>
          <a:xfrm>
            <a:off x="5147734" y="4408541"/>
            <a:ext cx="570089" cy="230832"/>
          </a:xfrm>
          <a:prstGeom prst="rect">
            <a:avLst/>
          </a:prstGeom>
          <a:noFill/>
        </p:spPr>
        <p:txBody>
          <a:bodyPr wrap="square" rtlCol="0">
            <a:spAutoFit/>
          </a:bodyPr>
          <a:lstStyle/>
          <a:p>
            <a:pPr algn="ctr"/>
            <a:r>
              <a:rPr lang="en-US" sz="900" dirty="0"/>
              <a:t>46789</a:t>
            </a:r>
          </a:p>
        </p:txBody>
      </p:sp>
      <p:sp>
        <p:nvSpPr>
          <p:cNvPr id="13" name="TextBox 12">
            <a:extLst>
              <a:ext uri="{FF2B5EF4-FFF2-40B4-BE49-F238E27FC236}">
                <a16:creationId xmlns:a16="http://schemas.microsoft.com/office/drawing/2014/main" id="{08331652-A87F-07EF-076E-28B676C59F79}"/>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304AE1D9-E080-93BB-E7E6-1BB7F4220F61}"/>
              </a:ext>
            </a:extLst>
          </p:cNvPr>
          <p:cNvSpPr txBox="1"/>
          <p:nvPr/>
        </p:nvSpPr>
        <p:spPr>
          <a:xfrm>
            <a:off x="4645378" y="3907597"/>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18623CAC-0941-AA7E-4E7C-EC8662EB91D1}"/>
              </a:ext>
            </a:extLst>
          </p:cNvPr>
          <p:cNvSpPr txBox="1"/>
          <p:nvPr/>
        </p:nvSpPr>
        <p:spPr>
          <a:xfrm>
            <a:off x="5650090" y="4408541"/>
            <a:ext cx="570089" cy="230832"/>
          </a:xfrm>
          <a:prstGeom prst="rect">
            <a:avLst/>
          </a:prstGeom>
          <a:noFill/>
        </p:spPr>
        <p:txBody>
          <a:bodyPr wrap="square" rtlCol="0">
            <a:spAutoFit/>
          </a:bodyPr>
          <a:lstStyle/>
          <a:p>
            <a:pPr algn="ctr"/>
            <a:r>
              <a:rPr lang="en-US" sz="900" dirty="0"/>
              <a:t>456789</a:t>
            </a:r>
          </a:p>
        </p:txBody>
      </p:sp>
      <p:sp>
        <p:nvSpPr>
          <p:cNvPr id="17" name="TextBox 16">
            <a:extLst>
              <a:ext uri="{FF2B5EF4-FFF2-40B4-BE49-F238E27FC236}">
                <a16:creationId xmlns:a16="http://schemas.microsoft.com/office/drawing/2014/main" id="{6116E0F4-3408-E6DA-E61E-9938AE57B1FA}"/>
              </a:ext>
            </a:extLst>
          </p:cNvPr>
          <p:cNvSpPr txBox="1"/>
          <p:nvPr/>
        </p:nvSpPr>
        <p:spPr>
          <a:xfrm>
            <a:off x="4645378" y="4909484"/>
            <a:ext cx="570089" cy="230832"/>
          </a:xfrm>
          <a:prstGeom prst="rect">
            <a:avLst/>
          </a:prstGeom>
          <a:noFill/>
        </p:spPr>
        <p:txBody>
          <a:bodyPr wrap="square" rtlCol="0">
            <a:spAutoFit/>
          </a:bodyPr>
          <a:lstStyle/>
          <a:p>
            <a:pPr algn="ctr"/>
            <a:r>
              <a:rPr lang="en-US" sz="900" dirty="0"/>
              <a:t>21</a:t>
            </a:r>
          </a:p>
        </p:txBody>
      </p:sp>
      <p:sp>
        <p:nvSpPr>
          <p:cNvPr id="18" name="TextBox 17">
            <a:extLst>
              <a:ext uri="{FF2B5EF4-FFF2-40B4-BE49-F238E27FC236}">
                <a16:creationId xmlns:a16="http://schemas.microsoft.com/office/drawing/2014/main" id="{73F05F59-2514-8312-ABBD-CA58567D048C}"/>
              </a:ext>
            </a:extLst>
          </p:cNvPr>
          <p:cNvSpPr txBox="1"/>
          <p:nvPr/>
        </p:nvSpPr>
        <p:spPr>
          <a:xfrm>
            <a:off x="4645378" y="1903821"/>
            <a:ext cx="570089" cy="230832"/>
          </a:xfrm>
          <a:prstGeom prst="rect">
            <a:avLst/>
          </a:prstGeom>
          <a:noFill/>
        </p:spPr>
        <p:txBody>
          <a:bodyPr wrap="square" rtlCol="0">
            <a:spAutoFit/>
          </a:bodyPr>
          <a:lstStyle/>
          <a:p>
            <a:pPr algn="ctr"/>
            <a:r>
              <a:rPr lang="en-US" sz="900" dirty="0"/>
              <a:t>46</a:t>
            </a:r>
          </a:p>
        </p:txBody>
      </p:sp>
      <p:sp>
        <p:nvSpPr>
          <p:cNvPr id="19" name="TextBox 18">
            <a:extLst>
              <a:ext uri="{FF2B5EF4-FFF2-40B4-BE49-F238E27FC236}">
                <a16:creationId xmlns:a16="http://schemas.microsoft.com/office/drawing/2014/main" id="{D551E814-B067-6307-A57F-EB5FC57D3AD6}"/>
              </a:ext>
            </a:extLst>
          </p:cNvPr>
          <p:cNvSpPr txBox="1"/>
          <p:nvPr/>
        </p:nvSpPr>
        <p:spPr>
          <a:xfrm>
            <a:off x="4645378" y="2404765"/>
            <a:ext cx="570089" cy="230832"/>
          </a:xfrm>
          <a:prstGeom prst="rect">
            <a:avLst/>
          </a:prstGeom>
          <a:noFill/>
        </p:spPr>
        <p:txBody>
          <a:bodyPr wrap="square" rtlCol="0">
            <a:spAutoFit/>
          </a:bodyPr>
          <a:lstStyle/>
          <a:p>
            <a:pPr algn="ctr"/>
            <a:r>
              <a:rPr lang="en-US" sz="900" dirty="0"/>
              <a:t>64</a:t>
            </a:r>
          </a:p>
        </p:txBody>
      </p:sp>
    </p:spTree>
    <p:extLst>
      <p:ext uri="{BB962C8B-B14F-4D97-AF65-F5344CB8AC3E}">
        <p14:creationId xmlns:p14="http://schemas.microsoft.com/office/powerpoint/2010/main" val="3485717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B6120-6E2A-2614-8E4D-3B924199AD9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34D50D0-256D-E2B3-7139-3E90C8DFE67B}"/>
              </a:ext>
            </a:extLst>
          </p:cNvPr>
          <p:cNvSpPr>
            <a:spLocks noGrp="1"/>
          </p:cNvSpPr>
          <p:nvPr>
            <p:ph sz="half" idx="1"/>
          </p:nvPr>
        </p:nvSpPr>
        <p:spPr/>
        <p:txBody>
          <a:bodyPr>
            <a:normAutofit/>
          </a:bodyPr>
          <a:lstStyle/>
          <a:p>
            <a:r>
              <a:rPr lang="en-US" dirty="0"/>
              <a:t>Complete the X.</a:t>
            </a:r>
          </a:p>
        </p:txBody>
      </p:sp>
      <p:pic>
        <p:nvPicPr>
          <p:cNvPr id="4" name="Picture 3" descr="A grid of sudoku puzzle&#10;&#10;Description automatically generated">
            <a:extLst>
              <a:ext uri="{FF2B5EF4-FFF2-40B4-BE49-F238E27FC236}">
                <a16:creationId xmlns:a16="http://schemas.microsoft.com/office/drawing/2014/main" id="{2E6C5B29-EEAF-7F56-E57F-20A7845C6D9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523AF98-6A0A-EC0F-167D-B015E785574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516C4E2-E7D1-DE2E-AC98-DB802228251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375C7C9-BDB2-E71A-8E33-A37DA59B9C2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50F6A1E-4476-D37A-10AF-BB9EFD60A1E6}"/>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F61A9EF4-6E02-1808-7616-C34A01CBEE38}"/>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07F01E65-ACF6-9E9D-6F5B-5DFBADD0FFAF}"/>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10" name="TextBox 9">
            <a:extLst>
              <a:ext uri="{FF2B5EF4-FFF2-40B4-BE49-F238E27FC236}">
                <a16:creationId xmlns:a16="http://schemas.microsoft.com/office/drawing/2014/main" id="{ECF1854F-A6B5-C9FF-3800-C24E8E2D1B86}"/>
              </a:ext>
            </a:extLst>
          </p:cNvPr>
          <p:cNvSpPr txBox="1"/>
          <p:nvPr/>
        </p:nvSpPr>
        <p:spPr>
          <a:xfrm>
            <a:off x="6654802" y="4408541"/>
            <a:ext cx="570089" cy="230832"/>
          </a:xfrm>
          <a:prstGeom prst="rect">
            <a:avLst/>
          </a:prstGeom>
          <a:noFill/>
        </p:spPr>
        <p:txBody>
          <a:bodyPr wrap="square" rtlCol="0">
            <a:spAutoFit/>
          </a:bodyPr>
          <a:lstStyle/>
          <a:p>
            <a:pPr algn="ctr"/>
            <a:r>
              <a:rPr lang="en-US" sz="900" dirty="0"/>
              <a:t>45678</a:t>
            </a:r>
          </a:p>
        </p:txBody>
      </p:sp>
      <p:sp>
        <p:nvSpPr>
          <p:cNvPr id="11" name="TextBox 10">
            <a:extLst>
              <a:ext uri="{FF2B5EF4-FFF2-40B4-BE49-F238E27FC236}">
                <a16:creationId xmlns:a16="http://schemas.microsoft.com/office/drawing/2014/main" id="{711A012B-EACA-68E4-0881-9B6AE93B2FAE}"/>
              </a:ext>
            </a:extLst>
          </p:cNvPr>
          <p:cNvSpPr txBox="1"/>
          <p:nvPr/>
        </p:nvSpPr>
        <p:spPr>
          <a:xfrm>
            <a:off x="6152446" y="4408541"/>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EF4EBE88-D853-0BAC-8F29-C23F1AC5646B}"/>
              </a:ext>
            </a:extLst>
          </p:cNvPr>
          <p:cNvSpPr txBox="1"/>
          <p:nvPr/>
        </p:nvSpPr>
        <p:spPr>
          <a:xfrm>
            <a:off x="4143022" y="4408541"/>
            <a:ext cx="570089" cy="230832"/>
          </a:xfrm>
          <a:prstGeom prst="rect">
            <a:avLst/>
          </a:prstGeom>
          <a:noFill/>
        </p:spPr>
        <p:txBody>
          <a:bodyPr wrap="square" rtlCol="0">
            <a:spAutoFit/>
          </a:bodyPr>
          <a:lstStyle/>
          <a:p>
            <a:pPr algn="ctr"/>
            <a:r>
              <a:rPr lang="en-US" sz="900" dirty="0"/>
              <a:t>45678</a:t>
            </a:r>
          </a:p>
        </p:txBody>
      </p:sp>
      <p:sp>
        <p:nvSpPr>
          <p:cNvPr id="14" name="TextBox 13">
            <a:extLst>
              <a:ext uri="{FF2B5EF4-FFF2-40B4-BE49-F238E27FC236}">
                <a16:creationId xmlns:a16="http://schemas.microsoft.com/office/drawing/2014/main" id="{BD4F499A-4BF4-B5A3-5E54-622DD23F1AEA}"/>
              </a:ext>
            </a:extLst>
          </p:cNvPr>
          <p:cNvSpPr txBox="1"/>
          <p:nvPr/>
        </p:nvSpPr>
        <p:spPr>
          <a:xfrm>
            <a:off x="5147734" y="4408541"/>
            <a:ext cx="570089" cy="230832"/>
          </a:xfrm>
          <a:prstGeom prst="rect">
            <a:avLst/>
          </a:prstGeom>
          <a:noFill/>
        </p:spPr>
        <p:txBody>
          <a:bodyPr wrap="square" rtlCol="0">
            <a:spAutoFit/>
          </a:bodyPr>
          <a:lstStyle/>
          <a:p>
            <a:pPr algn="ctr"/>
            <a:r>
              <a:rPr lang="en-US" sz="900" dirty="0"/>
              <a:t>46789</a:t>
            </a:r>
          </a:p>
        </p:txBody>
      </p:sp>
      <p:sp>
        <p:nvSpPr>
          <p:cNvPr id="13" name="TextBox 12">
            <a:extLst>
              <a:ext uri="{FF2B5EF4-FFF2-40B4-BE49-F238E27FC236}">
                <a16:creationId xmlns:a16="http://schemas.microsoft.com/office/drawing/2014/main" id="{97E435DF-A668-B105-BDAA-FCE392348C87}"/>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4D496287-BFF1-ED0F-0885-507D61E34B3A}"/>
              </a:ext>
            </a:extLst>
          </p:cNvPr>
          <p:cNvSpPr txBox="1"/>
          <p:nvPr/>
        </p:nvSpPr>
        <p:spPr>
          <a:xfrm>
            <a:off x="4645378" y="3907597"/>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D1B77DD4-CFAD-ECF3-3B3B-C58D5DE12327}"/>
              </a:ext>
            </a:extLst>
          </p:cNvPr>
          <p:cNvSpPr txBox="1"/>
          <p:nvPr/>
        </p:nvSpPr>
        <p:spPr>
          <a:xfrm>
            <a:off x="5650090" y="4408541"/>
            <a:ext cx="570089" cy="230832"/>
          </a:xfrm>
          <a:prstGeom prst="rect">
            <a:avLst/>
          </a:prstGeom>
          <a:noFill/>
        </p:spPr>
        <p:txBody>
          <a:bodyPr wrap="square" rtlCol="0">
            <a:spAutoFit/>
          </a:bodyPr>
          <a:lstStyle/>
          <a:p>
            <a:pPr algn="ctr"/>
            <a:r>
              <a:rPr lang="en-US" sz="900" dirty="0"/>
              <a:t>456789</a:t>
            </a:r>
          </a:p>
        </p:txBody>
      </p:sp>
      <p:sp>
        <p:nvSpPr>
          <p:cNvPr id="17" name="TextBox 16">
            <a:extLst>
              <a:ext uri="{FF2B5EF4-FFF2-40B4-BE49-F238E27FC236}">
                <a16:creationId xmlns:a16="http://schemas.microsoft.com/office/drawing/2014/main" id="{58B311DD-6B70-11F3-78F3-614DA93578C8}"/>
              </a:ext>
            </a:extLst>
          </p:cNvPr>
          <p:cNvSpPr txBox="1"/>
          <p:nvPr/>
        </p:nvSpPr>
        <p:spPr>
          <a:xfrm>
            <a:off x="4645378" y="4909484"/>
            <a:ext cx="570089" cy="230832"/>
          </a:xfrm>
          <a:prstGeom prst="rect">
            <a:avLst/>
          </a:prstGeom>
          <a:noFill/>
        </p:spPr>
        <p:txBody>
          <a:bodyPr wrap="square" rtlCol="0">
            <a:spAutoFit/>
          </a:bodyPr>
          <a:lstStyle/>
          <a:p>
            <a:pPr algn="ctr"/>
            <a:r>
              <a:rPr lang="en-US" sz="900" dirty="0"/>
              <a:t>21</a:t>
            </a:r>
          </a:p>
        </p:txBody>
      </p:sp>
      <p:sp>
        <p:nvSpPr>
          <p:cNvPr id="18" name="TextBox 17">
            <a:extLst>
              <a:ext uri="{FF2B5EF4-FFF2-40B4-BE49-F238E27FC236}">
                <a16:creationId xmlns:a16="http://schemas.microsoft.com/office/drawing/2014/main" id="{39867363-7401-90F8-0E70-8C7DAE94AA7E}"/>
              </a:ext>
            </a:extLst>
          </p:cNvPr>
          <p:cNvSpPr txBox="1"/>
          <p:nvPr/>
        </p:nvSpPr>
        <p:spPr>
          <a:xfrm>
            <a:off x="4645378" y="1903821"/>
            <a:ext cx="570089" cy="230832"/>
          </a:xfrm>
          <a:prstGeom prst="rect">
            <a:avLst/>
          </a:prstGeom>
          <a:noFill/>
        </p:spPr>
        <p:txBody>
          <a:bodyPr wrap="square" rtlCol="0">
            <a:spAutoFit/>
          </a:bodyPr>
          <a:lstStyle/>
          <a:p>
            <a:pPr algn="ctr"/>
            <a:r>
              <a:rPr lang="en-US" sz="900" dirty="0"/>
              <a:t>46</a:t>
            </a:r>
          </a:p>
        </p:txBody>
      </p:sp>
      <p:sp>
        <p:nvSpPr>
          <p:cNvPr id="19" name="TextBox 18">
            <a:extLst>
              <a:ext uri="{FF2B5EF4-FFF2-40B4-BE49-F238E27FC236}">
                <a16:creationId xmlns:a16="http://schemas.microsoft.com/office/drawing/2014/main" id="{181F42E5-77F9-1773-488D-912CAD7976EA}"/>
              </a:ext>
            </a:extLst>
          </p:cNvPr>
          <p:cNvSpPr txBox="1"/>
          <p:nvPr/>
        </p:nvSpPr>
        <p:spPr>
          <a:xfrm>
            <a:off x="4645378" y="2404765"/>
            <a:ext cx="570089" cy="230832"/>
          </a:xfrm>
          <a:prstGeom prst="rect">
            <a:avLst/>
          </a:prstGeom>
          <a:noFill/>
        </p:spPr>
        <p:txBody>
          <a:bodyPr wrap="square" rtlCol="0">
            <a:spAutoFit/>
          </a:bodyPr>
          <a:lstStyle/>
          <a:p>
            <a:pPr algn="ctr"/>
            <a:r>
              <a:rPr lang="en-US" sz="900" dirty="0"/>
              <a:t>64</a:t>
            </a:r>
          </a:p>
        </p:txBody>
      </p:sp>
      <p:sp>
        <p:nvSpPr>
          <p:cNvPr id="20" name="TextBox 19">
            <a:extLst>
              <a:ext uri="{FF2B5EF4-FFF2-40B4-BE49-F238E27FC236}">
                <a16:creationId xmlns:a16="http://schemas.microsoft.com/office/drawing/2014/main" id="{3117E367-A2C3-FAC3-35B9-3A5FC2052180}"/>
              </a:ext>
            </a:extLst>
          </p:cNvPr>
          <p:cNvSpPr txBox="1"/>
          <p:nvPr/>
        </p:nvSpPr>
        <p:spPr>
          <a:xfrm>
            <a:off x="5147734" y="4909484"/>
            <a:ext cx="570089" cy="230832"/>
          </a:xfrm>
          <a:prstGeom prst="rect">
            <a:avLst/>
          </a:prstGeom>
          <a:noFill/>
        </p:spPr>
        <p:txBody>
          <a:bodyPr wrap="square" rtlCol="0">
            <a:spAutoFit/>
          </a:bodyPr>
          <a:lstStyle/>
          <a:p>
            <a:pPr algn="ctr"/>
            <a:r>
              <a:rPr lang="en-US" sz="900" dirty="0"/>
              <a:t>89</a:t>
            </a:r>
          </a:p>
        </p:txBody>
      </p:sp>
    </p:spTree>
    <p:extLst>
      <p:ext uri="{BB962C8B-B14F-4D97-AF65-F5344CB8AC3E}">
        <p14:creationId xmlns:p14="http://schemas.microsoft.com/office/powerpoint/2010/main" val="1374872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30ED2-B40B-08FC-C0CA-C62BEB472F5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C25067C-6CCF-2F7B-3828-D4B796FE53D2}"/>
              </a:ext>
            </a:extLst>
          </p:cNvPr>
          <p:cNvSpPr>
            <a:spLocks noGrp="1"/>
          </p:cNvSpPr>
          <p:nvPr>
            <p:ph sz="half" idx="1"/>
          </p:nvPr>
        </p:nvSpPr>
        <p:spPr/>
        <p:txBody>
          <a:bodyPr>
            <a:normAutofit/>
          </a:bodyPr>
          <a:lstStyle/>
          <a:p>
            <a:r>
              <a:rPr lang="en-US" dirty="0"/>
              <a:t>9 is not possible on the X because 9 is in a grey cell.</a:t>
            </a:r>
          </a:p>
        </p:txBody>
      </p:sp>
      <p:pic>
        <p:nvPicPr>
          <p:cNvPr id="4" name="Picture 3" descr="A grid of sudoku puzzle&#10;&#10;Description automatically generated">
            <a:extLst>
              <a:ext uri="{FF2B5EF4-FFF2-40B4-BE49-F238E27FC236}">
                <a16:creationId xmlns:a16="http://schemas.microsoft.com/office/drawing/2014/main" id="{A9A5FAA9-5EE2-941F-DADA-176976ED2AD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E39315A-E2D9-5B8F-9030-DFF4D94790D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BA046B9-F4A4-EE2C-EA6D-2D91C7B0637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BF6231C-66E6-8767-D541-4E2955DADB3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063204A-725F-E672-18CE-B8661A1DB6ED}"/>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7D939714-CE75-B9B4-57D9-A50983885D82}"/>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C6B09F31-478B-E3C7-DD5A-B2C21838E673}"/>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10" name="TextBox 9">
            <a:extLst>
              <a:ext uri="{FF2B5EF4-FFF2-40B4-BE49-F238E27FC236}">
                <a16:creationId xmlns:a16="http://schemas.microsoft.com/office/drawing/2014/main" id="{F636A610-AAE0-25F1-73E4-849C4B8B269D}"/>
              </a:ext>
            </a:extLst>
          </p:cNvPr>
          <p:cNvSpPr txBox="1"/>
          <p:nvPr/>
        </p:nvSpPr>
        <p:spPr>
          <a:xfrm>
            <a:off x="6654802" y="4408541"/>
            <a:ext cx="570089" cy="230832"/>
          </a:xfrm>
          <a:prstGeom prst="rect">
            <a:avLst/>
          </a:prstGeom>
          <a:noFill/>
        </p:spPr>
        <p:txBody>
          <a:bodyPr wrap="square" rtlCol="0">
            <a:spAutoFit/>
          </a:bodyPr>
          <a:lstStyle/>
          <a:p>
            <a:pPr algn="ctr"/>
            <a:r>
              <a:rPr lang="en-US" sz="900" dirty="0"/>
              <a:t>45678</a:t>
            </a:r>
          </a:p>
        </p:txBody>
      </p:sp>
      <p:sp>
        <p:nvSpPr>
          <p:cNvPr id="11" name="TextBox 10">
            <a:extLst>
              <a:ext uri="{FF2B5EF4-FFF2-40B4-BE49-F238E27FC236}">
                <a16:creationId xmlns:a16="http://schemas.microsoft.com/office/drawing/2014/main" id="{B70437D3-984D-2F50-4C51-2DC51BAC3EB4}"/>
              </a:ext>
            </a:extLst>
          </p:cNvPr>
          <p:cNvSpPr txBox="1"/>
          <p:nvPr/>
        </p:nvSpPr>
        <p:spPr>
          <a:xfrm>
            <a:off x="6152446" y="4408541"/>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02610FDE-AC04-211C-846C-34514A137623}"/>
              </a:ext>
            </a:extLst>
          </p:cNvPr>
          <p:cNvSpPr txBox="1"/>
          <p:nvPr/>
        </p:nvSpPr>
        <p:spPr>
          <a:xfrm>
            <a:off x="4143022" y="4408541"/>
            <a:ext cx="570089" cy="230832"/>
          </a:xfrm>
          <a:prstGeom prst="rect">
            <a:avLst/>
          </a:prstGeom>
          <a:noFill/>
        </p:spPr>
        <p:txBody>
          <a:bodyPr wrap="square" rtlCol="0">
            <a:spAutoFit/>
          </a:bodyPr>
          <a:lstStyle/>
          <a:p>
            <a:pPr algn="ctr"/>
            <a:r>
              <a:rPr lang="en-US" sz="900" dirty="0"/>
              <a:t>45678</a:t>
            </a:r>
          </a:p>
        </p:txBody>
      </p:sp>
      <p:sp>
        <p:nvSpPr>
          <p:cNvPr id="14" name="TextBox 13">
            <a:extLst>
              <a:ext uri="{FF2B5EF4-FFF2-40B4-BE49-F238E27FC236}">
                <a16:creationId xmlns:a16="http://schemas.microsoft.com/office/drawing/2014/main" id="{BF62130C-4CFE-0DE8-AC98-42BB85E44FA1}"/>
              </a:ext>
            </a:extLst>
          </p:cNvPr>
          <p:cNvSpPr txBox="1"/>
          <p:nvPr/>
        </p:nvSpPr>
        <p:spPr>
          <a:xfrm>
            <a:off x="5147734" y="4408541"/>
            <a:ext cx="570089" cy="230832"/>
          </a:xfrm>
          <a:prstGeom prst="rect">
            <a:avLst/>
          </a:prstGeom>
          <a:noFill/>
        </p:spPr>
        <p:txBody>
          <a:bodyPr wrap="square" rtlCol="0">
            <a:spAutoFit/>
          </a:bodyPr>
          <a:lstStyle/>
          <a:p>
            <a:pPr algn="ctr"/>
            <a:r>
              <a:rPr lang="en-US" sz="900" dirty="0"/>
              <a:t>46789</a:t>
            </a:r>
          </a:p>
        </p:txBody>
      </p:sp>
      <p:sp>
        <p:nvSpPr>
          <p:cNvPr id="13" name="TextBox 12">
            <a:extLst>
              <a:ext uri="{FF2B5EF4-FFF2-40B4-BE49-F238E27FC236}">
                <a16:creationId xmlns:a16="http://schemas.microsoft.com/office/drawing/2014/main" id="{37BA5439-E77D-B4EE-5805-69F9CD098B9D}"/>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37066009-2529-78C1-9906-7958F5BA93D6}"/>
              </a:ext>
            </a:extLst>
          </p:cNvPr>
          <p:cNvSpPr txBox="1"/>
          <p:nvPr/>
        </p:nvSpPr>
        <p:spPr>
          <a:xfrm>
            <a:off x="5650090" y="4408541"/>
            <a:ext cx="570089" cy="230832"/>
          </a:xfrm>
          <a:prstGeom prst="rect">
            <a:avLst/>
          </a:prstGeom>
          <a:noFill/>
        </p:spPr>
        <p:txBody>
          <a:bodyPr wrap="square" rtlCol="0">
            <a:spAutoFit/>
          </a:bodyPr>
          <a:lstStyle/>
          <a:p>
            <a:pPr algn="ctr"/>
            <a:r>
              <a:rPr lang="en-US" sz="900" dirty="0"/>
              <a:t>456789</a:t>
            </a:r>
          </a:p>
        </p:txBody>
      </p:sp>
      <p:sp>
        <p:nvSpPr>
          <p:cNvPr id="18" name="TextBox 17">
            <a:extLst>
              <a:ext uri="{FF2B5EF4-FFF2-40B4-BE49-F238E27FC236}">
                <a16:creationId xmlns:a16="http://schemas.microsoft.com/office/drawing/2014/main" id="{7597A483-223C-5714-81FA-02CF3FC2DE08}"/>
              </a:ext>
            </a:extLst>
          </p:cNvPr>
          <p:cNvSpPr txBox="1"/>
          <p:nvPr/>
        </p:nvSpPr>
        <p:spPr>
          <a:xfrm>
            <a:off x="4645378" y="1903821"/>
            <a:ext cx="570089" cy="230832"/>
          </a:xfrm>
          <a:prstGeom prst="rect">
            <a:avLst/>
          </a:prstGeom>
          <a:noFill/>
        </p:spPr>
        <p:txBody>
          <a:bodyPr wrap="square" rtlCol="0">
            <a:spAutoFit/>
          </a:bodyPr>
          <a:lstStyle/>
          <a:p>
            <a:pPr algn="ctr"/>
            <a:r>
              <a:rPr lang="en-US" sz="900" dirty="0"/>
              <a:t>46</a:t>
            </a:r>
          </a:p>
        </p:txBody>
      </p:sp>
      <p:sp>
        <p:nvSpPr>
          <p:cNvPr id="19" name="TextBox 18">
            <a:extLst>
              <a:ext uri="{FF2B5EF4-FFF2-40B4-BE49-F238E27FC236}">
                <a16:creationId xmlns:a16="http://schemas.microsoft.com/office/drawing/2014/main" id="{4BF96C56-12BF-B885-0B75-8AF4FC4D1C4C}"/>
              </a:ext>
            </a:extLst>
          </p:cNvPr>
          <p:cNvSpPr txBox="1"/>
          <p:nvPr/>
        </p:nvSpPr>
        <p:spPr>
          <a:xfrm>
            <a:off x="4645378" y="2404765"/>
            <a:ext cx="570089" cy="230832"/>
          </a:xfrm>
          <a:prstGeom prst="rect">
            <a:avLst/>
          </a:prstGeom>
          <a:noFill/>
        </p:spPr>
        <p:txBody>
          <a:bodyPr wrap="square" rtlCol="0">
            <a:spAutoFit/>
          </a:bodyPr>
          <a:lstStyle/>
          <a:p>
            <a:pPr algn="ctr"/>
            <a:r>
              <a:rPr lang="en-US" sz="900" dirty="0"/>
              <a:t>64</a:t>
            </a:r>
          </a:p>
        </p:txBody>
      </p:sp>
      <p:sp>
        <p:nvSpPr>
          <p:cNvPr id="21" name="TextBox 20">
            <a:extLst>
              <a:ext uri="{FF2B5EF4-FFF2-40B4-BE49-F238E27FC236}">
                <a16:creationId xmlns:a16="http://schemas.microsoft.com/office/drawing/2014/main" id="{3535E969-9CFC-B41E-F433-6AF0A4426344}"/>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F1B9D772-21DF-508C-C12C-D1B250681D96}"/>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AE16F8B8-17CA-44D6-9891-FAF51B37A591}"/>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655064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0CC1D-6D28-9ABB-95A9-EAF70EFF975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EA3316-00F7-2572-CCBD-D354F724304A}"/>
              </a:ext>
            </a:extLst>
          </p:cNvPr>
          <p:cNvSpPr>
            <a:spLocks noGrp="1"/>
          </p:cNvSpPr>
          <p:nvPr>
            <p:ph sz="half" idx="1"/>
          </p:nvPr>
        </p:nvSpPr>
        <p:spPr/>
        <p:txBody>
          <a:bodyPr>
            <a:normAutofit/>
          </a:bodyPr>
          <a:lstStyle/>
          <a:p>
            <a:r>
              <a:rPr lang="en-US" dirty="0"/>
              <a:t>The only value greater than 8 is 9.</a:t>
            </a:r>
          </a:p>
          <a:p>
            <a:r>
              <a:rPr lang="en-US" dirty="0"/>
              <a:t>And reduce.</a:t>
            </a:r>
          </a:p>
        </p:txBody>
      </p:sp>
      <p:pic>
        <p:nvPicPr>
          <p:cNvPr id="4" name="Picture 3" descr="A grid of sudoku puzzle&#10;&#10;Description automatically generated">
            <a:extLst>
              <a:ext uri="{FF2B5EF4-FFF2-40B4-BE49-F238E27FC236}">
                <a16:creationId xmlns:a16="http://schemas.microsoft.com/office/drawing/2014/main" id="{A917F969-48C1-5385-25C5-E067165D6C5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7A0BB79-16B6-016A-FB65-85C11AE72B4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8084D37-6693-55B4-8CF6-5486E2ECB22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A4FD875-4D1F-F4FC-229C-CA4E2231A13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EDC8DA0-E79B-D17F-E5F6-E2BECA3F3254}"/>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3BC0647B-9764-D298-AA63-7F4E0C25A9F1}"/>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19F6E815-D6CD-656C-2750-CD83933CE4FB}"/>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10" name="TextBox 9">
            <a:extLst>
              <a:ext uri="{FF2B5EF4-FFF2-40B4-BE49-F238E27FC236}">
                <a16:creationId xmlns:a16="http://schemas.microsoft.com/office/drawing/2014/main" id="{62898961-51F0-C51C-9C01-D2EC7AEF0AD6}"/>
              </a:ext>
            </a:extLst>
          </p:cNvPr>
          <p:cNvSpPr txBox="1"/>
          <p:nvPr/>
        </p:nvSpPr>
        <p:spPr>
          <a:xfrm>
            <a:off x="6654802" y="4408541"/>
            <a:ext cx="570089" cy="230832"/>
          </a:xfrm>
          <a:prstGeom prst="rect">
            <a:avLst/>
          </a:prstGeom>
          <a:noFill/>
        </p:spPr>
        <p:txBody>
          <a:bodyPr wrap="square" rtlCol="0">
            <a:spAutoFit/>
          </a:bodyPr>
          <a:lstStyle/>
          <a:p>
            <a:pPr algn="ctr"/>
            <a:r>
              <a:rPr lang="en-US" sz="900" dirty="0"/>
              <a:t>45678</a:t>
            </a:r>
          </a:p>
        </p:txBody>
      </p:sp>
      <p:sp>
        <p:nvSpPr>
          <p:cNvPr id="11" name="TextBox 10">
            <a:extLst>
              <a:ext uri="{FF2B5EF4-FFF2-40B4-BE49-F238E27FC236}">
                <a16:creationId xmlns:a16="http://schemas.microsoft.com/office/drawing/2014/main" id="{6FD59FF0-1E0C-542B-77A5-AA9A315E229F}"/>
              </a:ext>
            </a:extLst>
          </p:cNvPr>
          <p:cNvSpPr txBox="1"/>
          <p:nvPr/>
        </p:nvSpPr>
        <p:spPr>
          <a:xfrm>
            <a:off x="6152446" y="4408541"/>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DE4B64DC-4554-FF79-9F62-02D094779895}"/>
              </a:ext>
            </a:extLst>
          </p:cNvPr>
          <p:cNvSpPr txBox="1"/>
          <p:nvPr/>
        </p:nvSpPr>
        <p:spPr>
          <a:xfrm>
            <a:off x="4143022" y="4408541"/>
            <a:ext cx="570089" cy="230832"/>
          </a:xfrm>
          <a:prstGeom prst="rect">
            <a:avLst/>
          </a:prstGeom>
          <a:noFill/>
        </p:spPr>
        <p:txBody>
          <a:bodyPr wrap="square" rtlCol="0">
            <a:spAutoFit/>
          </a:bodyPr>
          <a:lstStyle/>
          <a:p>
            <a:pPr algn="ctr"/>
            <a:r>
              <a:rPr lang="en-US" sz="900" dirty="0"/>
              <a:t>45678</a:t>
            </a:r>
          </a:p>
        </p:txBody>
      </p:sp>
      <p:sp>
        <p:nvSpPr>
          <p:cNvPr id="13" name="TextBox 12">
            <a:extLst>
              <a:ext uri="{FF2B5EF4-FFF2-40B4-BE49-F238E27FC236}">
                <a16:creationId xmlns:a16="http://schemas.microsoft.com/office/drawing/2014/main" id="{34614BB5-259F-3928-4E8E-CAF51563E0DC}"/>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ABD2499F-3B81-F80D-1CBB-3B9D843612E0}"/>
              </a:ext>
            </a:extLst>
          </p:cNvPr>
          <p:cNvSpPr txBox="1"/>
          <p:nvPr/>
        </p:nvSpPr>
        <p:spPr>
          <a:xfrm>
            <a:off x="5650090" y="4408541"/>
            <a:ext cx="570089" cy="230832"/>
          </a:xfrm>
          <a:prstGeom prst="rect">
            <a:avLst/>
          </a:prstGeom>
          <a:noFill/>
        </p:spPr>
        <p:txBody>
          <a:bodyPr wrap="square" rtlCol="0">
            <a:spAutoFit/>
          </a:bodyPr>
          <a:lstStyle/>
          <a:p>
            <a:pPr algn="ctr"/>
            <a:r>
              <a:rPr lang="en-US" sz="900" dirty="0"/>
              <a:t>4567</a:t>
            </a:r>
          </a:p>
        </p:txBody>
      </p:sp>
      <p:sp>
        <p:nvSpPr>
          <p:cNvPr id="18" name="TextBox 17">
            <a:extLst>
              <a:ext uri="{FF2B5EF4-FFF2-40B4-BE49-F238E27FC236}">
                <a16:creationId xmlns:a16="http://schemas.microsoft.com/office/drawing/2014/main" id="{35248C01-C9BB-8B2E-3DDA-DECC33EB1DBD}"/>
              </a:ext>
            </a:extLst>
          </p:cNvPr>
          <p:cNvSpPr txBox="1"/>
          <p:nvPr/>
        </p:nvSpPr>
        <p:spPr>
          <a:xfrm>
            <a:off x="4645378" y="1903821"/>
            <a:ext cx="570089" cy="230832"/>
          </a:xfrm>
          <a:prstGeom prst="rect">
            <a:avLst/>
          </a:prstGeom>
          <a:noFill/>
        </p:spPr>
        <p:txBody>
          <a:bodyPr wrap="square" rtlCol="0">
            <a:spAutoFit/>
          </a:bodyPr>
          <a:lstStyle/>
          <a:p>
            <a:pPr algn="ctr"/>
            <a:r>
              <a:rPr lang="en-US" sz="900" dirty="0"/>
              <a:t>46</a:t>
            </a:r>
          </a:p>
        </p:txBody>
      </p:sp>
      <p:sp>
        <p:nvSpPr>
          <p:cNvPr id="19" name="TextBox 18">
            <a:extLst>
              <a:ext uri="{FF2B5EF4-FFF2-40B4-BE49-F238E27FC236}">
                <a16:creationId xmlns:a16="http://schemas.microsoft.com/office/drawing/2014/main" id="{584F2FDC-1EB1-C538-22CE-1EEB4335AF12}"/>
              </a:ext>
            </a:extLst>
          </p:cNvPr>
          <p:cNvSpPr txBox="1"/>
          <p:nvPr/>
        </p:nvSpPr>
        <p:spPr>
          <a:xfrm>
            <a:off x="4645378" y="2404765"/>
            <a:ext cx="570089" cy="230832"/>
          </a:xfrm>
          <a:prstGeom prst="rect">
            <a:avLst/>
          </a:prstGeom>
          <a:noFill/>
        </p:spPr>
        <p:txBody>
          <a:bodyPr wrap="square" rtlCol="0">
            <a:spAutoFit/>
          </a:bodyPr>
          <a:lstStyle/>
          <a:p>
            <a:pPr algn="ctr"/>
            <a:r>
              <a:rPr lang="en-US" sz="900" dirty="0"/>
              <a:t>64</a:t>
            </a:r>
          </a:p>
        </p:txBody>
      </p:sp>
      <p:sp>
        <p:nvSpPr>
          <p:cNvPr id="21" name="TextBox 20">
            <a:extLst>
              <a:ext uri="{FF2B5EF4-FFF2-40B4-BE49-F238E27FC236}">
                <a16:creationId xmlns:a16="http://schemas.microsoft.com/office/drawing/2014/main" id="{ACAE0A09-BD62-B963-FC17-99D6604CC5DC}"/>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A33DFC77-B572-0970-4471-1F2631D4CDF4}"/>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8FA019D9-6FB2-6696-CC88-4F2F98D1FBA4}"/>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9EC66BCC-3775-6CF2-17F7-D33E84D4364C}"/>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187828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4497C-8950-E317-A75C-FEC92D47A2E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8DB04D0-E12D-DA44-8B60-581A446C41E4}"/>
              </a:ext>
            </a:extLst>
          </p:cNvPr>
          <p:cNvSpPr>
            <a:spLocks noGrp="1"/>
          </p:cNvSpPr>
          <p:nvPr>
            <p:ph sz="half" idx="1"/>
          </p:nvPr>
        </p:nvSpPr>
        <p:spPr/>
        <p:txBody>
          <a:bodyPr>
            <a:normAutofit/>
          </a:bodyPr>
          <a:lstStyle/>
          <a:p>
            <a:r>
              <a:rPr lang="en-US" dirty="0"/>
              <a:t>Complete the lower center block.</a:t>
            </a:r>
          </a:p>
        </p:txBody>
      </p:sp>
      <p:pic>
        <p:nvPicPr>
          <p:cNvPr id="4" name="Picture 3" descr="A grid of sudoku puzzle&#10;&#10;Description automatically generated">
            <a:extLst>
              <a:ext uri="{FF2B5EF4-FFF2-40B4-BE49-F238E27FC236}">
                <a16:creationId xmlns:a16="http://schemas.microsoft.com/office/drawing/2014/main" id="{C2A385B9-7AE6-A55D-DB29-4FDD7A94EB6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71B5397-1CB9-8D54-CC83-A3CF03DA3EB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5E1F6CD-9756-EB55-8102-FE6C318037B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AC7751D-5AEE-7698-DF30-0F53AAA9966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5E4EF92-5A90-730E-6DA2-10C94C599632}"/>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AA37E751-414D-BF65-8861-30B541C3F485}"/>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574A11B5-7C25-41F2-0161-354D560BCB6B}"/>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10" name="TextBox 9">
            <a:extLst>
              <a:ext uri="{FF2B5EF4-FFF2-40B4-BE49-F238E27FC236}">
                <a16:creationId xmlns:a16="http://schemas.microsoft.com/office/drawing/2014/main" id="{0F66B895-29DF-5F7D-03F6-ED350C1FFF17}"/>
              </a:ext>
            </a:extLst>
          </p:cNvPr>
          <p:cNvSpPr txBox="1"/>
          <p:nvPr/>
        </p:nvSpPr>
        <p:spPr>
          <a:xfrm>
            <a:off x="6654802" y="4408541"/>
            <a:ext cx="570089" cy="230832"/>
          </a:xfrm>
          <a:prstGeom prst="rect">
            <a:avLst/>
          </a:prstGeom>
          <a:noFill/>
        </p:spPr>
        <p:txBody>
          <a:bodyPr wrap="square" rtlCol="0">
            <a:spAutoFit/>
          </a:bodyPr>
          <a:lstStyle/>
          <a:p>
            <a:pPr algn="ctr"/>
            <a:r>
              <a:rPr lang="en-US" sz="900" dirty="0"/>
              <a:t>45678</a:t>
            </a:r>
          </a:p>
        </p:txBody>
      </p:sp>
      <p:sp>
        <p:nvSpPr>
          <p:cNvPr id="11" name="TextBox 10">
            <a:extLst>
              <a:ext uri="{FF2B5EF4-FFF2-40B4-BE49-F238E27FC236}">
                <a16:creationId xmlns:a16="http://schemas.microsoft.com/office/drawing/2014/main" id="{A9209577-475B-48FB-C3E1-43F4338767CB}"/>
              </a:ext>
            </a:extLst>
          </p:cNvPr>
          <p:cNvSpPr txBox="1"/>
          <p:nvPr/>
        </p:nvSpPr>
        <p:spPr>
          <a:xfrm>
            <a:off x="6152446" y="4408541"/>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B88E41D6-2711-BB19-621B-DF1DFB3FA7A5}"/>
              </a:ext>
            </a:extLst>
          </p:cNvPr>
          <p:cNvSpPr txBox="1"/>
          <p:nvPr/>
        </p:nvSpPr>
        <p:spPr>
          <a:xfrm>
            <a:off x="4143022" y="4408541"/>
            <a:ext cx="570089" cy="230832"/>
          </a:xfrm>
          <a:prstGeom prst="rect">
            <a:avLst/>
          </a:prstGeom>
          <a:noFill/>
        </p:spPr>
        <p:txBody>
          <a:bodyPr wrap="square" rtlCol="0">
            <a:spAutoFit/>
          </a:bodyPr>
          <a:lstStyle/>
          <a:p>
            <a:pPr algn="ctr"/>
            <a:r>
              <a:rPr lang="en-US" sz="900" dirty="0"/>
              <a:t>45678</a:t>
            </a:r>
          </a:p>
        </p:txBody>
      </p:sp>
      <p:sp>
        <p:nvSpPr>
          <p:cNvPr id="13" name="TextBox 12">
            <a:extLst>
              <a:ext uri="{FF2B5EF4-FFF2-40B4-BE49-F238E27FC236}">
                <a16:creationId xmlns:a16="http://schemas.microsoft.com/office/drawing/2014/main" id="{2D5CCC4D-C155-5280-794F-813EF42CFC29}"/>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95248AF7-B605-9187-7A02-088F4EE1A99E}"/>
              </a:ext>
            </a:extLst>
          </p:cNvPr>
          <p:cNvSpPr txBox="1"/>
          <p:nvPr/>
        </p:nvSpPr>
        <p:spPr>
          <a:xfrm>
            <a:off x="5650090" y="4408541"/>
            <a:ext cx="570089" cy="230832"/>
          </a:xfrm>
          <a:prstGeom prst="rect">
            <a:avLst/>
          </a:prstGeom>
          <a:noFill/>
        </p:spPr>
        <p:txBody>
          <a:bodyPr wrap="square" rtlCol="0">
            <a:spAutoFit/>
          </a:bodyPr>
          <a:lstStyle/>
          <a:p>
            <a:pPr algn="ctr"/>
            <a:r>
              <a:rPr lang="en-US" sz="900" dirty="0"/>
              <a:t>4567</a:t>
            </a:r>
          </a:p>
        </p:txBody>
      </p:sp>
      <p:sp>
        <p:nvSpPr>
          <p:cNvPr id="18" name="TextBox 17">
            <a:extLst>
              <a:ext uri="{FF2B5EF4-FFF2-40B4-BE49-F238E27FC236}">
                <a16:creationId xmlns:a16="http://schemas.microsoft.com/office/drawing/2014/main" id="{BAA114FB-B46B-3381-2929-2B97A6BA3C2C}"/>
              </a:ext>
            </a:extLst>
          </p:cNvPr>
          <p:cNvSpPr txBox="1"/>
          <p:nvPr/>
        </p:nvSpPr>
        <p:spPr>
          <a:xfrm>
            <a:off x="4645378" y="1903821"/>
            <a:ext cx="570089" cy="230832"/>
          </a:xfrm>
          <a:prstGeom prst="rect">
            <a:avLst/>
          </a:prstGeom>
          <a:noFill/>
        </p:spPr>
        <p:txBody>
          <a:bodyPr wrap="square" rtlCol="0">
            <a:spAutoFit/>
          </a:bodyPr>
          <a:lstStyle/>
          <a:p>
            <a:pPr algn="ctr"/>
            <a:r>
              <a:rPr lang="en-US" sz="900" dirty="0"/>
              <a:t>46</a:t>
            </a:r>
          </a:p>
        </p:txBody>
      </p:sp>
      <p:sp>
        <p:nvSpPr>
          <p:cNvPr id="19" name="TextBox 18">
            <a:extLst>
              <a:ext uri="{FF2B5EF4-FFF2-40B4-BE49-F238E27FC236}">
                <a16:creationId xmlns:a16="http://schemas.microsoft.com/office/drawing/2014/main" id="{A9039404-408F-68E9-C185-17E525219927}"/>
              </a:ext>
            </a:extLst>
          </p:cNvPr>
          <p:cNvSpPr txBox="1"/>
          <p:nvPr/>
        </p:nvSpPr>
        <p:spPr>
          <a:xfrm>
            <a:off x="4645378" y="2404765"/>
            <a:ext cx="570089" cy="230832"/>
          </a:xfrm>
          <a:prstGeom prst="rect">
            <a:avLst/>
          </a:prstGeom>
          <a:noFill/>
        </p:spPr>
        <p:txBody>
          <a:bodyPr wrap="square" rtlCol="0">
            <a:spAutoFit/>
          </a:bodyPr>
          <a:lstStyle/>
          <a:p>
            <a:pPr algn="ctr"/>
            <a:r>
              <a:rPr lang="en-US" sz="900" dirty="0"/>
              <a:t>64</a:t>
            </a:r>
          </a:p>
        </p:txBody>
      </p:sp>
      <p:sp>
        <p:nvSpPr>
          <p:cNvPr id="21" name="TextBox 20">
            <a:extLst>
              <a:ext uri="{FF2B5EF4-FFF2-40B4-BE49-F238E27FC236}">
                <a16:creationId xmlns:a16="http://schemas.microsoft.com/office/drawing/2014/main" id="{42F05220-FFCC-9609-1238-428082F45DD2}"/>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83635D7C-0FCE-A97C-1489-2DF84A4AD037}"/>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C0BD5801-FCB8-41A7-21DD-813A9E5F76CD}"/>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F14E913B-1E51-892D-BDCA-9435A9FC38B2}"/>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A4EC3638-17D4-32E5-1A6D-978C5C7C7159}"/>
              </a:ext>
            </a:extLst>
          </p:cNvPr>
          <p:cNvSpPr txBox="1"/>
          <p:nvPr/>
        </p:nvSpPr>
        <p:spPr>
          <a:xfrm>
            <a:off x="5147734" y="3907597"/>
            <a:ext cx="570089" cy="230832"/>
          </a:xfrm>
          <a:prstGeom prst="rect">
            <a:avLst/>
          </a:prstGeom>
          <a:noFill/>
        </p:spPr>
        <p:txBody>
          <a:bodyPr wrap="square" rtlCol="0">
            <a:spAutoFit/>
          </a:bodyPr>
          <a:lstStyle/>
          <a:p>
            <a:pPr algn="ctr"/>
            <a:r>
              <a:rPr lang="en-US" sz="900" dirty="0"/>
              <a:t>467</a:t>
            </a:r>
          </a:p>
        </p:txBody>
      </p:sp>
      <p:sp>
        <p:nvSpPr>
          <p:cNvPr id="17" name="TextBox 16">
            <a:extLst>
              <a:ext uri="{FF2B5EF4-FFF2-40B4-BE49-F238E27FC236}">
                <a16:creationId xmlns:a16="http://schemas.microsoft.com/office/drawing/2014/main" id="{658688DD-849F-ED0C-0656-7835533F2D3F}"/>
              </a:ext>
            </a:extLst>
          </p:cNvPr>
          <p:cNvSpPr txBox="1"/>
          <p:nvPr/>
        </p:nvSpPr>
        <p:spPr>
          <a:xfrm>
            <a:off x="5650090" y="3907597"/>
            <a:ext cx="570089" cy="230832"/>
          </a:xfrm>
          <a:prstGeom prst="rect">
            <a:avLst/>
          </a:prstGeom>
          <a:noFill/>
        </p:spPr>
        <p:txBody>
          <a:bodyPr wrap="square" rtlCol="0">
            <a:spAutoFit/>
          </a:bodyPr>
          <a:lstStyle/>
          <a:p>
            <a:pPr algn="ctr"/>
            <a:r>
              <a:rPr lang="en-US" sz="900" dirty="0"/>
              <a:t>4567</a:t>
            </a:r>
          </a:p>
        </p:txBody>
      </p:sp>
      <p:sp>
        <p:nvSpPr>
          <p:cNvPr id="20" name="TextBox 19">
            <a:extLst>
              <a:ext uri="{FF2B5EF4-FFF2-40B4-BE49-F238E27FC236}">
                <a16:creationId xmlns:a16="http://schemas.microsoft.com/office/drawing/2014/main" id="{2B04ADF1-EC91-8BD1-C7DC-C8684523591D}"/>
              </a:ext>
            </a:extLst>
          </p:cNvPr>
          <p:cNvSpPr txBox="1"/>
          <p:nvPr/>
        </p:nvSpPr>
        <p:spPr>
          <a:xfrm>
            <a:off x="5650090" y="4909484"/>
            <a:ext cx="570089" cy="230832"/>
          </a:xfrm>
          <a:prstGeom prst="rect">
            <a:avLst/>
          </a:prstGeom>
          <a:noFill/>
        </p:spPr>
        <p:txBody>
          <a:bodyPr wrap="square" rtlCol="0">
            <a:spAutoFit/>
          </a:bodyPr>
          <a:lstStyle/>
          <a:p>
            <a:pPr algn="ctr"/>
            <a:r>
              <a:rPr lang="en-US" sz="900" dirty="0"/>
              <a:t>4567</a:t>
            </a:r>
          </a:p>
        </p:txBody>
      </p:sp>
    </p:spTree>
    <p:extLst>
      <p:ext uri="{BB962C8B-B14F-4D97-AF65-F5344CB8AC3E}">
        <p14:creationId xmlns:p14="http://schemas.microsoft.com/office/powerpoint/2010/main" val="3399756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5FD5B-652C-68B7-1CF9-6E5CE45B263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E1CFA3A-CBDE-452E-D76E-76D613F76CF4}"/>
              </a:ext>
            </a:extLst>
          </p:cNvPr>
          <p:cNvSpPr>
            <a:spLocks noGrp="1"/>
          </p:cNvSpPr>
          <p:nvPr>
            <p:ph sz="half" idx="1"/>
          </p:nvPr>
        </p:nvSpPr>
        <p:spPr/>
        <p:txBody>
          <a:bodyPr>
            <a:normAutofit/>
          </a:bodyPr>
          <a:lstStyle/>
          <a:p>
            <a:r>
              <a:rPr lang="en-US" dirty="0"/>
              <a:t>Complete Column 4.</a:t>
            </a:r>
          </a:p>
          <a:p>
            <a:r>
              <a:rPr lang="en-US" dirty="0"/>
              <a:t>(Note: Grey cell can’t be 7 because it must be greater than the 7 above, the minimum value of an adjacent white cell.)</a:t>
            </a:r>
          </a:p>
        </p:txBody>
      </p:sp>
      <p:pic>
        <p:nvPicPr>
          <p:cNvPr id="4" name="Picture 3" descr="A grid of sudoku puzzle&#10;&#10;Description automatically generated">
            <a:extLst>
              <a:ext uri="{FF2B5EF4-FFF2-40B4-BE49-F238E27FC236}">
                <a16:creationId xmlns:a16="http://schemas.microsoft.com/office/drawing/2014/main" id="{EF550820-DDB4-A7A5-C686-C90278142AD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47B8526-70AE-8774-95B2-6800877FC1E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1C166FC-0004-ADBC-9965-3C12D2D89FE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4AFFA1D-10F5-7014-C77D-2C979C3D0A9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CE0C35D-6202-2335-926F-CCF93C9B4920}"/>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58BF0B4E-21A3-EA88-5EE6-B4867F8E8953}"/>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2C538CA3-34EB-4006-24C6-4BDDDDFB2E5E}"/>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10" name="TextBox 9">
            <a:extLst>
              <a:ext uri="{FF2B5EF4-FFF2-40B4-BE49-F238E27FC236}">
                <a16:creationId xmlns:a16="http://schemas.microsoft.com/office/drawing/2014/main" id="{376DA9EA-7E33-178D-B935-934A48F1DC73}"/>
              </a:ext>
            </a:extLst>
          </p:cNvPr>
          <p:cNvSpPr txBox="1"/>
          <p:nvPr/>
        </p:nvSpPr>
        <p:spPr>
          <a:xfrm>
            <a:off x="6654802" y="4408541"/>
            <a:ext cx="570089" cy="230832"/>
          </a:xfrm>
          <a:prstGeom prst="rect">
            <a:avLst/>
          </a:prstGeom>
          <a:noFill/>
        </p:spPr>
        <p:txBody>
          <a:bodyPr wrap="square" rtlCol="0">
            <a:spAutoFit/>
          </a:bodyPr>
          <a:lstStyle/>
          <a:p>
            <a:pPr algn="ctr"/>
            <a:r>
              <a:rPr lang="en-US" sz="900" dirty="0"/>
              <a:t>45678</a:t>
            </a:r>
          </a:p>
        </p:txBody>
      </p:sp>
      <p:sp>
        <p:nvSpPr>
          <p:cNvPr id="11" name="TextBox 10">
            <a:extLst>
              <a:ext uri="{FF2B5EF4-FFF2-40B4-BE49-F238E27FC236}">
                <a16:creationId xmlns:a16="http://schemas.microsoft.com/office/drawing/2014/main" id="{05C15CC3-70F5-29DC-77E2-3E02243A5043}"/>
              </a:ext>
            </a:extLst>
          </p:cNvPr>
          <p:cNvSpPr txBox="1"/>
          <p:nvPr/>
        </p:nvSpPr>
        <p:spPr>
          <a:xfrm>
            <a:off x="6152446" y="4408541"/>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21459F37-EB47-BDCC-9342-9AACA8CA1504}"/>
              </a:ext>
            </a:extLst>
          </p:cNvPr>
          <p:cNvSpPr txBox="1"/>
          <p:nvPr/>
        </p:nvSpPr>
        <p:spPr>
          <a:xfrm>
            <a:off x="4143022" y="4408541"/>
            <a:ext cx="570089" cy="230832"/>
          </a:xfrm>
          <a:prstGeom prst="rect">
            <a:avLst/>
          </a:prstGeom>
          <a:noFill/>
        </p:spPr>
        <p:txBody>
          <a:bodyPr wrap="square" rtlCol="0">
            <a:spAutoFit/>
          </a:bodyPr>
          <a:lstStyle/>
          <a:p>
            <a:pPr algn="ctr"/>
            <a:r>
              <a:rPr lang="en-US" sz="900" dirty="0"/>
              <a:t>45678</a:t>
            </a:r>
          </a:p>
        </p:txBody>
      </p:sp>
      <p:sp>
        <p:nvSpPr>
          <p:cNvPr id="13" name="TextBox 12">
            <a:extLst>
              <a:ext uri="{FF2B5EF4-FFF2-40B4-BE49-F238E27FC236}">
                <a16:creationId xmlns:a16="http://schemas.microsoft.com/office/drawing/2014/main" id="{DA4A4B88-ED25-1A67-8541-7C69B7AC9394}"/>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EA1962B7-314D-694E-7DF5-D1B3C5CD0ED1}"/>
              </a:ext>
            </a:extLst>
          </p:cNvPr>
          <p:cNvSpPr txBox="1"/>
          <p:nvPr/>
        </p:nvSpPr>
        <p:spPr>
          <a:xfrm>
            <a:off x="5650090" y="4408541"/>
            <a:ext cx="570089" cy="230832"/>
          </a:xfrm>
          <a:prstGeom prst="rect">
            <a:avLst/>
          </a:prstGeom>
          <a:noFill/>
        </p:spPr>
        <p:txBody>
          <a:bodyPr wrap="square" rtlCol="0">
            <a:spAutoFit/>
          </a:bodyPr>
          <a:lstStyle/>
          <a:p>
            <a:pPr algn="ctr"/>
            <a:r>
              <a:rPr lang="en-US" sz="900" dirty="0"/>
              <a:t>4567</a:t>
            </a:r>
          </a:p>
        </p:txBody>
      </p:sp>
      <p:sp>
        <p:nvSpPr>
          <p:cNvPr id="18" name="TextBox 17">
            <a:extLst>
              <a:ext uri="{FF2B5EF4-FFF2-40B4-BE49-F238E27FC236}">
                <a16:creationId xmlns:a16="http://schemas.microsoft.com/office/drawing/2014/main" id="{8B98D4FF-0864-84E3-795A-16C97123CFCD}"/>
              </a:ext>
            </a:extLst>
          </p:cNvPr>
          <p:cNvSpPr txBox="1"/>
          <p:nvPr/>
        </p:nvSpPr>
        <p:spPr>
          <a:xfrm>
            <a:off x="4645378" y="1903821"/>
            <a:ext cx="570089" cy="230832"/>
          </a:xfrm>
          <a:prstGeom prst="rect">
            <a:avLst/>
          </a:prstGeom>
          <a:noFill/>
        </p:spPr>
        <p:txBody>
          <a:bodyPr wrap="square" rtlCol="0">
            <a:spAutoFit/>
          </a:bodyPr>
          <a:lstStyle/>
          <a:p>
            <a:pPr algn="ctr"/>
            <a:r>
              <a:rPr lang="en-US" sz="900" dirty="0"/>
              <a:t>46</a:t>
            </a:r>
          </a:p>
        </p:txBody>
      </p:sp>
      <p:sp>
        <p:nvSpPr>
          <p:cNvPr id="19" name="TextBox 18">
            <a:extLst>
              <a:ext uri="{FF2B5EF4-FFF2-40B4-BE49-F238E27FC236}">
                <a16:creationId xmlns:a16="http://schemas.microsoft.com/office/drawing/2014/main" id="{8ECB743D-32EF-736E-5994-6D1A18CBB171}"/>
              </a:ext>
            </a:extLst>
          </p:cNvPr>
          <p:cNvSpPr txBox="1"/>
          <p:nvPr/>
        </p:nvSpPr>
        <p:spPr>
          <a:xfrm>
            <a:off x="4645378" y="2404765"/>
            <a:ext cx="570089" cy="230832"/>
          </a:xfrm>
          <a:prstGeom prst="rect">
            <a:avLst/>
          </a:prstGeom>
          <a:noFill/>
        </p:spPr>
        <p:txBody>
          <a:bodyPr wrap="square" rtlCol="0">
            <a:spAutoFit/>
          </a:bodyPr>
          <a:lstStyle/>
          <a:p>
            <a:pPr algn="ctr"/>
            <a:r>
              <a:rPr lang="en-US" sz="900" dirty="0"/>
              <a:t>64</a:t>
            </a:r>
          </a:p>
        </p:txBody>
      </p:sp>
      <p:sp>
        <p:nvSpPr>
          <p:cNvPr id="21" name="TextBox 20">
            <a:extLst>
              <a:ext uri="{FF2B5EF4-FFF2-40B4-BE49-F238E27FC236}">
                <a16:creationId xmlns:a16="http://schemas.microsoft.com/office/drawing/2014/main" id="{E7647761-8B12-B6A7-7BE2-D698B5D02C35}"/>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EE710FEB-377D-AFCA-1006-2D3D32E5CB5E}"/>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6A0EC994-38E4-DD38-C34C-2366003A853C}"/>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FE55D206-E44E-F3C9-49D9-3A637BB49A5D}"/>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7E52E32D-49D2-2B42-B35B-B4A5486F1A82}"/>
              </a:ext>
            </a:extLst>
          </p:cNvPr>
          <p:cNvSpPr txBox="1"/>
          <p:nvPr/>
        </p:nvSpPr>
        <p:spPr>
          <a:xfrm>
            <a:off x="5147734" y="3907597"/>
            <a:ext cx="570089" cy="230832"/>
          </a:xfrm>
          <a:prstGeom prst="rect">
            <a:avLst/>
          </a:prstGeom>
          <a:noFill/>
        </p:spPr>
        <p:txBody>
          <a:bodyPr wrap="square" rtlCol="0">
            <a:spAutoFit/>
          </a:bodyPr>
          <a:lstStyle/>
          <a:p>
            <a:pPr algn="ctr"/>
            <a:r>
              <a:rPr lang="en-US" sz="900" dirty="0"/>
              <a:t>467</a:t>
            </a:r>
          </a:p>
        </p:txBody>
      </p:sp>
      <p:sp>
        <p:nvSpPr>
          <p:cNvPr id="17" name="TextBox 16">
            <a:extLst>
              <a:ext uri="{FF2B5EF4-FFF2-40B4-BE49-F238E27FC236}">
                <a16:creationId xmlns:a16="http://schemas.microsoft.com/office/drawing/2014/main" id="{C1BA8EC0-93F7-7660-BBB9-422C14C1DE5F}"/>
              </a:ext>
            </a:extLst>
          </p:cNvPr>
          <p:cNvSpPr txBox="1"/>
          <p:nvPr/>
        </p:nvSpPr>
        <p:spPr>
          <a:xfrm>
            <a:off x="5650090" y="3907597"/>
            <a:ext cx="570089" cy="230832"/>
          </a:xfrm>
          <a:prstGeom prst="rect">
            <a:avLst/>
          </a:prstGeom>
          <a:noFill/>
        </p:spPr>
        <p:txBody>
          <a:bodyPr wrap="square" rtlCol="0">
            <a:spAutoFit/>
          </a:bodyPr>
          <a:lstStyle/>
          <a:p>
            <a:pPr algn="ctr"/>
            <a:r>
              <a:rPr lang="en-US" sz="900" dirty="0"/>
              <a:t>4567</a:t>
            </a:r>
          </a:p>
        </p:txBody>
      </p:sp>
      <p:sp>
        <p:nvSpPr>
          <p:cNvPr id="20" name="TextBox 19">
            <a:extLst>
              <a:ext uri="{FF2B5EF4-FFF2-40B4-BE49-F238E27FC236}">
                <a16:creationId xmlns:a16="http://schemas.microsoft.com/office/drawing/2014/main" id="{56D03F80-FD12-5D36-DA7F-CDA6BCC0F75C}"/>
              </a:ext>
            </a:extLst>
          </p:cNvPr>
          <p:cNvSpPr txBox="1"/>
          <p:nvPr/>
        </p:nvSpPr>
        <p:spPr>
          <a:xfrm>
            <a:off x="5650090" y="4909484"/>
            <a:ext cx="570089" cy="230832"/>
          </a:xfrm>
          <a:prstGeom prst="rect">
            <a:avLst/>
          </a:prstGeom>
          <a:noFill/>
        </p:spPr>
        <p:txBody>
          <a:bodyPr wrap="square" rtlCol="0">
            <a:spAutoFit/>
          </a:bodyPr>
          <a:lstStyle/>
          <a:p>
            <a:pPr algn="ctr"/>
            <a:r>
              <a:rPr lang="en-US" sz="900" dirty="0"/>
              <a:t>4567</a:t>
            </a:r>
          </a:p>
        </p:txBody>
      </p:sp>
      <p:sp>
        <p:nvSpPr>
          <p:cNvPr id="24" name="TextBox 23">
            <a:extLst>
              <a:ext uri="{FF2B5EF4-FFF2-40B4-BE49-F238E27FC236}">
                <a16:creationId xmlns:a16="http://schemas.microsoft.com/office/drawing/2014/main" id="{60B62118-E268-9594-022D-9FCBE93E1F90}"/>
              </a:ext>
            </a:extLst>
          </p:cNvPr>
          <p:cNvSpPr txBox="1"/>
          <p:nvPr/>
        </p:nvSpPr>
        <p:spPr>
          <a:xfrm>
            <a:off x="4645378" y="901933"/>
            <a:ext cx="570089" cy="230832"/>
          </a:xfrm>
          <a:prstGeom prst="rect">
            <a:avLst/>
          </a:prstGeom>
          <a:noFill/>
        </p:spPr>
        <p:txBody>
          <a:bodyPr wrap="square" rtlCol="0">
            <a:spAutoFit/>
          </a:bodyPr>
          <a:lstStyle/>
          <a:p>
            <a:pPr algn="ctr"/>
            <a:r>
              <a:rPr lang="en-US" sz="900" dirty="0"/>
              <a:t>78</a:t>
            </a:r>
          </a:p>
        </p:txBody>
      </p:sp>
      <p:sp>
        <p:nvSpPr>
          <p:cNvPr id="25" name="TextBox 24">
            <a:extLst>
              <a:ext uri="{FF2B5EF4-FFF2-40B4-BE49-F238E27FC236}">
                <a16:creationId xmlns:a16="http://schemas.microsoft.com/office/drawing/2014/main" id="{BB1655D3-C700-7D72-063A-758E1CE355C8}"/>
              </a:ext>
            </a:extLst>
          </p:cNvPr>
          <p:cNvSpPr txBox="1"/>
          <p:nvPr/>
        </p:nvSpPr>
        <p:spPr>
          <a:xfrm>
            <a:off x="4645378" y="1402877"/>
            <a:ext cx="570089" cy="230832"/>
          </a:xfrm>
          <a:prstGeom prst="rect">
            <a:avLst/>
          </a:prstGeom>
          <a:noFill/>
        </p:spPr>
        <p:txBody>
          <a:bodyPr wrap="square" rtlCol="0">
            <a:spAutoFit/>
          </a:bodyPr>
          <a:lstStyle/>
          <a:p>
            <a:pPr algn="ctr"/>
            <a:r>
              <a:rPr lang="en-US" sz="900" dirty="0"/>
              <a:t>98</a:t>
            </a:r>
          </a:p>
        </p:txBody>
      </p:sp>
      <p:sp>
        <p:nvSpPr>
          <p:cNvPr id="26" name="TextBox 25">
            <a:extLst>
              <a:ext uri="{FF2B5EF4-FFF2-40B4-BE49-F238E27FC236}">
                <a16:creationId xmlns:a16="http://schemas.microsoft.com/office/drawing/2014/main" id="{B808D71B-2AFC-CC35-794D-52FA6C435ED9}"/>
              </a:ext>
            </a:extLst>
          </p:cNvPr>
          <p:cNvSpPr txBox="1"/>
          <p:nvPr/>
        </p:nvSpPr>
        <p:spPr>
          <a:xfrm>
            <a:off x="4645378" y="2905709"/>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CA47D234-FB52-175A-F29F-9E6AB2A4CA8D}"/>
              </a:ext>
            </a:extLst>
          </p:cNvPr>
          <p:cNvSpPr txBox="1"/>
          <p:nvPr/>
        </p:nvSpPr>
        <p:spPr>
          <a:xfrm>
            <a:off x="4645378" y="3406653"/>
            <a:ext cx="570089" cy="230832"/>
          </a:xfrm>
          <a:prstGeom prst="rect">
            <a:avLst/>
          </a:prstGeom>
          <a:noFill/>
        </p:spPr>
        <p:txBody>
          <a:bodyPr wrap="square" rtlCol="0">
            <a:spAutoFit/>
          </a:bodyPr>
          <a:lstStyle/>
          <a:p>
            <a:pPr algn="ctr"/>
            <a:r>
              <a:rPr lang="en-US" sz="900" dirty="0"/>
              <a:t>5789</a:t>
            </a:r>
          </a:p>
        </p:txBody>
      </p:sp>
    </p:spTree>
    <p:extLst>
      <p:ext uri="{BB962C8B-B14F-4D97-AF65-F5344CB8AC3E}">
        <p14:creationId xmlns:p14="http://schemas.microsoft.com/office/powerpoint/2010/main" val="2674188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708A0-EB14-03AF-58F2-07BC467C783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6AA971-1947-2A71-E864-B6F5BC6DA8F5}"/>
              </a:ext>
            </a:extLst>
          </p:cNvPr>
          <p:cNvSpPr>
            <a:spLocks noGrp="1"/>
          </p:cNvSpPr>
          <p:nvPr>
            <p:ph sz="half" idx="1"/>
          </p:nvPr>
        </p:nvSpPr>
        <p:spPr/>
        <p:txBody>
          <a:bodyPr>
            <a:normAutofit/>
          </a:bodyPr>
          <a:lstStyle/>
          <a:p>
            <a:r>
              <a:rPr lang="en-US" dirty="0"/>
              <a:t>Complete remainder of upper center block. (In addition to the givens, the white cells can’t be 9, and the grey cells can’t be 1. The center grey cell must be &gt; 5.)</a:t>
            </a:r>
          </a:p>
        </p:txBody>
      </p:sp>
      <p:pic>
        <p:nvPicPr>
          <p:cNvPr id="4" name="Picture 3" descr="A grid of sudoku puzzle&#10;&#10;Description automatically generated">
            <a:extLst>
              <a:ext uri="{FF2B5EF4-FFF2-40B4-BE49-F238E27FC236}">
                <a16:creationId xmlns:a16="http://schemas.microsoft.com/office/drawing/2014/main" id="{8CE52230-D434-F1DF-108D-7003A72EE0C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0D712B0-26D3-E455-F3C4-97D7AD371A1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253557A-95E4-3A12-7213-47426825EF9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91F3AC2-D534-FB85-8CE6-3AAF82EF600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2771B8B-5A30-6BAF-7608-B56FFFE2BE7B}"/>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036B633C-E813-31D7-EA87-CEA89E15FE0B}"/>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9BD7DEC6-F502-5D65-C15C-B732FDBA9ED4}"/>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10" name="TextBox 9">
            <a:extLst>
              <a:ext uri="{FF2B5EF4-FFF2-40B4-BE49-F238E27FC236}">
                <a16:creationId xmlns:a16="http://schemas.microsoft.com/office/drawing/2014/main" id="{C186E848-894A-FD32-786A-481180C13939}"/>
              </a:ext>
            </a:extLst>
          </p:cNvPr>
          <p:cNvSpPr txBox="1"/>
          <p:nvPr/>
        </p:nvSpPr>
        <p:spPr>
          <a:xfrm>
            <a:off x="6654802" y="4408541"/>
            <a:ext cx="570089" cy="230832"/>
          </a:xfrm>
          <a:prstGeom prst="rect">
            <a:avLst/>
          </a:prstGeom>
          <a:noFill/>
        </p:spPr>
        <p:txBody>
          <a:bodyPr wrap="square" rtlCol="0">
            <a:spAutoFit/>
          </a:bodyPr>
          <a:lstStyle/>
          <a:p>
            <a:pPr algn="ctr"/>
            <a:r>
              <a:rPr lang="en-US" sz="900" dirty="0"/>
              <a:t>45678</a:t>
            </a:r>
          </a:p>
        </p:txBody>
      </p:sp>
      <p:sp>
        <p:nvSpPr>
          <p:cNvPr id="11" name="TextBox 10">
            <a:extLst>
              <a:ext uri="{FF2B5EF4-FFF2-40B4-BE49-F238E27FC236}">
                <a16:creationId xmlns:a16="http://schemas.microsoft.com/office/drawing/2014/main" id="{CA8431F7-5739-7980-0C9B-10E996CA3A31}"/>
              </a:ext>
            </a:extLst>
          </p:cNvPr>
          <p:cNvSpPr txBox="1"/>
          <p:nvPr/>
        </p:nvSpPr>
        <p:spPr>
          <a:xfrm>
            <a:off x="6152446" y="4408541"/>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4A686DA0-895E-2E5B-2ED7-545AF03CA070}"/>
              </a:ext>
            </a:extLst>
          </p:cNvPr>
          <p:cNvSpPr txBox="1"/>
          <p:nvPr/>
        </p:nvSpPr>
        <p:spPr>
          <a:xfrm>
            <a:off x="4143022" y="4408541"/>
            <a:ext cx="570089" cy="230832"/>
          </a:xfrm>
          <a:prstGeom prst="rect">
            <a:avLst/>
          </a:prstGeom>
          <a:noFill/>
        </p:spPr>
        <p:txBody>
          <a:bodyPr wrap="square" rtlCol="0">
            <a:spAutoFit/>
          </a:bodyPr>
          <a:lstStyle/>
          <a:p>
            <a:pPr algn="ctr"/>
            <a:r>
              <a:rPr lang="en-US" sz="900" dirty="0"/>
              <a:t>45678</a:t>
            </a:r>
          </a:p>
        </p:txBody>
      </p:sp>
      <p:sp>
        <p:nvSpPr>
          <p:cNvPr id="13" name="TextBox 12">
            <a:extLst>
              <a:ext uri="{FF2B5EF4-FFF2-40B4-BE49-F238E27FC236}">
                <a16:creationId xmlns:a16="http://schemas.microsoft.com/office/drawing/2014/main" id="{489F0284-E7C8-E8F1-D157-36F79E2597A0}"/>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8A3E0899-8914-0695-450C-7AB2434D477E}"/>
              </a:ext>
            </a:extLst>
          </p:cNvPr>
          <p:cNvSpPr txBox="1"/>
          <p:nvPr/>
        </p:nvSpPr>
        <p:spPr>
          <a:xfrm>
            <a:off x="5650090" y="4408541"/>
            <a:ext cx="570089" cy="230832"/>
          </a:xfrm>
          <a:prstGeom prst="rect">
            <a:avLst/>
          </a:prstGeom>
          <a:noFill/>
        </p:spPr>
        <p:txBody>
          <a:bodyPr wrap="square" rtlCol="0">
            <a:spAutoFit/>
          </a:bodyPr>
          <a:lstStyle/>
          <a:p>
            <a:pPr algn="ctr"/>
            <a:r>
              <a:rPr lang="en-US" sz="900" dirty="0"/>
              <a:t>4567</a:t>
            </a:r>
          </a:p>
        </p:txBody>
      </p:sp>
      <p:sp>
        <p:nvSpPr>
          <p:cNvPr id="18" name="TextBox 17">
            <a:extLst>
              <a:ext uri="{FF2B5EF4-FFF2-40B4-BE49-F238E27FC236}">
                <a16:creationId xmlns:a16="http://schemas.microsoft.com/office/drawing/2014/main" id="{B4AD46B4-0265-A080-86C5-6A674EDCB8C5}"/>
              </a:ext>
            </a:extLst>
          </p:cNvPr>
          <p:cNvSpPr txBox="1"/>
          <p:nvPr/>
        </p:nvSpPr>
        <p:spPr>
          <a:xfrm>
            <a:off x="4645378" y="1903821"/>
            <a:ext cx="570089" cy="230832"/>
          </a:xfrm>
          <a:prstGeom prst="rect">
            <a:avLst/>
          </a:prstGeom>
          <a:noFill/>
        </p:spPr>
        <p:txBody>
          <a:bodyPr wrap="square" rtlCol="0">
            <a:spAutoFit/>
          </a:bodyPr>
          <a:lstStyle/>
          <a:p>
            <a:pPr algn="ctr"/>
            <a:r>
              <a:rPr lang="en-US" sz="900" dirty="0"/>
              <a:t>46</a:t>
            </a:r>
          </a:p>
        </p:txBody>
      </p:sp>
      <p:sp>
        <p:nvSpPr>
          <p:cNvPr id="19" name="TextBox 18">
            <a:extLst>
              <a:ext uri="{FF2B5EF4-FFF2-40B4-BE49-F238E27FC236}">
                <a16:creationId xmlns:a16="http://schemas.microsoft.com/office/drawing/2014/main" id="{33D4B9FB-A04D-CD92-8AC5-C7E344F2E8F2}"/>
              </a:ext>
            </a:extLst>
          </p:cNvPr>
          <p:cNvSpPr txBox="1"/>
          <p:nvPr/>
        </p:nvSpPr>
        <p:spPr>
          <a:xfrm>
            <a:off x="4645378" y="2404765"/>
            <a:ext cx="570089" cy="230832"/>
          </a:xfrm>
          <a:prstGeom prst="rect">
            <a:avLst/>
          </a:prstGeom>
          <a:noFill/>
        </p:spPr>
        <p:txBody>
          <a:bodyPr wrap="square" rtlCol="0">
            <a:spAutoFit/>
          </a:bodyPr>
          <a:lstStyle/>
          <a:p>
            <a:pPr algn="ctr"/>
            <a:r>
              <a:rPr lang="en-US" sz="900" dirty="0"/>
              <a:t>64</a:t>
            </a:r>
          </a:p>
        </p:txBody>
      </p:sp>
      <p:sp>
        <p:nvSpPr>
          <p:cNvPr id="21" name="TextBox 20">
            <a:extLst>
              <a:ext uri="{FF2B5EF4-FFF2-40B4-BE49-F238E27FC236}">
                <a16:creationId xmlns:a16="http://schemas.microsoft.com/office/drawing/2014/main" id="{8DCDBB02-6643-BCE2-DCB7-76DEC8840373}"/>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1424453B-D889-B921-1B1A-731CA2F43DED}"/>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164965BE-4434-4401-138D-EE9668C9E6C5}"/>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E9232D48-AA5F-F0E8-47A5-C78E0DE4BC48}"/>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E365A1D3-EAE4-3EFE-F530-F74986D2F804}"/>
              </a:ext>
            </a:extLst>
          </p:cNvPr>
          <p:cNvSpPr txBox="1"/>
          <p:nvPr/>
        </p:nvSpPr>
        <p:spPr>
          <a:xfrm>
            <a:off x="5147734" y="3907597"/>
            <a:ext cx="570089" cy="230832"/>
          </a:xfrm>
          <a:prstGeom prst="rect">
            <a:avLst/>
          </a:prstGeom>
          <a:noFill/>
        </p:spPr>
        <p:txBody>
          <a:bodyPr wrap="square" rtlCol="0">
            <a:spAutoFit/>
          </a:bodyPr>
          <a:lstStyle/>
          <a:p>
            <a:pPr algn="ctr"/>
            <a:r>
              <a:rPr lang="en-US" sz="900" dirty="0"/>
              <a:t>467</a:t>
            </a:r>
          </a:p>
        </p:txBody>
      </p:sp>
      <p:sp>
        <p:nvSpPr>
          <p:cNvPr id="17" name="TextBox 16">
            <a:extLst>
              <a:ext uri="{FF2B5EF4-FFF2-40B4-BE49-F238E27FC236}">
                <a16:creationId xmlns:a16="http://schemas.microsoft.com/office/drawing/2014/main" id="{7BA96FE8-69B1-B0A5-21E2-041D64AB430B}"/>
              </a:ext>
            </a:extLst>
          </p:cNvPr>
          <p:cNvSpPr txBox="1"/>
          <p:nvPr/>
        </p:nvSpPr>
        <p:spPr>
          <a:xfrm>
            <a:off x="5650090" y="3907597"/>
            <a:ext cx="570089" cy="230832"/>
          </a:xfrm>
          <a:prstGeom prst="rect">
            <a:avLst/>
          </a:prstGeom>
          <a:noFill/>
        </p:spPr>
        <p:txBody>
          <a:bodyPr wrap="square" rtlCol="0">
            <a:spAutoFit/>
          </a:bodyPr>
          <a:lstStyle/>
          <a:p>
            <a:pPr algn="ctr"/>
            <a:r>
              <a:rPr lang="en-US" sz="900" dirty="0"/>
              <a:t>4567</a:t>
            </a:r>
          </a:p>
        </p:txBody>
      </p:sp>
      <p:sp>
        <p:nvSpPr>
          <p:cNvPr id="20" name="TextBox 19">
            <a:extLst>
              <a:ext uri="{FF2B5EF4-FFF2-40B4-BE49-F238E27FC236}">
                <a16:creationId xmlns:a16="http://schemas.microsoft.com/office/drawing/2014/main" id="{1DAF6947-2E98-A360-C343-98137E0FE292}"/>
              </a:ext>
            </a:extLst>
          </p:cNvPr>
          <p:cNvSpPr txBox="1"/>
          <p:nvPr/>
        </p:nvSpPr>
        <p:spPr>
          <a:xfrm>
            <a:off x="5650090" y="4909484"/>
            <a:ext cx="570089" cy="230832"/>
          </a:xfrm>
          <a:prstGeom prst="rect">
            <a:avLst/>
          </a:prstGeom>
          <a:noFill/>
        </p:spPr>
        <p:txBody>
          <a:bodyPr wrap="square" rtlCol="0">
            <a:spAutoFit/>
          </a:bodyPr>
          <a:lstStyle/>
          <a:p>
            <a:pPr algn="ctr"/>
            <a:r>
              <a:rPr lang="en-US" sz="900" dirty="0"/>
              <a:t>4567</a:t>
            </a:r>
          </a:p>
        </p:txBody>
      </p:sp>
      <p:sp>
        <p:nvSpPr>
          <p:cNvPr id="24" name="TextBox 23">
            <a:extLst>
              <a:ext uri="{FF2B5EF4-FFF2-40B4-BE49-F238E27FC236}">
                <a16:creationId xmlns:a16="http://schemas.microsoft.com/office/drawing/2014/main" id="{9399EF8E-8C1D-CA67-FFCB-23BE3F523965}"/>
              </a:ext>
            </a:extLst>
          </p:cNvPr>
          <p:cNvSpPr txBox="1"/>
          <p:nvPr/>
        </p:nvSpPr>
        <p:spPr>
          <a:xfrm>
            <a:off x="4645378" y="901933"/>
            <a:ext cx="570089" cy="230832"/>
          </a:xfrm>
          <a:prstGeom prst="rect">
            <a:avLst/>
          </a:prstGeom>
          <a:noFill/>
        </p:spPr>
        <p:txBody>
          <a:bodyPr wrap="square" rtlCol="0">
            <a:spAutoFit/>
          </a:bodyPr>
          <a:lstStyle/>
          <a:p>
            <a:pPr algn="ctr"/>
            <a:r>
              <a:rPr lang="en-US" sz="900" dirty="0"/>
              <a:t>78</a:t>
            </a:r>
          </a:p>
        </p:txBody>
      </p:sp>
      <p:sp>
        <p:nvSpPr>
          <p:cNvPr id="25" name="TextBox 24">
            <a:extLst>
              <a:ext uri="{FF2B5EF4-FFF2-40B4-BE49-F238E27FC236}">
                <a16:creationId xmlns:a16="http://schemas.microsoft.com/office/drawing/2014/main" id="{1662B209-5BA1-1676-38BB-7770571835FF}"/>
              </a:ext>
            </a:extLst>
          </p:cNvPr>
          <p:cNvSpPr txBox="1"/>
          <p:nvPr/>
        </p:nvSpPr>
        <p:spPr>
          <a:xfrm>
            <a:off x="4645378" y="1402877"/>
            <a:ext cx="570089" cy="230832"/>
          </a:xfrm>
          <a:prstGeom prst="rect">
            <a:avLst/>
          </a:prstGeom>
          <a:noFill/>
        </p:spPr>
        <p:txBody>
          <a:bodyPr wrap="square" rtlCol="0">
            <a:spAutoFit/>
          </a:bodyPr>
          <a:lstStyle/>
          <a:p>
            <a:pPr algn="ctr"/>
            <a:r>
              <a:rPr lang="en-US" sz="900" dirty="0"/>
              <a:t>98</a:t>
            </a:r>
          </a:p>
        </p:txBody>
      </p:sp>
      <p:sp>
        <p:nvSpPr>
          <p:cNvPr id="26" name="TextBox 25">
            <a:extLst>
              <a:ext uri="{FF2B5EF4-FFF2-40B4-BE49-F238E27FC236}">
                <a16:creationId xmlns:a16="http://schemas.microsoft.com/office/drawing/2014/main" id="{795D883E-E528-9705-292A-2A5174C3D19A}"/>
              </a:ext>
            </a:extLst>
          </p:cNvPr>
          <p:cNvSpPr txBox="1"/>
          <p:nvPr/>
        </p:nvSpPr>
        <p:spPr>
          <a:xfrm>
            <a:off x="4645378" y="2905709"/>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38C0BDA8-AE95-5888-7D6B-F7DB4275A00C}"/>
              </a:ext>
            </a:extLst>
          </p:cNvPr>
          <p:cNvSpPr txBox="1"/>
          <p:nvPr/>
        </p:nvSpPr>
        <p:spPr>
          <a:xfrm>
            <a:off x="4645378" y="3406653"/>
            <a:ext cx="570089" cy="230832"/>
          </a:xfrm>
          <a:prstGeom prst="rect">
            <a:avLst/>
          </a:prstGeom>
          <a:noFill/>
        </p:spPr>
        <p:txBody>
          <a:bodyPr wrap="square" rtlCol="0">
            <a:spAutoFit/>
          </a:bodyPr>
          <a:lstStyle/>
          <a:p>
            <a:pPr algn="ctr"/>
            <a:r>
              <a:rPr lang="en-US" sz="900" dirty="0"/>
              <a:t>5789</a:t>
            </a:r>
          </a:p>
        </p:txBody>
      </p:sp>
      <p:sp>
        <p:nvSpPr>
          <p:cNvPr id="28" name="TextBox 27">
            <a:extLst>
              <a:ext uri="{FF2B5EF4-FFF2-40B4-BE49-F238E27FC236}">
                <a16:creationId xmlns:a16="http://schemas.microsoft.com/office/drawing/2014/main" id="{73596D16-C966-3F65-813B-E7408B47FEBB}"/>
              </a:ext>
            </a:extLst>
          </p:cNvPr>
          <p:cNvSpPr txBox="1"/>
          <p:nvPr/>
        </p:nvSpPr>
        <p:spPr>
          <a:xfrm>
            <a:off x="5650090" y="901933"/>
            <a:ext cx="570089" cy="230832"/>
          </a:xfrm>
          <a:prstGeom prst="rect">
            <a:avLst/>
          </a:prstGeom>
          <a:noFill/>
        </p:spPr>
        <p:txBody>
          <a:bodyPr wrap="square" rtlCol="0">
            <a:spAutoFit/>
          </a:bodyPr>
          <a:lstStyle/>
          <a:p>
            <a:pPr algn="ctr"/>
            <a:r>
              <a:rPr lang="en-US" sz="900" dirty="0"/>
              <a:t>1478</a:t>
            </a:r>
          </a:p>
        </p:txBody>
      </p:sp>
      <p:sp>
        <p:nvSpPr>
          <p:cNvPr id="29" name="TextBox 28">
            <a:extLst>
              <a:ext uri="{FF2B5EF4-FFF2-40B4-BE49-F238E27FC236}">
                <a16:creationId xmlns:a16="http://schemas.microsoft.com/office/drawing/2014/main" id="{47ACCB42-4F66-0146-17F7-E12185A5D87D}"/>
              </a:ext>
            </a:extLst>
          </p:cNvPr>
          <p:cNvSpPr txBox="1"/>
          <p:nvPr/>
        </p:nvSpPr>
        <p:spPr>
          <a:xfrm>
            <a:off x="5147734" y="1402877"/>
            <a:ext cx="570089" cy="230832"/>
          </a:xfrm>
          <a:prstGeom prst="rect">
            <a:avLst/>
          </a:prstGeom>
          <a:noFill/>
        </p:spPr>
        <p:txBody>
          <a:bodyPr wrap="square" rtlCol="0">
            <a:spAutoFit/>
          </a:bodyPr>
          <a:lstStyle/>
          <a:p>
            <a:pPr algn="ctr"/>
            <a:r>
              <a:rPr lang="en-US" sz="900" dirty="0"/>
              <a:t>67</a:t>
            </a:r>
          </a:p>
        </p:txBody>
      </p:sp>
      <p:sp>
        <p:nvSpPr>
          <p:cNvPr id="30" name="TextBox 29">
            <a:extLst>
              <a:ext uri="{FF2B5EF4-FFF2-40B4-BE49-F238E27FC236}">
                <a16:creationId xmlns:a16="http://schemas.microsoft.com/office/drawing/2014/main" id="{527054D8-EB86-AF0F-F489-4ADAF08188CB}"/>
              </a:ext>
            </a:extLst>
          </p:cNvPr>
          <p:cNvSpPr txBox="1"/>
          <p:nvPr/>
        </p:nvSpPr>
        <p:spPr>
          <a:xfrm>
            <a:off x="5650090" y="1402877"/>
            <a:ext cx="570089" cy="230832"/>
          </a:xfrm>
          <a:prstGeom prst="rect">
            <a:avLst/>
          </a:prstGeom>
          <a:noFill/>
        </p:spPr>
        <p:txBody>
          <a:bodyPr wrap="square" rtlCol="0">
            <a:spAutoFit/>
          </a:bodyPr>
          <a:lstStyle/>
          <a:p>
            <a:pPr algn="ctr"/>
            <a:r>
              <a:rPr lang="en-US" sz="900" dirty="0"/>
              <a:t>46789</a:t>
            </a:r>
          </a:p>
        </p:txBody>
      </p:sp>
      <p:sp>
        <p:nvSpPr>
          <p:cNvPr id="31" name="TextBox 30">
            <a:extLst>
              <a:ext uri="{FF2B5EF4-FFF2-40B4-BE49-F238E27FC236}">
                <a16:creationId xmlns:a16="http://schemas.microsoft.com/office/drawing/2014/main" id="{50510E38-7629-543D-E6C6-7F0D41D7343D}"/>
              </a:ext>
            </a:extLst>
          </p:cNvPr>
          <p:cNvSpPr txBox="1"/>
          <p:nvPr/>
        </p:nvSpPr>
        <p:spPr>
          <a:xfrm>
            <a:off x="5650090" y="1903821"/>
            <a:ext cx="570089" cy="230832"/>
          </a:xfrm>
          <a:prstGeom prst="rect">
            <a:avLst/>
          </a:prstGeom>
          <a:noFill/>
        </p:spPr>
        <p:txBody>
          <a:bodyPr wrap="square" rtlCol="0">
            <a:spAutoFit/>
          </a:bodyPr>
          <a:lstStyle/>
          <a:p>
            <a:pPr algn="ctr"/>
            <a:r>
              <a:rPr lang="en-US" sz="900" dirty="0"/>
              <a:t>124678</a:t>
            </a:r>
          </a:p>
        </p:txBody>
      </p:sp>
    </p:spTree>
    <p:extLst>
      <p:ext uri="{BB962C8B-B14F-4D97-AF65-F5344CB8AC3E}">
        <p14:creationId xmlns:p14="http://schemas.microsoft.com/office/powerpoint/2010/main" val="33727857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07488-07DE-C1A4-6697-2D221EDC320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8A099D-A65B-C7CC-6D1D-0E31CDF8DC72}"/>
              </a:ext>
            </a:extLst>
          </p:cNvPr>
          <p:cNvSpPr>
            <a:spLocks noGrp="1"/>
          </p:cNvSpPr>
          <p:nvPr>
            <p:ph sz="half" idx="1"/>
          </p:nvPr>
        </p:nvSpPr>
        <p:spPr/>
        <p:txBody>
          <a:bodyPr>
            <a:normAutofit/>
          </a:bodyPr>
          <a:lstStyle/>
          <a:p>
            <a:r>
              <a:rPr lang="en-US" dirty="0"/>
              <a:t>Last possible 2 in upper center block.</a:t>
            </a:r>
          </a:p>
          <a:p>
            <a:r>
              <a:rPr lang="en-US" dirty="0"/>
              <a:t>Then, last possible 1 in upper center block.</a:t>
            </a:r>
          </a:p>
        </p:txBody>
      </p:sp>
      <p:pic>
        <p:nvPicPr>
          <p:cNvPr id="4" name="Picture 3" descr="A grid of sudoku puzzle&#10;&#10;Description automatically generated">
            <a:extLst>
              <a:ext uri="{FF2B5EF4-FFF2-40B4-BE49-F238E27FC236}">
                <a16:creationId xmlns:a16="http://schemas.microsoft.com/office/drawing/2014/main" id="{65EDFDC0-1819-5A71-0A74-414BB1ED578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EEC1DF0-3C83-A3D7-3A49-6ED5E7A8BD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2D93506-92EB-BEFD-0E8F-9A519AD6789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35905BB-7CE0-4AE3-6391-59A7D6BD0DE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F24353D-D74F-6799-A3D1-B3CD7753DC6F}"/>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BA09FDF9-7FDD-76E0-C966-EF802D7078E1}"/>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C4A75189-2B4A-6975-ADC9-7B82042AB611}"/>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10" name="TextBox 9">
            <a:extLst>
              <a:ext uri="{FF2B5EF4-FFF2-40B4-BE49-F238E27FC236}">
                <a16:creationId xmlns:a16="http://schemas.microsoft.com/office/drawing/2014/main" id="{ACEB2F16-6396-1C9C-2AE7-2DE3E76158C4}"/>
              </a:ext>
            </a:extLst>
          </p:cNvPr>
          <p:cNvSpPr txBox="1"/>
          <p:nvPr/>
        </p:nvSpPr>
        <p:spPr>
          <a:xfrm>
            <a:off x="6654802" y="4408541"/>
            <a:ext cx="570089" cy="230832"/>
          </a:xfrm>
          <a:prstGeom prst="rect">
            <a:avLst/>
          </a:prstGeom>
          <a:noFill/>
        </p:spPr>
        <p:txBody>
          <a:bodyPr wrap="square" rtlCol="0">
            <a:spAutoFit/>
          </a:bodyPr>
          <a:lstStyle/>
          <a:p>
            <a:pPr algn="ctr"/>
            <a:r>
              <a:rPr lang="en-US" sz="900" dirty="0"/>
              <a:t>45678</a:t>
            </a:r>
          </a:p>
        </p:txBody>
      </p:sp>
      <p:sp>
        <p:nvSpPr>
          <p:cNvPr id="11" name="TextBox 10">
            <a:extLst>
              <a:ext uri="{FF2B5EF4-FFF2-40B4-BE49-F238E27FC236}">
                <a16:creationId xmlns:a16="http://schemas.microsoft.com/office/drawing/2014/main" id="{5CDB6017-560D-A3CC-D958-649E6A3AAA25}"/>
              </a:ext>
            </a:extLst>
          </p:cNvPr>
          <p:cNvSpPr txBox="1"/>
          <p:nvPr/>
        </p:nvSpPr>
        <p:spPr>
          <a:xfrm>
            <a:off x="6152446" y="4408541"/>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0D86F49B-CBEC-8EA3-5B85-FA57BA7F1927}"/>
              </a:ext>
            </a:extLst>
          </p:cNvPr>
          <p:cNvSpPr txBox="1"/>
          <p:nvPr/>
        </p:nvSpPr>
        <p:spPr>
          <a:xfrm>
            <a:off x="4143022" y="4408541"/>
            <a:ext cx="570089" cy="230832"/>
          </a:xfrm>
          <a:prstGeom prst="rect">
            <a:avLst/>
          </a:prstGeom>
          <a:noFill/>
        </p:spPr>
        <p:txBody>
          <a:bodyPr wrap="square" rtlCol="0">
            <a:spAutoFit/>
          </a:bodyPr>
          <a:lstStyle/>
          <a:p>
            <a:pPr algn="ctr"/>
            <a:r>
              <a:rPr lang="en-US" sz="900" dirty="0"/>
              <a:t>45678</a:t>
            </a:r>
          </a:p>
        </p:txBody>
      </p:sp>
      <p:sp>
        <p:nvSpPr>
          <p:cNvPr id="13" name="TextBox 12">
            <a:extLst>
              <a:ext uri="{FF2B5EF4-FFF2-40B4-BE49-F238E27FC236}">
                <a16:creationId xmlns:a16="http://schemas.microsoft.com/office/drawing/2014/main" id="{C3F7C707-7B38-FEC0-202A-AF6CA772A26A}"/>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670A7B1E-598C-978E-42F7-9B9C0AA9E179}"/>
              </a:ext>
            </a:extLst>
          </p:cNvPr>
          <p:cNvSpPr txBox="1"/>
          <p:nvPr/>
        </p:nvSpPr>
        <p:spPr>
          <a:xfrm>
            <a:off x="5650090" y="4408541"/>
            <a:ext cx="570089" cy="230832"/>
          </a:xfrm>
          <a:prstGeom prst="rect">
            <a:avLst/>
          </a:prstGeom>
          <a:noFill/>
        </p:spPr>
        <p:txBody>
          <a:bodyPr wrap="square" rtlCol="0">
            <a:spAutoFit/>
          </a:bodyPr>
          <a:lstStyle/>
          <a:p>
            <a:pPr algn="ctr"/>
            <a:r>
              <a:rPr lang="en-US" sz="900" dirty="0"/>
              <a:t>4567</a:t>
            </a:r>
          </a:p>
        </p:txBody>
      </p:sp>
      <p:sp>
        <p:nvSpPr>
          <p:cNvPr id="18" name="TextBox 17">
            <a:extLst>
              <a:ext uri="{FF2B5EF4-FFF2-40B4-BE49-F238E27FC236}">
                <a16:creationId xmlns:a16="http://schemas.microsoft.com/office/drawing/2014/main" id="{24F7BBC1-F08C-2805-2DC8-CD184E32B954}"/>
              </a:ext>
            </a:extLst>
          </p:cNvPr>
          <p:cNvSpPr txBox="1"/>
          <p:nvPr/>
        </p:nvSpPr>
        <p:spPr>
          <a:xfrm>
            <a:off x="4645378" y="1903821"/>
            <a:ext cx="570089" cy="230832"/>
          </a:xfrm>
          <a:prstGeom prst="rect">
            <a:avLst/>
          </a:prstGeom>
          <a:noFill/>
        </p:spPr>
        <p:txBody>
          <a:bodyPr wrap="square" rtlCol="0">
            <a:spAutoFit/>
          </a:bodyPr>
          <a:lstStyle/>
          <a:p>
            <a:pPr algn="ctr"/>
            <a:r>
              <a:rPr lang="en-US" sz="900" dirty="0"/>
              <a:t>46</a:t>
            </a:r>
          </a:p>
        </p:txBody>
      </p:sp>
      <p:sp>
        <p:nvSpPr>
          <p:cNvPr id="19" name="TextBox 18">
            <a:extLst>
              <a:ext uri="{FF2B5EF4-FFF2-40B4-BE49-F238E27FC236}">
                <a16:creationId xmlns:a16="http://schemas.microsoft.com/office/drawing/2014/main" id="{45023A4F-9455-EBDC-A817-933CDD9D46A4}"/>
              </a:ext>
            </a:extLst>
          </p:cNvPr>
          <p:cNvSpPr txBox="1"/>
          <p:nvPr/>
        </p:nvSpPr>
        <p:spPr>
          <a:xfrm>
            <a:off x="4645378" y="2404765"/>
            <a:ext cx="570089" cy="230832"/>
          </a:xfrm>
          <a:prstGeom prst="rect">
            <a:avLst/>
          </a:prstGeom>
          <a:noFill/>
        </p:spPr>
        <p:txBody>
          <a:bodyPr wrap="square" rtlCol="0">
            <a:spAutoFit/>
          </a:bodyPr>
          <a:lstStyle/>
          <a:p>
            <a:pPr algn="ctr"/>
            <a:r>
              <a:rPr lang="en-US" sz="900" dirty="0"/>
              <a:t>64</a:t>
            </a:r>
          </a:p>
        </p:txBody>
      </p:sp>
      <p:sp>
        <p:nvSpPr>
          <p:cNvPr id="21" name="TextBox 20">
            <a:extLst>
              <a:ext uri="{FF2B5EF4-FFF2-40B4-BE49-F238E27FC236}">
                <a16:creationId xmlns:a16="http://schemas.microsoft.com/office/drawing/2014/main" id="{7E2320E9-0350-F297-015F-3228D3CB2A82}"/>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1075E8D2-4AAE-9AD1-3428-281F1D8199A6}"/>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5AA923E7-A232-D801-72B3-F01B971A3AA7}"/>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167BBC36-1A12-ACD9-64F8-AADA97BFA133}"/>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79DB1954-737C-980F-AF2E-EC918DCF935C}"/>
              </a:ext>
            </a:extLst>
          </p:cNvPr>
          <p:cNvSpPr txBox="1"/>
          <p:nvPr/>
        </p:nvSpPr>
        <p:spPr>
          <a:xfrm>
            <a:off x="5147734" y="3907597"/>
            <a:ext cx="570089" cy="230832"/>
          </a:xfrm>
          <a:prstGeom prst="rect">
            <a:avLst/>
          </a:prstGeom>
          <a:noFill/>
        </p:spPr>
        <p:txBody>
          <a:bodyPr wrap="square" rtlCol="0">
            <a:spAutoFit/>
          </a:bodyPr>
          <a:lstStyle/>
          <a:p>
            <a:pPr algn="ctr"/>
            <a:r>
              <a:rPr lang="en-US" sz="900" dirty="0"/>
              <a:t>467</a:t>
            </a:r>
          </a:p>
        </p:txBody>
      </p:sp>
      <p:sp>
        <p:nvSpPr>
          <p:cNvPr id="17" name="TextBox 16">
            <a:extLst>
              <a:ext uri="{FF2B5EF4-FFF2-40B4-BE49-F238E27FC236}">
                <a16:creationId xmlns:a16="http://schemas.microsoft.com/office/drawing/2014/main" id="{EED7381B-CC72-FACC-A3C9-A6FE42733854}"/>
              </a:ext>
            </a:extLst>
          </p:cNvPr>
          <p:cNvSpPr txBox="1"/>
          <p:nvPr/>
        </p:nvSpPr>
        <p:spPr>
          <a:xfrm>
            <a:off x="5650090" y="3907597"/>
            <a:ext cx="570089" cy="230832"/>
          </a:xfrm>
          <a:prstGeom prst="rect">
            <a:avLst/>
          </a:prstGeom>
          <a:noFill/>
        </p:spPr>
        <p:txBody>
          <a:bodyPr wrap="square" rtlCol="0">
            <a:spAutoFit/>
          </a:bodyPr>
          <a:lstStyle/>
          <a:p>
            <a:pPr algn="ctr"/>
            <a:r>
              <a:rPr lang="en-US" sz="900" dirty="0"/>
              <a:t>4567</a:t>
            </a:r>
          </a:p>
        </p:txBody>
      </p:sp>
      <p:sp>
        <p:nvSpPr>
          <p:cNvPr id="20" name="TextBox 19">
            <a:extLst>
              <a:ext uri="{FF2B5EF4-FFF2-40B4-BE49-F238E27FC236}">
                <a16:creationId xmlns:a16="http://schemas.microsoft.com/office/drawing/2014/main" id="{91EA537D-1071-1A88-202F-96B11EBC6714}"/>
              </a:ext>
            </a:extLst>
          </p:cNvPr>
          <p:cNvSpPr txBox="1"/>
          <p:nvPr/>
        </p:nvSpPr>
        <p:spPr>
          <a:xfrm>
            <a:off x="5650090" y="4909484"/>
            <a:ext cx="570089" cy="230832"/>
          </a:xfrm>
          <a:prstGeom prst="rect">
            <a:avLst/>
          </a:prstGeom>
          <a:noFill/>
        </p:spPr>
        <p:txBody>
          <a:bodyPr wrap="square" rtlCol="0">
            <a:spAutoFit/>
          </a:bodyPr>
          <a:lstStyle/>
          <a:p>
            <a:pPr algn="ctr"/>
            <a:r>
              <a:rPr lang="en-US" sz="900" dirty="0"/>
              <a:t>4567</a:t>
            </a:r>
          </a:p>
        </p:txBody>
      </p:sp>
      <p:sp>
        <p:nvSpPr>
          <p:cNvPr id="24" name="TextBox 23">
            <a:extLst>
              <a:ext uri="{FF2B5EF4-FFF2-40B4-BE49-F238E27FC236}">
                <a16:creationId xmlns:a16="http://schemas.microsoft.com/office/drawing/2014/main" id="{2D10CE76-479C-78FC-9686-9999A2CEABC8}"/>
              </a:ext>
            </a:extLst>
          </p:cNvPr>
          <p:cNvSpPr txBox="1"/>
          <p:nvPr/>
        </p:nvSpPr>
        <p:spPr>
          <a:xfrm>
            <a:off x="4645378" y="901933"/>
            <a:ext cx="570089" cy="230832"/>
          </a:xfrm>
          <a:prstGeom prst="rect">
            <a:avLst/>
          </a:prstGeom>
          <a:noFill/>
        </p:spPr>
        <p:txBody>
          <a:bodyPr wrap="square" rtlCol="0">
            <a:spAutoFit/>
          </a:bodyPr>
          <a:lstStyle/>
          <a:p>
            <a:pPr algn="ctr"/>
            <a:r>
              <a:rPr lang="en-US" sz="900" dirty="0"/>
              <a:t>78</a:t>
            </a:r>
          </a:p>
        </p:txBody>
      </p:sp>
      <p:sp>
        <p:nvSpPr>
          <p:cNvPr id="25" name="TextBox 24">
            <a:extLst>
              <a:ext uri="{FF2B5EF4-FFF2-40B4-BE49-F238E27FC236}">
                <a16:creationId xmlns:a16="http://schemas.microsoft.com/office/drawing/2014/main" id="{72AD142F-C856-5611-ACC7-E187B63EA37B}"/>
              </a:ext>
            </a:extLst>
          </p:cNvPr>
          <p:cNvSpPr txBox="1"/>
          <p:nvPr/>
        </p:nvSpPr>
        <p:spPr>
          <a:xfrm>
            <a:off x="4645378" y="1402877"/>
            <a:ext cx="570089" cy="230832"/>
          </a:xfrm>
          <a:prstGeom prst="rect">
            <a:avLst/>
          </a:prstGeom>
          <a:noFill/>
        </p:spPr>
        <p:txBody>
          <a:bodyPr wrap="square" rtlCol="0">
            <a:spAutoFit/>
          </a:bodyPr>
          <a:lstStyle/>
          <a:p>
            <a:pPr algn="ctr"/>
            <a:r>
              <a:rPr lang="en-US" sz="900" dirty="0"/>
              <a:t>98</a:t>
            </a:r>
          </a:p>
        </p:txBody>
      </p:sp>
      <p:sp>
        <p:nvSpPr>
          <p:cNvPr id="26" name="TextBox 25">
            <a:extLst>
              <a:ext uri="{FF2B5EF4-FFF2-40B4-BE49-F238E27FC236}">
                <a16:creationId xmlns:a16="http://schemas.microsoft.com/office/drawing/2014/main" id="{F8AA5D37-60E0-0688-F5DB-912CCC122604}"/>
              </a:ext>
            </a:extLst>
          </p:cNvPr>
          <p:cNvSpPr txBox="1"/>
          <p:nvPr/>
        </p:nvSpPr>
        <p:spPr>
          <a:xfrm>
            <a:off x="4645378" y="2905709"/>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138A7DBD-811F-9379-9BA3-53B2F7B0141D}"/>
              </a:ext>
            </a:extLst>
          </p:cNvPr>
          <p:cNvSpPr txBox="1"/>
          <p:nvPr/>
        </p:nvSpPr>
        <p:spPr>
          <a:xfrm>
            <a:off x="4645378" y="3406653"/>
            <a:ext cx="570089" cy="230832"/>
          </a:xfrm>
          <a:prstGeom prst="rect">
            <a:avLst/>
          </a:prstGeom>
          <a:noFill/>
        </p:spPr>
        <p:txBody>
          <a:bodyPr wrap="square" rtlCol="0">
            <a:spAutoFit/>
          </a:bodyPr>
          <a:lstStyle/>
          <a:p>
            <a:pPr algn="ctr"/>
            <a:r>
              <a:rPr lang="en-US" sz="900" dirty="0"/>
              <a:t>5789</a:t>
            </a:r>
          </a:p>
        </p:txBody>
      </p:sp>
      <p:sp>
        <p:nvSpPr>
          <p:cNvPr id="29" name="TextBox 28">
            <a:extLst>
              <a:ext uri="{FF2B5EF4-FFF2-40B4-BE49-F238E27FC236}">
                <a16:creationId xmlns:a16="http://schemas.microsoft.com/office/drawing/2014/main" id="{D1FFC208-B4EF-7CFA-AEB0-A12A6B8B116D}"/>
              </a:ext>
            </a:extLst>
          </p:cNvPr>
          <p:cNvSpPr txBox="1"/>
          <p:nvPr/>
        </p:nvSpPr>
        <p:spPr>
          <a:xfrm>
            <a:off x="5147734" y="1402877"/>
            <a:ext cx="570089" cy="230832"/>
          </a:xfrm>
          <a:prstGeom prst="rect">
            <a:avLst/>
          </a:prstGeom>
          <a:noFill/>
        </p:spPr>
        <p:txBody>
          <a:bodyPr wrap="square" rtlCol="0">
            <a:spAutoFit/>
          </a:bodyPr>
          <a:lstStyle/>
          <a:p>
            <a:pPr algn="ctr"/>
            <a:r>
              <a:rPr lang="en-US" sz="900" dirty="0"/>
              <a:t>67</a:t>
            </a:r>
          </a:p>
        </p:txBody>
      </p:sp>
      <p:sp>
        <p:nvSpPr>
          <p:cNvPr id="30" name="TextBox 29">
            <a:extLst>
              <a:ext uri="{FF2B5EF4-FFF2-40B4-BE49-F238E27FC236}">
                <a16:creationId xmlns:a16="http://schemas.microsoft.com/office/drawing/2014/main" id="{8DDC3EBA-6A29-8D6D-10A4-27F0B801AD72}"/>
              </a:ext>
            </a:extLst>
          </p:cNvPr>
          <p:cNvSpPr txBox="1"/>
          <p:nvPr/>
        </p:nvSpPr>
        <p:spPr>
          <a:xfrm>
            <a:off x="5650090" y="1402877"/>
            <a:ext cx="570089" cy="230832"/>
          </a:xfrm>
          <a:prstGeom prst="rect">
            <a:avLst/>
          </a:prstGeom>
          <a:noFill/>
        </p:spPr>
        <p:txBody>
          <a:bodyPr wrap="square" rtlCol="0">
            <a:spAutoFit/>
          </a:bodyPr>
          <a:lstStyle/>
          <a:p>
            <a:pPr algn="ctr"/>
            <a:r>
              <a:rPr lang="en-US" sz="900" dirty="0"/>
              <a:t>46789</a:t>
            </a:r>
          </a:p>
        </p:txBody>
      </p:sp>
      <p:sp>
        <p:nvSpPr>
          <p:cNvPr id="32" name="TextBox 31">
            <a:extLst>
              <a:ext uri="{FF2B5EF4-FFF2-40B4-BE49-F238E27FC236}">
                <a16:creationId xmlns:a16="http://schemas.microsoft.com/office/drawing/2014/main" id="{1D9198B2-6009-F70A-1885-7C1A5A4E7C78}"/>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1202C2B6-8E8E-253F-7FA4-A0C78539B434}"/>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501835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E0E3F-4707-7CC9-A561-7750DB5A78E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F74682F-3687-0A2B-714D-062813058BF5}"/>
              </a:ext>
            </a:extLst>
          </p:cNvPr>
          <p:cNvSpPr>
            <a:spLocks noGrp="1"/>
          </p:cNvSpPr>
          <p:nvPr>
            <p:ph sz="half" idx="1"/>
          </p:nvPr>
        </p:nvSpPr>
        <p:spPr/>
        <p:txBody>
          <a:bodyPr>
            <a:normAutofit/>
          </a:bodyPr>
          <a:lstStyle/>
          <a:p>
            <a:r>
              <a:rPr lang="en-US" dirty="0"/>
              <a:t>In the center block, there can’t be 46 on the X because of the 46 cell. Therefore, it must be 37.</a:t>
            </a:r>
          </a:p>
        </p:txBody>
      </p:sp>
      <p:pic>
        <p:nvPicPr>
          <p:cNvPr id="4" name="Picture 3" descr="A grid of sudoku puzzle&#10;&#10;Description automatically generated">
            <a:extLst>
              <a:ext uri="{FF2B5EF4-FFF2-40B4-BE49-F238E27FC236}">
                <a16:creationId xmlns:a16="http://schemas.microsoft.com/office/drawing/2014/main" id="{04622004-601D-8E52-C1B1-50A591C507A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1DD28E1-306A-C8B8-76F2-F7A507DA656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4E6E1F7-D72F-C811-238D-6E89708D09F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74F18E0-7BC8-3072-30FD-15D3B8DDA27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BA24607-1830-CD2A-B27E-3C3A774DEAA4}"/>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89540610-ECDE-3ACA-D3F9-B60F6A6224C6}"/>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255C6311-CE85-E2D9-4D04-1CA35F4305EC}"/>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10" name="TextBox 9">
            <a:extLst>
              <a:ext uri="{FF2B5EF4-FFF2-40B4-BE49-F238E27FC236}">
                <a16:creationId xmlns:a16="http://schemas.microsoft.com/office/drawing/2014/main" id="{33A6CEE2-1DD6-4FA4-6717-DFB07DB30495}"/>
              </a:ext>
            </a:extLst>
          </p:cNvPr>
          <p:cNvSpPr txBox="1"/>
          <p:nvPr/>
        </p:nvSpPr>
        <p:spPr>
          <a:xfrm>
            <a:off x="6654802" y="4408541"/>
            <a:ext cx="570089" cy="230832"/>
          </a:xfrm>
          <a:prstGeom prst="rect">
            <a:avLst/>
          </a:prstGeom>
          <a:noFill/>
        </p:spPr>
        <p:txBody>
          <a:bodyPr wrap="square" rtlCol="0">
            <a:spAutoFit/>
          </a:bodyPr>
          <a:lstStyle/>
          <a:p>
            <a:pPr algn="ctr"/>
            <a:r>
              <a:rPr lang="en-US" sz="900" dirty="0"/>
              <a:t>45678</a:t>
            </a:r>
          </a:p>
        </p:txBody>
      </p:sp>
      <p:sp>
        <p:nvSpPr>
          <p:cNvPr id="11" name="TextBox 10">
            <a:extLst>
              <a:ext uri="{FF2B5EF4-FFF2-40B4-BE49-F238E27FC236}">
                <a16:creationId xmlns:a16="http://schemas.microsoft.com/office/drawing/2014/main" id="{AC9ADF7F-5DDC-75D3-CCB9-86E50573E06D}"/>
              </a:ext>
            </a:extLst>
          </p:cNvPr>
          <p:cNvSpPr txBox="1"/>
          <p:nvPr/>
        </p:nvSpPr>
        <p:spPr>
          <a:xfrm>
            <a:off x="6152446" y="4408541"/>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7757FC37-B984-4F43-C53A-ED8E407D33A6}"/>
              </a:ext>
            </a:extLst>
          </p:cNvPr>
          <p:cNvSpPr txBox="1"/>
          <p:nvPr/>
        </p:nvSpPr>
        <p:spPr>
          <a:xfrm>
            <a:off x="4143022" y="4408541"/>
            <a:ext cx="570089" cy="230832"/>
          </a:xfrm>
          <a:prstGeom prst="rect">
            <a:avLst/>
          </a:prstGeom>
          <a:noFill/>
        </p:spPr>
        <p:txBody>
          <a:bodyPr wrap="square" rtlCol="0">
            <a:spAutoFit/>
          </a:bodyPr>
          <a:lstStyle/>
          <a:p>
            <a:pPr algn="ctr"/>
            <a:r>
              <a:rPr lang="en-US" sz="900" dirty="0"/>
              <a:t>45678</a:t>
            </a:r>
          </a:p>
        </p:txBody>
      </p:sp>
      <p:sp>
        <p:nvSpPr>
          <p:cNvPr id="13" name="TextBox 12">
            <a:extLst>
              <a:ext uri="{FF2B5EF4-FFF2-40B4-BE49-F238E27FC236}">
                <a16:creationId xmlns:a16="http://schemas.microsoft.com/office/drawing/2014/main" id="{3A75E472-7369-233B-E059-BD77A27F3A49}"/>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F2B6352E-A720-3C93-2F51-13A62F3D22BE}"/>
              </a:ext>
            </a:extLst>
          </p:cNvPr>
          <p:cNvSpPr txBox="1"/>
          <p:nvPr/>
        </p:nvSpPr>
        <p:spPr>
          <a:xfrm>
            <a:off x="5650090" y="4408541"/>
            <a:ext cx="570089" cy="230832"/>
          </a:xfrm>
          <a:prstGeom prst="rect">
            <a:avLst/>
          </a:prstGeom>
          <a:noFill/>
        </p:spPr>
        <p:txBody>
          <a:bodyPr wrap="square" rtlCol="0">
            <a:spAutoFit/>
          </a:bodyPr>
          <a:lstStyle/>
          <a:p>
            <a:pPr algn="ctr"/>
            <a:r>
              <a:rPr lang="en-US" sz="900" dirty="0"/>
              <a:t>4567</a:t>
            </a:r>
          </a:p>
        </p:txBody>
      </p:sp>
      <p:sp>
        <p:nvSpPr>
          <p:cNvPr id="18" name="TextBox 17">
            <a:extLst>
              <a:ext uri="{FF2B5EF4-FFF2-40B4-BE49-F238E27FC236}">
                <a16:creationId xmlns:a16="http://schemas.microsoft.com/office/drawing/2014/main" id="{35AA6196-B12D-B719-84A2-C1DB65F77F85}"/>
              </a:ext>
            </a:extLst>
          </p:cNvPr>
          <p:cNvSpPr txBox="1"/>
          <p:nvPr/>
        </p:nvSpPr>
        <p:spPr>
          <a:xfrm>
            <a:off x="4645378" y="1903821"/>
            <a:ext cx="570089" cy="230832"/>
          </a:xfrm>
          <a:prstGeom prst="rect">
            <a:avLst/>
          </a:prstGeom>
          <a:noFill/>
        </p:spPr>
        <p:txBody>
          <a:bodyPr wrap="square" rtlCol="0">
            <a:spAutoFit/>
          </a:bodyPr>
          <a:lstStyle/>
          <a:p>
            <a:pPr algn="ctr"/>
            <a:r>
              <a:rPr lang="en-US" sz="900" dirty="0"/>
              <a:t>46</a:t>
            </a:r>
          </a:p>
        </p:txBody>
      </p:sp>
      <p:sp>
        <p:nvSpPr>
          <p:cNvPr id="19" name="TextBox 18">
            <a:extLst>
              <a:ext uri="{FF2B5EF4-FFF2-40B4-BE49-F238E27FC236}">
                <a16:creationId xmlns:a16="http://schemas.microsoft.com/office/drawing/2014/main" id="{144F228F-F9F4-9775-EAC0-C955CC4BDC31}"/>
              </a:ext>
            </a:extLst>
          </p:cNvPr>
          <p:cNvSpPr txBox="1"/>
          <p:nvPr/>
        </p:nvSpPr>
        <p:spPr>
          <a:xfrm>
            <a:off x="4645378" y="2404765"/>
            <a:ext cx="570089" cy="230832"/>
          </a:xfrm>
          <a:prstGeom prst="rect">
            <a:avLst/>
          </a:prstGeom>
          <a:noFill/>
        </p:spPr>
        <p:txBody>
          <a:bodyPr wrap="square" rtlCol="0">
            <a:spAutoFit/>
          </a:bodyPr>
          <a:lstStyle/>
          <a:p>
            <a:pPr algn="ctr"/>
            <a:r>
              <a:rPr lang="en-US" sz="900" dirty="0"/>
              <a:t>64</a:t>
            </a:r>
          </a:p>
        </p:txBody>
      </p:sp>
      <p:sp>
        <p:nvSpPr>
          <p:cNvPr id="21" name="TextBox 20">
            <a:extLst>
              <a:ext uri="{FF2B5EF4-FFF2-40B4-BE49-F238E27FC236}">
                <a16:creationId xmlns:a16="http://schemas.microsoft.com/office/drawing/2014/main" id="{D5B9179A-6BAA-EB76-933F-5B0BC4F15CF0}"/>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FAEA2BE4-E997-7586-9876-34E48EE0EF79}"/>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9811F9B2-D348-95EF-1833-AD2E2D10E4F7}"/>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5D4DFCF5-1EE0-5E72-637E-62C2347F7D1A}"/>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90D8A1FD-CFAA-0938-3743-DA93FD06BE6E}"/>
              </a:ext>
            </a:extLst>
          </p:cNvPr>
          <p:cNvSpPr txBox="1"/>
          <p:nvPr/>
        </p:nvSpPr>
        <p:spPr>
          <a:xfrm>
            <a:off x="5147734" y="3907597"/>
            <a:ext cx="570089" cy="230832"/>
          </a:xfrm>
          <a:prstGeom prst="rect">
            <a:avLst/>
          </a:prstGeom>
          <a:noFill/>
        </p:spPr>
        <p:txBody>
          <a:bodyPr wrap="square" rtlCol="0">
            <a:spAutoFit/>
          </a:bodyPr>
          <a:lstStyle/>
          <a:p>
            <a:pPr algn="ctr"/>
            <a:r>
              <a:rPr lang="en-US" sz="900" dirty="0"/>
              <a:t>467</a:t>
            </a:r>
          </a:p>
        </p:txBody>
      </p:sp>
      <p:sp>
        <p:nvSpPr>
          <p:cNvPr id="17" name="TextBox 16">
            <a:extLst>
              <a:ext uri="{FF2B5EF4-FFF2-40B4-BE49-F238E27FC236}">
                <a16:creationId xmlns:a16="http://schemas.microsoft.com/office/drawing/2014/main" id="{E51BC4DC-9108-7831-5E77-CAC85CE49007}"/>
              </a:ext>
            </a:extLst>
          </p:cNvPr>
          <p:cNvSpPr txBox="1"/>
          <p:nvPr/>
        </p:nvSpPr>
        <p:spPr>
          <a:xfrm>
            <a:off x="5650090" y="3907597"/>
            <a:ext cx="570089" cy="230832"/>
          </a:xfrm>
          <a:prstGeom prst="rect">
            <a:avLst/>
          </a:prstGeom>
          <a:noFill/>
        </p:spPr>
        <p:txBody>
          <a:bodyPr wrap="square" rtlCol="0">
            <a:spAutoFit/>
          </a:bodyPr>
          <a:lstStyle/>
          <a:p>
            <a:pPr algn="ctr"/>
            <a:r>
              <a:rPr lang="en-US" sz="900" dirty="0"/>
              <a:t>4567</a:t>
            </a:r>
          </a:p>
        </p:txBody>
      </p:sp>
      <p:sp>
        <p:nvSpPr>
          <p:cNvPr id="20" name="TextBox 19">
            <a:extLst>
              <a:ext uri="{FF2B5EF4-FFF2-40B4-BE49-F238E27FC236}">
                <a16:creationId xmlns:a16="http://schemas.microsoft.com/office/drawing/2014/main" id="{AFD23C31-75ED-ECDB-2EB9-15EF1819FD34}"/>
              </a:ext>
            </a:extLst>
          </p:cNvPr>
          <p:cNvSpPr txBox="1"/>
          <p:nvPr/>
        </p:nvSpPr>
        <p:spPr>
          <a:xfrm>
            <a:off x="5650090" y="4909484"/>
            <a:ext cx="570089" cy="230832"/>
          </a:xfrm>
          <a:prstGeom prst="rect">
            <a:avLst/>
          </a:prstGeom>
          <a:noFill/>
        </p:spPr>
        <p:txBody>
          <a:bodyPr wrap="square" rtlCol="0">
            <a:spAutoFit/>
          </a:bodyPr>
          <a:lstStyle/>
          <a:p>
            <a:pPr algn="ctr"/>
            <a:r>
              <a:rPr lang="en-US" sz="900" dirty="0"/>
              <a:t>4567</a:t>
            </a:r>
          </a:p>
        </p:txBody>
      </p:sp>
      <p:sp>
        <p:nvSpPr>
          <p:cNvPr id="24" name="TextBox 23">
            <a:extLst>
              <a:ext uri="{FF2B5EF4-FFF2-40B4-BE49-F238E27FC236}">
                <a16:creationId xmlns:a16="http://schemas.microsoft.com/office/drawing/2014/main" id="{D1DD2438-77CB-C23B-F059-5C65243945E6}"/>
              </a:ext>
            </a:extLst>
          </p:cNvPr>
          <p:cNvSpPr txBox="1"/>
          <p:nvPr/>
        </p:nvSpPr>
        <p:spPr>
          <a:xfrm>
            <a:off x="4645378" y="901933"/>
            <a:ext cx="570089" cy="230832"/>
          </a:xfrm>
          <a:prstGeom prst="rect">
            <a:avLst/>
          </a:prstGeom>
          <a:noFill/>
        </p:spPr>
        <p:txBody>
          <a:bodyPr wrap="square" rtlCol="0">
            <a:spAutoFit/>
          </a:bodyPr>
          <a:lstStyle/>
          <a:p>
            <a:pPr algn="ctr"/>
            <a:r>
              <a:rPr lang="en-US" sz="900" dirty="0"/>
              <a:t>78</a:t>
            </a:r>
          </a:p>
        </p:txBody>
      </p:sp>
      <p:sp>
        <p:nvSpPr>
          <p:cNvPr id="25" name="TextBox 24">
            <a:extLst>
              <a:ext uri="{FF2B5EF4-FFF2-40B4-BE49-F238E27FC236}">
                <a16:creationId xmlns:a16="http://schemas.microsoft.com/office/drawing/2014/main" id="{5BA7950D-5D71-872B-DC85-1CEC78384C76}"/>
              </a:ext>
            </a:extLst>
          </p:cNvPr>
          <p:cNvSpPr txBox="1"/>
          <p:nvPr/>
        </p:nvSpPr>
        <p:spPr>
          <a:xfrm>
            <a:off x="4645378" y="1402877"/>
            <a:ext cx="570089" cy="230832"/>
          </a:xfrm>
          <a:prstGeom prst="rect">
            <a:avLst/>
          </a:prstGeom>
          <a:noFill/>
        </p:spPr>
        <p:txBody>
          <a:bodyPr wrap="square" rtlCol="0">
            <a:spAutoFit/>
          </a:bodyPr>
          <a:lstStyle/>
          <a:p>
            <a:pPr algn="ctr"/>
            <a:r>
              <a:rPr lang="en-US" sz="900" dirty="0"/>
              <a:t>98</a:t>
            </a:r>
          </a:p>
        </p:txBody>
      </p:sp>
      <p:sp>
        <p:nvSpPr>
          <p:cNvPr id="26" name="TextBox 25">
            <a:extLst>
              <a:ext uri="{FF2B5EF4-FFF2-40B4-BE49-F238E27FC236}">
                <a16:creationId xmlns:a16="http://schemas.microsoft.com/office/drawing/2014/main" id="{870F89ED-A1A4-BF12-E276-558B51191BD7}"/>
              </a:ext>
            </a:extLst>
          </p:cNvPr>
          <p:cNvSpPr txBox="1"/>
          <p:nvPr/>
        </p:nvSpPr>
        <p:spPr>
          <a:xfrm>
            <a:off x="4645378" y="2905709"/>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2E45446B-5F22-97A5-82C8-28556C304E5A}"/>
              </a:ext>
            </a:extLst>
          </p:cNvPr>
          <p:cNvSpPr txBox="1"/>
          <p:nvPr/>
        </p:nvSpPr>
        <p:spPr>
          <a:xfrm>
            <a:off x="4645378" y="3406653"/>
            <a:ext cx="570089" cy="230832"/>
          </a:xfrm>
          <a:prstGeom prst="rect">
            <a:avLst/>
          </a:prstGeom>
          <a:noFill/>
        </p:spPr>
        <p:txBody>
          <a:bodyPr wrap="square" rtlCol="0">
            <a:spAutoFit/>
          </a:bodyPr>
          <a:lstStyle/>
          <a:p>
            <a:pPr algn="ctr"/>
            <a:r>
              <a:rPr lang="en-US" sz="900" dirty="0"/>
              <a:t>5789</a:t>
            </a:r>
          </a:p>
        </p:txBody>
      </p:sp>
      <p:sp>
        <p:nvSpPr>
          <p:cNvPr id="29" name="TextBox 28">
            <a:extLst>
              <a:ext uri="{FF2B5EF4-FFF2-40B4-BE49-F238E27FC236}">
                <a16:creationId xmlns:a16="http://schemas.microsoft.com/office/drawing/2014/main" id="{13669D11-1D28-8110-1779-B4592977C3EC}"/>
              </a:ext>
            </a:extLst>
          </p:cNvPr>
          <p:cNvSpPr txBox="1"/>
          <p:nvPr/>
        </p:nvSpPr>
        <p:spPr>
          <a:xfrm>
            <a:off x="5147734" y="1402877"/>
            <a:ext cx="570089" cy="230832"/>
          </a:xfrm>
          <a:prstGeom prst="rect">
            <a:avLst/>
          </a:prstGeom>
          <a:noFill/>
        </p:spPr>
        <p:txBody>
          <a:bodyPr wrap="square" rtlCol="0">
            <a:spAutoFit/>
          </a:bodyPr>
          <a:lstStyle/>
          <a:p>
            <a:pPr algn="ctr"/>
            <a:r>
              <a:rPr lang="en-US" sz="900" dirty="0"/>
              <a:t>67</a:t>
            </a:r>
          </a:p>
        </p:txBody>
      </p:sp>
      <p:sp>
        <p:nvSpPr>
          <p:cNvPr id="30" name="TextBox 29">
            <a:extLst>
              <a:ext uri="{FF2B5EF4-FFF2-40B4-BE49-F238E27FC236}">
                <a16:creationId xmlns:a16="http://schemas.microsoft.com/office/drawing/2014/main" id="{228E4C37-20B0-0293-1382-88D756581E65}"/>
              </a:ext>
            </a:extLst>
          </p:cNvPr>
          <p:cNvSpPr txBox="1"/>
          <p:nvPr/>
        </p:nvSpPr>
        <p:spPr>
          <a:xfrm>
            <a:off x="5650090" y="1402877"/>
            <a:ext cx="570089" cy="230832"/>
          </a:xfrm>
          <a:prstGeom prst="rect">
            <a:avLst/>
          </a:prstGeom>
          <a:noFill/>
        </p:spPr>
        <p:txBody>
          <a:bodyPr wrap="square" rtlCol="0">
            <a:spAutoFit/>
          </a:bodyPr>
          <a:lstStyle/>
          <a:p>
            <a:pPr algn="ctr"/>
            <a:r>
              <a:rPr lang="en-US" sz="900" dirty="0"/>
              <a:t>46789</a:t>
            </a:r>
          </a:p>
        </p:txBody>
      </p:sp>
      <p:sp>
        <p:nvSpPr>
          <p:cNvPr id="32" name="TextBox 31">
            <a:extLst>
              <a:ext uri="{FF2B5EF4-FFF2-40B4-BE49-F238E27FC236}">
                <a16:creationId xmlns:a16="http://schemas.microsoft.com/office/drawing/2014/main" id="{EDEF3DC4-4752-D5C2-3EAC-EBDEFF157CE5}"/>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9D9789BC-FF2D-6E59-2276-16B824761573}"/>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901A6107-4C0E-97D0-1416-CBEB45641A2D}"/>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437627C4-38CC-268F-0950-DB8C35541014}"/>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Tree>
    <p:extLst>
      <p:ext uri="{BB962C8B-B14F-4D97-AF65-F5344CB8AC3E}">
        <p14:creationId xmlns:p14="http://schemas.microsoft.com/office/powerpoint/2010/main" val="38732468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9B027-9CF6-8FD2-5EC9-CB4E2CE245F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EBA1EB-64F6-E5FD-2D29-0A60B65C5203}"/>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488F7C7-A9A1-B4C6-6CF6-CE78461941F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3BAEA71-5DFB-B94E-C725-BF98DFF0FB7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8E589B4-B4FA-38BA-EE27-8116DF36384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826D05B-8B13-1D36-227F-F0BEC374101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846D29C-218C-CB45-2610-8F0DA470185F}"/>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0C059D6C-6594-85D3-D257-0738A07320AB}"/>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41CCA5F8-3F88-F0EC-7F02-161F27FB6BA2}"/>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10" name="TextBox 9">
            <a:extLst>
              <a:ext uri="{FF2B5EF4-FFF2-40B4-BE49-F238E27FC236}">
                <a16:creationId xmlns:a16="http://schemas.microsoft.com/office/drawing/2014/main" id="{A4F79C8C-72E1-EB29-ADBD-A3263729A874}"/>
              </a:ext>
            </a:extLst>
          </p:cNvPr>
          <p:cNvSpPr txBox="1"/>
          <p:nvPr/>
        </p:nvSpPr>
        <p:spPr>
          <a:xfrm>
            <a:off x="6654802" y="4408541"/>
            <a:ext cx="570089" cy="230832"/>
          </a:xfrm>
          <a:prstGeom prst="rect">
            <a:avLst/>
          </a:prstGeom>
          <a:noFill/>
        </p:spPr>
        <p:txBody>
          <a:bodyPr wrap="square" rtlCol="0">
            <a:spAutoFit/>
          </a:bodyPr>
          <a:lstStyle/>
          <a:p>
            <a:pPr algn="ctr"/>
            <a:r>
              <a:rPr lang="en-US" sz="900" dirty="0"/>
              <a:t>45678</a:t>
            </a:r>
          </a:p>
        </p:txBody>
      </p:sp>
      <p:sp>
        <p:nvSpPr>
          <p:cNvPr id="11" name="TextBox 10">
            <a:extLst>
              <a:ext uri="{FF2B5EF4-FFF2-40B4-BE49-F238E27FC236}">
                <a16:creationId xmlns:a16="http://schemas.microsoft.com/office/drawing/2014/main" id="{56EC1636-3B22-80C4-526F-6552E271A15B}"/>
              </a:ext>
            </a:extLst>
          </p:cNvPr>
          <p:cNvSpPr txBox="1"/>
          <p:nvPr/>
        </p:nvSpPr>
        <p:spPr>
          <a:xfrm>
            <a:off x="6152446" y="4408541"/>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02D6D74D-206D-11CF-4757-78E12B26FD41}"/>
              </a:ext>
            </a:extLst>
          </p:cNvPr>
          <p:cNvSpPr txBox="1"/>
          <p:nvPr/>
        </p:nvSpPr>
        <p:spPr>
          <a:xfrm>
            <a:off x="4143022" y="4408541"/>
            <a:ext cx="570089" cy="230832"/>
          </a:xfrm>
          <a:prstGeom prst="rect">
            <a:avLst/>
          </a:prstGeom>
          <a:noFill/>
        </p:spPr>
        <p:txBody>
          <a:bodyPr wrap="square" rtlCol="0">
            <a:spAutoFit/>
          </a:bodyPr>
          <a:lstStyle/>
          <a:p>
            <a:pPr algn="ctr"/>
            <a:r>
              <a:rPr lang="en-US" sz="900" dirty="0"/>
              <a:t>45678</a:t>
            </a:r>
          </a:p>
        </p:txBody>
      </p:sp>
      <p:sp>
        <p:nvSpPr>
          <p:cNvPr id="13" name="TextBox 12">
            <a:extLst>
              <a:ext uri="{FF2B5EF4-FFF2-40B4-BE49-F238E27FC236}">
                <a16:creationId xmlns:a16="http://schemas.microsoft.com/office/drawing/2014/main" id="{E7F9C8FC-10C4-760C-2DA8-831A7D75B80A}"/>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AFE9F5F4-6A65-7834-9E52-F9CAC9950738}"/>
              </a:ext>
            </a:extLst>
          </p:cNvPr>
          <p:cNvSpPr txBox="1"/>
          <p:nvPr/>
        </p:nvSpPr>
        <p:spPr>
          <a:xfrm>
            <a:off x="5650090" y="4408541"/>
            <a:ext cx="570089" cy="230832"/>
          </a:xfrm>
          <a:prstGeom prst="rect">
            <a:avLst/>
          </a:prstGeom>
          <a:noFill/>
        </p:spPr>
        <p:txBody>
          <a:bodyPr wrap="square" rtlCol="0">
            <a:spAutoFit/>
          </a:bodyPr>
          <a:lstStyle/>
          <a:p>
            <a:pPr algn="ctr"/>
            <a:r>
              <a:rPr lang="en-US" sz="900" dirty="0"/>
              <a:t>456</a:t>
            </a:r>
          </a:p>
        </p:txBody>
      </p:sp>
      <p:sp>
        <p:nvSpPr>
          <p:cNvPr id="18" name="TextBox 17">
            <a:extLst>
              <a:ext uri="{FF2B5EF4-FFF2-40B4-BE49-F238E27FC236}">
                <a16:creationId xmlns:a16="http://schemas.microsoft.com/office/drawing/2014/main" id="{DE0A7BF9-EDF9-3457-81C6-09E2D70E887C}"/>
              </a:ext>
            </a:extLst>
          </p:cNvPr>
          <p:cNvSpPr txBox="1"/>
          <p:nvPr/>
        </p:nvSpPr>
        <p:spPr>
          <a:xfrm>
            <a:off x="4645378" y="1903821"/>
            <a:ext cx="570089" cy="230832"/>
          </a:xfrm>
          <a:prstGeom prst="rect">
            <a:avLst/>
          </a:prstGeom>
          <a:noFill/>
        </p:spPr>
        <p:txBody>
          <a:bodyPr wrap="square" rtlCol="0">
            <a:spAutoFit/>
          </a:bodyPr>
          <a:lstStyle/>
          <a:p>
            <a:pPr algn="ctr"/>
            <a:r>
              <a:rPr lang="en-US" sz="900" dirty="0"/>
              <a:t>46</a:t>
            </a:r>
          </a:p>
        </p:txBody>
      </p:sp>
      <p:sp>
        <p:nvSpPr>
          <p:cNvPr id="19" name="TextBox 18">
            <a:extLst>
              <a:ext uri="{FF2B5EF4-FFF2-40B4-BE49-F238E27FC236}">
                <a16:creationId xmlns:a16="http://schemas.microsoft.com/office/drawing/2014/main" id="{C9E6565F-A46D-FEE7-E5D3-BB3AFB89FA8D}"/>
              </a:ext>
            </a:extLst>
          </p:cNvPr>
          <p:cNvSpPr txBox="1"/>
          <p:nvPr/>
        </p:nvSpPr>
        <p:spPr>
          <a:xfrm>
            <a:off x="4645378" y="2404765"/>
            <a:ext cx="570089" cy="230832"/>
          </a:xfrm>
          <a:prstGeom prst="rect">
            <a:avLst/>
          </a:prstGeom>
          <a:noFill/>
        </p:spPr>
        <p:txBody>
          <a:bodyPr wrap="square" rtlCol="0">
            <a:spAutoFit/>
          </a:bodyPr>
          <a:lstStyle/>
          <a:p>
            <a:pPr algn="ctr"/>
            <a:r>
              <a:rPr lang="en-US" sz="900" dirty="0"/>
              <a:t>64</a:t>
            </a:r>
          </a:p>
        </p:txBody>
      </p:sp>
      <p:sp>
        <p:nvSpPr>
          <p:cNvPr id="21" name="TextBox 20">
            <a:extLst>
              <a:ext uri="{FF2B5EF4-FFF2-40B4-BE49-F238E27FC236}">
                <a16:creationId xmlns:a16="http://schemas.microsoft.com/office/drawing/2014/main" id="{EC43E161-9294-541B-21B4-FB1E7E8775A1}"/>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9B21D8F9-D5B4-0413-4DF7-6A7240A2D2C6}"/>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E4BC2972-ABE0-249F-A39E-453C51D064A2}"/>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B2106479-D595-8180-5F87-AC03C8E8D4F3}"/>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46436DBD-954D-10F0-5B2D-D35650903FF4}"/>
              </a:ext>
            </a:extLst>
          </p:cNvPr>
          <p:cNvSpPr txBox="1"/>
          <p:nvPr/>
        </p:nvSpPr>
        <p:spPr>
          <a:xfrm>
            <a:off x="5147734" y="3907597"/>
            <a:ext cx="570089" cy="230832"/>
          </a:xfrm>
          <a:prstGeom prst="rect">
            <a:avLst/>
          </a:prstGeom>
          <a:noFill/>
        </p:spPr>
        <p:txBody>
          <a:bodyPr wrap="square" rtlCol="0">
            <a:spAutoFit/>
          </a:bodyPr>
          <a:lstStyle/>
          <a:p>
            <a:pPr algn="ctr"/>
            <a:r>
              <a:rPr lang="en-US" sz="900" dirty="0"/>
              <a:t>467</a:t>
            </a:r>
          </a:p>
        </p:txBody>
      </p:sp>
      <p:sp>
        <p:nvSpPr>
          <p:cNvPr id="17" name="TextBox 16">
            <a:extLst>
              <a:ext uri="{FF2B5EF4-FFF2-40B4-BE49-F238E27FC236}">
                <a16:creationId xmlns:a16="http://schemas.microsoft.com/office/drawing/2014/main" id="{3411505B-3A3D-4C20-5696-8E414C3B9B06}"/>
              </a:ext>
            </a:extLst>
          </p:cNvPr>
          <p:cNvSpPr txBox="1"/>
          <p:nvPr/>
        </p:nvSpPr>
        <p:spPr>
          <a:xfrm>
            <a:off x="5650090" y="3907597"/>
            <a:ext cx="570089" cy="230832"/>
          </a:xfrm>
          <a:prstGeom prst="rect">
            <a:avLst/>
          </a:prstGeom>
          <a:noFill/>
        </p:spPr>
        <p:txBody>
          <a:bodyPr wrap="square" rtlCol="0">
            <a:spAutoFit/>
          </a:bodyPr>
          <a:lstStyle/>
          <a:p>
            <a:pPr algn="ctr"/>
            <a:r>
              <a:rPr lang="en-US" sz="900" dirty="0"/>
              <a:t>456</a:t>
            </a:r>
          </a:p>
        </p:txBody>
      </p:sp>
      <p:sp>
        <p:nvSpPr>
          <p:cNvPr id="20" name="TextBox 19">
            <a:extLst>
              <a:ext uri="{FF2B5EF4-FFF2-40B4-BE49-F238E27FC236}">
                <a16:creationId xmlns:a16="http://schemas.microsoft.com/office/drawing/2014/main" id="{24BDA8F4-21D4-BC33-FE8B-1D0B5BA3CF92}"/>
              </a:ext>
            </a:extLst>
          </p:cNvPr>
          <p:cNvSpPr txBox="1"/>
          <p:nvPr/>
        </p:nvSpPr>
        <p:spPr>
          <a:xfrm>
            <a:off x="5650090" y="4909484"/>
            <a:ext cx="570089" cy="230832"/>
          </a:xfrm>
          <a:prstGeom prst="rect">
            <a:avLst/>
          </a:prstGeom>
          <a:noFill/>
        </p:spPr>
        <p:txBody>
          <a:bodyPr wrap="square" rtlCol="0">
            <a:spAutoFit/>
          </a:bodyPr>
          <a:lstStyle/>
          <a:p>
            <a:pPr algn="ctr"/>
            <a:r>
              <a:rPr lang="en-US" sz="900" dirty="0"/>
              <a:t>456</a:t>
            </a:r>
          </a:p>
        </p:txBody>
      </p:sp>
      <p:sp>
        <p:nvSpPr>
          <p:cNvPr id="24" name="TextBox 23">
            <a:extLst>
              <a:ext uri="{FF2B5EF4-FFF2-40B4-BE49-F238E27FC236}">
                <a16:creationId xmlns:a16="http://schemas.microsoft.com/office/drawing/2014/main" id="{B0DA3326-F233-26D5-321C-5349C1923CAA}"/>
              </a:ext>
            </a:extLst>
          </p:cNvPr>
          <p:cNvSpPr txBox="1"/>
          <p:nvPr/>
        </p:nvSpPr>
        <p:spPr>
          <a:xfrm>
            <a:off x="4645378" y="901933"/>
            <a:ext cx="570089" cy="230832"/>
          </a:xfrm>
          <a:prstGeom prst="rect">
            <a:avLst/>
          </a:prstGeom>
          <a:noFill/>
        </p:spPr>
        <p:txBody>
          <a:bodyPr wrap="square" rtlCol="0">
            <a:spAutoFit/>
          </a:bodyPr>
          <a:lstStyle/>
          <a:p>
            <a:pPr algn="ctr"/>
            <a:r>
              <a:rPr lang="en-US" sz="900" dirty="0"/>
              <a:t>78</a:t>
            </a:r>
          </a:p>
        </p:txBody>
      </p:sp>
      <p:sp>
        <p:nvSpPr>
          <p:cNvPr id="25" name="TextBox 24">
            <a:extLst>
              <a:ext uri="{FF2B5EF4-FFF2-40B4-BE49-F238E27FC236}">
                <a16:creationId xmlns:a16="http://schemas.microsoft.com/office/drawing/2014/main" id="{268F234C-C3D6-FBC3-3D09-EE121A7E8819}"/>
              </a:ext>
            </a:extLst>
          </p:cNvPr>
          <p:cNvSpPr txBox="1"/>
          <p:nvPr/>
        </p:nvSpPr>
        <p:spPr>
          <a:xfrm>
            <a:off x="4645378" y="1402877"/>
            <a:ext cx="570089" cy="230832"/>
          </a:xfrm>
          <a:prstGeom prst="rect">
            <a:avLst/>
          </a:prstGeom>
          <a:noFill/>
        </p:spPr>
        <p:txBody>
          <a:bodyPr wrap="square" rtlCol="0">
            <a:spAutoFit/>
          </a:bodyPr>
          <a:lstStyle/>
          <a:p>
            <a:pPr algn="ctr"/>
            <a:r>
              <a:rPr lang="en-US" sz="900" dirty="0"/>
              <a:t>98</a:t>
            </a:r>
          </a:p>
        </p:txBody>
      </p:sp>
      <p:sp>
        <p:nvSpPr>
          <p:cNvPr id="26" name="TextBox 25">
            <a:extLst>
              <a:ext uri="{FF2B5EF4-FFF2-40B4-BE49-F238E27FC236}">
                <a16:creationId xmlns:a16="http://schemas.microsoft.com/office/drawing/2014/main" id="{A79096D9-8466-F45E-CE8A-258440BAA8B4}"/>
              </a:ext>
            </a:extLst>
          </p:cNvPr>
          <p:cNvSpPr txBox="1"/>
          <p:nvPr/>
        </p:nvSpPr>
        <p:spPr>
          <a:xfrm>
            <a:off x="4645378" y="2905709"/>
            <a:ext cx="570089" cy="230832"/>
          </a:xfrm>
          <a:prstGeom prst="rect">
            <a:avLst/>
          </a:prstGeom>
          <a:noFill/>
        </p:spPr>
        <p:txBody>
          <a:bodyPr wrap="square" rtlCol="0">
            <a:spAutoFit/>
          </a:bodyPr>
          <a:lstStyle/>
          <a:p>
            <a:pPr algn="ctr"/>
            <a:r>
              <a:rPr lang="en-US" sz="900" dirty="0"/>
              <a:t>589</a:t>
            </a:r>
          </a:p>
        </p:txBody>
      </p:sp>
      <p:sp>
        <p:nvSpPr>
          <p:cNvPr id="27" name="TextBox 26">
            <a:extLst>
              <a:ext uri="{FF2B5EF4-FFF2-40B4-BE49-F238E27FC236}">
                <a16:creationId xmlns:a16="http://schemas.microsoft.com/office/drawing/2014/main" id="{F03B74F0-0E2B-28A1-F9B2-A53A30038590}"/>
              </a:ext>
            </a:extLst>
          </p:cNvPr>
          <p:cNvSpPr txBox="1"/>
          <p:nvPr/>
        </p:nvSpPr>
        <p:spPr>
          <a:xfrm>
            <a:off x="4645378" y="3406653"/>
            <a:ext cx="570089" cy="230832"/>
          </a:xfrm>
          <a:prstGeom prst="rect">
            <a:avLst/>
          </a:prstGeom>
          <a:noFill/>
        </p:spPr>
        <p:txBody>
          <a:bodyPr wrap="square" rtlCol="0">
            <a:spAutoFit/>
          </a:bodyPr>
          <a:lstStyle/>
          <a:p>
            <a:pPr algn="ctr"/>
            <a:r>
              <a:rPr lang="en-US" sz="900" dirty="0"/>
              <a:t>589</a:t>
            </a:r>
          </a:p>
        </p:txBody>
      </p:sp>
      <p:sp>
        <p:nvSpPr>
          <p:cNvPr id="29" name="TextBox 28">
            <a:extLst>
              <a:ext uri="{FF2B5EF4-FFF2-40B4-BE49-F238E27FC236}">
                <a16:creationId xmlns:a16="http://schemas.microsoft.com/office/drawing/2014/main" id="{99846197-5544-69A4-EF8B-E636409F4E4A}"/>
              </a:ext>
            </a:extLst>
          </p:cNvPr>
          <p:cNvSpPr txBox="1"/>
          <p:nvPr/>
        </p:nvSpPr>
        <p:spPr>
          <a:xfrm>
            <a:off x="5147734" y="1402877"/>
            <a:ext cx="570089" cy="230832"/>
          </a:xfrm>
          <a:prstGeom prst="rect">
            <a:avLst/>
          </a:prstGeom>
          <a:noFill/>
        </p:spPr>
        <p:txBody>
          <a:bodyPr wrap="square" rtlCol="0">
            <a:spAutoFit/>
          </a:bodyPr>
          <a:lstStyle/>
          <a:p>
            <a:pPr algn="ctr"/>
            <a:r>
              <a:rPr lang="en-US" sz="900" dirty="0"/>
              <a:t>67</a:t>
            </a:r>
          </a:p>
        </p:txBody>
      </p:sp>
      <p:sp>
        <p:nvSpPr>
          <p:cNvPr id="30" name="TextBox 29">
            <a:extLst>
              <a:ext uri="{FF2B5EF4-FFF2-40B4-BE49-F238E27FC236}">
                <a16:creationId xmlns:a16="http://schemas.microsoft.com/office/drawing/2014/main" id="{D53A6A75-FC2B-E31B-FF94-0409155E5F5E}"/>
              </a:ext>
            </a:extLst>
          </p:cNvPr>
          <p:cNvSpPr txBox="1"/>
          <p:nvPr/>
        </p:nvSpPr>
        <p:spPr>
          <a:xfrm>
            <a:off x="5650090" y="1402877"/>
            <a:ext cx="570089" cy="230832"/>
          </a:xfrm>
          <a:prstGeom prst="rect">
            <a:avLst/>
          </a:prstGeom>
          <a:noFill/>
        </p:spPr>
        <p:txBody>
          <a:bodyPr wrap="square" rtlCol="0">
            <a:spAutoFit/>
          </a:bodyPr>
          <a:lstStyle/>
          <a:p>
            <a:pPr algn="ctr"/>
            <a:r>
              <a:rPr lang="en-US" sz="900" dirty="0"/>
              <a:t>4689</a:t>
            </a:r>
          </a:p>
        </p:txBody>
      </p:sp>
      <p:sp>
        <p:nvSpPr>
          <p:cNvPr id="32" name="TextBox 31">
            <a:extLst>
              <a:ext uri="{FF2B5EF4-FFF2-40B4-BE49-F238E27FC236}">
                <a16:creationId xmlns:a16="http://schemas.microsoft.com/office/drawing/2014/main" id="{50B4F3CE-D74C-905E-C17F-3ECA0BE1FD46}"/>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8D3331FE-3F0E-F19B-75BC-9D3715BD1C0D}"/>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E6A872D4-397C-573C-9B14-2134F2E1318F}"/>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E86683F1-FB92-5E8E-D037-C93579163C0F}"/>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Tree>
    <p:extLst>
      <p:ext uri="{BB962C8B-B14F-4D97-AF65-F5344CB8AC3E}">
        <p14:creationId xmlns:p14="http://schemas.microsoft.com/office/powerpoint/2010/main" val="22684440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BBBE6-690F-F3B9-C1BC-9AF87E98F0A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5962C1-6331-C30E-ACA2-7F4DD9DD9DBB}"/>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046B002-903D-70D0-6F36-7C3C755C3FC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B414621-C985-4565-521C-45ACFA76F09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64A733E-6FA7-49CB-E6F8-49EA35B5273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A1626B9-7A48-E0A0-5B2E-B58A2B370CD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C0FC8E2-EDC2-936A-0C4F-51927431E4B0}"/>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F1128C72-B0F8-9066-03B2-FFB3E88E243E}"/>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452094C2-D9D1-8BBC-7537-3217B1CF3604}"/>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10" name="TextBox 9">
            <a:extLst>
              <a:ext uri="{FF2B5EF4-FFF2-40B4-BE49-F238E27FC236}">
                <a16:creationId xmlns:a16="http://schemas.microsoft.com/office/drawing/2014/main" id="{74ED8068-001D-12E1-EA8B-93F5A073DB63}"/>
              </a:ext>
            </a:extLst>
          </p:cNvPr>
          <p:cNvSpPr txBox="1"/>
          <p:nvPr/>
        </p:nvSpPr>
        <p:spPr>
          <a:xfrm>
            <a:off x="6654802" y="4408541"/>
            <a:ext cx="570089" cy="230832"/>
          </a:xfrm>
          <a:prstGeom prst="rect">
            <a:avLst/>
          </a:prstGeom>
          <a:noFill/>
        </p:spPr>
        <p:txBody>
          <a:bodyPr wrap="square" rtlCol="0">
            <a:spAutoFit/>
          </a:bodyPr>
          <a:lstStyle/>
          <a:p>
            <a:pPr algn="ctr"/>
            <a:r>
              <a:rPr lang="en-US" sz="900" dirty="0"/>
              <a:t>45678</a:t>
            </a:r>
          </a:p>
        </p:txBody>
      </p:sp>
      <p:sp>
        <p:nvSpPr>
          <p:cNvPr id="11" name="TextBox 10">
            <a:extLst>
              <a:ext uri="{FF2B5EF4-FFF2-40B4-BE49-F238E27FC236}">
                <a16:creationId xmlns:a16="http://schemas.microsoft.com/office/drawing/2014/main" id="{6F7582EC-EEF5-57B7-12C8-082830059AAD}"/>
              </a:ext>
            </a:extLst>
          </p:cNvPr>
          <p:cNvSpPr txBox="1"/>
          <p:nvPr/>
        </p:nvSpPr>
        <p:spPr>
          <a:xfrm>
            <a:off x="6152446" y="4408541"/>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EA28F4A8-B631-3970-BE9E-CC09A70B6B24}"/>
              </a:ext>
            </a:extLst>
          </p:cNvPr>
          <p:cNvSpPr txBox="1"/>
          <p:nvPr/>
        </p:nvSpPr>
        <p:spPr>
          <a:xfrm>
            <a:off x="4143022" y="4408541"/>
            <a:ext cx="570089" cy="230832"/>
          </a:xfrm>
          <a:prstGeom prst="rect">
            <a:avLst/>
          </a:prstGeom>
          <a:noFill/>
        </p:spPr>
        <p:txBody>
          <a:bodyPr wrap="square" rtlCol="0">
            <a:spAutoFit/>
          </a:bodyPr>
          <a:lstStyle/>
          <a:p>
            <a:pPr algn="ctr"/>
            <a:r>
              <a:rPr lang="en-US" sz="900" dirty="0"/>
              <a:t>45678</a:t>
            </a:r>
          </a:p>
        </p:txBody>
      </p:sp>
      <p:sp>
        <p:nvSpPr>
          <p:cNvPr id="13" name="TextBox 12">
            <a:extLst>
              <a:ext uri="{FF2B5EF4-FFF2-40B4-BE49-F238E27FC236}">
                <a16:creationId xmlns:a16="http://schemas.microsoft.com/office/drawing/2014/main" id="{00B406EC-A177-09EC-05D5-A58AD2F27784}"/>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E85B891A-7419-FEBD-2F2A-2160F3A98696}"/>
              </a:ext>
            </a:extLst>
          </p:cNvPr>
          <p:cNvSpPr txBox="1"/>
          <p:nvPr/>
        </p:nvSpPr>
        <p:spPr>
          <a:xfrm>
            <a:off x="5650090" y="4408541"/>
            <a:ext cx="570089" cy="230832"/>
          </a:xfrm>
          <a:prstGeom prst="rect">
            <a:avLst/>
          </a:prstGeom>
          <a:noFill/>
        </p:spPr>
        <p:txBody>
          <a:bodyPr wrap="square" rtlCol="0">
            <a:spAutoFit/>
          </a:bodyPr>
          <a:lstStyle/>
          <a:p>
            <a:pPr algn="ctr"/>
            <a:r>
              <a:rPr lang="en-US" sz="900" dirty="0"/>
              <a:t>456</a:t>
            </a:r>
          </a:p>
        </p:txBody>
      </p:sp>
      <p:sp>
        <p:nvSpPr>
          <p:cNvPr id="18" name="TextBox 17">
            <a:extLst>
              <a:ext uri="{FF2B5EF4-FFF2-40B4-BE49-F238E27FC236}">
                <a16:creationId xmlns:a16="http://schemas.microsoft.com/office/drawing/2014/main" id="{77CBD67F-C61F-42F7-A243-54E9081F121D}"/>
              </a:ext>
            </a:extLst>
          </p:cNvPr>
          <p:cNvSpPr txBox="1"/>
          <p:nvPr/>
        </p:nvSpPr>
        <p:spPr>
          <a:xfrm>
            <a:off x="4645378" y="1903821"/>
            <a:ext cx="570089" cy="230832"/>
          </a:xfrm>
          <a:prstGeom prst="rect">
            <a:avLst/>
          </a:prstGeom>
          <a:noFill/>
        </p:spPr>
        <p:txBody>
          <a:bodyPr wrap="square" rtlCol="0">
            <a:spAutoFit/>
          </a:bodyPr>
          <a:lstStyle/>
          <a:p>
            <a:pPr algn="ctr"/>
            <a:r>
              <a:rPr lang="en-US" sz="900" dirty="0"/>
              <a:t>46</a:t>
            </a:r>
          </a:p>
        </p:txBody>
      </p:sp>
      <p:sp>
        <p:nvSpPr>
          <p:cNvPr id="19" name="TextBox 18">
            <a:extLst>
              <a:ext uri="{FF2B5EF4-FFF2-40B4-BE49-F238E27FC236}">
                <a16:creationId xmlns:a16="http://schemas.microsoft.com/office/drawing/2014/main" id="{E7EE9679-B901-CBE5-86C1-338D6C7F0F16}"/>
              </a:ext>
            </a:extLst>
          </p:cNvPr>
          <p:cNvSpPr txBox="1"/>
          <p:nvPr/>
        </p:nvSpPr>
        <p:spPr>
          <a:xfrm>
            <a:off x="4645378" y="2404765"/>
            <a:ext cx="570089" cy="230832"/>
          </a:xfrm>
          <a:prstGeom prst="rect">
            <a:avLst/>
          </a:prstGeom>
          <a:noFill/>
        </p:spPr>
        <p:txBody>
          <a:bodyPr wrap="square" rtlCol="0">
            <a:spAutoFit/>
          </a:bodyPr>
          <a:lstStyle/>
          <a:p>
            <a:pPr algn="ctr"/>
            <a:r>
              <a:rPr lang="en-US" sz="900" dirty="0"/>
              <a:t>64</a:t>
            </a:r>
          </a:p>
        </p:txBody>
      </p:sp>
      <p:sp>
        <p:nvSpPr>
          <p:cNvPr id="21" name="TextBox 20">
            <a:extLst>
              <a:ext uri="{FF2B5EF4-FFF2-40B4-BE49-F238E27FC236}">
                <a16:creationId xmlns:a16="http://schemas.microsoft.com/office/drawing/2014/main" id="{397131E4-79B0-E76C-8047-CE5A94783B91}"/>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0EC4D900-8736-AD18-B556-984DDF2CD2AD}"/>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750BD9CB-7B21-29A5-2767-81C61BCC8624}"/>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1A2A3CF9-8932-B7D3-1466-0F99B03DC06D}"/>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39AC3D2E-DA41-4F78-25AC-6567548C35C1}"/>
              </a:ext>
            </a:extLst>
          </p:cNvPr>
          <p:cNvSpPr txBox="1"/>
          <p:nvPr/>
        </p:nvSpPr>
        <p:spPr>
          <a:xfrm>
            <a:off x="5650090" y="3907597"/>
            <a:ext cx="570089" cy="230832"/>
          </a:xfrm>
          <a:prstGeom prst="rect">
            <a:avLst/>
          </a:prstGeom>
          <a:noFill/>
        </p:spPr>
        <p:txBody>
          <a:bodyPr wrap="square" rtlCol="0">
            <a:spAutoFit/>
          </a:bodyPr>
          <a:lstStyle/>
          <a:p>
            <a:pPr algn="ctr"/>
            <a:r>
              <a:rPr lang="en-US" sz="900" dirty="0"/>
              <a:t>456</a:t>
            </a:r>
          </a:p>
        </p:txBody>
      </p:sp>
      <p:sp>
        <p:nvSpPr>
          <p:cNvPr id="20" name="TextBox 19">
            <a:extLst>
              <a:ext uri="{FF2B5EF4-FFF2-40B4-BE49-F238E27FC236}">
                <a16:creationId xmlns:a16="http://schemas.microsoft.com/office/drawing/2014/main" id="{4F0A6DA8-BD39-2A80-CA95-447680C9EDED}"/>
              </a:ext>
            </a:extLst>
          </p:cNvPr>
          <p:cNvSpPr txBox="1"/>
          <p:nvPr/>
        </p:nvSpPr>
        <p:spPr>
          <a:xfrm>
            <a:off x="5650090" y="4909484"/>
            <a:ext cx="570089" cy="230832"/>
          </a:xfrm>
          <a:prstGeom prst="rect">
            <a:avLst/>
          </a:prstGeom>
          <a:noFill/>
        </p:spPr>
        <p:txBody>
          <a:bodyPr wrap="square" rtlCol="0">
            <a:spAutoFit/>
          </a:bodyPr>
          <a:lstStyle/>
          <a:p>
            <a:pPr algn="ctr"/>
            <a:r>
              <a:rPr lang="en-US" sz="900" dirty="0"/>
              <a:t>456</a:t>
            </a:r>
          </a:p>
        </p:txBody>
      </p:sp>
      <p:sp>
        <p:nvSpPr>
          <p:cNvPr id="25" name="TextBox 24">
            <a:extLst>
              <a:ext uri="{FF2B5EF4-FFF2-40B4-BE49-F238E27FC236}">
                <a16:creationId xmlns:a16="http://schemas.microsoft.com/office/drawing/2014/main" id="{D4E7B131-D4BA-3DFF-A0C6-D3DA261A9DFA}"/>
              </a:ext>
            </a:extLst>
          </p:cNvPr>
          <p:cNvSpPr txBox="1"/>
          <p:nvPr/>
        </p:nvSpPr>
        <p:spPr>
          <a:xfrm>
            <a:off x="4645378" y="1402877"/>
            <a:ext cx="570089" cy="230832"/>
          </a:xfrm>
          <a:prstGeom prst="rect">
            <a:avLst/>
          </a:prstGeom>
          <a:noFill/>
        </p:spPr>
        <p:txBody>
          <a:bodyPr wrap="square" rtlCol="0">
            <a:spAutoFit/>
          </a:bodyPr>
          <a:lstStyle/>
          <a:p>
            <a:pPr algn="ctr"/>
            <a:r>
              <a:rPr lang="en-US" sz="900" dirty="0"/>
              <a:t>98</a:t>
            </a:r>
          </a:p>
        </p:txBody>
      </p:sp>
      <p:sp>
        <p:nvSpPr>
          <p:cNvPr id="26" name="TextBox 25">
            <a:extLst>
              <a:ext uri="{FF2B5EF4-FFF2-40B4-BE49-F238E27FC236}">
                <a16:creationId xmlns:a16="http://schemas.microsoft.com/office/drawing/2014/main" id="{50B97630-3D44-5307-8C3B-EDDC163C3F63}"/>
              </a:ext>
            </a:extLst>
          </p:cNvPr>
          <p:cNvSpPr txBox="1"/>
          <p:nvPr/>
        </p:nvSpPr>
        <p:spPr>
          <a:xfrm>
            <a:off x="4645378" y="2905709"/>
            <a:ext cx="570089" cy="230832"/>
          </a:xfrm>
          <a:prstGeom prst="rect">
            <a:avLst/>
          </a:prstGeom>
          <a:noFill/>
        </p:spPr>
        <p:txBody>
          <a:bodyPr wrap="square" rtlCol="0">
            <a:spAutoFit/>
          </a:bodyPr>
          <a:lstStyle/>
          <a:p>
            <a:pPr algn="ctr"/>
            <a:r>
              <a:rPr lang="en-US" sz="900" dirty="0"/>
              <a:t>589</a:t>
            </a:r>
          </a:p>
        </p:txBody>
      </p:sp>
      <p:sp>
        <p:nvSpPr>
          <p:cNvPr id="27" name="TextBox 26">
            <a:extLst>
              <a:ext uri="{FF2B5EF4-FFF2-40B4-BE49-F238E27FC236}">
                <a16:creationId xmlns:a16="http://schemas.microsoft.com/office/drawing/2014/main" id="{4F3ED0EE-9784-DE69-5A6F-EBE613D7224E}"/>
              </a:ext>
            </a:extLst>
          </p:cNvPr>
          <p:cNvSpPr txBox="1"/>
          <p:nvPr/>
        </p:nvSpPr>
        <p:spPr>
          <a:xfrm>
            <a:off x="4645378" y="3406653"/>
            <a:ext cx="570089" cy="230832"/>
          </a:xfrm>
          <a:prstGeom prst="rect">
            <a:avLst/>
          </a:prstGeom>
          <a:noFill/>
        </p:spPr>
        <p:txBody>
          <a:bodyPr wrap="square" rtlCol="0">
            <a:spAutoFit/>
          </a:bodyPr>
          <a:lstStyle/>
          <a:p>
            <a:pPr algn="ctr"/>
            <a:r>
              <a:rPr lang="en-US" sz="900" dirty="0"/>
              <a:t>589</a:t>
            </a:r>
          </a:p>
        </p:txBody>
      </p:sp>
      <p:sp>
        <p:nvSpPr>
          <p:cNvPr id="29" name="TextBox 28">
            <a:extLst>
              <a:ext uri="{FF2B5EF4-FFF2-40B4-BE49-F238E27FC236}">
                <a16:creationId xmlns:a16="http://schemas.microsoft.com/office/drawing/2014/main" id="{6EDECE60-20B3-960D-434A-E78C278C0B63}"/>
              </a:ext>
            </a:extLst>
          </p:cNvPr>
          <p:cNvSpPr txBox="1"/>
          <p:nvPr/>
        </p:nvSpPr>
        <p:spPr>
          <a:xfrm>
            <a:off x="5147734" y="1402877"/>
            <a:ext cx="570089" cy="230832"/>
          </a:xfrm>
          <a:prstGeom prst="rect">
            <a:avLst/>
          </a:prstGeom>
          <a:noFill/>
        </p:spPr>
        <p:txBody>
          <a:bodyPr wrap="square" rtlCol="0">
            <a:spAutoFit/>
          </a:bodyPr>
          <a:lstStyle/>
          <a:p>
            <a:pPr algn="ctr"/>
            <a:r>
              <a:rPr lang="en-US" sz="900" dirty="0"/>
              <a:t>67</a:t>
            </a:r>
          </a:p>
        </p:txBody>
      </p:sp>
      <p:sp>
        <p:nvSpPr>
          <p:cNvPr id="30" name="TextBox 29">
            <a:extLst>
              <a:ext uri="{FF2B5EF4-FFF2-40B4-BE49-F238E27FC236}">
                <a16:creationId xmlns:a16="http://schemas.microsoft.com/office/drawing/2014/main" id="{87F1259E-6A6B-24FF-45EE-9B0219AB292B}"/>
              </a:ext>
            </a:extLst>
          </p:cNvPr>
          <p:cNvSpPr txBox="1"/>
          <p:nvPr/>
        </p:nvSpPr>
        <p:spPr>
          <a:xfrm>
            <a:off x="5650090" y="1402877"/>
            <a:ext cx="570089" cy="230832"/>
          </a:xfrm>
          <a:prstGeom prst="rect">
            <a:avLst/>
          </a:prstGeom>
          <a:noFill/>
        </p:spPr>
        <p:txBody>
          <a:bodyPr wrap="square" rtlCol="0">
            <a:spAutoFit/>
          </a:bodyPr>
          <a:lstStyle/>
          <a:p>
            <a:pPr algn="ctr"/>
            <a:r>
              <a:rPr lang="en-US" sz="900" dirty="0"/>
              <a:t>89</a:t>
            </a:r>
          </a:p>
        </p:txBody>
      </p:sp>
      <p:sp>
        <p:nvSpPr>
          <p:cNvPr id="32" name="TextBox 31">
            <a:extLst>
              <a:ext uri="{FF2B5EF4-FFF2-40B4-BE49-F238E27FC236}">
                <a16:creationId xmlns:a16="http://schemas.microsoft.com/office/drawing/2014/main" id="{3DAABCEA-8D02-4000-9C3E-24CC6103B3FE}"/>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9387C551-E167-D52D-751B-2F326DE1DF69}"/>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AF94B2F2-CDF6-ABEE-B977-3286BC8E5F9F}"/>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93C17A86-C066-D89E-7DF7-251709441612}"/>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0EBE394E-6736-39B7-0C4C-11E700FB7635}"/>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F3D85273-2D1C-A2E1-0742-9148C20E5622}"/>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15744464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63D36-F24D-BCCE-41BB-A55AEBC0232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F8011E-9337-7BD3-4125-E35ED5A16118}"/>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1695D881-434F-07BD-C1E7-49DF11BCB65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BADE3B2-81AF-139A-533B-D93D11205BF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8B9BF64-1CD5-6905-329F-10206AF313E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6AD861D-8AA8-985A-2B68-A11E27D08C2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F3B3AE6-4B0C-B181-AC69-0CF70DA69259}"/>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04272AF5-6B46-AD78-D597-C470EBCEB1BB}"/>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402F73B7-801E-6749-8E11-7C8BA02A6230}"/>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10" name="TextBox 9">
            <a:extLst>
              <a:ext uri="{FF2B5EF4-FFF2-40B4-BE49-F238E27FC236}">
                <a16:creationId xmlns:a16="http://schemas.microsoft.com/office/drawing/2014/main" id="{DA69710A-561B-2F76-E66F-F265B10525F6}"/>
              </a:ext>
            </a:extLst>
          </p:cNvPr>
          <p:cNvSpPr txBox="1"/>
          <p:nvPr/>
        </p:nvSpPr>
        <p:spPr>
          <a:xfrm>
            <a:off x="6654802" y="4408541"/>
            <a:ext cx="570089" cy="230832"/>
          </a:xfrm>
          <a:prstGeom prst="rect">
            <a:avLst/>
          </a:prstGeom>
          <a:noFill/>
        </p:spPr>
        <p:txBody>
          <a:bodyPr wrap="square" rtlCol="0">
            <a:spAutoFit/>
          </a:bodyPr>
          <a:lstStyle/>
          <a:p>
            <a:pPr algn="ctr"/>
            <a:r>
              <a:rPr lang="en-US" sz="900" dirty="0"/>
              <a:t>45678</a:t>
            </a:r>
          </a:p>
        </p:txBody>
      </p:sp>
      <p:sp>
        <p:nvSpPr>
          <p:cNvPr id="11" name="TextBox 10">
            <a:extLst>
              <a:ext uri="{FF2B5EF4-FFF2-40B4-BE49-F238E27FC236}">
                <a16:creationId xmlns:a16="http://schemas.microsoft.com/office/drawing/2014/main" id="{D5AA4FD9-623D-FC66-9F17-D3773333590C}"/>
              </a:ext>
            </a:extLst>
          </p:cNvPr>
          <p:cNvSpPr txBox="1"/>
          <p:nvPr/>
        </p:nvSpPr>
        <p:spPr>
          <a:xfrm>
            <a:off x="6152446" y="4408541"/>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C0F243CE-46BC-D058-6760-D2D5F3E990F2}"/>
              </a:ext>
            </a:extLst>
          </p:cNvPr>
          <p:cNvSpPr txBox="1"/>
          <p:nvPr/>
        </p:nvSpPr>
        <p:spPr>
          <a:xfrm>
            <a:off x="4143022" y="4408541"/>
            <a:ext cx="570089" cy="230832"/>
          </a:xfrm>
          <a:prstGeom prst="rect">
            <a:avLst/>
          </a:prstGeom>
          <a:noFill/>
        </p:spPr>
        <p:txBody>
          <a:bodyPr wrap="square" rtlCol="0">
            <a:spAutoFit/>
          </a:bodyPr>
          <a:lstStyle/>
          <a:p>
            <a:pPr algn="ctr"/>
            <a:r>
              <a:rPr lang="en-US" sz="900" dirty="0"/>
              <a:t>45678</a:t>
            </a:r>
          </a:p>
        </p:txBody>
      </p:sp>
      <p:sp>
        <p:nvSpPr>
          <p:cNvPr id="13" name="TextBox 12">
            <a:extLst>
              <a:ext uri="{FF2B5EF4-FFF2-40B4-BE49-F238E27FC236}">
                <a16:creationId xmlns:a16="http://schemas.microsoft.com/office/drawing/2014/main" id="{E1F45D09-C0F9-818D-ADA6-E15060149545}"/>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1B90EE74-B7E4-78CB-71D5-9489A3606F72}"/>
              </a:ext>
            </a:extLst>
          </p:cNvPr>
          <p:cNvSpPr txBox="1"/>
          <p:nvPr/>
        </p:nvSpPr>
        <p:spPr>
          <a:xfrm>
            <a:off x="5650090" y="4408541"/>
            <a:ext cx="570089" cy="230832"/>
          </a:xfrm>
          <a:prstGeom prst="rect">
            <a:avLst/>
          </a:prstGeom>
          <a:noFill/>
        </p:spPr>
        <p:txBody>
          <a:bodyPr wrap="square" rtlCol="0">
            <a:spAutoFit/>
          </a:bodyPr>
          <a:lstStyle/>
          <a:p>
            <a:pPr algn="ctr"/>
            <a:r>
              <a:rPr lang="en-US" sz="900" dirty="0"/>
              <a:t>456</a:t>
            </a:r>
          </a:p>
        </p:txBody>
      </p:sp>
      <p:sp>
        <p:nvSpPr>
          <p:cNvPr id="18" name="TextBox 17">
            <a:extLst>
              <a:ext uri="{FF2B5EF4-FFF2-40B4-BE49-F238E27FC236}">
                <a16:creationId xmlns:a16="http://schemas.microsoft.com/office/drawing/2014/main" id="{992C2285-54FF-3CE2-64DB-7B5916F97110}"/>
              </a:ext>
            </a:extLst>
          </p:cNvPr>
          <p:cNvSpPr txBox="1"/>
          <p:nvPr/>
        </p:nvSpPr>
        <p:spPr>
          <a:xfrm>
            <a:off x="4645378" y="1903821"/>
            <a:ext cx="570089" cy="230832"/>
          </a:xfrm>
          <a:prstGeom prst="rect">
            <a:avLst/>
          </a:prstGeom>
          <a:noFill/>
        </p:spPr>
        <p:txBody>
          <a:bodyPr wrap="square" rtlCol="0">
            <a:spAutoFit/>
          </a:bodyPr>
          <a:lstStyle/>
          <a:p>
            <a:pPr algn="ctr"/>
            <a:r>
              <a:rPr lang="en-US" sz="900" dirty="0"/>
              <a:t>46</a:t>
            </a:r>
          </a:p>
        </p:txBody>
      </p:sp>
      <p:sp>
        <p:nvSpPr>
          <p:cNvPr id="19" name="TextBox 18">
            <a:extLst>
              <a:ext uri="{FF2B5EF4-FFF2-40B4-BE49-F238E27FC236}">
                <a16:creationId xmlns:a16="http://schemas.microsoft.com/office/drawing/2014/main" id="{110E7AF5-E2A3-45A4-1B21-69782F9001DF}"/>
              </a:ext>
            </a:extLst>
          </p:cNvPr>
          <p:cNvSpPr txBox="1"/>
          <p:nvPr/>
        </p:nvSpPr>
        <p:spPr>
          <a:xfrm>
            <a:off x="4645378" y="2404765"/>
            <a:ext cx="570089" cy="230832"/>
          </a:xfrm>
          <a:prstGeom prst="rect">
            <a:avLst/>
          </a:prstGeom>
          <a:noFill/>
        </p:spPr>
        <p:txBody>
          <a:bodyPr wrap="square" rtlCol="0">
            <a:spAutoFit/>
          </a:bodyPr>
          <a:lstStyle/>
          <a:p>
            <a:pPr algn="ctr"/>
            <a:r>
              <a:rPr lang="en-US" sz="900" dirty="0"/>
              <a:t>64</a:t>
            </a:r>
          </a:p>
        </p:txBody>
      </p:sp>
      <p:sp>
        <p:nvSpPr>
          <p:cNvPr id="21" name="TextBox 20">
            <a:extLst>
              <a:ext uri="{FF2B5EF4-FFF2-40B4-BE49-F238E27FC236}">
                <a16:creationId xmlns:a16="http://schemas.microsoft.com/office/drawing/2014/main" id="{130D8693-DF12-F569-EB61-4229B84CA229}"/>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7EA14CAC-364D-FF89-6B08-4167DA9AADEC}"/>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345B7D21-E26D-295A-8DB7-DFDFCCB51932}"/>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F95966F7-D62B-4B5E-B8E2-D7A47CBBAB0A}"/>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F5868700-DDD8-4EE3-4331-4B5A8E44B949}"/>
              </a:ext>
            </a:extLst>
          </p:cNvPr>
          <p:cNvSpPr txBox="1"/>
          <p:nvPr/>
        </p:nvSpPr>
        <p:spPr>
          <a:xfrm>
            <a:off x="5650090" y="3907597"/>
            <a:ext cx="570089" cy="230832"/>
          </a:xfrm>
          <a:prstGeom prst="rect">
            <a:avLst/>
          </a:prstGeom>
          <a:noFill/>
        </p:spPr>
        <p:txBody>
          <a:bodyPr wrap="square" rtlCol="0">
            <a:spAutoFit/>
          </a:bodyPr>
          <a:lstStyle/>
          <a:p>
            <a:pPr algn="ctr"/>
            <a:r>
              <a:rPr lang="en-US" sz="900" dirty="0"/>
              <a:t>456</a:t>
            </a:r>
          </a:p>
        </p:txBody>
      </p:sp>
      <p:sp>
        <p:nvSpPr>
          <p:cNvPr id="20" name="TextBox 19">
            <a:extLst>
              <a:ext uri="{FF2B5EF4-FFF2-40B4-BE49-F238E27FC236}">
                <a16:creationId xmlns:a16="http://schemas.microsoft.com/office/drawing/2014/main" id="{121E7B94-31EB-2703-A09C-6A36A25277B1}"/>
              </a:ext>
            </a:extLst>
          </p:cNvPr>
          <p:cNvSpPr txBox="1"/>
          <p:nvPr/>
        </p:nvSpPr>
        <p:spPr>
          <a:xfrm>
            <a:off x="5650090" y="4909484"/>
            <a:ext cx="570089" cy="230832"/>
          </a:xfrm>
          <a:prstGeom prst="rect">
            <a:avLst/>
          </a:prstGeom>
          <a:noFill/>
        </p:spPr>
        <p:txBody>
          <a:bodyPr wrap="square" rtlCol="0">
            <a:spAutoFit/>
          </a:bodyPr>
          <a:lstStyle/>
          <a:p>
            <a:pPr algn="ctr"/>
            <a:r>
              <a:rPr lang="en-US" sz="900" dirty="0"/>
              <a:t>456</a:t>
            </a:r>
          </a:p>
        </p:txBody>
      </p:sp>
      <p:sp>
        <p:nvSpPr>
          <p:cNvPr id="25" name="TextBox 24">
            <a:extLst>
              <a:ext uri="{FF2B5EF4-FFF2-40B4-BE49-F238E27FC236}">
                <a16:creationId xmlns:a16="http://schemas.microsoft.com/office/drawing/2014/main" id="{AA594DAE-E0C2-5721-5733-4DE8BF11C13E}"/>
              </a:ext>
            </a:extLst>
          </p:cNvPr>
          <p:cNvSpPr txBox="1"/>
          <p:nvPr/>
        </p:nvSpPr>
        <p:spPr>
          <a:xfrm>
            <a:off x="4645378" y="1402877"/>
            <a:ext cx="570089" cy="230832"/>
          </a:xfrm>
          <a:prstGeom prst="rect">
            <a:avLst/>
          </a:prstGeom>
          <a:noFill/>
        </p:spPr>
        <p:txBody>
          <a:bodyPr wrap="square" rtlCol="0">
            <a:spAutoFit/>
          </a:bodyPr>
          <a:lstStyle/>
          <a:p>
            <a:pPr algn="ctr"/>
            <a:r>
              <a:rPr lang="en-US" sz="900" dirty="0"/>
              <a:t>98</a:t>
            </a:r>
          </a:p>
        </p:txBody>
      </p:sp>
      <p:sp>
        <p:nvSpPr>
          <p:cNvPr id="26" name="TextBox 25">
            <a:extLst>
              <a:ext uri="{FF2B5EF4-FFF2-40B4-BE49-F238E27FC236}">
                <a16:creationId xmlns:a16="http://schemas.microsoft.com/office/drawing/2014/main" id="{ACB46096-75DB-1A0B-C65C-E4A24ACE9F90}"/>
              </a:ext>
            </a:extLst>
          </p:cNvPr>
          <p:cNvSpPr txBox="1"/>
          <p:nvPr/>
        </p:nvSpPr>
        <p:spPr>
          <a:xfrm>
            <a:off x="4645378" y="2905709"/>
            <a:ext cx="570089" cy="230832"/>
          </a:xfrm>
          <a:prstGeom prst="rect">
            <a:avLst/>
          </a:prstGeom>
          <a:noFill/>
        </p:spPr>
        <p:txBody>
          <a:bodyPr wrap="square" rtlCol="0">
            <a:spAutoFit/>
          </a:bodyPr>
          <a:lstStyle/>
          <a:p>
            <a:pPr algn="ctr"/>
            <a:r>
              <a:rPr lang="en-US" sz="900" dirty="0"/>
              <a:t>589</a:t>
            </a:r>
          </a:p>
        </p:txBody>
      </p:sp>
      <p:sp>
        <p:nvSpPr>
          <p:cNvPr id="27" name="TextBox 26">
            <a:extLst>
              <a:ext uri="{FF2B5EF4-FFF2-40B4-BE49-F238E27FC236}">
                <a16:creationId xmlns:a16="http://schemas.microsoft.com/office/drawing/2014/main" id="{D3845F7C-69C1-DC5F-20FF-82AA7A7884E5}"/>
              </a:ext>
            </a:extLst>
          </p:cNvPr>
          <p:cNvSpPr txBox="1"/>
          <p:nvPr/>
        </p:nvSpPr>
        <p:spPr>
          <a:xfrm>
            <a:off x="4645378" y="3406653"/>
            <a:ext cx="570089" cy="230832"/>
          </a:xfrm>
          <a:prstGeom prst="rect">
            <a:avLst/>
          </a:prstGeom>
          <a:noFill/>
        </p:spPr>
        <p:txBody>
          <a:bodyPr wrap="square" rtlCol="0">
            <a:spAutoFit/>
          </a:bodyPr>
          <a:lstStyle/>
          <a:p>
            <a:pPr algn="ctr"/>
            <a:r>
              <a:rPr lang="en-US" sz="900" dirty="0"/>
              <a:t>589</a:t>
            </a:r>
          </a:p>
        </p:txBody>
      </p:sp>
      <p:sp>
        <p:nvSpPr>
          <p:cNvPr id="30" name="TextBox 29">
            <a:extLst>
              <a:ext uri="{FF2B5EF4-FFF2-40B4-BE49-F238E27FC236}">
                <a16:creationId xmlns:a16="http://schemas.microsoft.com/office/drawing/2014/main" id="{8F0E0057-C886-7ED9-598B-A12C59C5B856}"/>
              </a:ext>
            </a:extLst>
          </p:cNvPr>
          <p:cNvSpPr txBox="1"/>
          <p:nvPr/>
        </p:nvSpPr>
        <p:spPr>
          <a:xfrm>
            <a:off x="5650090" y="1402877"/>
            <a:ext cx="570089" cy="230832"/>
          </a:xfrm>
          <a:prstGeom prst="rect">
            <a:avLst/>
          </a:prstGeom>
          <a:noFill/>
        </p:spPr>
        <p:txBody>
          <a:bodyPr wrap="square" rtlCol="0">
            <a:spAutoFit/>
          </a:bodyPr>
          <a:lstStyle/>
          <a:p>
            <a:pPr algn="ctr"/>
            <a:r>
              <a:rPr lang="en-US" sz="900" dirty="0"/>
              <a:t>89</a:t>
            </a:r>
          </a:p>
        </p:txBody>
      </p:sp>
      <p:sp>
        <p:nvSpPr>
          <p:cNvPr id="32" name="TextBox 31">
            <a:extLst>
              <a:ext uri="{FF2B5EF4-FFF2-40B4-BE49-F238E27FC236}">
                <a16:creationId xmlns:a16="http://schemas.microsoft.com/office/drawing/2014/main" id="{EA603038-539D-B8F7-C198-9005FFAB4197}"/>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00414A5C-23E4-2E87-E764-31CA4B890439}"/>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AA6F2EA3-C8FA-8442-C455-CA0F93ECECEC}"/>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35045824-34A2-38B0-7D15-314B6563D93D}"/>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DA33F36F-611C-B428-89FA-2DBE54F68A3C}"/>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83B1D242-CC5E-6A60-1302-E4BCC02B0C07}"/>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15392D0D-F447-DC72-5BCA-162F031C3FEB}"/>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0409693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4DFD3-44FE-CFC0-1E96-D8A1688F469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68D664-91FF-1AA3-36C2-6527878F7391}"/>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177F892-58BE-EA27-DB40-FD899947C8E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1BE8975-A5D2-7FBE-2292-6A32D840EF1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27C1079-4E2B-B0C6-3B6D-1991768A537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8966769-79C0-6CE1-72C1-A0C5A3BBE53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50F6BC1-5529-3EE5-0917-4A1B02DBA4E6}"/>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74345DA5-E542-A94C-5948-92E79D9AA4B3}"/>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F72568A3-8E20-619D-121D-B7B870DD45D2}"/>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10" name="TextBox 9">
            <a:extLst>
              <a:ext uri="{FF2B5EF4-FFF2-40B4-BE49-F238E27FC236}">
                <a16:creationId xmlns:a16="http://schemas.microsoft.com/office/drawing/2014/main" id="{A32C85C4-D392-62DA-F095-A497B7ECF64F}"/>
              </a:ext>
            </a:extLst>
          </p:cNvPr>
          <p:cNvSpPr txBox="1"/>
          <p:nvPr/>
        </p:nvSpPr>
        <p:spPr>
          <a:xfrm>
            <a:off x="6654802" y="4408541"/>
            <a:ext cx="570089" cy="230832"/>
          </a:xfrm>
          <a:prstGeom prst="rect">
            <a:avLst/>
          </a:prstGeom>
          <a:noFill/>
        </p:spPr>
        <p:txBody>
          <a:bodyPr wrap="square" rtlCol="0">
            <a:spAutoFit/>
          </a:bodyPr>
          <a:lstStyle/>
          <a:p>
            <a:pPr algn="ctr"/>
            <a:r>
              <a:rPr lang="en-US" sz="900" dirty="0"/>
              <a:t>45678</a:t>
            </a:r>
          </a:p>
        </p:txBody>
      </p:sp>
      <p:sp>
        <p:nvSpPr>
          <p:cNvPr id="11" name="TextBox 10">
            <a:extLst>
              <a:ext uri="{FF2B5EF4-FFF2-40B4-BE49-F238E27FC236}">
                <a16:creationId xmlns:a16="http://schemas.microsoft.com/office/drawing/2014/main" id="{30695F17-DD6F-4E05-9B2F-FB5C773FA852}"/>
              </a:ext>
            </a:extLst>
          </p:cNvPr>
          <p:cNvSpPr txBox="1"/>
          <p:nvPr/>
        </p:nvSpPr>
        <p:spPr>
          <a:xfrm>
            <a:off x="6152446" y="4408541"/>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0A5349F4-21D1-0EC8-90A3-428E0EEA6BEF}"/>
              </a:ext>
            </a:extLst>
          </p:cNvPr>
          <p:cNvSpPr txBox="1"/>
          <p:nvPr/>
        </p:nvSpPr>
        <p:spPr>
          <a:xfrm>
            <a:off x="4143022" y="4408541"/>
            <a:ext cx="570089" cy="230832"/>
          </a:xfrm>
          <a:prstGeom prst="rect">
            <a:avLst/>
          </a:prstGeom>
          <a:noFill/>
        </p:spPr>
        <p:txBody>
          <a:bodyPr wrap="square" rtlCol="0">
            <a:spAutoFit/>
          </a:bodyPr>
          <a:lstStyle/>
          <a:p>
            <a:pPr algn="ctr"/>
            <a:r>
              <a:rPr lang="en-US" sz="900" dirty="0"/>
              <a:t>45678</a:t>
            </a:r>
          </a:p>
        </p:txBody>
      </p:sp>
      <p:sp>
        <p:nvSpPr>
          <p:cNvPr id="13" name="TextBox 12">
            <a:extLst>
              <a:ext uri="{FF2B5EF4-FFF2-40B4-BE49-F238E27FC236}">
                <a16:creationId xmlns:a16="http://schemas.microsoft.com/office/drawing/2014/main" id="{0633E40C-A6DB-6226-E20C-AAEEB74CC27C}"/>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8B4202D3-934C-C69D-9188-70A1E212C335}"/>
              </a:ext>
            </a:extLst>
          </p:cNvPr>
          <p:cNvSpPr txBox="1"/>
          <p:nvPr/>
        </p:nvSpPr>
        <p:spPr>
          <a:xfrm>
            <a:off x="5650090" y="4408541"/>
            <a:ext cx="570089" cy="230832"/>
          </a:xfrm>
          <a:prstGeom prst="rect">
            <a:avLst/>
          </a:prstGeom>
          <a:noFill/>
        </p:spPr>
        <p:txBody>
          <a:bodyPr wrap="square" rtlCol="0">
            <a:spAutoFit/>
          </a:bodyPr>
          <a:lstStyle/>
          <a:p>
            <a:pPr algn="ctr"/>
            <a:r>
              <a:rPr lang="en-US" sz="900" dirty="0"/>
              <a:t>456</a:t>
            </a:r>
          </a:p>
        </p:txBody>
      </p:sp>
      <p:sp>
        <p:nvSpPr>
          <p:cNvPr id="21" name="TextBox 20">
            <a:extLst>
              <a:ext uri="{FF2B5EF4-FFF2-40B4-BE49-F238E27FC236}">
                <a16:creationId xmlns:a16="http://schemas.microsoft.com/office/drawing/2014/main" id="{13CEEBD8-58A9-BFA3-2C0A-8FB5AB8300D9}"/>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8CEB466E-A894-7252-D1DD-8CE86BBDD754}"/>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3284E839-437C-D9CB-9AEA-12506B791D3D}"/>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B9C5ABF4-56A9-3056-CB00-1AF9BDA8C941}"/>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ABFAAD53-7D36-AFF1-3E58-769F4B6E03F9}"/>
              </a:ext>
            </a:extLst>
          </p:cNvPr>
          <p:cNvSpPr txBox="1"/>
          <p:nvPr/>
        </p:nvSpPr>
        <p:spPr>
          <a:xfrm>
            <a:off x="5650090" y="3907597"/>
            <a:ext cx="570089" cy="230832"/>
          </a:xfrm>
          <a:prstGeom prst="rect">
            <a:avLst/>
          </a:prstGeom>
          <a:noFill/>
        </p:spPr>
        <p:txBody>
          <a:bodyPr wrap="square" rtlCol="0">
            <a:spAutoFit/>
          </a:bodyPr>
          <a:lstStyle/>
          <a:p>
            <a:pPr algn="ctr"/>
            <a:r>
              <a:rPr lang="en-US" sz="900" dirty="0"/>
              <a:t>456</a:t>
            </a:r>
          </a:p>
        </p:txBody>
      </p:sp>
      <p:sp>
        <p:nvSpPr>
          <p:cNvPr id="20" name="TextBox 19">
            <a:extLst>
              <a:ext uri="{FF2B5EF4-FFF2-40B4-BE49-F238E27FC236}">
                <a16:creationId xmlns:a16="http://schemas.microsoft.com/office/drawing/2014/main" id="{A202C01A-968A-7169-ADE4-E38F685F749D}"/>
              </a:ext>
            </a:extLst>
          </p:cNvPr>
          <p:cNvSpPr txBox="1"/>
          <p:nvPr/>
        </p:nvSpPr>
        <p:spPr>
          <a:xfrm>
            <a:off x="5650090" y="4909484"/>
            <a:ext cx="570089" cy="230832"/>
          </a:xfrm>
          <a:prstGeom prst="rect">
            <a:avLst/>
          </a:prstGeom>
          <a:noFill/>
        </p:spPr>
        <p:txBody>
          <a:bodyPr wrap="square" rtlCol="0">
            <a:spAutoFit/>
          </a:bodyPr>
          <a:lstStyle/>
          <a:p>
            <a:pPr algn="ctr"/>
            <a:r>
              <a:rPr lang="en-US" sz="900" dirty="0"/>
              <a:t>456</a:t>
            </a:r>
          </a:p>
        </p:txBody>
      </p:sp>
      <p:sp>
        <p:nvSpPr>
          <p:cNvPr id="25" name="TextBox 24">
            <a:extLst>
              <a:ext uri="{FF2B5EF4-FFF2-40B4-BE49-F238E27FC236}">
                <a16:creationId xmlns:a16="http://schemas.microsoft.com/office/drawing/2014/main" id="{C4010BEF-72C3-6906-3045-1EB8DA411352}"/>
              </a:ext>
            </a:extLst>
          </p:cNvPr>
          <p:cNvSpPr txBox="1"/>
          <p:nvPr/>
        </p:nvSpPr>
        <p:spPr>
          <a:xfrm>
            <a:off x="4645378" y="1402877"/>
            <a:ext cx="570089" cy="230832"/>
          </a:xfrm>
          <a:prstGeom prst="rect">
            <a:avLst/>
          </a:prstGeom>
          <a:noFill/>
        </p:spPr>
        <p:txBody>
          <a:bodyPr wrap="square" rtlCol="0">
            <a:spAutoFit/>
          </a:bodyPr>
          <a:lstStyle/>
          <a:p>
            <a:pPr algn="ctr"/>
            <a:r>
              <a:rPr lang="en-US" sz="900" dirty="0"/>
              <a:t>98</a:t>
            </a:r>
          </a:p>
        </p:txBody>
      </p:sp>
      <p:sp>
        <p:nvSpPr>
          <p:cNvPr id="26" name="TextBox 25">
            <a:extLst>
              <a:ext uri="{FF2B5EF4-FFF2-40B4-BE49-F238E27FC236}">
                <a16:creationId xmlns:a16="http://schemas.microsoft.com/office/drawing/2014/main" id="{31D31C24-B4FC-0CCF-34F3-F79FDE0E2DCA}"/>
              </a:ext>
            </a:extLst>
          </p:cNvPr>
          <p:cNvSpPr txBox="1"/>
          <p:nvPr/>
        </p:nvSpPr>
        <p:spPr>
          <a:xfrm>
            <a:off x="4645378" y="2905709"/>
            <a:ext cx="570089" cy="230832"/>
          </a:xfrm>
          <a:prstGeom prst="rect">
            <a:avLst/>
          </a:prstGeom>
          <a:noFill/>
        </p:spPr>
        <p:txBody>
          <a:bodyPr wrap="square" rtlCol="0">
            <a:spAutoFit/>
          </a:bodyPr>
          <a:lstStyle/>
          <a:p>
            <a:pPr algn="ctr"/>
            <a:r>
              <a:rPr lang="en-US" sz="900" dirty="0"/>
              <a:t>589</a:t>
            </a:r>
          </a:p>
        </p:txBody>
      </p:sp>
      <p:sp>
        <p:nvSpPr>
          <p:cNvPr id="27" name="TextBox 26">
            <a:extLst>
              <a:ext uri="{FF2B5EF4-FFF2-40B4-BE49-F238E27FC236}">
                <a16:creationId xmlns:a16="http://schemas.microsoft.com/office/drawing/2014/main" id="{ECB14A6B-2BB8-0CAF-288B-9C9B18567E8A}"/>
              </a:ext>
            </a:extLst>
          </p:cNvPr>
          <p:cNvSpPr txBox="1"/>
          <p:nvPr/>
        </p:nvSpPr>
        <p:spPr>
          <a:xfrm>
            <a:off x="4645378" y="3406653"/>
            <a:ext cx="570089" cy="230832"/>
          </a:xfrm>
          <a:prstGeom prst="rect">
            <a:avLst/>
          </a:prstGeom>
          <a:noFill/>
        </p:spPr>
        <p:txBody>
          <a:bodyPr wrap="square" rtlCol="0">
            <a:spAutoFit/>
          </a:bodyPr>
          <a:lstStyle/>
          <a:p>
            <a:pPr algn="ctr"/>
            <a:r>
              <a:rPr lang="en-US" sz="900" dirty="0"/>
              <a:t>589</a:t>
            </a:r>
          </a:p>
        </p:txBody>
      </p:sp>
      <p:sp>
        <p:nvSpPr>
          <p:cNvPr id="30" name="TextBox 29">
            <a:extLst>
              <a:ext uri="{FF2B5EF4-FFF2-40B4-BE49-F238E27FC236}">
                <a16:creationId xmlns:a16="http://schemas.microsoft.com/office/drawing/2014/main" id="{AEA1796C-9399-6592-2B39-D92889CC2E5F}"/>
              </a:ext>
            </a:extLst>
          </p:cNvPr>
          <p:cNvSpPr txBox="1"/>
          <p:nvPr/>
        </p:nvSpPr>
        <p:spPr>
          <a:xfrm>
            <a:off x="5650090" y="1402877"/>
            <a:ext cx="570089" cy="230832"/>
          </a:xfrm>
          <a:prstGeom prst="rect">
            <a:avLst/>
          </a:prstGeom>
          <a:noFill/>
        </p:spPr>
        <p:txBody>
          <a:bodyPr wrap="square" rtlCol="0">
            <a:spAutoFit/>
          </a:bodyPr>
          <a:lstStyle/>
          <a:p>
            <a:pPr algn="ctr"/>
            <a:r>
              <a:rPr lang="en-US" sz="900" dirty="0"/>
              <a:t>89</a:t>
            </a:r>
          </a:p>
        </p:txBody>
      </p:sp>
      <p:sp>
        <p:nvSpPr>
          <p:cNvPr id="32" name="TextBox 31">
            <a:extLst>
              <a:ext uri="{FF2B5EF4-FFF2-40B4-BE49-F238E27FC236}">
                <a16:creationId xmlns:a16="http://schemas.microsoft.com/office/drawing/2014/main" id="{9223EC14-46E9-CC1A-D8CA-797019A370A7}"/>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43ABC717-4075-1134-1D8C-5E52E748FB0A}"/>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797A4D07-94B1-2597-4EF3-3E01D19A1527}"/>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06B860F6-48D8-7097-8EDB-DEE90F056456}"/>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9C8A7884-7880-0002-44FB-F8AEA2AF7D47}"/>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906DD0A9-9D33-4E70-1EC2-B1D1A80E1C80}"/>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4C498B17-ADC2-B288-BC0C-200382C035CB}"/>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50EC4381-5D53-C3A9-6101-2680B12CC7FF}"/>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17C09252-5481-6B5B-5CDB-425EAFACE2B0}"/>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6546863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8766A-BAF3-FE25-D741-58C67708A54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E451AE1-5BA4-DB32-F33B-40C120E609AE}"/>
              </a:ext>
            </a:extLst>
          </p:cNvPr>
          <p:cNvSpPr>
            <a:spLocks noGrp="1"/>
          </p:cNvSpPr>
          <p:nvPr>
            <p:ph sz="half" idx="1"/>
          </p:nvPr>
        </p:nvSpPr>
        <p:spPr/>
        <p:txBody>
          <a:bodyPr>
            <a:normAutofit/>
          </a:bodyPr>
          <a:lstStyle/>
          <a:p>
            <a:r>
              <a:rPr lang="en-US" dirty="0"/>
              <a:t>Regarding the 456 cells in the lower center block, 6 must be the one in the middle to be greater than the other two.</a:t>
            </a:r>
          </a:p>
        </p:txBody>
      </p:sp>
      <p:pic>
        <p:nvPicPr>
          <p:cNvPr id="4" name="Picture 3" descr="A grid of sudoku puzzle&#10;&#10;Description automatically generated">
            <a:extLst>
              <a:ext uri="{FF2B5EF4-FFF2-40B4-BE49-F238E27FC236}">
                <a16:creationId xmlns:a16="http://schemas.microsoft.com/office/drawing/2014/main" id="{2AAA905A-DF76-344E-1728-77C126C63A4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9499F8F-A8E7-3B5B-DAE7-3C7B75635E5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5FB2146-23A9-E28A-5B74-05CE89AFCCC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A251AB8-3A38-D161-6BF0-69A4521AAC0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8E0D0FD-365A-AC6E-41BF-80C3FD6DC451}"/>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00DB60A5-731C-DF9B-CCD7-05801ACF2D96}"/>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15F78C50-2D3C-32B5-A537-26813580B9FF}"/>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10" name="TextBox 9">
            <a:extLst>
              <a:ext uri="{FF2B5EF4-FFF2-40B4-BE49-F238E27FC236}">
                <a16:creationId xmlns:a16="http://schemas.microsoft.com/office/drawing/2014/main" id="{A870B7AD-5CAC-D1CA-065B-96EDF156D464}"/>
              </a:ext>
            </a:extLst>
          </p:cNvPr>
          <p:cNvSpPr txBox="1"/>
          <p:nvPr/>
        </p:nvSpPr>
        <p:spPr>
          <a:xfrm>
            <a:off x="6654802" y="4408541"/>
            <a:ext cx="570089" cy="230832"/>
          </a:xfrm>
          <a:prstGeom prst="rect">
            <a:avLst/>
          </a:prstGeom>
          <a:noFill/>
        </p:spPr>
        <p:txBody>
          <a:bodyPr wrap="square" rtlCol="0">
            <a:spAutoFit/>
          </a:bodyPr>
          <a:lstStyle/>
          <a:p>
            <a:pPr algn="ctr"/>
            <a:r>
              <a:rPr lang="en-US" sz="900" dirty="0"/>
              <a:t>45678</a:t>
            </a:r>
          </a:p>
        </p:txBody>
      </p:sp>
      <p:sp>
        <p:nvSpPr>
          <p:cNvPr id="11" name="TextBox 10">
            <a:extLst>
              <a:ext uri="{FF2B5EF4-FFF2-40B4-BE49-F238E27FC236}">
                <a16:creationId xmlns:a16="http://schemas.microsoft.com/office/drawing/2014/main" id="{89AEA426-DF11-50AF-68DB-014B6A34B018}"/>
              </a:ext>
            </a:extLst>
          </p:cNvPr>
          <p:cNvSpPr txBox="1"/>
          <p:nvPr/>
        </p:nvSpPr>
        <p:spPr>
          <a:xfrm>
            <a:off x="6152446" y="4408541"/>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AC445F3C-7928-7171-F6E2-11FC3B1B7079}"/>
              </a:ext>
            </a:extLst>
          </p:cNvPr>
          <p:cNvSpPr txBox="1"/>
          <p:nvPr/>
        </p:nvSpPr>
        <p:spPr>
          <a:xfrm>
            <a:off x="4143022" y="4408541"/>
            <a:ext cx="570089" cy="230832"/>
          </a:xfrm>
          <a:prstGeom prst="rect">
            <a:avLst/>
          </a:prstGeom>
          <a:noFill/>
        </p:spPr>
        <p:txBody>
          <a:bodyPr wrap="square" rtlCol="0">
            <a:spAutoFit/>
          </a:bodyPr>
          <a:lstStyle/>
          <a:p>
            <a:pPr algn="ctr"/>
            <a:r>
              <a:rPr lang="en-US" sz="900" dirty="0"/>
              <a:t>45678</a:t>
            </a:r>
          </a:p>
        </p:txBody>
      </p:sp>
      <p:sp>
        <p:nvSpPr>
          <p:cNvPr id="13" name="TextBox 12">
            <a:extLst>
              <a:ext uri="{FF2B5EF4-FFF2-40B4-BE49-F238E27FC236}">
                <a16:creationId xmlns:a16="http://schemas.microsoft.com/office/drawing/2014/main" id="{7E9B268D-912D-BA71-EDC3-A57B8D850B2A}"/>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F61DEA77-5C14-92EC-D8B8-A5681C4B90E6}"/>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E4C35712-85CF-DC17-2D39-2558DC994394}"/>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09DEF99E-EF0E-71B4-D155-7415A7EA30A5}"/>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55C3F9B0-6BB3-7485-B4B3-E22B78487E05}"/>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1EA1A97E-6170-F11B-1B5F-7DC10E054D05}"/>
              </a:ext>
            </a:extLst>
          </p:cNvPr>
          <p:cNvSpPr txBox="1"/>
          <p:nvPr/>
        </p:nvSpPr>
        <p:spPr>
          <a:xfrm>
            <a:off x="4645378" y="1402877"/>
            <a:ext cx="570089" cy="230832"/>
          </a:xfrm>
          <a:prstGeom prst="rect">
            <a:avLst/>
          </a:prstGeom>
          <a:noFill/>
        </p:spPr>
        <p:txBody>
          <a:bodyPr wrap="square" rtlCol="0">
            <a:spAutoFit/>
          </a:bodyPr>
          <a:lstStyle/>
          <a:p>
            <a:pPr algn="ctr"/>
            <a:r>
              <a:rPr lang="en-US" sz="900" dirty="0"/>
              <a:t>98</a:t>
            </a:r>
          </a:p>
        </p:txBody>
      </p:sp>
      <p:sp>
        <p:nvSpPr>
          <p:cNvPr id="26" name="TextBox 25">
            <a:extLst>
              <a:ext uri="{FF2B5EF4-FFF2-40B4-BE49-F238E27FC236}">
                <a16:creationId xmlns:a16="http://schemas.microsoft.com/office/drawing/2014/main" id="{84D934F2-8060-C9B9-EA84-0A62E26DFD7E}"/>
              </a:ext>
            </a:extLst>
          </p:cNvPr>
          <p:cNvSpPr txBox="1"/>
          <p:nvPr/>
        </p:nvSpPr>
        <p:spPr>
          <a:xfrm>
            <a:off x="4645378" y="2905709"/>
            <a:ext cx="570089" cy="230832"/>
          </a:xfrm>
          <a:prstGeom prst="rect">
            <a:avLst/>
          </a:prstGeom>
          <a:noFill/>
        </p:spPr>
        <p:txBody>
          <a:bodyPr wrap="square" rtlCol="0">
            <a:spAutoFit/>
          </a:bodyPr>
          <a:lstStyle/>
          <a:p>
            <a:pPr algn="ctr"/>
            <a:r>
              <a:rPr lang="en-US" sz="900" dirty="0"/>
              <a:t>589</a:t>
            </a:r>
          </a:p>
        </p:txBody>
      </p:sp>
      <p:sp>
        <p:nvSpPr>
          <p:cNvPr id="27" name="TextBox 26">
            <a:extLst>
              <a:ext uri="{FF2B5EF4-FFF2-40B4-BE49-F238E27FC236}">
                <a16:creationId xmlns:a16="http://schemas.microsoft.com/office/drawing/2014/main" id="{7913E045-B826-C70B-7674-7F7FBD2BB051}"/>
              </a:ext>
            </a:extLst>
          </p:cNvPr>
          <p:cNvSpPr txBox="1"/>
          <p:nvPr/>
        </p:nvSpPr>
        <p:spPr>
          <a:xfrm>
            <a:off x="4645378" y="3406653"/>
            <a:ext cx="570089" cy="230832"/>
          </a:xfrm>
          <a:prstGeom prst="rect">
            <a:avLst/>
          </a:prstGeom>
          <a:noFill/>
        </p:spPr>
        <p:txBody>
          <a:bodyPr wrap="square" rtlCol="0">
            <a:spAutoFit/>
          </a:bodyPr>
          <a:lstStyle/>
          <a:p>
            <a:pPr algn="ctr"/>
            <a:r>
              <a:rPr lang="en-US" sz="900" dirty="0"/>
              <a:t>589</a:t>
            </a:r>
          </a:p>
        </p:txBody>
      </p:sp>
      <p:sp>
        <p:nvSpPr>
          <p:cNvPr id="30" name="TextBox 29">
            <a:extLst>
              <a:ext uri="{FF2B5EF4-FFF2-40B4-BE49-F238E27FC236}">
                <a16:creationId xmlns:a16="http://schemas.microsoft.com/office/drawing/2014/main" id="{AF3F1BBD-A963-D687-5ACB-4AA2EFA767C5}"/>
              </a:ext>
            </a:extLst>
          </p:cNvPr>
          <p:cNvSpPr txBox="1"/>
          <p:nvPr/>
        </p:nvSpPr>
        <p:spPr>
          <a:xfrm>
            <a:off x="5650090" y="1402877"/>
            <a:ext cx="570089" cy="230832"/>
          </a:xfrm>
          <a:prstGeom prst="rect">
            <a:avLst/>
          </a:prstGeom>
          <a:noFill/>
        </p:spPr>
        <p:txBody>
          <a:bodyPr wrap="square" rtlCol="0">
            <a:spAutoFit/>
          </a:bodyPr>
          <a:lstStyle/>
          <a:p>
            <a:pPr algn="ctr"/>
            <a:r>
              <a:rPr lang="en-US" sz="900" dirty="0"/>
              <a:t>89</a:t>
            </a:r>
          </a:p>
        </p:txBody>
      </p:sp>
      <p:sp>
        <p:nvSpPr>
          <p:cNvPr id="32" name="TextBox 31">
            <a:extLst>
              <a:ext uri="{FF2B5EF4-FFF2-40B4-BE49-F238E27FC236}">
                <a16:creationId xmlns:a16="http://schemas.microsoft.com/office/drawing/2014/main" id="{FE6A4004-520C-78C6-9A03-C920F8FE2210}"/>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5A28662F-B1F5-DF8D-F59B-E1F5662F44E5}"/>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03184E4A-91C1-79ED-B39D-8AF974A4F014}"/>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A96B2D09-15B6-1654-B781-51DF629F8695}"/>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78927F8A-D107-B612-B925-8BEB958C5B15}"/>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C203A56D-BDBE-68B2-6A97-FDC29115590A}"/>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E5A6D1F5-48F9-C582-C4BA-598696F8891F}"/>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B863C738-E434-D1AE-44AC-D681FA81A30C}"/>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CF12CEF6-D885-3706-C395-3E91827F024A}"/>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B5435C22-FAE0-BB61-8591-E28CA305822D}"/>
              </a:ext>
            </a:extLst>
          </p:cNvPr>
          <p:cNvSpPr txBox="1"/>
          <p:nvPr/>
        </p:nvSpPr>
        <p:spPr>
          <a:xfrm>
            <a:off x="5650090" y="3907597"/>
            <a:ext cx="570089" cy="230832"/>
          </a:xfrm>
          <a:prstGeom prst="rect">
            <a:avLst/>
          </a:prstGeom>
          <a:noFill/>
        </p:spPr>
        <p:txBody>
          <a:bodyPr wrap="square" rtlCol="0">
            <a:spAutoFit/>
          </a:bodyPr>
          <a:lstStyle/>
          <a:p>
            <a:pPr algn="ctr"/>
            <a:r>
              <a:rPr lang="en-US" sz="900" dirty="0"/>
              <a:t>45</a:t>
            </a:r>
          </a:p>
        </p:txBody>
      </p:sp>
      <p:sp>
        <p:nvSpPr>
          <p:cNvPr id="19" name="TextBox 18">
            <a:extLst>
              <a:ext uri="{FF2B5EF4-FFF2-40B4-BE49-F238E27FC236}">
                <a16:creationId xmlns:a16="http://schemas.microsoft.com/office/drawing/2014/main" id="{DE6E3B0A-A3D3-540B-275B-333C6EBF6E1B}"/>
              </a:ext>
            </a:extLst>
          </p:cNvPr>
          <p:cNvSpPr txBox="1"/>
          <p:nvPr/>
        </p:nvSpPr>
        <p:spPr>
          <a:xfrm>
            <a:off x="5650090" y="4909484"/>
            <a:ext cx="570089" cy="230832"/>
          </a:xfrm>
          <a:prstGeom prst="rect">
            <a:avLst/>
          </a:prstGeom>
          <a:noFill/>
        </p:spPr>
        <p:txBody>
          <a:bodyPr wrap="square" rtlCol="0">
            <a:spAutoFit/>
          </a:bodyPr>
          <a:lstStyle/>
          <a:p>
            <a:pPr algn="ctr"/>
            <a:r>
              <a:rPr lang="en-US" sz="900" dirty="0"/>
              <a:t>54</a:t>
            </a:r>
          </a:p>
        </p:txBody>
      </p:sp>
      <p:sp>
        <p:nvSpPr>
          <p:cNvPr id="36" name="TextBox 35">
            <a:extLst>
              <a:ext uri="{FF2B5EF4-FFF2-40B4-BE49-F238E27FC236}">
                <a16:creationId xmlns:a16="http://schemas.microsoft.com/office/drawing/2014/main" id="{F03C03B1-B9DD-218F-A89E-F530E5E1EF46}"/>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41867754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13854-9C2E-D933-CB02-DBC283CAD3E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C1901B-36C6-D227-522B-AF49E70549BF}"/>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9C1A2C5-1123-A63F-57EE-3D89BF08E0C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51EAA62-0132-B152-94A7-A255538CAE3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C371713-F520-1CD1-0196-2DEC8FAC89E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56AAC05-BE39-07C0-67E7-118AAEDB20E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8166A43-B49E-2B42-2DCD-5D559554BFC3}"/>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936AB58A-063D-E8E4-2E79-9AC8B4170275}"/>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BBF6579F-DB3C-EC3C-36B5-AFDE0080BE3B}"/>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FB76931F-1585-B92D-5C43-02162ABCA1B7}"/>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2E2BAE38-E28D-0016-6301-16D132C4EC5C}"/>
              </a:ext>
            </a:extLst>
          </p:cNvPr>
          <p:cNvSpPr txBox="1"/>
          <p:nvPr/>
        </p:nvSpPr>
        <p:spPr>
          <a:xfrm>
            <a:off x="6152446" y="4408541"/>
            <a:ext cx="570089" cy="230832"/>
          </a:xfrm>
          <a:prstGeom prst="rect">
            <a:avLst/>
          </a:prstGeom>
          <a:noFill/>
        </p:spPr>
        <p:txBody>
          <a:bodyPr wrap="square" rtlCol="0">
            <a:spAutoFit/>
          </a:bodyPr>
          <a:lstStyle/>
          <a:p>
            <a:pPr algn="ctr"/>
            <a:r>
              <a:rPr lang="en-US" sz="900" dirty="0"/>
              <a:t>478</a:t>
            </a:r>
          </a:p>
        </p:txBody>
      </p:sp>
      <p:sp>
        <p:nvSpPr>
          <p:cNvPr id="12" name="TextBox 11">
            <a:extLst>
              <a:ext uri="{FF2B5EF4-FFF2-40B4-BE49-F238E27FC236}">
                <a16:creationId xmlns:a16="http://schemas.microsoft.com/office/drawing/2014/main" id="{07AE72DE-B713-EEC7-AF79-88216564123D}"/>
              </a:ext>
            </a:extLst>
          </p:cNvPr>
          <p:cNvSpPr txBox="1"/>
          <p:nvPr/>
        </p:nvSpPr>
        <p:spPr>
          <a:xfrm>
            <a:off x="4143022" y="4408541"/>
            <a:ext cx="570089" cy="230832"/>
          </a:xfrm>
          <a:prstGeom prst="rect">
            <a:avLst/>
          </a:prstGeom>
          <a:noFill/>
        </p:spPr>
        <p:txBody>
          <a:bodyPr wrap="square" rtlCol="0">
            <a:spAutoFit/>
          </a:bodyPr>
          <a:lstStyle/>
          <a:p>
            <a:pPr algn="ctr"/>
            <a:r>
              <a:rPr lang="en-US" sz="900" dirty="0"/>
              <a:t>4578</a:t>
            </a:r>
          </a:p>
        </p:txBody>
      </p:sp>
      <p:sp>
        <p:nvSpPr>
          <p:cNvPr id="13" name="TextBox 12">
            <a:extLst>
              <a:ext uri="{FF2B5EF4-FFF2-40B4-BE49-F238E27FC236}">
                <a16:creationId xmlns:a16="http://schemas.microsoft.com/office/drawing/2014/main" id="{4C14C36F-AEE5-98AB-5D19-624C668CE8B1}"/>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DA9DC75E-F5A9-D2D8-C10D-C7DF633659A4}"/>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1F93985B-B20A-789F-932A-9AA08A8E8BBF}"/>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E4FFDCE0-F602-9A33-6456-B7E316577228}"/>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AEDE5FA3-E90D-3AEF-62C6-75B117BD17F4}"/>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172E0463-01D0-FEB8-32BC-C714C452B494}"/>
              </a:ext>
            </a:extLst>
          </p:cNvPr>
          <p:cNvSpPr txBox="1"/>
          <p:nvPr/>
        </p:nvSpPr>
        <p:spPr>
          <a:xfrm>
            <a:off x="4645378" y="1402877"/>
            <a:ext cx="570089" cy="230832"/>
          </a:xfrm>
          <a:prstGeom prst="rect">
            <a:avLst/>
          </a:prstGeom>
          <a:noFill/>
        </p:spPr>
        <p:txBody>
          <a:bodyPr wrap="square" rtlCol="0">
            <a:spAutoFit/>
          </a:bodyPr>
          <a:lstStyle/>
          <a:p>
            <a:pPr algn="ctr"/>
            <a:r>
              <a:rPr lang="en-US" sz="900" dirty="0"/>
              <a:t>98</a:t>
            </a:r>
          </a:p>
        </p:txBody>
      </p:sp>
      <p:sp>
        <p:nvSpPr>
          <p:cNvPr id="26" name="TextBox 25">
            <a:extLst>
              <a:ext uri="{FF2B5EF4-FFF2-40B4-BE49-F238E27FC236}">
                <a16:creationId xmlns:a16="http://schemas.microsoft.com/office/drawing/2014/main" id="{EDC6D142-EB6E-2EA4-4928-C97EB8DFFB0E}"/>
              </a:ext>
            </a:extLst>
          </p:cNvPr>
          <p:cNvSpPr txBox="1"/>
          <p:nvPr/>
        </p:nvSpPr>
        <p:spPr>
          <a:xfrm>
            <a:off x="4645378" y="2905709"/>
            <a:ext cx="570089" cy="230832"/>
          </a:xfrm>
          <a:prstGeom prst="rect">
            <a:avLst/>
          </a:prstGeom>
          <a:noFill/>
        </p:spPr>
        <p:txBody>
          <a:bodyPr wrap="square" rtlCol="0">
            <a:spAutoFit/>
          </a:bodyPr>
          <a:lstStyle/>
          <a:p>
            <a:pPr algn="ctr"/>
            <a:r>
              <a:rPr lang="en-US" sz="900" dirty="0"/>
              <a:t>589</a:t>
            </a:r>
          </a:p>
        </p:txBody>
      </p:sp>
      <p:sp>
        <p:nvSpPr>
          <p:cNvPr id="27" name="TextBox 26">
            <a:extLst>
              <a:ext uri="{FF2B5EF4-FFF2-40B4-BE49-F238E27FC236}">
                <a16:creationId xmlns:a16="http://schemas.microsoft.com/office/drawing/2014/main" id="{CC4633CA-CC85-ACAB-13B8-11CBB4A69542}"/>
              </a:ext>
            </a:extLst>
          </p:cNvPr>
          <p:cNvSpPr txBox="1"/>
          <p:nvPr/>
        </p:nvSpPr>
        <p:spPr>
          <a:xfrm>
            <a:off x="4645378" y="3406653"/>
            <a:ext cx="570089" cy="230832"/>
          </a:xfrm>
          <a:prstGeom prst="rect">
            <a:avLst/>
          </a:prstGeom>
          <a:noFill/>
        </p:spPr>
        <p:txBody>
          <a:bodyPr wrap="square" rtlCol="0">
            <a:spAutoFit/>
          </a:bodyPr>
          <a:lstStyle/>
          <a:p>
            <a:pPr algn="ctr"/>
            <a:r>
              <a:rPr lang="en-US" sz="900" dirty="0"/>
              <a:t>589</a:t>
            </a:r>
          </a:p>
        </p:txBody>
      </p:sp>
      <p:sp>
        <p:nvSpPr>
          <p:cNvPr id="30" name="TextBox 29">
            <a:extLst>
              <a:ext uri="{FF2B5EF4-FFF2-40B4-BE49-F238E27FC236}">
                <a16:creationId xmlns:a16="http://schemas.microsoft.com/office/drawing/2014/main" id="{7E2BB8A1-4DB2-31D1-617B-EB23E3973431}"/>
              </a:ext>
            </a:extLst>
          </p:cNvPr>
          <p:cNvSpPr txBox="1"/>
          <p:nvPr/>
        </p:nvSpPr>
        <p:spPr>
          <a:xfrm>
            <a:off x="5650090" y="1402877"/>
            <a:ext cx="570089" cy="230832"/>
          </a:xfrm>
          <a:prstGeom prst="rect">
            <a:avLst/>
          </a:prstGeom>
          <a:noFill/>
        </p:spPr>
        <p:txBody>
          <a:bodyPr wrap="square" rtlCol="0">
            <a:spAutoFit/>
          </a:bodyPr>
          <a:lstStyle/>
          <a:p>
            <a:pPr algn="ctr"/>
            <a:r>
              <a:rPr lang="en-US" sz="900" dirty="0"/>
              <a:t>89</a:t>
            </a:r>
          </a:p>
        </p:txBody>
      </p:sp>
      <p:sp>
        <p:nvSpPr>
          <p:cNvPr id="32" name="TextBox 31">
            <a:extLst>
              <a:ext uri="{FF2B5EF4-FFF2-40B4-BE49-F238E27FC236}">
                <a16:creationId xmlns:a16="http://schemas.microsoft.com/office/drawing/2014/main" id="{A888C6AA-A874-59A6-28F7-25632A7FCD6D}"/>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61C255D8-94A9-3E5F-2484-660DCCC6EC6D}"/>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4BCA3B4A-6BE5-75BF-DD55-41A440D53084}"/>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0BFDF764-054D-FD4B-B218-3EE803902242}"/>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D4610F36-50CF-DBBA-C791-A4288AA0C912}"/>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DDA55B15-9AA1-8448-964D-637E8399FAD4}"/>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DC86663D-BC43-8148-0739-8F3F9ECD2281}"/>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6278DDE0-0394-1A19-E194-B082AFF062E4}"/>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D660EB5D-D88D-171F-94E7-DD06D96CE8E5}"/>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76C78E48-A153-6ADA-6A41-126BEAC7329D}"/>
              </a:ext>
            </a:extLst>
          </p:cNvPr>
          <p:cNvSpPr txBox="1"/>
          <p:nvPr/>
        </p:nvSpPr>
        <p:spPr>
          <a:xfrm>
            <a:off x="5650090" y="3907597"/>
            <a:ext cx="570089" cy="230832"/>
          </a:xfrm>
          <a:prstGeom prst="rect">
            <a:avLst/>
          </a:prstGeom>
          <a:noFill/>
        </p:spPr>
        <p:txBody>
          <a:bodyPr wrap="square" rtlCol="0">
            <a:spAutoFit/>
          </a:bodyPr>
          <a:lstStyle/>
          <a:p>
            <a:pPr algn="ctr"/>
            <a:r>
              <a:rPr lang="en-US" sz="900" dirty="0"/>
              <a:t>45</a:t>
            </a:r>
          </a:p>
        </p:txBody>
      </p:sp>
      <p:sp>
        <p:nvSpPr>
          <p:cNvPr id="19" name="TextBox 18">
            <a:extLst>
              <a:ext uri="{FF2B5EF4-FFF2-40B4-BE49-F238E27FC236}">
                <a16:creationId xmlns:a16="http://schemas.microsoft.com/office/drawing/2014/main" id="{ADFE9C6B-6CF8-A9C7-6148-6C0000564823}"/>
              </a:ext>
            </a:extLst>
          </p:cNvPr>
          <p:cNvSpPr txBox="1"/>
          <p:nvPr/>
        </p:nvSpPr>
        <p:spPr>
          <a:xfrm>
            <a:off x="5650090" y="4909484"/>
            <a:ext cx="570089" cy="230832"/>
          </a:xfrm>
          <a:prstGeom prst="rect">
            <a:avLst/>
          </a:prstGeom>
          <a:noFill/>
        </p:spPr>
        <p:txBody>
          <a:bodyPr wrap="square" rtlCol="0">
            <a:spAutoFit/>
          </a:bodyPr>
          <a:lstStyle/>
          <a:p>
            <a:pPr algn="ctr"/>
            <a:r>
              <a:rPr lang="en-US" sz="900" dirty="0"/>
              <a:t>54</a:t>
            </a:r>
          </a:p>
        </p:txBody>
      </p:sp>
      <p:sp>
        <p:nvSpPr>
          <p:cNvPr id="36" name="TextBox 35">
            <a:extLst>
              <a:ext uri="{FF2B5EF4-FFF2-40B4-BE49-F238E27FC236}">
                <a16:creationId xmlns:a16="http://schemas.microsoft.com/office/drawing/2014/main" id="{A0F45864-5169-B679-93AB-02170F97DE0B}"/>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1395335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14D8C-9243-E945-2C33-E891BAFBD6B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F78B4E-BB5B-2665-D5F7-CDF89364926D}"/>
              </a:ext>
            </a:extLst>
          </p:cNvPr>
          <p:cNvSpPr>
            <a:spLocks noGrp="1"/>
          </p:cNvSpPr>
          <p:nvPr>
            <p:ph sz="half" idx="1"/>
          </p:nvPr>
        </p:nvSpPr>
        <p:spPr/>
        <p:txBody>
          <a:bodyPr>
            <a:normAutofit/>
          </a:bodyPr>
          <a:lstStyle/>
          <a:p>
            <a:r>
              <a:rPr lang="en-US" dirty="0"/>
              <a:t>Complete Columns 5 and 6.</a:t>
            </a:r>
          </a:p>
        </p:txBody>
      </p:sp>
      <p:pic>
        <p:nvPicPr>
          <p:cNvPr id="4" name="Picture 3" descr="A grid of sudoku puzzle&#10;&#10;Description automatically generated">
            <a:extLst>
              <a:ext uri="{FF2B5EF4-FFF2-40B4-BE49-F238E27FC236}">
                <a16:creationId xmlns:a16="http://schemas.microsoft.com/office/drawing/2014/main" id="{75A24198-3FCC-5BCD-F2F6-8E604525DAB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864B9C9-AF09-F03F-3DAC-C2BE1CD64DD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34F125F-6E10-6AA0-0B5E-F8144ACF5E0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097E14C-2685-4CA5-8147-E81ADE0E1BA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0775213-C00F-23FC-EB1E-B4E1C1DF9484}"/>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D29D7869-D9F4-46D4-EBEF-5946D2E2CC28}"/>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998DE867-4212-49C1-9F1D-114A4D925B12}"/>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68382C47-63DA-5A52-6084-D0B692A97C9D}"/>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DBD1BE6B-B279-8A0F-DAB8-EE1B5B0F51B9}"/>
              </a:ext>
            </a:extLst>
          </p:cNvPr>
          <p:cNvSpPr txBox="1"/>
          <p:nvPr/>
        </p:nvSpPr>
        <p:spPr>
          <a:xfrm>
            <a:off x="6152446" y="4408541"/>
            <a:ext cx="570089" cy="230832"/>
          </a:xfrm>
          <a:prstGeom prst="rect">
            <a:avLst/>
          </a:prstGeom>
          <a:noFill/>
        </p:spPr>
        <p:txBody>
          <a:bodyPr wrap="square" rtlCol="0">
            <a:spAutoFit/>
          </a:bodyPr>
          <a:lstStyle/>
          <a:p>
            <a:pPr algn="ctr"/>
            <a:r>
              <a:rPr lang="en-US" sz="900" dirty="0"/>
              <a:t>478</a:t>
            </a:r>
          </a:p>
        </p:txBody>
      </p:sp>
      <p:sp>
        <p:nvSpPr>
          <p:cNvPr id="12" name="TextBox 11">
            <a:extLst>
              <a:ext uri="{FF2B5EF4-FFF2-40B4-BE49-F238E27FC236}">
                <a16:creationId xmlns:a16="http://schemas.microsoft.com/office/drawing/2014/main" id="{F11C8717-EE44-DE17-452F-CFC4EF66CE30}"/>
              </a:ext>
            </a:extLst>
          </p:cNvPr>
          <p:cNvSpPr txBox="1"/>
          <p:nvPr/>
        </p:nvSpPr>
        <p:spPr>
          <a:xfrm>
            <a:off x="4143022" y="4408541"/>
            <a:ext cx="570089" cy="230832"/>
          </a:xfrm>
          <a:prstGeom prst="rect">
            <a:avLst/>
          </a:prstGeom>
          <a:noFill/>
        </p:spPr>
        <p:txBody>
          <a:bodyPr wrap="square" rtlCol="0">
            <a:spAutoFit/>
          </a:bodyPr>
          <a:lstStyle/>
          <a:p>
            <a:pPr algn="ctr"/>
            <a:r>
              <a:rPr lang="en-US" sz="900" dirty="0"/>
              <a:t>4578</a:t>
            </a:r>
          </a:p>
        </p:txBody>
      </p:sp>
      <p:sp>
        <p:nvSpPr>
          <p:cNvPr id="13" name="TextBox 12">
            <a:extLst>
              <a:ext uri="{FF2B5EF4-FFF2-40B4-BE49-F238E27FC236}">
                <a16:creationId xmlns:a16="http://schemas.microsoft.com/office/drawing/2014/main" id="{8D3D038A-1006-FCC7-0A7A-9B835B4CCF17}"/>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A6F2A219-31BC-A999-19D0-03A33F3EC8B3}"/>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E4181D08-F4F4-D7D5-0A3B-D51CAC595C36}"/>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B2325405-E911-ABEA-A83B-661E0F5DA596}"/>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3CC8EFA2-ACA9-235D-964D-43ED4995A202}"/>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0EA4A2E4-36F2-C6CB-4649-A313E8DAA7A1}"/>
              </a:ext>
            </a:extLst>
          </p:cNvPr>
          <p:cNvSpPr txBox="1"/>
          <p:nvPr/>
        </p:nvSpPr>
        <p:spPr>
          <a:xfrm>
            <a:off x="4645378" y="1402877"/>
            <a:ext cx="570089" cy="230832"/>
          </a:xfrm>
          <a:prstGeom prst="rect">
            <a:avLst/>
          </a:prstGeom>
          <a:noFill/>
        </p:spPr>
        <p:txBody>
          <a:bodyPr wrap="square" rtlCol="0">
            <a:spAutoFit/>
          </a:bodyPr>
          <a:lstStyle/>
          <a:p>
            <a:pPr algn="ctr"/>
            <a:r>
              <a:rPr lang="en-US" sz="900" dirty="0"/>
              <a:t>98</a:t>
            </a:r>
          </a:p>
        </p:txBody>
      </p:sp>
      <p:sp>
        <p:nvSpPr>
          <p:cNvPr id="26" name="TextBox 25">
            <a:extLst>
              <a:ext uri="{FF2B5EF4-FFF2-40B4-BE49-F238E27FC236}">
                <a16:creationId xmlns:a16="http://schemas.microsoft.com/office/drawing/2014/main" id="{AA18C7D6-026E-137E-6DE2-42DFC7502859}"/>
              </a:ext>
            </a:extLst>
          </p:cNvPr>
          <p:cNvSpPr txBox="1"/>
          <p:nvPr/>
        </p:nvSpPr>
        <p:spPr>
          <a:xfrm>
            <a:off x="4645378" y="2905709"/>
            <a:ext cx="570089" cy="230832"/>
          </a:xfrm>
          <a:prstGeom prst="rect">
            <a:avLst/>
          </a:prstGeom>
          <a:noFill/>
        </p:spPr>
        <p:txBody>
          <a:bodyPr wrap="square" rtlCol="0">
            <a:spAutoFit/>
          </a:bodyPr>
          <a:lstStyle/>
          <a:p>
            <a:pPr algn="ctr"/>
            <a:r>
              <a:rPr lang="en-US" sz="900" dirty="0"/>
              <a:t>589</a:t>
            </a:r>
          </a:p>
        </p:txBody>
      </p:sp>
      <p:sp>
        <p:nvSpPr>
          <p:cNvPr id="27" name="TextBox 26">
            <a:extLst>
              <a:ext uri="{FF2B5EF4-FFF2-40B4-BE49-F238E27FC236}">
                <a16:creationId xmlns:a16="http://schemas.microsoft.com/office/drawing/2014/main" id="{329CD246-3BD7-CBD2-3CCC-18CDA69C0E7F}"/>
              </a:ext>
            </a:extLst>
          </p:cNvPr>
          <p:cNvSpPr txBox="1"/>
          <p:nvPr/>
        </p:nvSpPr>
        <p:spPr>
          <a:xfrm>
            <a:off x="4645378" y="3406653"/>
            <a:ext cx="570089" cy="230832"/>
          </a:xfrm>
          <a:prstGeom prst="rect">
            <a:avLst/>
          </a:prstGeom>
          <a:noFill/>
        </p:spPr>
        <p:txBody>
          <a:bodyPr wrap="square" rtlCol="0">
            <a:spAutoFit/>
          </a:bodyPr>
          <a:lstStyle/>
          <a:p>
            <a:pPr algn="ctr"/>
            <a:r>
              <a:rPr lang="en-US" sz="900" dirty="0"/>
              <a:t>589</a:t>
            </a:r>
          </a:p>
        </p:txBody>
      </p:sp>
      <p:sp>
        <p:nvSpPr>
          <p:cNvPr id="30" name="TextBox 29">
            <a:extLst>
              <a:ext uri="{FF2B5EF4-FFF2-40B4-BE49-F238E27FC236}">
                <a16:creationId xmlns:a16="http://schemas.microsoft.com/office/drawing/2014/main" id="{EE2E9584-3E03-C0FD-0BEC-9F8215CB000F}"/>
              </a:ext>
            </a:extLst>
          </p:cNvPr>
          <p:cNvSpPr txBox="1"/>
          <p:nvPr/>
        </p:nvSpPr>
        <p:spPr>
          <a:xfrm>
            <a:off x="5650090" y="1402877"/>
            <a:ext cx="570089" cy="230832"/>
          </a:xfrm>
          <a:prstGeom prst="rect">
            <a:avLst/>
          </a:prstGeom>
          <a:noFill/>
        </p:spPr>
        <p:txBody>
          <a:bodyPr wrap="square" rtlCol="0">
            <a:spAutoFit/>
          </a:bodyPr>
          <a:lstStyle/>
          <a:p>
            <a:pPr algn="ctr"/>
            <a:r>
              <a:rPr lang="en-US" sz="900" dirty="0"/>
              <a:t>89</a:t>
            </a:r>
          </a:p>
        </p:txBody>
      </p:sp>
      <p:sp>
        <p:nvSpPr>
          <p:cNvPr id="32" name="TextBox 31">
            <a:extLst>
              <a:ext uri="{FF2B5EF4-FFF2-40B4-BE49-F238E27FC236}">
                <a16:creationId xmlns:a16="http://schemas.microsoft.com/office/drawing/2014/main" id="{F9DF1DE3-7BEB-8C2A-0A8D-4D853F06C176}"/>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1149EF07-692D-06DF-8782-395B226B0B75}"/>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EDD7A076-F4F4-4C89-F53A-11C67EF29F5E}"/>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BB05B56B-9156-B737-FE4B-4F5CD7A135EE}"/>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951C335E-23E7-7DE5-403E-CF0D58FAA282}"/>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083B1735-D723-9930-6164-A753FDBB9855}"/>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DD5CC22C-E558-2BA2-E7BF-CEA804B8FE04}"/>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68E91079-02BE-D786-3234-BD73CF7038F5}"/>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9354DAC1-5D2A-35DA-E608-52265CCCF486}"/>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7F6F2FFE-87FE-4B7F-228D-5F4CD4EEA3FB}"/>
              </a:ext>
            </a:extLst>
          </p:cNvPr>
          <p:cNvSpPr txBox="1"/>
          <p:nvPr/>
        </p:nvSpPr>
        <p:spPr>
          <a:xfrm>
            <a:off x="5650090" y="3907597"/>
            <a:ext cx="570089" cy="230832"/>
          </a:xfrm>
          <a:prstGeom prst="rect">
            <a:avLst/>
          </a:prstGeom>
          <a:noFill/>
        </p:spPr>
        <p:txBody>
          <a:bodyPr wrap="square" rtlCol="0">
            <a:spAutoFit/>
          </a:bodyPr>
          <a:lstStyle/>
          <a:p>
            <a:pPr algn="ctr"/>
            <a:r>
              <a:rPr lang="en-US" sz="900" dirty="0"/>
              <a:t>45</a:t>
            </a:r>
          </a:p>
        </p:txBody>
      </p:sp>
      <p:sp>
        <p:nvSpPr>
          <p:cNvPr id="19" name="TextBox 18">
            <a:extLst>
              <a:ext uri="{FF2B5EF4-FFF2-40B4-BE49-F238E27FC236}">
                <a16:creationId xmlns:a16="http://schemas.microsoft.com/office/drawing/2014/main" id="{4F2EC204-F557-D024-B5F8-4F97DBBAB424}"/>
              </a:ext>
            </a:extLst>
          </p:cNvPr>
          <p:cNvSpPr txBox="1"/>
          <p:nvPr/>
        </p:nvSpPr>
        <p:spPr>
          <a:xfrm>
            <a:off x="5650090" y="4909484"/>
            <a:ext cx="570089" cy="230832"/>
          </a:xfrm>
          <a:prstGeom prst="rect">
            <a:avLst/>
          </a:prstGeom>
          <a:noFill/>
        </p:spPr>
        <p:txBody>
          <a:bodyPr wrap="square" rtlCol="0">
            <a:spAutoFit/>
          </a:bodyPr>
          <a:lstStyle/>
          <a:p>
            <a:pPr algn="ctr"/>
            <a:r>
              <a:rPr lang="en-US" sz="900" dirty="0"/>
              <a:t>54</a:t>
            </a:r>
          </a:p>
        </p:txBody>
      </p:sp>
      <p:sp>
        <p:nvSpPr>
          <p:cNvPr id="36" name="TextBox 35">
            <a:extLst>
              <a:ext uri="{FF2B5EF4-FFF2-40B4-BE49-F238E27FC236}">
                <a16:creationId xmlns:a16="http://schemas.microsoft.com/office/drawing/2014/main" id="{DC0A5E8F-AB95-2CED-DB2C-CFE3FA1CDD68}"/>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D77B92C8-B010-00C6-5096-22A4C3971E01}"/>
              </a:ext>
            </a:extLst>
          </p:cNvPr>
          <p:cNvSpPr txBox="1"/>
          <p:nvPr/>
        </p:nvSpPr>
        <p:spPr>
          <a:xfrm>
            <a:off x="5147734" y="2404765"/>
            <a:ext cx="570089" cy="230832"/>
          </a:xfrm>
          <a:prstGeom prst="rect">
            <a:avLst/>
          </a:prstGeom>
          <a:noFill/>
        </p:spPr>
        <p:txBody>
          <a:bodyPr wrap="square" rtlCol="0">
            <a:spAutoFit/>
          </a:bodyPr>
          <a:lstStyle/>
          <a:p>
            <a:pPr algn="ctr"/>
            <a:r>
              <a:rPr lang="en-US" sz="900" dirty="0"/>
              <a:t>42</a:t>
            </a:r>
          </a:p>
        </p:txBody>
      </p:sp>
      <p:sp>
        <p:nvSpPr>
          <p:cNvPr id="17" name="TextBox 16">
            <a:extLst>
              <a:ext uri="{FF2B5EF4-FFF2-40B4-BE49-F238E27FC236}">
                <a16:creationId xmlns:a16="http://schemas.microsoft.com/office/drawing/2014/main" id="{0E6F43C5-5D85-D06A-0940-3EC98DEE7F7A}"/>
              </a:ext>
            </a:extLst>
          </p:cNvPr>
          <p:cNvSpPr txBox="1"/>
          <p:nvPr/>
        </p:nvSpPr>
        <p:spPr>
          <a:xfrm>
            <a:off x="5147734" y="2905709"/>
            <a:ext cx="570089" cy="230832"/>
          </a:xfrm>
          <a:prstGeom prst="rect">
            <a:avLst/>
          </a:prstGeom>
          <a:noFill/>
        </p:spPr>
        <p:txBody>
          <a:bodyPr wrap="square" rtlCol="0">
            <a:spAutoFit/>
          </a:bodyPr>
          <a:lstStyle/>
          <a:p>
            <a:pPr algn="ctr"/>
            <a:r>
              <a:rPr lang="en-US" sz="900" dirty="0"/>
              <a:t>124</a:t>
            </a:r>
          </a:p>
        </p:txBody>
      </p:sp>
      <p:sp>
        <p:nvSpPr>
          <p:cNvPr id="20" name="TextBox 19">
            <a:extLst>
              <a:ext uri="{FF2B5EF4-FFF2-40B4-BE49-F238E27FC236}">
                <a16:creationId xmlns:a16="http://schemas.microsoft.com/office/drawing/2014/main" id="{FEA645C6-0841-CA9A-50A7-41A4C4172621}"/>
              </a:ext>
            </a:extLst>
          </p:cNvPr>
          <p:cNvSpPr txBox="1"/>
          <p:nvPr/>
        </p:nvSpPr>
        <p:spPr>
          <a:xfrm>
            <a:off x="5147734" y="3406653"/>
            <a:ext cx="570089" cy="230832"/>
          </a:xfrm>
          <a:prstGeom prst="rect">
            <a:avLst/>
          </a:prstGeom>
          <a:noFill/>
        </p:spPr>
        <p:txBody>
          <a:bodyPr wrap="square" rtlCol="0">
            <a:spAutoFit/>
          </a:bodyPr>
          <a:lstStyle/>
          <a:p>
            <a:pPr algn="ctr"/>
            <a:r>
              <a:rPr lang="en-US" sz="900" dirty="0"/>
              <a:t>124</a:t>
            </a:r>
          </a:p>
        </p:txBody>
      </p:sp>
      <p:sp>
        <p:nvSpPr>
          <p:cNvPr id="37" name="TextBox 36">
            <a:extLst>
              <a:ext uri="{FF2B5EF4-FFF2-40B4-BE49-F238E27FC236}">
                <a16:creationId xmlns:a16="http://schemas.microsoft.com/office/drawing/2014/main" id="{FF12699B-FBF2-F1CF-0770-89BD0B7F5AA3}"/>
              </a:ext>
            </a:extLst>
          </p:cNvPr>
          <p:cNvSpPr txBox="1"/>
          <p:nvPr/>
        </p:nvSpPr>
        <p:spPr>
          <a:xfrm>
            <a:off x="5650090" y="3406653"/>
            <a:ext cx="570089" cy="230832"/>
          </a:xfrm>
          <a:prstGeom prst="rect">
            <a:avLst/>
          </a:prstGeom>
          <a:noFill/>
        </p:spPr>
        <p:txBody>
          <a:bodyPr wrap="square" rtlCol="0">
            <a:spAutoFit/>
          </a:bodyPr>
          <a:lstStyle/>
          <a:p>
            <a:pPr algn="ctr"/>
            <a:r>
              <a:rPr lang="en-US" sz="900" dirty="0"/>
              <a:t>98</a:t>
            </a:r>
          </a:p>
        </p:txBody>
      </p:sp>
    </p:spTree>
    <p:extLst>
      <p:ext uri="{BB962C8B-B14F-4D97-AF65-F5344CB8AC3E}">
        <p14:creationId xmlns:p14="http://schemas.microsoft.com/office/powerpoint/2010/main" val="5243467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7E895-42FA-BC1B-85CC-BBB990D081F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808B37-CFA2-1D7F-A7F1-AD7B94037368}"/>
              </a:ext>
            </a:extLst>
          </p:cNvPr>
          <p:cNvSpPr>
            <a:spLocks noGrp="1"/>
          </p:cNvSpPr>
          <p:nvPr>
            <p:ph sz="half" idx="1"/>
          </p:nvPr>
        </p:nvSpPr>
        <p:spPr/>
        <p:txBody>
          <a:bodyPr>
            <a:normAutofit/>
          </a:bodyPr>
          <a:lstStyle/>
          <a:p>
            <a:r>
              <a:rPr lang="en-US" dirty="0"/>
              <a:t>Complete two X’s.</a:t>
            </a:r>
          </a:p>
        </p:txBody>
      </p:sp>
      <p:pic>
        <p:nvPicPr>
          <p:cNvPr id="4" name="Picture 3" descr="A grid of sudoku puzzle&#10;&#10;Description automatically generated">
            <a:extLst>
              <a:ext uri="{FF2B5EF4-FFF2-40B4-BE49-F238E27FC236}">
                <a16:creationId xmlns:a16="http://schemas.microsoft.com/office/drawing/2014/main" id="{8DAAC6CB-0BF7-C5D2-4C9C-5BBFD1971E5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D92333F-613E-C8BB-A64D-739EC90B681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54A08E8-51E6-C5A2-F9A2-0E548E70F50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2FD7B12-3253-DDFC-2AA5-00CBB7F3337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99A536B-40EA-8C4E-314C-84CD7FE66DED}"/>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4BE9BBEE-1A24-2A6F-44A9-B40820DE7B27}"/>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F7BFE079-DD21-EF0B-C70C-5732B665FCCE}"/>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3CC99B3E-DC3B-DF22-61E9-F4A43AFAAC5E}"/>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7D7AB683-1E43-194B-AB6C-1B29567B6B13}"/>
              </a:ext>
            </a:extLst>
          </p:cNvPr>
          <p:cNvSpPr txBox="1"/>
          <p:nvPr/>
        </p:nvSpPr>
        <p:spPr>
          <a:xfrm>
            <a:off x="6152446" y="4408541"/>
            <a:ext cx="570089" cy="230832"/>
          </a:xfrm>
          <a:prstGeom prst="rect">
            <a:avLst/>
          </a:prstGeom>
          <a:noFill/>
        </p:spPr>
        <p:txBody>
          <a:bodyPr wrap="square" rtlCol="0">
            <a:spAutoFit/>
          </a:bodyPr>
          <a:lstStyle/>
          <a:p>
            <a:pPr algn="ctr"/>
            <a:r>
              <a:rPr lang="en-US" sz="900" dirty="0"/>
              <a:t>478</a:t>
            </a:r>
          </a:p>
        </p:txBody>
      </p:sp>
      <p:sp>
        <p:nvSpPr>
          <p:cNvPr id="12" name="TextBox 11">
            <a:extLst>
              <a:ext uri="{FF2B5EF4-FFF2-40B4-BE49-F238E27FC236}">
                <a16:creationId xmlns:a16="http://schemas.microsoft.com/office/drawing/2014/main" id="{5D8BCB24-2F24-8E44-0B27-BA6D6163C090}"/>
              </a:ext>
            </a:extLst>
          </p:cNvPr>
          <p:cNvSpPr txBox="1"/>
          <p:nvPr/>
        </p:nvSpPr>
        <p:spPr>
          <a:xfrm>
            <a:off x="4143022" y="4408541"/>
            <a:ext cx="570089" cy="230832"/>
          </a:xfrm>
          <a:prstGeom prst="rect">
            <a:avLst/>
          </a:prstGeom>
          <a:noFill/>
        </p:spPr>
        <p:txBody>
          <a:bodyPr wrap="square" rtlCol="0">
            <a:spAutoFit/>
          </a:bodyPr>
          <a:lstStyle/>
          <a:p>
            <a:pPr algn="ctr"/>
            <a:r>
              <a:rPr lang="en-US" sz="900" dirty="0"/>
              <a:t>4578</a:t>
            </a:r>
          </a:p>
        </p:txBody>
      </p:sp>
      <p:sp>
        <p:nvSpPr>
          <p:cNvPr id="13" name="TextBox 12">
            <a:extLst>
              <a:ext uri="{FF2B5EF4-FFF2-40B4-BE49-F238E27FC236}">
                <a16:creationId xmlns:a16="http://schemas.microsoft.com/office/drawing/2014/main" id="{4ACFEA88-FA93-F8F3-D1CE-FD51DC3C5AF6}"/>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36F028F5-F983-AB69-DF93-51CE9E769939}"/>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17A191EE-7985-75AF-4D34-C5B144A1F621}"/>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FDC8AA39-7173-A390-3D10-2F59A9A8BFCF}"/>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29369038-5247-04AA-CEC3-555F530AFF52}"/>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78C7902F-88D6-9FF3-DC71-22FACA44332B}"/>
              </a:ext>
            </a:extLst>
          </p:cNvPr>
          <p:cNvSpPr txBox="1"/>
          <p:nvPr/>
        </p:nvSpPr>
        <p:spPr>
          <a:xfrm>
            <a:off x="4645378" y="1402877"/>
            <a:ext cx="570089" cy="230832"/>
          </a:xfrm>
          <a:prstGeom prst="rect">
            <a:avLst/>
          </a:prstGeom>
          <a:noFill/>
        </p:spPr>
        <p:txBody>
          <a:bodyPr wrap="square" rtlCol="0">
            <a:spAutoFit/>
          </a:bodyPr>
          <a:lstStyle/>
          <a:p>
            <a:pPr algn="ctr"/>
            <a:r>
              <a:rPr lang="en-US" sz="900" dirty="0"/>
              <a:t>98</a:t>
            </a:r>
          </a:p>
        </p:txBody>
      </p:sp>
      <p:sp>
        <p:nvSpPr>
          <p:cNvPr id="26" name="TextBox 25">
            <a:extLst>
              <a:ext uri="{FF2B5EF4-FFF2-40B4-BE49-F238E27FC236}">
                <a16:creationId xmlns:a16="http://schemas.microsoft.com/office/drawing/2014/main" id="{C6EBAE13-393E-CFFC-D111-FF900998A1D7}"/>
              </a:ext>
            </a:extLst>
          </p:cNvPr>
          <p:cNvSpPr txBox="1"/>
          <p:nvPr/>
        </p:nvSpPr>
        <p:spPr>
          <a:xfrm>
            <a:off x="4645378" y="2905709"/>
            <a:ext cx="570089" cy="230832"/>
          </a:xfrm>
          <a:prstGeom prst="rect">
            <a:avLst/>
          </a:prstGeom>
          <a:noFill/>
        </p:spPr>
        <p:txBody>
          <a:bodyPr wrap="square" rtlCol="0">
            <a:spAutoFit/>
          </a:bodyPr>
          <a:lstStyle/>
          <a:p>
            <a:pPr algn="ctr"/>
            <a:r>
              <a:rPr lang="en-US" sz="900" dirty="0"/>
              <a:t>589</a:t>
            </a:r>
          </a:p>
        </p:txBody>
      </p:sp>
      <p:sp>
        <p:nvSpPr>
          <p:cNvPr id="27" name="TextBox 26">
            <a:extLst>
              <a:ext uri="{FF2B5EF4-FFF2-40B4-BE49-F238E27FC236}">
                <a16:creationId xmlns:a16="http://schemas.microsoft.com/office/drawing/2014/main" id="{DE81CA76-B3FF-FBA5-9503-1B10AD15A039}"/>
              </a:ext>
            </a:extLst>
          </p:cNvPr>
          <p:cNvSpPr txBox="1"/>
          <p:nvPr/>
        </p:nvSpPr>
        <p:spPr>
          <a:xfrm>
            <a:off x="4645378" y="3406653"/>
            <a:ext cx="570089" cy="230832"/>
          </a:xfrm>
          <a:prstGeom prst="rect">
            <a:avLst/>
          </a:prstGeom>
          <a:noFill/>
        </p:spPr>
        <p:txBody>
          <a:bodyPr wrap="square" rtlCol="0">
            <a:spAutoFit/>
          </a:bodyPr>
          <a:lstStyle/>
          <a:p>
            <a:pPr algn="ctr"/>
            <a:r>
              <a:rPr lang="en-US" sz="900" dirty="0"/>
              <a:t>589</a:t>
            </a:r>
          </a:p>
        </p:txBody>
      </p:sp>
      <p:sp>
        <p:nvSpPr>
          <p:cNvPr id="30" name="TextBox 29">
            <a:extLst>
              <a:ext uri="{FF2B5EF4-FFF2-40B4-BE49-F238E27FC236}">
                <a16:creationId xmlns:a16="http://schemas.microsoft.com/office/drawing/2014/main" id="{73874CC9-CFB7-C09F-DFCE-252B4B8A84D7}"/>
              </a:ext>
            </a:extLst>
          </p:cNvPr>
          <p:cNvSpPr txBox="1"/>
          <p:nvPr/>
        </p:nvSpPr>
        <p:spPr>
          <a:xfrm>
            <a:off x="5650090" y="1402877"/>
            <a:ext cx="570089" cy="230832"/>
          </a:xfrm>
          <a:prstGeom prst="rect">
            <a:avLst/>
          </a:prstGeom>
          <a:noFill/>
        </p:spPr>
        <p:txBody>
          <a:bodyPr wrap="square" rtlCol="0">
            <a:spAutoFit/>
          </a:bodyPr>
          <a:lstStyle/>
          <a:p>
            <a:pPr algn="ctr"/>
            <a:r>
              <a:rPr lang="en-US" sz="900" dirty="0"/>
              <a:t>89</a:t>
            </a:r>
          </a:p>
        </p:txBody>
      </p:sp>
      <p:sp>
        <p:nvSpPr>
          <p:cNvPr id="32" name="TextBox 31">
            <a:extLst>
              <a:ext uri="{FF2B5EF4-FFF2-40B4-BE49-F238E27FC236}">
                <a16:creationId xmlns:a16="http://schemas.microsoft.com/office/drawing/2014/main" id="{F4B2F928-162E-9B08-F155-09BEDCE72322}"/>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27FAACEA-1D24-8784-4A2F-1997D34D5CEB}"/>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5CFC68A9-6159-C765-7E30-F13F08F4F390}"/>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8A0393A3-D0A6-A962-B381-2633C77E73F6}"/>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D87E8FBD-89B9-85A2-5A4B-735D99B42E36}"/>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F6799E64-926F-9992-F963-2218C33014BE}"/>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9C0561CE-7CBF-A7C0-408B-89D14DAAADE4}"/>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A4DECF4F-5A12-5836-3821-1A225C2D43A5}"/>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85E46D68-B53C-8215-0651-0DE994D65E56}"/>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4BDCAC58-E7D0-7ACA-2A7F-D013E783FD86}"/>
              </a:ext>
            </a:extLst>
          </p:cNvPr>
          <p:cNvSpPr txBox="1"/>
          <p:nvPr/>
        </p:nvSpPr>
        <p:spPr>
          <a:xfrm>
            <a:off x="5147734" y="2404765"/>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CDF3E223-9A75-D3F9-E170-6EA7C78DAA7A}"/>
              </a:ext>
            </a:extLst>
          </p:cNvPr>
          <p:cNvSpPr txBox="1"/>
          <p:nvPr/>
        </p:nvSpPr>
        <p:spPr>
          <a:xfrm>
            <a:off x="5147734" y="2905709"/>
            <a:ext cx="570089" cy="230832"/>
          </a:xfrm>
          <a:prstGeom prst="rect">
            <a:avLst/>
          </a:prstGeom>
          <a:noFill/>
        </p:spPr>
        <p:txBody>
          <a:bodyPr wrap="square" rtlCol="0">
            <a:spAutoFit/>
          </a:bodyPr>
          <a:lstStyle/>
          <a:p>
            <a:pPr algn="ctr"/>
            <a:r>
              <a:rPr lang="en-US" sz="900" dirty="0"/>
              <a:t>124</a:t>
            </a:r>
          </a:p>
        </p:txBody>
      </p:sp>
      <p:sp>
        <p:nvSpPr>
          <p:cNvPr id="36" name="TextBox 35">
            <a:extLst>
              <a:ext uri="{FF2B5EF4-FFF2-40B4-BE49-F238E27FC236}">
                <a16:creationId xmlns:a16="http://schemas.microsoft.com/office/drawing/2014/main" id="{4D15485A-8AF7-2D47-4C40-EA9FD9EE38E5}"/>
              </a:ext>
            </a:extLst>
          </p:cNvPr>
          <p:cNvSpPr txBox="1"/>
          <p:nvPr/>
        </p:nvSpPr>
        <p:spPr>
          <a:xfrm>
            <a:off x="5147734" y="3406653"/>
            <a:ext cx="570089" cy="230832"/>
          </a:xfrm>
          <a:prstGeom prst="rect">
            <a:avLst/>
          </a:prstGeom>
          <a:noFill/>
        </p:spPr>
        <p:txBody>
          <a:bodyPr wrap="square" rtlCol="0">
            <a:spAutoFit/>
          </a:bodyPr>
          <a:lstStyle/>
          <a:p>
            <a:pPr algn="ctr"/>
            <a:r>
              <a:rPr lang="en-US" sz="900" dirty="0"/>
              <a:t>124</a:t>
            </a:r>
          </a:p>
        </p:txBody>
      </p:sp>
      <p:sp>
        <p:nvSpPr>
          <p:cNvPr id="37" name="TextBox 36">
            <a:extLst>
              <a:ext uri="{FF2B5EF4-FFF2-40B4-BE49-F238E27FC236}">
                <a16:creationId xmlns:a16="http://schemas.microsoft.com/office/drawing/2014/main" id="{84DD8CEA-21F0-D062-C5B9-7B914C24A59E}"/>
              </a:ext>
            </a:extLst>
          </p:cNvPr>
          <p:cNvSpPr txBox="1"/>
          <p:nvPr/>
        </p:nvSpPr>
        <p:spPr>
          <a:xfrm>
            <a:off x="5650090" y="3406653"/>
            <a:ext cx="570089" cy="230832"/>
          </a:xfrm>
          <a:prstGeom prst="rect">
            <a:avLst/>
          </a:prstGeom>
          <a:noFill/>
        </p:spPr>
        <p:txBody>
          <a:bodyPr wrap="square" rtlCol="0">
            <a:spAutoFit/>
          </a:bodyPr>
          <a:lstStyle/>
          <a:p>
            <a:pPr algn="ctr"/>
            <a:r>
              <a:rPr lang="en-US" sz="900" dirty="0"/>
              <a:t>98</a:t>
            </a:r>
          </a:p>
        </p:txBody>
      </p:sp>
      <p:sp>
        <p:nvSpPr>
          <p:cNvPr id="38" name="TextBox 37">
            <a:extLst>
              <a:ext uri="{FF2B5EF4-FFF2-40B4-BE49-F238E27FC236}">
                <a16:creationId xmlns:a16="http://schemas.microsoft.com/office/drawing/2014/main" id="{73E251A1-50FC-F793-919E-B844AF6EEAC8}"/>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5F692E1A-80AE-CC70-EA8B-3CC0A6534727}"/>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EC826B66-C6F8-4FFF-8B01-A972F37334D3}"/>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2B1DEA7D-AB35-B6EE-D545-69A36DDCEBBC}"/>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F1F37C01-7A62-8F59-5DB1-9CBC85AEBDA6}"/>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5679934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F488F-0603-973F-3CAD-3DCBEF05342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8BE5997-FC94-5F9E-8217-16665C8D1C55}"/>
              </a:ext>
            </a:extLst>
          </p:cNvPr>
          <p:cNvSpPr>
            <a:spLocks noGrp="1"/>
          </p:cNvSpPr>
          <p:nvPr>
            <p:ph sz="half" idx="1"/>
          </p:nvPr>
        </p:nvSpPr>
        <p:spPr/>
        <p:txBody>
          <a:bodyPr>
            <a:normAutofit/>
          </a:bodyPr>
          <a:lstStyle/>
          <a:p>
            <a:r>
              <a:rPr lang="en-US" dirty="0"/>
              <a:t>This grey cell must be &gt; than the adjacent 6.</a:t>
            </a:r>
          </a:p>
        </p:txBody>
      </p:sp>
      <p:pic>
        <p:nvPicPr>
          <p:cNvPr id="4" name="Picture 3" descr="A grid of sudoku puzzle&#10;&#10;Description automatically generated">
            <a:extLst>
              <a:ext uri="{FF2B5EF4-FFF2-40B4-BE49-F238E27FC236}">
                <a16:creationId xmlns:a16="http://schemas.microsoft.com/office/drawing/2014/main" id="{6C91F7A3-96CD-6013-2C24-5E943714674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2E94E16-958B-1ED6-C1B7-173D670E34E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17F47B5-F1FD-EDA7-8A63-F33E3B25754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C581A6F-9B24-5C3B-0EC7-FE2DD2BC279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7D656A9-037C-ACC5-CC1F-5A602E04451B}"/>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8C08BD74-6485-C9D3-7C2C-F7F0B08F5FA4}"/>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4D4C7F78-6C93-5D09-48AD-6CEB53870B43}"/>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B85EA32B-840B-EB70-16B0-29B3C01A7200}"/>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2CE82F8A-2E63-76B7-2420-C2A393380F85}"/>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CF6BFEF7-2458-7292-BEDD-48B2DDC7F38E}"/>
              </a:ext>
            </a:extLst>
          </p:cNvPr>
          <p:cNvSpPr txBox="1"/>
          <p:nvPr/>
        </p:nvSpPr>
        <p:spPr>
          <a:xfrm>
            <a:off x="4143022" y="4408541"/>
            <a:ext cx="570089" cy="230832"/>
          </a:xfrm>
          <a:prstGeom prst="rect">
            <a:avLst/>
          </a:prstGeom>
          <a:noFill/>
        </p:spPr>
        <p:txBody>
          <a:bodyPr wrap="square" rtlCol="0">
            <a:spAutoFit/>
          </a:bodyPr>
          <a:lstStyle/>
          <a:p>
            <a:pPr algn="ctr"/>
            <a:r>
              <a:rPr lang="en-US" sz="900" dirty="0"/>
              <a:t>4578</a:t>
            </a:r>
          </a:p>
        </p:txBody>
      </p:sp>
      <p:sp>
        <p:nvSpPr>
          <p:cNvPr id="13" name="TextBox 12">
            <a:extLst>
              <a:ext uri="{FF2B5EF4-FFF2-40B4-BE49-F238E27FC236}">
                <a16:creationId xmlns:a16="http://schemas.microsoft.com/office/drawing/2014/main" id="{2DFDEC4C-2A12-218A-F880-2A31E679ABBC}"/>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3FE4E585-2A01-73CB-2139-9093A05743C6}"/>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6687049D-FF33-D2D8-1551-F076B58AFDF2}"/>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6C5A3865-34B1-AD2E-B601-B824C4F66AF1}"/>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17F63F91-6627-4576-600D-8C869F614957}"/>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6DF07561-D5EB-6166-8FFA-A61C541204CB}"/>
              </a:ext>
            </a:extLst>
          </p:cNvPr>
          <p:cNvSpPr txBox="1"/>
          <p:nvPr/>
        </p:nvSpPr>
        <p:spPr>
          <a:xfrm>
            <a:off x="4645378" y="1402877"/>
            <a:ext cx="570089" cy="230832"/>
          </a:xfrm>
          <a:prstGeom prst="rect">
            <a:avLst/>
          </a:prstGeom>
          <a:noFill/>
        </p:spPr>
        <p:txBody>
          <a:bodyPr wrap="square" rtlCol="0">
            <a:spAutoFit/>
          </a:bodyPr>
          <a:lstStyle/>
          <a:p>
            <a:pPr algn="ctr"/>
            <a:r>
              <a:rPr lang="en-US" sz="900" dirty="0"/>
              <a:t>98</a:t>
            </a:r>
          </a:p>
        </p:txBody>
      </p:sp>
      <p:sp>
        <p:nvSpPr>
          <p:cNvPr id="26" name="TextBox 25">
            <a:extLst>
              <a:ext uri="{FF2B5EF4-FFF2-40B4-BE49-F238E27FC236}">
                <a16:creationId xmlns:a16="http://schemas.microsoft.com/office/drawing/2014/main" id="{5615C3D1-832D-7B8A-ABD6-6F7AA048A0EB}"/>
              </a:ext>
            </a:extLst>
          </p:cNvPr>
          <p:cNvSpPr txBox="1"/>
          <p:nvPr/>
        </p:nvSpPr>
        <p:spPr>
          <a:xfrm>
            <a:off x="4645378" y="2905709"/>
            <a:ext cx="570089" cy="230832"/>
          </a:xfrm>
          <a:prstGeom prst="rect">
            <a:avLst/>
          </a:prstGeom>
          <a:noFill/>
        </p:spPr>
        <p:txBody>
          <a:bodyPr wrap="square" rtlCol="0">
            <a:spAutoFit/>
          </a:bodyPr>
          <a:lstStyle/>
          <a:p>
            <a:pPr algn="ctr"/>
            <a:r>
              <a:rPr lang="en-US" sz="900" dirty="0"/>
              <a:t>589</a:t>
            </a:r>
          </a:p>
        </p:txBody>
      </p:sp>
      <p:sp>
        <p:nvSpPr>
          <p:cNvPr id="27" name="TextBox 26">
            <a:extLst>
              <a:ext uri="{FF2B5EF4-FFF2-40B4-BE49-F238E27FC236}">
                <a16:creationId xmlns:a16="http://schemas.microsoft.com/office/drawing/2014/main" id="{3B464853-AC7C-1FA4-4076-B0B19D9CFE9D}"/>
              </a:ext>
            </a:extLst>
          </p:cNvPr>
          <p:cNvSpPr txBox="1"/>
          <p:nvPr/>
        </p:nvSpPr>
        <p:spPr>
          <a:xfrm>
            <a:off x="4645378" y="3406653"/>
            <a:ext cx="570089" cy="230832"/>
          </a:xfrm>
          <a:prstGeom prst="rect">
            <a:avLst/>
          </a:prstGeom>
          <a:noFill/>
        </p:spPr>
        <p:txBody>
          <a:bodyPr wrap="square" rtlCol="0">
            <a:spAutoFit/>
          </a:bodyPr>
          <a:lstStyle/>
          <a:p>
            <a:pPr algn="ctr"/>
            <a:r>
              <a:rPr lang="en-US" sz="900" dirty="0"/>
              <a:t>589</a:t>
            </a:r>
          </a:p>
        </p:txBody>
      </p:sp>
      <p:sp>
        <p:nvSpPr>
          <p:cNvPr id="30" name="TextBox 29">
            <a:extLst>
              <a:ext uri="{FF2B5EF4-FFF2-40B4-BE49-F238E27FC236}">
                <a16:creationId xmlns:a16="http://schemas.microsoft.com/office/drawing/2014/main" id="{D861160D-89EC-9762-28BB-82A059B9CB57}"/>
              </a:ext>
            </a:extLst>
          </p:cNvPr>
          <p:cNvSpPr txBox="1"/>
          <p:nvPr/>
        </p:nvSpPr>
        <p:spPr>
          <a:xfrm>
            <a:off x="5650090" y="1402877"/>
            <a:ext cx="570089" cy="230832"/>
          </a:xfrm>
          <a:prstGeom prst="rect">
            <a:avLst/>
          </a:prstGeom>
          <a:noFill/>
        </p:spPr>
        <p:txBody>
          <a:bodyPr wrap="square" rtlCol="0">
            <a:spAutoFit/>
          </a:bodyPr>
          <a:lstStyle/>
          <a:p>
            <a:pPr algn="ctr"/>
            <a:r>
              <a:rPr lang="en-US" sz="900" dirty="0"/>
              <a:t>89</a:t>
            </a:r>
          </a:p>
        </p:txBody>
      </p:sp>
      <p:sp>
        <p:nvSpPr>
          <p:cNvPr id="32" name="TextBox 31">
            <a:extLst>
              <a:ext uri="{FF2B5EF4-FFF2-40B4-BE49-F238E27FC236}">
                <a16:creationId xmlns:a16="http://schemas.microsoft.com/office/drawing/2014/main" id="{17B31589-BA92-35A8-EA99-1C3D038DD1F1}"/>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20E431C7-BBE2-E9AF-8C53-3E5E0E105811}"/>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016650C2-9ADC-DAED-D537-334DB7BB0B9B}"/>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6D1DAB56-2029-D5F5-8468-ACE2BC6772AE}"/>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F55719F2-C6E6-7CCE-54FA-632A6AA3EB83}"/>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771FD799-9145-6A01-612C-91A9F0BE01C4}"/>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3A2400EB-1077-04A6-3A68-470AF804D1DD}"/>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A1F854F9-DB88-1AD0-3F1E-DD1F0F9B18C0}"/>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4C83711A-E524-48D2-2076-C549773F4C82}"/>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84928A75-5C3F-7C83-EC40-32E1F4596D5D}"/>
              </a:ext>
            </a:extLst>
          </p:cNvPr>
          <p:cNvSpPr txBox="1"/>
          <p:nvPr/>
        </p:nvSpPr>
        <p:spPr>
          <a:xfrm>
            <a:off x="5147734" y="2404765"/>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02BDC54B-9240-3578-CB29-8A370B090CCD}"/>
              </a:ext>
            </a:extLst>
          </p:cNvPr>
          <p:cNvSpPr txBox="1"/>
          <p:nvPr/>
        </p:nvSpPr>
        <p:spPr>
          <a:xfrm>
            <a:off x="5147734" y="2905709"/>
            <a:ext cx="570089" cy="230832"/>
          </a:xfrm>
          <a:prstGeom prst="rect">
            <a:avLst/>
          </a:prstGeom>
          <a:noFill/>
        </p:spPr>
        <p:txBody>
          <a:bodyPr wrap="square" rtlCol="0">
            <a:spAutoFit/>
          </a:bodyPr>
          <a:lstStyle/>
          <a:p>
            <a:pPr algn="ctr"/>
            <a:r>
              <a:rPr lang="en-US" sz="900" dirty="0"/>
              <a:t>124</a:t>
            </a:r>
          </a:p>
        </p:txBody>
      </p:sp>
      <p:sp>
        <p:nvSpPr>
          <p:cNvPr id="36" name="TextBox 35">
            <a:extLst>
              <a:ext uri="{FF2B5EF4-FFF2-40B4-BE49-F238E27FC236}">
                <a16:creationId xmlns:a16="http://schemas.microsoft.com/office/drawing/2014/main" id="{CC3F018E-7C02-997F-105B-62A147AE80D0}"/>
              </a:ext>
            </a:extLst>
          </p:cNvPr>
          <p:cNvSpPr txBox="1"/>
          <p:nvPr/>
        </p:nvSpPr>
        <p:spPr>
          <a:xfrm>
            <a:off x="5147734" y="3406653"/>
            <a:ext cx="570089" cy="230832"/>
          </a:xfrm>
          <a:prstGeom prst="rect">
            <a:avLst/>
          </a:prstGeom>
          <a:noFill/>
        </p:spPr>
        <p:txBody>
          <a:bodyPr wrap="square" rtlCol="0">
            <a:spAutoFit/>
          </a:bodyPr>
          <a:lstStyle/>
          <a:p>
            <a:pPr algn="ctr"/>
            <a:r>
              <a:rPr lang="en-US" sz="900" dirty="0"/>
              <a:t>124</a:t>
            </a:r>
          </a:p>
        </p:txBody>
      </p:sp>
      <p:sp>
        <p:nvSpPr>
          <p:cNvPr id="37" name="TextBox 36">
            <a:extLst>
              <a:ext uri="{FF2B5EF4-FFF2-40B4-BE49-F238E27FC236}">
                <a16:creationId xmlns:a16="http://schemas.microsoft.com/office/drawing/2014/main" id="{6B58624D-FBB6-57BA-E07C-396713C47D89}"/>
              </a:ext>
            </a:extLst>
          </p:cNvPr>
          <p:cNvSpPr txBox="1"/>
          <p:nvPr/>
        </p:nvSpPr>
        <p:spPr>
          <a:xfrm>
            <a:off x="5650090" y="3406653"/>
            <a:ext cx="570089" cy="230832"/>
          </a:xfrm>
          <a:prstGeom prst="rect">
            <a:avLst/>
          </a:prstGeom>
          <a:noFill/>
        </p:spPr>
        <p:txBody>
          <a:bodyPr wrap="square" rtlCol="0">
            <a:spAutoFit/>
          </a:bodyPr>
          <a:lstStyle/>
          <a:p>
            <a:pPr algn="ctr"/>
            <a:r>
              <a:rPr lang="en-US" sz="900" dirty="0"/>
              <a:t>98</a:t>
            </a:r>
          </a:p>
        </p:txBody>
      </p:sp>
      <p:sp>
        <p:nvSpPr>
          <p:cNvPr id="38" name="TextBox 37">
            <a:extLst>
              <a:ext uri="{FF2B5EF4-FFF2-40B4-BE49-F238E27FC236}">
                <a16:creationId xmlns:a16="http://schemas.microsoft.com/office/drawing/2014/main" id="{6DF26BD4-9D2B-BAEF-7F75-2F52420CEB70}"/>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76E93B45-89B0-2DFD-519D-29576118DFB9}"/>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65CAE662-9757-91B4-7125-74C6C124BAA8}"/>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7D3F265E-816F-3B62-43A2-81F7864DAC9F}"/>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0C1EC841-C296-0948-9912-84AB4ACCEB55}"/>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35096742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29F39-7DAD-63C9-9C12-2E3537D889F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0001B1B-2760-9B56-FD75-E1555B766D99}"/>
              </a:ext>
            </a:extLst>
          </p:cNvPr>
          <p:cNvSpPr>
            <a:spLocks noGrp="1"/>
          </p:cNvSpPr>
          <p:nvPr>
            <p:ph sz="half" idx="1"/>
          </p:nvPr>
        </p:nvSpPr>
        <p:spPr/>
        <p:txBody>
          <a:bodyPr>
            <a:normAutofit/>
          </a:bodyPr>
          <a:lstStyle/>
          <a:p>
            <a:r>
              <a:rPr lang="en-US" dirty="0"/>
              <a:t>A white cell next to a grey cell cannot be 9. So, this is the last possible 9 in Row 3.</a:t>
            </a:r>
          </a:p>
        </p:txBody>
      </p:sp>
      <p:pic>
        <p:nvPicPr>
          <p:cNvPr id="4" name="Picture 3" descr="A grid of sudoku puzzle&#10;&#10;Description automatically generated">
            <a:extLst>
              <a:ext uri="{FF2B5EF4-FFF2-40B4-BE49-F238E27FC236}">
                <a16:creationId xmlns:a16="http://schemas.microsoft.com/office/drawing/2014/main" id="{C215C721-78D0-CA42-F25D-D81B78E7E3F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C24EADF-CB31-63A5-0544-516C5B9618D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7F7A679-3DB1-F8FE-E960-9A5374B2B24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69E77B5-856E-8A50-7299-C4550E07879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E03AF35-D313-15D3-8387-F1396BD199DB}"/>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ECBFACF0-5D69-B643-4F19-C10C6DCEE56B}"/>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CC2762B6-FCB9-6788-E8E0-28639F828494}"/>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9427D694-B239-4810-6F9A-69AC52AD1E08}"/>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8EB2B519-FB06-041A-1B73-879F36D1D987}"/>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0E334C1F-C195-6349-E29F-8911F61BA5EC}"/>
              </a:ext>
            </a:extLst>
          </p:cNvPr>
          <p:cNvSpPr txBox="1"/>
          <p:nvPr/>
        </p:nvSpPr>
        <p:spPr>
          <a:xfrm>
            <a:off x="4143022" y="4408541"/>
            <a:ext cx="570089" cy="230832"/>
          </a:xfrm>
          <a:prstGeom prst="rect">
            <a:avLst/>
          </a:prstGeom>
          <a:noFill/>
        </p:spPr>
        <p:txBody>
          <a:bodyPr wrap="square" rtlCol="0">
            <a:spAutoFit/>
          </a:bodyPr>
          <a:lstStyle/>
          <a:p>
            <a:pPr algn="ctr"/>
            <a:r>
              <a:rPr lang="en-US" sz="900" dirty="0"/>
              <a:t>4578</a:t>
            </a:r>
          </a:p>
        </p:txBody>
      </p:sp>
      <p:sp>
        <p:nvSpPr>
          <p:cNvPr id="13" name="TextBox 12">
            <a:extLst>
              <a:ext uri="{FF2B5EF4-FFF2-40B4-BE49-F238E27FC236}">
                <a16:creationId xmlns:a16="http://schemas.microsoft.com/office/drawing/2014/main" id="{96C29DEF-21AC-1B04-D484-EF4345442268}"/>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56BFFC43-047D-8441-3AA2-8CA0F3A75433}"/>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FF4E36BD-5E45-BBFC-1810-E4AB65607E2D}"/>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15B4123B-4CBF-D353-7F1D-6A00D1C15614}"/>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ECDEB96E-B5B2-42ED-1A33-6D6B74D74D13}"/>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2FBBB67C-385E-855F-AEA0-F81008814AE3}"/>
              </a:ext>
            </a:extLst>
          </p:cNvPr>
          <p:cNvSpPr txBox="1"/>
          <p:nvPr/>
        </p:nvSpPr>
        <p:spPr>
          <a:xfrm>
            <a:off x="4645378" y="1402877"/>
            <a:ext cx="570089" cy="230832"/>
          </a:xfrm>
          <a:prstGeom prst="rect">
            <a:avLst/>
          </a:prstGeom>
          <a:noFill/>
        </p:spPr>
        <p:txBody>
          <a:bodyPr wrap="square" rtlCol="0">
            <a:spAutoFit/>
          </a:bodyPr>
          <a:lstStyle/>
          <a:p>
            <a:pPr algn="ctr"/>
            <a:r>
              <a:rPr lang="en-US" sz="900" dirty="0"/>
              <a:t>98</a:t>
            </a:r>
          </a:p>
        </p:txBody>
      </p:sp>
      <p:sp>
        <p:nvSpPr>
          <p:cNvPr id="26" name="TextBox 25">
            <a:extLst>
              <a:ext uri="{FF2B5EF4-FFF2-40B4-BE49-F238E27FC236}">
                <a16:creationId xmlns:a16="http://schemas.microsoft.com/office/drawing/2014/main" id="{2B6AB6A7-F6B8-A77C-8EE8-4BABFF74F100}"/>
              </a:ext>
            </a:extLst>
          </p:cNvPr>
          <p:cNvSpPr txBox="1"/>
          <p:nvPr/>
        </p:nvSpPr>
        <p:spPr>
          <a:xfrm>
            <a:off x="4645378" y="2905709"/>
            <a:ext cx="570089" cy="230832"/>
          </a:xfrm>
          <a:prstGeom prst="rect">
            <a:avLst/>
          </a:prstGeom>
          <a:noFill/>
        </p:spPr>
        <p:txBody>
          <a:bodyPr wrap="square" rtlCol="0">
            <a:spAutoFit/>
          </a:bodyPr>
          <a:lstStyle/>
          <a:p>
            <a:pPr algn="ctr"/>
            <a:r>
              <a:rPr lang="en-US" sz="900" dirty="0"/>
              <a:t>589</a:t>
            </a:r>
          </a:p>
        </p:txBody>
      </p:sp>
      <p:sp>
        <p:nvSpPr>
          <p:cNvPr id="27" name="TextBox 26">
            <a:extLst>
              <a:ext uri="{FF2B5EF4-FFF2-40B4-BE49-F238E27FC236}">
                <a16:creationId xmlns:a16="http://schemas.microsoft.com/office/drawing/2014/main" id="{A54E071D-F2BA-B7A7-81AB-F0AAD3C39796}"/>
              </a:ext>
            </a:extLst>
          </p:cNvPr>
          <p:cNvSpPr txBox="1"/>
          <p:nvPr/>
        </p:nvSpPr>
        <p:spPr>
          <a:xfrm>
            <a:off x="4645378" y="3406653"/>
            <a:ext cx="570089" cy="230832"/>
          </a:xfrm>
          <a:prstGeom prst="rect">
            <a:avLst/>
          </a:prstGeom>
          <a:noFill/>
        </p:spPr>
        <p:txBody>
          <a:bodyPr wrap="square" rtlCol="0">
            <a:spAutoFit/>
          </a:bodyPr>
          <a:lstStyle/>
          <a:p>
            <a:pPr algn="ctr"/>
            <a:r>
              <a:rPr lang="en-US" sz="900" dirty="0"/>
              <a:t>589</a:t>
            </a:r>
          </a:p>
        </p:txBody>
      </p:sp>
      <p:sp>
        <p:nvSpPr>
          <p:cNvPr id="30" name="TextBox 29">
            <a:extLst>
              <a:ext uri="{FF2B5EF4-FFF2-40B4-BE49-F238E27FC236}">
                <a16:creationId xmlns:a16="http://schemas.microsoft.com/office/drawing/2014/main" id="{3438B4D9-C766-3F5E-D514-642C3BDD4F52}"/>
              </a:ext>
            </a:extLst>
          </p:cNvPr>
          <p:cNvSpPr txBox="1"/>
          <p:nvPr/>
        </p:nvSpPr>
        <p:spPr>
          <a:xfrm>
            <a:off x="5650090" y="1402877"/>
            <a:ext cx="570089" cy="230832"/>
          </a:xfrm>
          <a:prstGeom prst="rect">
            <a:avLst/>
          </a:prstGeom>
          <a:noFill/>
        </p:spPr>
        <p:txBody>
          <a:bodyPr wrap="square" rtlCol="0">
            <a:spAutoFit/>
          </a:bodyPr>
          <a:lstStyle/>
          <a:p>
            <a:pPr algn="ctr"/>
            <a:r>
              <a:rPr lang="en-US" sz="900" dirty="0"/>
              <a:t>89</a:t>
            </a:r>
          </a:p>
        </p:txBody>
      </p:sp>
      <p:sp>
        <p:nvSpPr>
          <p:cNvPr id="32" name="TextBox 31">
            <a:extLst>
              <a:ext uri="{FF2B5EF4-FFF2-40B4-BE49-F238E27FC236}">
                <a16:creationId xmlns:a16="http://schemas.microsoft.com/office/drawing/2014/main" id="{3D66D2EC-FF41-B204-F91C-AA93D768A2A2}"/>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20CA9317-EDC2-B51E-FD07-BF27DACD6B05}"/>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41ED2938-3C25-B98D-8A4E-932B8D6104DB}"/>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59601162-2162-B0CA-69B7-CA77EDAC4E39}"/>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82972CAE-247B-477C-A975-E934E5D61754}"/>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07963511-D8D9-D7CA-7E97-C90706F5FBE1}"/>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FBD4B84B-A84E-8632-6D0F-6CBC88F387E6}"/>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6205626E-680A-13AE-B7C9-ED4386EF5AFD}"/>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3C848A77-ECAA-A78A-4053-88750510A5B6}"/>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9D4C194E-8713-64EA-011D-62C8900CBBA0}"/>
              </a:ext>
            </a:extLst>
          </p:cNvPr>
          <p:cNvSpPr txBox="1"/>
          <p:nvPr/>
        </p:nvSpPr>
        <p:spPr>
          <a:xfrm>
            <a:off x="5147734" y="2404765"/>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E170C920-4988-454F-7647-7CD8BC2CBF7D}"/>
              </a:ext>
            </a:extLst>
          </p:cNvPr>
          <p:cNvSpPr txBox="1"/>
          <p:nvPr/>
        </p:nvSpPr>
        <p:spPr>
          <a:xfrm>
            <a:off x="5147734" y="2905709"/>
            <a:ext cx="570089" cy="230832"/>
          </a:xfrm>
          <a:prstGeom prst="rect">
            <a:avLst/>
          </a:prstGeom>
          <a:noFill/>
        </p:spPr>
        <p:txBody>
          <a:bodyPr wrap="square" rtlCol="0">
            <a:spAutoFit/>
          </a:bodyPr>
          <a:lstStyle/>
          <a:p>
            <a:pPr algn="ctr"/>
            <a:r>
              <a:rPr lang="en-US" sz="900" dirty="0"/>
              <a:t>124</a:t>
            </a:r>
          </a:p>
        </p:txBody>
      </p:sp>
      <p:sp>
        <p:nvSpPr>
          <p:cNvPr id="36" name="TextBox 35">
            <a:extLst>
              <a:ext uri="{FF2B5EF4-FFF2-40B4-BE49-F238E27FC236}">
                <a16:creationId xmlns:a16="http://schemas.microsoft.com/office/drawing/2014/main" id="{A5BD7DEB-9CB1-7D8F-254E-628DC8CE48D1}"/>
              </a:ext>
            </a:extLst>
          </p:cNvPr>
          <p:cNvSpPr txBox="1"/>
          <p:nvPr/>
        </p:nvSpPr>
        <p:spPr>
          <a:xfrm>
            <a:off x="5147734" y="3406653"/>
            <a:ext cx="570089" cy="230832"/>
          </a:xfrm>
          <a:prstGeom prst="rect">
            <a:avLst/>
          </a:prstGeom>
          <a:noFill/>
        </p:spPr>
        <p:txBody>
          <a:bodyPr wrap="square" rtlCol="0">
            <a:spAutoFit/>
          </a:bodyPr>
          <a:lstStyle/>
          <a:p>
            <a:pPr algn="ctr"/>
            <a:r>
              <a:rPr lang="en-US" sz="900" dirty="0"/>
              <a:t>124</a:t>
            </a:r>
          </a:p>
        </p:txBody>
      </p:sp>
      <p:sp>
        <p:nvSpPr>
          <p:cNvPr id="37" name="TextBox 36">
            <a:extLst>
              <a:ext uri="{FF2B5EF4-FFF2-40B4-BE49-F238E27FC236}">
                <a16:creationId xmlns:a16="http://schemas.microsoft.com/office/drawing/2014/main" id="{B3A6810D-4B1E-D607-A008-9BCFEFC3F6DB}"/>
              </a:ext>
            </a:extLst>
          </p:cNvPr>
          <p:cNvSpPr txBox="1"/>
          <p:nvPr/>
        </p:nvSpPr>
        <p:spPr>
          <a:xfrm>
            <a:off x="5650090" y="3406653"/>
            <a:ext cx="570089" cy="230832"/>
          </a:xfrm>
          <a:prstGeom prst="rect">
            <a:avLst/>
          </a:prstGeom>
          <a:noFill/>
        </p:spPr>
        <p:txBody>
          <a:bodyPr wrap="square" rtlCol="0">
            <a:spAutoFit/>
          </a:bodyPr>
          <a:lstStyle/>
          <a:p>
            <a:pPr algn="ctr"/>
            <a:r>
              <a:rPr lang="en-US" sz="900" dirty="0"/>
              <a:t>98</a:t>
            </a:r>
          </a:p>
        </p:txBody>
      </p:sp>
      <p:sp>
        <p:nvSpPr>
          <p:cNvPr id="38" name="TextBox 37">
            <a:extLst>
              <a:ext uri="{FF2B5EF4-FFF2-40B4-BE49-F238E27FC236}">
                <a16:creationId xmlns:a16="http://schemas.microsoft.com/office/drawing/2014/main" id="{AFC0E74A-277D-C704-8330-466D0C65B603}"/>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FE3B568C-1EB7-1032-777B-758FF712B762}"/>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F688015B-3293-0A5D-7384-510D000E78D7}"/>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C2460645-B4B5-74FD-8BC8-B8CBAD2E6F2F}"/>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467D63A0-A660-EEBF-1CFD-C5A0973557A7}"/>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08CDAEB7-E226-54D4-5655-917947C86561}"/>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17541733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78F5D-6308-5CD3-0F2B-6C3BDA76744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EEC8AC-F376-7259-84A8-2503A0DCB0C6}"/>
              </a:ext>
            </a:extLst>
          </p:cNvPr>
          <p:cNvSpPr>
            <a:spLocks noGrp="1"/>
          </p:cNvSpPr>
          <p:nvPr>
            <p:ph sz="half" idx="1"/>
          </p:nvPr>
        </p:nvSpPr>
        <p:spPr/>
        <p:txBody>
          <a:bodyPr>
            <a:normAutofit/>
          </a:bodyPr>
          <a:lstStyle/>
          <a:p>
            <a:r>
              <a:rPr lang="en-US" dirty="0"/>
              <a:t>Complete Rows 1–3.</a:t>
            </a:r>
          </a:p>
        </p:txBody>
      </p:sp>
      <p:pic>
        <p:nvPicPr>
          <p:cNvPr id="4" name="Picture 3" descr="A grid of sudoku puzzle&#10;&#10;Description automatically generated">
            <a:extLst>
              <a:ext uri="{FF2B5EF4-FFF2-40B4-BE49-F238E27FC236}">
                <a16:creationId xmlns:a16="http://schemas.microsoft.com/office/drawing/2014/main" id="{48A393B2-2DAB-79EC-FCA0-1626D75EF4A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30F3436-DA9F-7C89-8DE8-BBE095F794E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3FD7C0B-1830-85A1-AF3C-687028F2FB2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5F24FE8-2EEE-CE1A-224B-E71E98FD0C7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662F18F-EF8E-D367-470F-B5DD1835A8AA}"/>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55843661-B3E3-BA1A-74A2-3B0C372D764E}"/>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4D3B51EA-4D24-FDF7-FA18-204482E8C69F}"/>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2DB32213-B69F-C133-BCA4-0E547C3B27EF}"/>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832BB7C3-AB39-73CC-A3D0-63B1B1524CA9}"/>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79A7EE9A-0EC5-A8CB-8D33-00FEF7F5D07D}"/>
              </a:ext>
            </a:extLst>
          </p:cNvPr>
          <p:cNvSpPr txBox="1"/>
          <p:nvPr/>
        </p:nvSpPr>
        <p:spPr>
          <a:xfrm>
            <a:off x="4143022" y="4408541"/>
            <a:ext cx="570089" cy="230832"/>
          </a:xfrm>
          <a:prstGeom prst="rect">
            <a:avLst/>
          </a:prstGeom>
          <a:noFill/>
        </p:spPr>
        <p:txBody>
          <a:bodyPr wrap="square" rtlCol="0">
            <a:spAutoFit/>
          </a:bodyPr>
          <a:lstStyle/>
          <a:p>
            <a:pPr algn="ctr"/>
            <a:r>
              <a:rPr lang="en-US" sz="900" dirty="0"/>
              <a:t>4578</a:t>
            </a:r>
          </a:p>
        </p:txBody>
      </p:sp>
      <p:sp>
        <p:nvSpPr>
          <p:cNvPr id="13" name="TextBox 12">
            <a:extLst>
              <a:ext uri="{FF2B5EF4-FFF2-40B4-BE49-F238E27FC236}">
                <a16:creationId xmlns:a16="http://schemas.microsoft.com/office/drawing/2014/main" id="{749F5EB1-B0BF-CDF3-B06E-F7084B5F64DD}"/>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55F3D397-BEDA-4C1B-E245-DB4215DAAC47}"/>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A10804CC-95DE-C219-2B26-7918BEAE7246}"/>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A0AA5713-1652-A1B2-DD45-8B1C7A8BD0DE}"/>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45D59D7B-7894-4AE6-094E-F0EC9CBB29F5}"/>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83BEA808-C3A5-DB05-0B54-859D84BC0D76}"/>
              </a:ext>
            </a:extLst>
          </p:cNvPr>
          <p:cNvSpPr txBox="1"/>
          <p:nvPr/>
        </p:nvSpPr>
        <p:spPr>
          <a:xfrm>
            <a:off x="4645378" y="1402877"/>
            <a:ext cx="570089" cy="230832"/>
          </a:xfrm>
          <a:prstGeom prst="rect">
            <a:avLst/>
          </a:prstGeom>
          <a:noFill/>
        </p:spPr>
        <p:txBody>
          <a:bodyPr wrap="square" rtlCol="0">
            <a:spAutoFit/>
          </a:bodyPr>
          <a:lstStyle/>
          <a:p>
            <a:pPr algn="ctr"/>
            <a:r>
              <a:rPr lang="en-US" sz="900" dirty="0"/>
              <a:t>98</a:t>
            </a:r>
          </a:p>
        </p:txBody>
      </p:sp>
      <p:sp>
        <p:nvSpPr>
          <p:cNvPr id="26" name="TextBox 25">
            <a:extLst>
              <a:ext uri="{FF2B5EF4-FFF2-40B4-BE49-F238E27FC236}">
                <a16:creationId xmlns:a16="http://schemas.microsoft.com/office/drawing/2014/main" id="{452DF76B-0DB2-11F0-4D40-E70A554FB861}"/>
              </a:ext>
            </a:extLst>
          </p:cNvPr>
          <p:cNvSpPr txBox="1"/>
          <p:nvPr/>
        </p:nvSpPr>
        <p:spPr>
          <a:xfrm>
            <a:off x="4645378" y="2905709"/>
            <a:ext cx="570089" cy="230832"/>
          </a:xfrm>
          <a:prstGeom prst="rect">
            <a:avLst/>
          </a:prstGeom>
          <a:noFill/>
        </p:spPr>
        <p:txBody>
          <a:bodyPr wrap="square" rtlCol="0">
            <a:spAutoFit/>
          </a:bodyPr>
          <a:lstStyle/>
          <a:p>
            <a:pPr algn="ctr"/>
            <a:r>
              <a:rPr lang="en-US" sz="900" dirty="0"/>
              <a:t>589</a:t>
            </a:r>
          </a:p>
        </p:txBody>
      </p:sp>
      <p:sp>
        <p:nvSpPr>
          <p:cNvPr id="27" name="TextBox 26">
            <a:extLst>
              <a:ext uri="{FF2B5EF4-FFF2-40B4-BE49-F238E27FC236}">
                <a16:creationId xmlns:a16="http://schemas.microsoft.com/office/drawing/2014/main" id="{1CC754C3-05B5-8D4B-4CA7-CAF0A0CEFE2C}"/>
              </a:ext>
            </a:extLst>
          </p:cNvPr>
          <p:cNvSpPr txBox="1"/>
          <p:nvPr/>
        </p:nvSpPr>
        <p:spPr>
          <a:xfrm>
            <a:off x="4645378" y="3406653"/>
            <a:ext cx="570089" cy="230832"/>
          </a:xfrm>
          <a:prstGeom prst="rect">
            <a:avLst/>
          </a:prstGeom>
          <a:noFill/>
        </p:spPr>
        <p:txBody>
          <a:bodyPr wrap="square" rtlCol="0">
            <a:spAutoFit/>
          </a:bodyPr>
          <a:lstStyle/>
          <a:p>
            <a:pPr algn="ctr"/>
            <a:r>
              <a:rPr lang="en-US" sz="900" dirty="0"/>
              <a:t>589</a:t>
            </a:r>
          </a:p>
        </p:txBody>
      </p:sp>
      <p:sp>
        <p:nvSpPr>
          <p:cNvPr id="30" name="TextBox 29">
            <a:extLst>
              <a:ext uri="{FF2B5EF4-FFF2-40B4-BE49-F238E27FC236}">
                <a16:creationId xmlns:a16="http://schemas.microsoft.com/office/drawing/2014/main" id="{F1F233BC-AED7-DBB8-E2A4-10C3E3B3BBD7}"/>
              </a:ext>
            </a:extLst>
          </p:cNvPr>
          <p:cNvSpPr txBox="1"/>
          <p:nvPr/>
        </p:nvSpPr>
        <p:spPr>
          <a:xfrm>
            <a:off x="5650090" y="1402877"/>
            <a:ext cx="570089" cy="230832"/>
          </a:xfrm>
          <a:prstGeom prst="rect">
            <a:avLst/>
          </a:prstGeom>
          <a:noFill/>
        </p:spPr>
        <p:txBody>
          <a:bodyPr wrap="square" rtlCol="0">
            <a:spAutoFit/>
          </a:bodyPr>
          <a:lstStyle/>
          <a:p>
            <a:pPr algn="ctr"/>
            <a:r>
              <a:rPr lang="en-US" sz="900" dirty="0"/>
              <a:t>89</a:t>
            </a:r>
          </a:p>
        </p:txBody>
      </p:sp>
      <p:sp>
        <p:nvSpPr>
          <p:cNvPr id="32" name="TextBox 31">
            <a:extLst>
              <a:ext uri="{FF2B5EF4-FFF2-40B4-BE49-F238E27FC236}">
                <a16:creationId xmlns:a16="http://schemas.microsoft.com/office/drawing/2014/main" id="{629F9CDF-E972-C4A9-E398-3B9680098B15}"/>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1A411FD0-0FE7-F49A-6E32-40AEF5033EBC}"/>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B10165BD-5189-E641-80CD-DB6C01E6F470}"/>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8556E926-8F9A-6652-4ABE-54F038E85459}"/>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3D843E78-D34A-35FA-D449-46E459DC2F55}"/>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C1CA4B17-CCED-378A-E8FB-C041F8B986E4}"/>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F905E9D0-2AF9-8531-7F28-3F288329AAC5}"/>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4AE0BB94-3B17-7106-85C4-B58DF5FC8106}"/>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B1DC2241-7567-883F-7DFE-C7C9C651EAB1}"/>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7A855D63-EF98-F686-403C-E4180685CE2F}"/>
              </a:ext>
            </a:extLst>
          </p:cNvPr>
          <p:cNvSpPr txBox="1"/>
          <p:nvPr/>
        </p:nvSpPr>
        <p:spPr>
          <a:xfrm>
            <a:off x="5147734" y="2404765"/>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3EF8A035-C2F8-771C-76E2-0A0660EE2DE2}"/>
              </a:ext>
            </a:extLst>
          </p:cNvPr>
          <p:cNvSpPr txBox="1"/>
          <p:nvPr/>
        </p:nvSpPr>
        <p:spPr>
          <a:xfrm>
            <a:off x="5147734" y="2905709"/>
            <a:ext cx="570089" cy="230832"/>
          </a:xfrm>
          <a:prstGeom prst="rect">
            <a:avLst/>
          </a:prstGeom>
          <a:noFill/>
        </p:spPr>
        <p:txBody>
          <a:bodyPr wrap="square" rtlCol="0">
            <a:spAutoFit/>
          </a:bodyPr>
          <a:lstStyle/>
          <a:p>
            <a:pPr algn="ctr"/>
            <a:r>
              <a:rPr lang="en-US" sz="900" dirty="0"/>
              <a:t>124</a:t>
            </a:r>
          </a:p>
        </p:txBody>
      </p:sp>
      <p:sp>
        <p:nvSpPr>
          <p:cNvPr id="36" name="TextBox 35">
            <a:extLst>
              <a:ext uri="{FF2B5EF4-FFF2-40B4-BE49-F238E27FC236}">
                <a16:creationId xmlns:a16="http://schemas.microsoft.com/office/drawing/2014/main" id="{F0B46A85-DD89-E818-D4C0-7DF1288F1A66}"/>
              </a:ext>
            </a:extLst>
          </p:cNvPr>
          <p:cNvSpPr txBox="1"/>
          <p:nvPr/>
        </p:nvSpPr>
        <p:spPr>
          <a:xfrm>
            <a:off x="5147734" y="3406653"/>
            <a:ext cx="570089" cy="230832"/>
          </a:xfrm>
          <a:prstGeom prst="rect">
            <a:avLst/>
          </a:prstGeom>
          <a:noFill/>
        </p:spPr>
        <p:txBody>
          <a:bodyPr wrap="square" rtlCol="0">
            <a:spAutoFit/>
          </a:bodyPr>
          <a:lstStyle/>
          <a:p>
            <a:pPr algn="ctr"/>
            <a:r>
              <a:rPr lang="en-US" sz="900" dirty="0"/>
              <a:t>124</a:t>
            </a:r>
          </a:p>
        </p:txBody>
      </p:sp>
      <p:sp>
        <p:nvSpPr>
          <p:cNvPr id="37" name="TextBox 36">
            <a:extLst>
              <a:ext uri="{FF2B5EF4-FFF2-40B4-BE49-F238E27FC236}">
                <a16:creationId xmlns:a16="http://schemas.microsoft.com/office/drawing/2014/main" id="{4DB14C33-ACEA-FDB3-E591-04338409E6AC}"/>
              </a:ext>
            </a:extLst>
          </p:cNvPr>
          <p:cNvSpPr txBox="1"/>
          <p:nvPr/>
        </p:nvSpPr>
        <p:spPr>
          <a:xfrm>
            <a:off x="5650090" y="3406653"/>
            <a:ext cx="570089" cy="230832"/>
          </a:xfrm>
          <a:prstGeom prst="rect">
            <a:avLst/>
          </a:prstGeom>
          <a:noFill/>
        </p:spPr>
        <p:txBody>
          <a:bodyPr wrap="square" rtlCol="0">
            <a:spAutoFit/>
          </a:bodyPr>
          <a:lstStyle/>
          <a:p>
            <a:pPr algn="ctr"/>
            <a:r>
              <a:rPr lang="en-US" sz="900" dirty="0"/>
              <a:t>98</a:t>
            </a:r>
          </a:p>
        </p:txBody>
      </p:sp>
      <p:sp>
        <p:nvSpPr>
          <p:cNvPr id="38" name="TextBox 37">
            <a:extLst>
              <a:ext uri="{FF2B5EF4-FFF2-40B4-BE49-F238E27FC236}">
                <a16:creationId xmlns:a16="http://schemas.microsoft.com/office/drawing/2014/main" id="{7CA4BF93-016E-D38F-9A0C-820F6B0DBA1F}"/>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D31BFBD1-36D5-0A85-328B-6FDA4AB5B872}"/>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D98BC23F-C327-B90A-EB26-A5D74EFD9BE3}"/>
              </a:ext>
            </a:extLst>
          </p:cNvPr>
          <p:cNvSpPr txBox="1"/>
          <p:nvPr/>
        </p:nvSpPr>
        <p:spPr>
          <a:xfrm>
            <a:off x="4143022" y="1903821"/>
            <a:ext cx="570089" cy="230832"/>
          </a:xfrm>
          <a:prstGeom prst="rect">
            <a:avLst/>
          </a:prstGeom>
          <a:noFill/>
        </p:spPr>
        <p:txBody>
          <a:bodyPr wrap="square" rtlCol="0">
            <a:spAutoFit/>
          </a:bodyPr>
          <a:lstStyle/>
          <a:p>
            <a:pPr algn="ctr"/>
            <a:r>
              <a:rPr lang="en-US" sz="900" dirty="0"/>
              <a:t>3678</a:t>
            </a:r>
          </a:p>
        </p:txBody>
      </p:sp>
      <p:sp>
        <p:nvSpPr>
          <p:cNvPr id="42" name="TextBox 41">
            <a:extLst>
              <a:ext uri="{FF2B5EF4-FFF2-40B4-BE49-F238E27FC236}">
                <a16:creationId xmlns:a16="http://schemas.microsoft.com/office/drawing/2014/main" id="{8CE173CF-CD6D-3847-D003-675F6D46587C}"/>
              </a:ext>
            </a:extLst>
          </p:cNvPr>
          <p:cNvSpPr txBox="1"/>
          <p:nvPr/>
        </p:nvSpPr>
        <p:spPr>
          <a:xfrm>
            <a:off x="4143022" y="901933"/>
            <a:ext cx="570089" cy="230832"/>
          </a:xfrm>
          <a:prstGeom prst="rect">
            <a:avLst/>
          </a:prstGeom>
          <a:noFill/>
        </p:spPr>
        <p:txBody>
          <a:bodyPr wrap="square" rtlCol="0">
            <a:spAutoFit/>
          </a:bodyPr>
          <a:lstStyle/>
          <a:p>
            <a:pPr algn="ctr"/>
            <a:r>
              <a:rPr lang="en-US" sz="900" dirty="0"/>
              <a:t>458</a:t>
            </a:r>
          </a:p>
        </p:txBody>
      </p:sp>
      <p:sp>
        <p:nvSpPr>
          <p:cNvPr id="43" name="TextBox 42">
            <a:extLst>
              <a:ext uri="{FF2B5EF4-FFF2-40B4-BE49-F238E27FC236}">
                <a16:creationId xmlns:a16="http://schemas.microsoft.com/office/drawing/2014/main" id="{CDAB9287-3A8F-9258-5054-515F5816D7E8}"/>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69551224-C5E2-51DB-83A6-54723DC65BC0}"/>
              </a:ext>
            </a:extLst>
          </p:cNvPr>
          <p:cNvSpPr txBox="1"/>
          <p:nvPr/>
        </p:nvSpPr>
        <p:spPr>
          <a:xfrm>
            <a:off x="6654802" y="901933"/>
            <a:ext cx="570089" cy="230832"/>
          </a:xfrm>
          <a:prstGeom prst="rect">
            <a:avLst/>
          </a:prstGeom>
          <a:noFill/>
        </p:spPr>
        <p:txBody>
          <a:bodyPr wrap="square" rtlCol="0">
            <a:spAutoFit/>
          </a:bodyPr>
          <a:lstStyle/>
          <a:p>
            <a:pPr algn="ctr"/>
            <a:r>
              <a:rPr lang="en-US" sz="900" dirty="0"/>
              <a:t>458</a:t>
            </a:r>
          </a:p>
        </p:txBody>
      </p:sp>
      <p:sp>
        <p:nvSpPr>
          <p:cNvPr id="45" name="TextBox 44">
            <a:extLst>
              <a:ext uri="{FF2B5EF4-FFF2-40B4-BE49-F238E27FC236}">
                <a16:creationId xmlns:a16="http://schemas.microsoft.com/office/drawing/2014/main" id="{A7DB5A18-379C-6F42-AFD5-4701AA30FAAC}"/>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13457</a:t>
            </a:r>
          </a:p>
        </p:txBody>
      </p:sp>
      <p:sp>
        <p:nvSpPr>
          <p:cNvPr id="46" name="TextBox 45">
            <a:extLst>
              <a:ext uri="{FF2B5EF4-FFF2-40B4-BE49-F238E27FC236}">
                <a16:creationId xmlns:a16="http://schemas.microsoft.com/office/drawing/2014/main" id="{F3F376E1-D6EB-06AF-58A2-D69FF4BAEA75}"/>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3457</a:t>
            </a:r>
          </a:p>
        </p:txBody>
      </p:sp>
      <p:sp>
        <p:nvSpPr>
          <p:cNvPr id="47" name="TextBox 46">
            <a:extLst>
              <a:ext uri="{FF2B5EF4-FFF2-40B4-BE49-F238E27FC236}">
                <a16:creationId xmlns:a16="http://schemas.microsoft.com/office/drawing/2014/main" id="{4588AEE4-3FD2-A1A0-98A1-0CB7EDB8C753}"/>
              </a:ext>
            </a:extLst>
          </p:cNvPr>
          <p:cNvSpPr txBox="1"/>
          <p:nvPr/>
        </p:nvSpPr>
        <p:spPr>
          <a:xfrm>
            <a:off x="6152446" y="1402877"/>
            <a:ext cx="570089" cy="230832"/>
          </a:xfrm>
          <a:prstGeom prst="rect">
            <a:avLst/>
          </a:prstGeom>
          <a:noFill/>
        </p:spPr>
        <p:txBody>
          <a:bodyPr wrap="square" rtlCol="0">
            <a:spAutoFit/>
          </a:bodyPr>
          <a:lstStyle/>
          <a:p>
            <a:pPr algn="ctr"/>
            <a:r>
              <a:rPr lang="en-US" sz="900" dirty="0"/>
              <a:t>1347</a:t>
            </a:r>
          </a:p>
        </p:txBody>
      </p:sp>
      <p:sp>
        <p:nvSpPr>
          <p:cNvPr id="48" name="TextBox 47">
            <a:extLst>
              <a:ext uri="{FF2B5EF4-FFF2-40B4-BE49-F238E27FC236}">
                <a16:creationId xmlns:a16="http://schemas.microsoft.com/office/drawing/2014/main" id="{A1EEFAAB-D18D-9BF3-F146-6C4444F92B73}"/>
              </a:ext>
            </a:extLst>
          </p:cNvPr>
          <p:cNvSpPr txBox="1"/>
          <p:nvPr/>
        </p:nvSpPr>
        <p:spPr>
          <a:xfrm>
            <a:off x="7157158" y="1402877"/>
            <a:ext cx="570089" cy="230832"/>
          </a:xfrm>
          <a:prstGeom prst="rect">
            <a:avLst/>
          </a:prstGeom>
          <a:noFill/>
        </p:spPr>
        <p:txBody>
          <a:bodyPr wrap="square" rtlCol="0">
            <a:spAutoFit/>
          </a:bodyPr>
          <a:lstStyle/>
          <a:p>
            <a:pPr algn="ctr"/>
            <a:r>
              <a:rPr lang="en-US" sz="900" dirty="0"/>
              <a:t>13457</a:t>
            </a:r>
          </a:p>
        </p:txBody>
      </p:sp>
      <p:sp>
        <p:nvSpPr>
          <p:cNvPr id="49" name="TextBox 48">
            <a:extLst>
              <a:ext uri="{FF2B5EF4-FFF2-40B4-BE49-F238E27FC236}">
                <a16:creationId xmlns:a16="http://schemas.microsoft.com/office/drawing/2014/main" id="{4C36CEA2-CE0C-A8B6-B795-ADFAFDFD4628}"/>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3457</a:t>
            </a:r>
          </a:p>
        </p:txBody>
      </p:sp>
      <p:sp>
        <p:nvSpPr>
          <p:cNvPr id="50" name="TextBox 49">
            <a:extLst>
              <a:ext uri="{FF2B5EF4-FFF2-40B4-BE49-F238E27FC236}">
                <a16:creationId xmlns:a16="http://schemas.microsoft.com/office/drawing/2014/main" id="{424F58C9-9D19-76D8-1136-42F703DF84DB}"/>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13678</a:t>
            </a:r>
          </a:p>
        </p:txBody>
      </p:sp>
      <p:sp>
        <p:nvSpPr>
          <p:cNvPr id="51" name="TextBox 50">
            <a:extLst>
              <a:ext uri="{FF2B5EF4-FFF2-40B4-BE49-F238E27FC236}">
                <a16:creationId xmlns:a16="http://schemas.microsoft.com/office/drawing/2014/main" id="{CADF90C0-A570-869A-2D95-9B0E6E76E9C3}"/>
              </a:ext>
            </a:extLst>
          </p:cNvPr>
          <p:cNvSpPr txBox="1"/>
          <p:nvPr/>
        </p:nvSpPr>
        <p:spPr>
          <a:xfrm>
            <a:off x="6654802" y="1903821"/>
            <a:ext cx="570089" cy="230832"/>
          </a:xfrm>
          <a:prstGeom prst="rect">
            <a:avLst/>
          </a:prstGeom>
          <a:noFill/>
        </p:spPr>
        <p:txBody>
          <a:bodyPr wrap="square" rtlCol="0">
            <a:spAutoFit/>
          </a:bodyPr>
          <a:lstStyle/>
          <a:p>
            <a:pPr algn="ctr"/>
            <a:r>
              <a:rPr lang="en-US" sz="900" dirty="0"/>
              <a:t>1378</a:t>
            </a:r>
          </a:p>
        </p:txBody>
      </p:sp>
      <p:sp>
        <p:nvSpPr>
          <p:cNvPr id="52" name="TextBox 51">
            <a:extLst>
              <a:ext uri="{FF2B5EF4-FFF2-40B4-BE49-F238E27FC236}">
                <a16:creationId xmlns:a16="http://schemas.microsoft.com/office/drawing/2014/main" id="{48D6ADDE-AAB8-1F06-FE67-8D386ABB467D}"/>
              </a:ext>
            </a:extLst>
          </p:cNvPr>
          <p:cNvSpPr txBox="1"/>
          <p:nvPr/>
        </p:nvSpPr>
        <p:spPr>
          <a:xfrm>
            <a:off x="7157158" y="1903821"/>
            <a:ext cx="570089" cy="230832"/>
          </a:xfrm>
          <a:prstGeom prst="rect">
            <a:avLst/>
          </a:prstGeom>
          <a:noFill/>
        </p:spPr>
        <p:txBody>
          <a:bodyPr wrap="square" rtlCol="0">
            <a:spAutoFit/>
          </a:bodyPr>
          <a:lstStyle/>
          <a:p>
            <a:pPr algn="ctr"/>
            <a:r>
              <a:rPr lang="en-US" sz="900" dirty="0"/>
              <a:t>1378</a:t>
            </a:r>
          </a:p>
        </p:txBody>
      </p:sp>
      <p:sp>
        <p:nvSpPr>
          <p:cNvPr id="53" name="TextBox 52">
            <a:extLst>
              <a:ext uri="{FF2B5EF4-FFF2-40B4-BE49-F238E27FC236}">
                <a16:creationId xmlns:a16="http://schemas.microsoft.com/office/drawing/2014/main" id="{C25EF3AA-DE1E-9474-BD8A-B1CE3CBEFBF7}"/>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3678</a:t>
            </a:r>
          </a:p>
        </p:txBody>
      </p:sp>
      <p:sp>
        <p:nvSpPr>
          <p:cNvPr id="54" name="TextBox 53">
            <a:extLst>
              <a:ext uri="{FF2B5EF4-FFF2-40B4-BE49-F238E27FC236}">
                <a16:creationId xmlns:a16="http://schemas.microsoft.com/office/drawing/2014/main" id="{440C5B8B-A88C-25FD-E9BA-150B39BB1942}"/>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56342E0C-1344-6065-8C73-D2727FB9AE74}"/>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7EC561B9-7DEE-E9D3-3B29-9C82608DEB89}"/>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57" name="TextBox 56">
            <a:extLst>
              <a:ext uri="{FF2B5EF4-FFF2-40B4-BE49-F238E27FC236}">
                <a16:creationId xmlns:a16="http://schemas.microsoft.com/office/drawing/2014/main" id="{E1F87CDD-1F05-9C23-3144-A6F80B986712}"/>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30057259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350C5-D5E4-5D75-43C9-FEC0D5F7C20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AB38B55-3684-4845-1F41-CC0877D15DF7}"/>
              </a:ext>
            </a:extLst>
          </p:cNvPr>
          <p:cNvSpPr>
            <a:spLocks noGrp="1"/>
          </p:cNvSpPr>
          <p:nvPr>
            <p:ph sz="half" idx="1"/>
          </p:nvPr>
        </p:nvSpPr>
        <p:spPr/>
        <p:txBody>
          <a:bodyPr>
            <a:normAutofit/>
          </a:bodyPr>
          <a:lstStyle/>
          <a:p>
            <a:r>
              <a:rPr lang="en-US" dirty="0"/>
              <a:t>Grey cell must be greater than adjacent 4.</a:t>
            </a:r>
          </a:p>
        </p:txBody>
      </p:sp>
      <p:pic>
        <p:nvPicPr>
          <p:cNvPr id="4" name="Picture 3" descr="A grid of sudoku puzzle&#10;&#10;Description automatically generated">
            <a:extLst>
              <a:ext uri="{FF2B5EF4-FFF2-40B4-BE49-F238E27FC236}">
                <a16:creationId xmlns:a16="http://schemas.microsoft.com/office/drawing/2014/main" id="{03A99E4C-D50B-EDC6-5422-9CE441099A7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82C674D-1BB3-1A75-7C12-B5ECC25F90A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48D7650-E535-5D43-5A4B-8D55B24F698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61E89C5-AADB-41AD-DB71-911D37B7643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D8A98FE-3C32-8F94-1FF6-002D95843B99}"/>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2AE68B69-8BA8-F24D-DADE-600DD145C6AB}"/>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6585F74F-1F32-063A-7070-041F80C3692B}"/>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4092FFD1-246E-8AA6-69A4-6CE9463C7D4F}"/>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A159668D-CA8F-F1B5-00F3-E4BCE1078227}"/>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B1D7A542-EC63-6D9D-9765-FAA6D0D463B0}"/>
              </a:ext>
            </a:extLst>
          </p:cNvPr>
          <p:cNvSpPr txBox="1"/>
          <p:nvPr/>
        </p:nvSpPr>
        <p:spPr>
          <a:xfrm>
            <a:off x="4143022" y="4408541"/>
            <a:ext cx="570089" cy="230832"/>
          </a:xfrm>
          <a:prstGeom prst="rect">
            <a:avLst/>
          </a:prstGeom>
          <a:noFill/>
        </p:spPr>
        <p:txBody>
          <a:bodyPr wrap="square" rtlCol="0">
            <a:spAutoFit/>
          </a:bodyPr>
          <a:lstStyle/>
          <a:p>
            <a:pPr algn="ctr"/>
            <a:r>
              <a:rPr lang="en-US" sz="900" dirty="0"/>
              <a:t>4578</a:t>
            </a:r>
          </a:p>
        </p:txBody>
      </p:sp>
      <p:sp>
        <p:nvSpPr>
          <p:cNvPr id="13" name="TextBox 12">
            <a:extLst>
              <a:ext uri="{FF2B5EF4-FFF2-40B4-BE49-F238E27FC236}">
                <a16:creationId xmlns:a16="http://schemas.microsoft.com/office/drawing/2014/main" id="{8F63D7B3-EF1D-0085-5432-12CD79295760}"/>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2E22697E-3F7D-4385-B449-28A8DCCE1038}"/>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9AF0FEF4-B41B-106D-65D3-901391C17D45}"/>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0DCED1CD-AB97-17D6-06BE-6AE68EF8F9A9}"/>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4AD7E1C3-47FF-E2DB-70AF-9AA7AD0D06E5}"/>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EF07F32A-53DC-F2EF-5EA3-599D8C055329}"/>
              </a:ext>
            </a:extLst>
          </p:cNvPr>
          <p:cNvSpPr txBox="1"/>
          <p:nvPr/>
        </p:nvSpPr>
        <p:spPr>
          <a:xfrm>
            <a:off x="4645378" y="1402877"/>
            <a:ext cx="570089" cy="230832"/>
          </a:xfrm>
          <a:prstGeom prst="rect">
            <a:avLst/>
          </a:prstGeom>
          <a:noFill/>
        </p:spPr>
        <p:txBody>
          <a:bodyPr wrap="square" rtlCol="0">
            <a:spAutoFit/>
          </a:bodyPr>
          <a:lstStyle/>
          <a:p>
            <a:pPr algn="ctr"/>
            <a:r>
              <a:rPr lang="en-US" sz="900" dirty="0"/>
              <a:t>98</a:t>
            </a:r>
          </a:p>
        </p:txBody>
      </p:sp>
      <p:sp>
        <p:nvSpPr>
          <p:cNvPr id="26" name="TextBox 25">
            <a:extLst>
              <a:ext uri="{FF2B5EF4-FFF2-40B4-BE49-F238E27FC236}">
                <a16:creationId xmlns:a16="http://schemas.microsoft.com/office/drawing/2014/main" id="{8633BEA2-D564-6819-943C-F74E1E4A84FA}"/>
              </a:ext>
            </a:extLst>
          </p:cNvPr>
          <p:cNvSpPr txBox="1"/>
          <p:nvPr/>
        </p:nvSpPr>
        <p:spPr>
          <a:xfrm>
            <a:off x="4645378" y="2905709"/>
            <a:ext cx="570089" cy="230832"/>
          </a:xfrm>
          <a:prstGeom prst="rect">
            <a:avLst/>
          </a:prstGeom>
          <a:noFill/>
        </p:spPr>
        <p:txBody>
          <a:bodyPr wrap="square" rtlCol="0">
            <a:spAutoFit/>
          </a:bodyPr>
          <a:lstStyle/>
          <a:p>
            <a:pPr algn="ctr"/>
            <a:r>
              <a:rPr lang="en-US" sz="900" dirty="0"/>
              <a:t>589</a:t>
            </a:r>
          </a:p>
        </p:txBody>
      </p:sp>
      <p:sp>
        <p:nvSpPr>
          <p:cNvPr id="27" name="TextBox 26">
            <a:extLst>
              <a:ext uri="{FF2B5EF4-FFF2-40B4-BE49-F238E27FC236}">
                <a16:creationId xmlns:a16="http://schemas.microsoft.com/office/drawing/2014/main" id="{158FB220-9C24-EF95-4653-5DAC379AF38D}"/>
              </a:ext>
            </a:extLst>
          </p:cNvPr>
          <p:cNvSpPr txBox="1"/>
          <p:nvPr/>
        </p:nvSpPr>
        <p:spPr>
          <a:xfrm>
            <a:off x="4645378" y="3406653"/>
            <a:ext cx="570089" cy="230832"/>
          </a:xfrm>
          <a:prstGeom prst="rect">
            <a:avLst/>
          </a:prstGeom>
          <a:noFill/>
        </p:spPr>
        <p:txBody>
          <a:bodyPr wrap="square" rtlCol="0">
            <a:spAutoFit/>
          </a:bodyPr>
          <a:lstStyle/>
          <a:p>
            <a:pPr algn="ctr"/>
            <a:r>
              <a:rPr lang="en-US" sz="900" dirty="0"/>
              <a:t>589</a:t>
            </a:r>
          </a:p>
        </p:txBody>
      </p:sp>
      <p:sp>
        <p:nvSpPr>
          <p:cNvPr id="30" name="TextBox 29">
            <a:extLst>
              <a:ext uri="{FF2B5EF4-FFF2-40B4-BE49-F238E27FC236}">
                <a16:creationId xmlns:a16="http://schemas.microsoft.com/office/drawing/2014/main" id="{A0FF4E6D-1847-1355-15AC-A6D6ADC0421A}"/>
              </a:ext>
            </a:extLst>
          </p:cNvPr>
          <p:cNvSpPr txBox="1"/>
          <p:nvPr/>
        </p:nvSpPr>
        <p:spPr>
          <a:xfrm>
            <a:off x="5650090" y="1402877"/>
            <a:ext cx="570089" cy="230832"/>
          </a:xfrm>
          <a:prstGeom prst="rect">
            <a:avLst/>
          </a:prstGeom>
          <a:noFill/>
        </p:spPr>
        <p:txBody>
          <a:bodyPr wrap="square" rtlCol="0">
            <a:spAutoFit/>
          </a:bodyPr>
          <a:lstStyle/>
          <a:p>
            <a:pPr algn="ctr"/>
            <a:r>
              <a:rPr lang="en-US" sz="900" dirty="0"/>
              <a:t>89</a:t>
            </a:r>
          </a:p>
        </p:txBody>
      </p:sp>
      <p:sp>
        <p:nvSpPr>
          <p:cNvPr id="32" name="TextBox 31">
            <a:extLst>
              <a:ext uri="{FF2B5EF4-FFF2-40B4-BE49-F238E27FC236}">
                <a16:creationId xmlns:a16="http://schemas.microsoft.com/office/drawing/2014/main" id="{AA2C3D8B-7651-219B-4EB3-C20C8F407EFE}"/>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81AE8099-CA5E-6DBD-FF61-EE1013DFDE3C}"/>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7F7B9916-7B81-6CD5-DFDB-802ECB4BD939}"/>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2824D798-13E9-8E39-CAA9-EA35F82ED6FF}"/>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3CE24ABF-F09B-E4A8-09FD-9AABFADD07A3}"/>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A583368B-22A1-D0F8-7CF5-DC3E2D234C2B}"/>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5B8F0B5F-A36C-475F-CC79-6BB8BA33A9F7}"/>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2CA38090-56CB-26B6-A044-22EB63F3E8AB}"/>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D43FF795-C35E-D940-4715-7F8B2548EBF6}"/>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8EEB08D4-9184-D046-14AD-940D0B34DFD4}"/>
              </a:ext>
            </a:extLst>
          </p:cNvPr>
          <p:cNvSpPr txBox="1"/>
          <p:nvPr/>
        </p:nvSpPr>
        <p:spPr>
          <a:xfrm>
            <a:off x="5147734" y="2404765"/>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11015D09-F174-A7AC-9138-2069B8FC4B50}"/>
              </a:ext>
            </a:extLst>
          </p:cNvPr>
          <p:cNvSpPr txBox="1"/>
          <p:nvPr/>
        </p:nvSpPr>
        <p:spPr>
          <a:xfrm>
            <a:off x="5147734" y="2905709"/>
            <a:ext cx="570089" cy="230832"/>
          </a:xfrm>
          <a:prstGeom prst="rect">
            <a:avLst/>
          </a:prstGeom>
          <a:noFill/>
        </p:spPr>
        <p:txBody>
          <a:bodyPr wrap="square" rtlCol="0">
            <a:spAutoFit/>
          </a:bodyPr>
          <a:lstStyle/>
          <a:p>
            <a:pPr algn="ctr"/>
            <a:r>
              <a:rPr lang="en-US" sz="900" dirty="0"/>
              <a:t>124</a:t>
            </a:r>
          </a:p>
        </p:txBody>
      </p:sp>
      <p:sp>
        <p:nvSpPr>
          <p:cNvPr id="36" name="TextBox 35">
            <a:extLst>
              <a:ext uri="{FF2B5EF4-FFF2-40B4-BE49-F238E27FC236}">
                <a16:creationId xmlns:a16="http://schemas.microsoft.com/office/drawing/2014/main" id="{D7796197-D3C0-2E68-E1B4-5991A99BC849}"/>
              </a:ext>
            </a:extLst>
          </p:cNvPr>
          <p:cNvSpPr txBox="1"/>
          <p:nvPr/>
        </p:nvSpPr>
        <p:spPr>
          <a:xfrm>
            <a:off x="5147734" y="3406653"/>
            <a:ext cx="570089" cy="230832"/>
          </a:xfrm>
          <a:prstGeom prst="rect">
            <a:avLst/>
          </a:prstGeom>
          <a:noFill/>
        </p:spPr>
        <p:txBody>
          <a:bodyPr wrap="square" rtlCol="0">
            <a:spAutoFit/>
          </a:bodyPr>
          <a:lstStyle/>
          <a:p>
            <a:pPr algn="ctr"/>
            <a:r>
              <a:rPr lang="en-US" sz="900" dirty="0"/>
              <a:t>124</a:t>
            </a:r>
          </a:p>
        </p:txBody>
      </p:sp>
      <p:sp>
        <p:nvSpPr>
          <p:cNvPr id="37" name="TextBox 36">
            <a:extLst>
              <a:ext uri="{FF2B5EF4-FFF2-40B4-BE49-F238E27FC236}">
                <a16:creationId xmlns:a16="http://schemas.microsoft.com/office/drawing/2014/main" id="{978B6A35-8966-FA40-05B7-0DA47AA92CF7}"/>
              </a:ext>
            </a:extLst>
          </p:cNvPr>
          <p:cNvSpPr txBox="1"/>
          <p:nvPr/>
        </p:nvSpPr>
        <p:spPr>
          <a:xfrm>
            <a:off x="5650090" y="3406653"/>
            <a:ext cx="570089" cy="230832"/>
          </a:xfrm>
          <a:prstGeom prst="rect">
            <a:avLst/>
          </a:prstGeom>
          <a:noFill/>
        </p:spPr>
        <p:txBody>
          <a:bodyPr wrap="square" rtlCol="0">
            <a:spAutoFit/>
          </a:bodyPr>
          <a:lstStyle/>
          <a:p>
            <a:pPr algn="ctr"/>
            <a:r>
              <a:rPr lang="en-US" sz="900" dirty="0"/>
              <a:t>98</a:t>
            </a:r>
          </a:p>
        </p:txBody>
      </p:sp>
      <p:sp>
        <p:nvSpPr>
          <p:cNvPr id="38" name="TextBox 37">
            <a:extLst>
              <a:ext uri="{FF2B5EF4-FFF2-40B4-BE49-F238E27FC236}">
                <a16:creationId xmlns:a16="http://schemas.microsoft.com/office/drawing/2014/main" id="{DDBC1554-1EA2-99FF-8AA4-2477132A8E33}"/>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61F4697A-96AF-8CE7-E419-1336D562DCCA}"/>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A4527BC3-EB0E-07FF-7537-E833EA0B380D}"/>
              </a:ext>
            </a:extLst>
          </p:cNvPr>
          <p:cNvSpPr txBox="1"/>
          <p:nvPr/>
        </p:nvSpPr>
        <p:spPr>
          <a:xfrm>
            <a:off x="4143022" y="1903821"/>
            <a:ext cx="570089" cy="230832"/>
          </a:xfrm>
          <a:prstGeom prst="rect">
            <a:avLst/>
          </a:prstGeom>
          <a:noFill/>
        </p:spPr>
        <p:txBody>
          <a:bodyPr wrap="square" rtlCol="0">
            <a:spAutoFit/>
          </a:bodyPr>
          <a:lstStyle/>
          <a:p>
            <a:pPr algn="ctr"/>
            <a:r>
              <a:rPr lang="en-US" sz="900" dirty="0"/>
              <a:t>678</a:t>
            </a:r>
          </a:p>
        </p:txBody>
      </p:sp>
      <p:sp>
        <p:nvSpPr>
          <p:cNvPr id="42" name="TextBox 41">
            <a:extLst>
              <a:ext uri="{FF2B5EF4-FFF2-40B4-BE49-F238E27FC236}">
                <a16:creationId xmlns:a16="http://schemas.microsoft.com/office/drawing/2014/main" id="{FFB55D8C-0055-9CE2-DA2E-AC67A722DF44}"/>
              </a:ext>
            </a:extLst>
          </p:cNvPr>
          <p:cNvSpPr txBox="1"/>
          <p:nvPr/>
        </p:nvSpPr>
        <p:spPr>
          <a:xfrm>
            <a:off x="4143022" y="901933"/>
            <a:ext cx="570089" cy="230832"/>
          </a:xfrm>
          <a:prstGeom prst="rect">
            <a:avLst/>
          </a:prstGeom>
          <a:noFill/>
        </p:spPr>
        <p:txBody>
          <a:bodyPr wrap="square" rtlCol="0">
            <a:spAutoFit/>
          </a:bodyPr>
          <a:lstStyle/>
          <a:p>
            <a:pPr algn="ctr"/>
            <a:r>
              <a:rPr lang="en-US" sz="900" dirty="0"/>
              <a:t>458</a:t>
            </a:r>
          </a:p>
        </p:txBody>
      </p:sp>
      <p:sp>
        <p:nvSpPr>
          <p:cNvPr id="43" name="TextBox 42">
            <a:extLst>
              <a:ext uri="{FF2B5EF4-FFF2-40B4-BE49-F238E27FC236}">
                <a16:creationId xmlns:a16="http://schemas.microsoft.com/office/drawing/2014/main" id="{27D3CAA4-78D7-1DB3-A412-64D29D6726CA}"/>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386F879E-7524-411F-82C7-61F1474B8504}"/>
              </a:ext>
            </a:extLst>
          </p:cNvPr>
          <p:cNvSpPr txBox="1"/>
          <p:nvPr/>
        </p:nvSpPr>
        <p:spPr>
          <a:xfrm>
            <a:off x="6654802" y="901933"/>
            <a:ext cx="570089" cy="230832"/>
          </a:xfrm>
          <a:prstGeom prst="rect">
            <a:avLst/>
          </a:prstGeom>
          <a:noFill/>
        </p:spPr>
        <p:txBody>
          <a:bodyPr wrap="square" rtlCol="0">
            <a:spAutoFit/>
          </a:bodyPr>
          <a:lstStyle/>
          <a:p>
            <a:pPr algn="ctr"/>
            <a:r>
              <a:rPr lang="en-US" sz="900" dirty="0"/>
              <a:t>458</a:t>
            </a:r>
          </a:p>
        </p:txBody>
      </p:sp>
      <p:sp>
        <p:nvSpPr>
          <p:cNvPr id="45" name="TextBox 44">
            <a:extLst>
              <a:ext uri="{FF2B5EF4-FFF2-40B4-BE49-F238E27FC236}">
                <a16:creationId xmlns:a16="http://schemas.microsoft.com/office/drawing/2014/main" id="{E9CA5710-53C6-D473-64A0-6A0534264443}"/>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13457</a:t>
            </a:r>
          </a:p>
        </p:txBody>
      </p:sp>
      <p:sp>
        <p:nvSpPr>
          <p:cNvPr id="46" name="TextBox 45">
            <a:extLst>
              <a:ext uri="{FF2B5EF4-FFF2-40B4-BE49-F238E27FC236}">
                <a16:creationId xmlns:a16="http://schemas.microsoft.com/office/drawing/2014/main" id="{1F31AF39-ED6B-BF18-9ED4-D85B465B811F}"/>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3457</a:t>
            </a:r>
          </a:p>
        </p:txBody>
      </p:sp>
      <p:sp>
        <p:nvSpPr>
          <p:cNvPr id="47" name="TextBox 46">
            <a:extLst>
              <a:ext uri="{FF2B5EF4-FFF2-40B4-BE49-F238E27FC236}">
                <a16:creationId xmlns:a16="http://schemas.microsoft.com/office/drawing/2014/main" id="{B9DAE7A6-2A39-F197-5C71-95C4B7097C6A}"/>
              </a:ext>
            </a:extLst>
          </p:cNvPr>
          <p:cNvSpPr txBox="1"/>
          <p:nvPr/>
        </p:nvSpPr>
        <p:spPr>
          <a:xfrm>
            <a:off x="6152446" y="1402877"/>
            <a:ext cx="570089" cy="230832"/>
          </a:xfrm>
          <a:prstGeom prst="rect">
            <a:avLst/>
          </a:prstGeom>
          <a:noFill/>
        </p:spPr>
        <p:txBody>
          <a:bodyPr wrap="square" rtlCol="0">
            <a:spAutoFit/>
          </a:bodyPr>
          <a:lstStyle/>
          <a:p>
            <a:pPr algn="ctr"/>
            <a:r>
              <a:rPr lang="en-US" sz="900" dirty="0"/>
              <a:t>1347</a:t>
            </a:r>
          </a:p>
        </p:txBody>
      </p:sp>
      <p:sp>
        <p:nvSpPr>
          <p:cNvPr id="48" name="TextBox 47">
            <a:extLst>
              <a:ext uri="{FF2B5EF4-FFF2-40B4-BE49-F238E27FC236}">
                <a16:creationId xmlns:a16="http://schemas.microsoft.com/office/drawing/2014/main" id="{444B718A-23E5-812F-E193-6B7157477AAE}"/>
              </a:ext>
            </a:extLst>
          </p:cNvPr>
          <p:cNvSpPr txBox="1"/>
          <p:nvPr/>
        </p:nvSpPr>
        <p:spPr>
          <a:xfrm>
            <a:off x="7157158" y="1402877"/>
            <a:ext cx="570089" cy="230832"/>
          </a:xfrm>
          <a:prstGeom prst="rect">
            <a:avLst/>
          </a:prstGeom>
          <a:noFill/>
        </p:spPr>
        <p:txBody>
          <a:bodyPr wrap="square" rtlCol="0">
            <a:spAutoFit/>
          </a:bodyPr>
          <a:lstStyle/>
          <a:p>
            <a:pPr algn="ctr"/>
            <a:r>
              <a:rPr lang="en-US" sz="900" dirty="0"/>
              <a:t>13457</a:t>
            </a:r>
          </a:p>
        </p:txBody>
      </p:sp>
      <p:sp>
        <p:nvSpPr>
          <p:cNvPr id="49" name="TextBox 48">
            <a:extLst>
              <a:ext uri="{FF2B5EF4-FFF2-40B4-BE49-F238E27FC236}">
                <a16:creationId xmlns:a16="http://schemas.microsoft.com/office/drawing/2014/main" id="{4A618C76-07DE-4085-57B2-6F646048E1A1}"/>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3457</a:t>
            </a:r>
          </a:p>
        </p:txBody>
      </p:sp>
      <p:sp>
        <p:nvSpPr>
          <p:cNvPr id="50" name="TextBox 49">
            <a:extLst>
              <a:ext uri="{FF2B5EF4-FFF2-40B4-BE49-F238E27FC236}">
                <a16:creationId xmlns:a16="http://schemas.microsoft.com/office/drawing/2014/main" id="{703F2682-7956-C1C2-0AB1-0760BEEFB3B6}"/>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13678</a:t>
            </a:r>
          </a:p>
        </p:txBody>
      </p:sp>
      <p:sp>
        <p:nvSpPr>
          <p:cNvPr id="51" name="TextBox 50">
            <a:extLst>
              <a:ext uri="{FF2B5EF4-FFF2-40B4-BE49-F238E27FC236}">
                <a16:creationId xmlns:a16="http://schemas.microsoft.com/office/drawing/2014/main" id="{D9A69D5F-CEA0-B783-7F2A-3D663C98EE75}"/>
              </a:ext>
            </a:extLst>
          </p:cNvPr>
          <p:cNvSpPr txBox="1"/>
          <p:nvPr/>
        </p:nvSpPr>
        <p:spPr>
          <a:xfrm>
            <a:off x="6654802" y="1903821"/>
            <a:ext cx="570089" cy="230832"/>
          </a:xfrm>
          <a:prstGeom prst="rect">
            <a:avLst/>
          </a:prstGeom>
          <a:noFill/>
        </p:spPr>
        <p:txBody>
          <a:bodyPr wrap="square" rtlCol="0">
            <a:spAutoFit/>
          </a:bodyPr>
          <a:lstStyle/>
          <a:p>
            <a:pPr algn="ctr"/>
            <a:r>
              <a:rPr lang="en-US" sz="900" dirty="0"/>
              <a:t>1378</a:t>
            </a:r>
          </a:p>
        </p:txBody>
      </p:sp>
      <p:sp>
        <p:nvSpPr>
          <p:cNvPr id="52" name="TextBox 51">
            <a:extLst>
              <a:ext uri="{FF2B5EF4-FFF2-40B4-BE49-F238E27FC236}">
                <a16:creationId xmlns:a16="http://schemas.microsoft.com/office/drawing/2014/main" id="{B4BBAAB9-017A-B55F-B4EB-88834634F93E}"/>
              </a:ext>
            </a:extLst>
          </p:cNvPr>
          <p:cNvSpPr txBox="1"/>
          <p:nvPr/>
        </p:nvSpPr>
        <p:spPr>
          <a:xfrm>
            <a:off x="7157158" y="1903821"/>
            <a:ext cx="570089" cy="230832"/>
          </a:xfrm>
          <a:prstGeom prst="rect">
            <a:avLst/>
          </a:prstGeom>
          <a:noFill/>
        </p:spPr>
        <p:txBody>
          <a:bodyPr wrap="square" rtlCol="0">
            <a:spAutoFit/>
          </a:bodyPr>
          <a:lstStyle/>
          <a:p>
            <a:pPr algn="ctr"/>
            <a:r>
              <a:rPr lang="en-US" sz="900" dirty="0"/>
              <a:t>1378</a:t>
            </a:r>
          </a:p>
        </p:txBody>
      </p:sp>
      <p:sp>
        <p:nvSpPr>
          <p:cNvPr id="53" name="TextBox 52">
            <a:extLst>
              <a:ext uri="{FF2B5EF4-FFF2-40B4-BE49-F238E27FC236}">
                <a16:creationId xmlns:a16="http://schemas.microsoft.com/office/drawing/2014/main" id="{C383DE02-42C3-6CA3-CA21-13F99BE64C47}"/>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3678</a:t>
            </a:r>
          </a:p>
        </p:txBody>
      </p:sp>
      <p:sp>
        <p:nvSpPr>
          <p:cNvPr id="54" name="TextBox 53">
            <a:extLst>
              <a:ext uri="{FF2B5EF4-FFF2-40B4-BE49-F238E27FC236}">
                <a16:creationId xmlns:a16="http://schemas.microsoft.com/office/drawing/2014/main" id="{A2A17958-912A-C81F-136C-095D66641642}"/>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D53D386C-8CA3-08B8-EC42-8FB05D5FF62A}"/>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81FA0114-A94E-924B-2EEE-DB2170ABCF91}"/>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57" name="TextBox 56">
            <a:extLst>
              <a:ext uri="{FF2B5EF4-FFF2-40B4-BE49-F238E27FC236}">
                <a16:creationId xmlns:a16="http://schemas.microsoft.com/office/drawing/2014/main" id="{2B07D9E8-142A-2A16-EC9F-331E595E255D}"/>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41075645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AE3C5-CB3C-0E48-57AD-B8705A8DF10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25C1E4-1BB7-8BAF-6A98-C7E04E4E5720}"/>
              </a:ext>
            </a:extLst>
          </p:cNvPr>
          <p:cNvSpPr>
            <a:spLocks noGrp="1"/>
          </p:cNvSpPr>
          <p:nvPr>
            <p:ph sz="half" idx="1"/>
          </p:nvPr>
        </p:nvSpPr>
        <p:spPr/>
        <p:txBody>
          <a:bodyPr>
            <a:normAutofit/>
          </a:bodyPr>
          <a:lstStyle/>
          <a:p>
            <a:r>
              <a:rPr lang="en-US" dirty="0"/>
              <a:t>Complete Row 4. </a:t>
            </a:r>
          </a:p>
        </p:txBody>
      </p:sp>
      <p:pic>
        <p:nvPicPr>
          <p:cNvPr id="4" name="Picture 3" descr="A grid of sudoku puzzle&#10;&#10;Description automatically generated">
            <a:extLst>
              <a:ext uri="{FF2B5EF4-FFF2-40B4-BE49-F238E27FC236}">
                <a16:creationId xmlns:a16="http://schemas.microsoft.com/office/drawing/2014/main" id="{51BABEAB-B5D8-0CAD-7B21-EEEB84BB186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D44A186-8134-D507-1990-209DE2523D3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7DFFB26-8AD7-DC9B-FC34-3DF7AB94732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2BEEBC1-3E5C-BC55-E2E8-392522E579F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BFE64BF-F3E8-D406-8C12-BCEC17211A3A}"/>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76F28015-AAA6-A4BD-5B68-62B898E70738}"/>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C721EEF2-7F73-2C6B-CD4A-E72759BC184D}"/>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60AF0ECA-833C-C776-CEE4-28DC5B3B79BB}"/>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9D6D466A-F1BF-6C93-DAD0-7DABD22214F9}"/>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DE1222C1-381F-2F3C-66A0-2F916251716A}"/>
              </a:ext>
            </a:extLst>
          </p:cNvPr>
          <p:cNvSpPr txBox="1"/>
          <p:nvPr/>
        </p:nvSpPr>
        <p:spPr>
          <a:xfrm>
            <a:off x="4143022" y="4408541"/>
            <a:ext cx="570089" cy="230832"/>
          </a:xfrm>
          <a:prstGeom prst="rect">
            <a:avLst/>
          </a:prstGeom>
          <a:noFill/>
        </p:spPr>
        <p:txBody>
          <a:bodyPr wrap="square" rtlCol="0">
            <a:spAutoFit/>
          </a:bodyPr>
          <a:lstStyle/>
          <a:p>
            <a:pPr algn="ctr"/>
            <a:r>
              <a:rPr lang="en-US" sz="900" dirty="0"/>
              <a:t>4578</a:t>
            </a:r>
          </a:p>
        </p:txBody>
      </p:sp>
      <p:sp>
        <p:nvSpPr>
          <p:cNvPr id="13" name="TextBox 12">
            <a:extLst>
              <a:ext uri="{FF2B5EF4-FFF2-40B4-BE49-F238E27FC236}">
                <a16:creationId xmlns:a16="http://schemas.microsoft.com/office/drawing/2014/main" id="{06098E6D-1964-2B33-645A-0BB28A86CAAF}"/>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0FFCDABE-6699-A3A4-BC6E-65DB446A947A}"/>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3348BE49-51FD-5F90-F4E8-EF0FE3B897D8}"/>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0B467A06-3940-2A6E-59D4-92D1AAE1A3EF}"/>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28084664-89EF-066D-F01F-9C6F631A8AC9}"/>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6727A026-3D97-3787-999F-87CF6B58010E}"/>
              </a:ext>
            </a:extLst>
          </p:cNvPr>
          <p:cNvSpPr txBox="1"/>
          <p:nvPr/>
        </p:nvSpPr>
        <p:spPr>
          <a:xfrm>
            <a:off x="4645378" y="1402877"/>
            <a:ext cx="570089" cy="230832"/>
          </a:xfrm>
          <a:prstGeom prst="rect">
            <a:avLst/>
          </a:prstGeom>
          <a:noFill/>
        </p:spPr>
        <p:txBody>
          <a:bodyPr wrap="square" rtlCol="0">
            <a:spAutoFit/>
          </a:bodyPr>
          <a:lstStyle/>
          <a:p>
            <a:pPr algn="ctr"/>
            <a:r>
              <a:rPr lang="en-US" sz="900" dirty="0"/>
              <a:t>98</a:t>
            </a:r>
          </a:p>
        </p:txBody>
      </p:sp>
      <p:sp>
        <p:nvSpPr>
          <p:cNvPr id="26" name="TextBox 25">
            <a:extLst>
              <a:ext uri="{FF2B5EF4-FFF2-40B4-BE49-F238E27FC236}">
                <a16:creationId xmlns:a16="http://schemas.microsoft.com/office/drawing/2014/main" id="{4530CD35-0062-8006-4382-20AE8C80124C}"/>
              </a:ext>
            </a:extLst>
          </p:cNvPr>
          <p:cNvSpPr txBox="1"/>
          <p:nvPr/>
        </p:nvSpPr>
        <p:spPr>
          <a:xfrm>
            <a:off x="4645378" y="2905709"/>
            <a:ext cx="570089" cy="230832"/>
          </a:xfrm>
          <a:prstGeom prst="rect">
            <a:avLst/>
          </a:prstGeom>
          <a:noFill/>
        </p:spPr>
        <p:txBody>
          <a:bodyPr wrap="square" rtlCol="0">
            <a:spAutoFit/>
          </a:bodyPr>
          <a:lstStyle/>
          <a:p>
            <a:pPr algn="ctr"/>
            <a:r>
              <a:rPr lang="en-US" sz="900" dirty="0"/>
              <a:t>589</a:t>
            </a:r>
          </a:p>
        </p:txBody>
      </p:sp>
      <p:sp>
        <p:nvSpPr>
          <p:cNvPr id="27" name="TextBox 26">
            <a:extLst>
              <a:ext uri="{FF2B5EF4-FFF2-40B4-BE49-F238E27FC236}">
                <a16:creationId xmlns:a16="http://schemas.microsoft.com/office/drawing/2014/main" id="{24B137A3-960D-53FF-D6C7-5158BF796F5B}"/>
              </a:ext>
            </a:extLst>
          </p:cNvPr>
          <p:cNvSpPr txBox="1"/>
          <p:nvPr/>
        </p:nvSpPr>
        <p:spPr>
          <a:xfrm>
            <a:off x="4645378" y="3406653"/>
            <a:ext cx="570089" cy="230832"/>
          </a:xfrm>
          <a:prstGeom prst="rect">
            <a:avLst/>
          </a:prstGeom>
          <a:noFill/>
        </p:spPr>
        <p:txBody>
          <a:bodyPr wrap="square" rtlCol="0">
            <a:spAutoFit/>
          </a:bodyPr>
          <a:lstStyle/>
          <a:p>
            <a:pPr algn="ctr"/>
            <a:r>
              <a:rPr lang="en-US" sz="900" dirty="0"/>
              <a:t>589</a:t>
            </a:r>
          </a:p>
        </p:txBody>
      </p:sp>
      <p:sp>
        <p:nvSpPr>
          <p:cNvPr id="30" name="TextBox 29">
            <a:extLst>
              <a:ext uri="{FF2B5EF4-FFF2-40B4-BE49-F238E27FC236}">
                <a16:creationId xmlns:a16="http://schemas.microsoft.com/office/drawing/2014/main" id="{9E57E8BE-2F01-0ED4-EF49-8F3299D37373}"/>
              </a:ext>
            </a:extLst>
          </p:cNvPr>
          <p:cNvSpPr txBox="1"/>
          <p:nvPr/>
        </p:nvSpPr>
        <p:spPr>
          <a:xfrm>
            <a:off x="5650090" y="1402877"/>
            <a:ext cx="570089" cy="230832"/>
          </a:xfrm>
          <a:prstGeom prst="rect">
            <a:avLst/>
          </a:prstGeom>
          <a:noFill/>
        </p:spPr>
        <p:txBody>
          <a:bodyPr wrap="square" rtlCol="0">
            <a:spAutoFit/>
          </a:bodyPr>
          <a:lstStyle/>
          <a:p>
            <a:pPr algn="ctr"/>
            <a:r>
              <a:rPr lang="en-US" sz="900" dirty="0"/>
              <a:t>89</a:t>
            </a:r>
          </a:p>
        </p:txBody>
      </p:sp>
      <p:sp>
        <p:nvSpPr>
          <p:cNvPr id="32" name="TextBox 31">
            <a:extLst>
              <a:ext uri="{FF2B5EF4-FFF2-40B4-BE49-F238E27FC236}">
                <a16:creationId xmlns:a16="http://schemas.microsoft.com/office/drawing/2014/main" id="{A6717C04-3C32-9814-D9AC-410D8AFE048A}"/>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8DD385A7-77CA-CCF5-D001-DA2F4A4C5813}"/>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59E81294-F784-0863-09E3-FC62F88F2AED}"/>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417BC50D-83A2-179D-05EA-30D8D20782CA}"/>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94EAFBBE-BE65-992F-8C1E-A58032514D71}"/>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7BE88DE9-6CEA-9BD3-0265-76034D182078}"/>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19EBBA8B-FBFA-293A-A721-2C31222BF92B}"/>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65841CE3-C73E-F3D8-7998-BD687004DF17}"/>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9C171E9F-2058-EE75-4927-1AA65B5CF59D}"/>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E80DE494-B094-88AA-5F74-1D1F6FC9E5B9}"/>
              </a:ext>
            </a:extLst>
          </p:cNvPr>
          <p:cNvSpPr txBox="1"/>
          <p:nvPr/>
        </p:nvSpPr>
        <p:spPr>
          <a:xfrm>
            <a:off x="5147734" y="2404765"/>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D7039BDE-8FC4-813C-BD3B-28EDDB2CADD7}"/>
              </a:ext>
            </a:extLst>
          </p:cNvPr>
          <p:cNvSpPr txBox="1"/>
          <p:nvPr/>
        </p:nvSpPr>
        <p:spPr>
          <a:xfrm>
            <a:off x="5147734" y="2905709"/>
            <a:ext cx="570089" cy="230832"/>
          </a:xfrm>
          <a:prstGeom prst="rect">
            <a:avLst/>
          </a:prstGeom>
          <a:noFill/>
        </p:spPr>
        <p:txBody>
          <a:bodyPr wrap="square" rtlCol="0">
            <a:spAutoFit/>
          </a:bodyPr>
          <a:lstStyle/>
          <a:p>
            <a:pPr algn="ctr"/>
            <a:r>
              <a:rPr lang="en-US" sz="900" dirty="0"/>
              <a:t>124</a:t>
            </a:r>
          </a:p>
        </p:txBody>
      </p:sp>
      <p:sp>
        <p:nvSpPr>
          <p:cNvPr id="36" name="TextBox 35">
            <a:extLst>
              <a:ext uri="{FF2B5EF4-FFF2-40B4-BE49-F238E27FC236}">
                <a16:creationId xmlns:a16="http://schemas.microsoft.com/office/drawing/2014/main" id="{A8B8F032-9A49-B03F-17B3-B85F25F76CE3}"/>
              </a:ext>
            </a:extLst>
          </p:cNvPr>
          <p:cNvSpPr txBox="1"/>
          <p:nvPr/>
        </p:nvSpPr>
        <p:spPr>
          <a:xfrm>
            <a:off x="5147734" y="3406653"/>
            <a:ext cx="570089" cy="230832"/>
          </a:xfrm>
          <a:prstGeom prst="rect">
            <a:avLst/>
          </a:prstGeom>
          <a:noFill/>
        </p:spPr>
        <p:txBody>
          <a:bodyPr wrap="square" rtlCol="0">
            <a:spAutoFit/>
          </a:bodyPr>
          <a:lstStyle/>
          <a:p>
            <a:pPr algn="ctr"/>
            <a:r>
              <a:rPr lang="en-US" sz="900" dirty="0"/>
              <a:t>124</a:t>
            </a:r>
          </a:p>
        </p:txBody>
      </p:sp>
      <p:sp>
        <p:nvSpPr>
          <p:cNvPr id="37" name="TextBox 36">
            <a:extLst>
              <a:ext uri="{FF2B5EF4-FFF2-40B4-BE49-F238E27FC236}">
                <a16:creationId xmlns:a16="http://schemas.microsoft.com/office/drawing/2014/main" id="{7E66AA20-6146-468B-A4FB-FEBE01F609D0}"/>
              </a:ext>
            </a:extLst>
          </p:cNvPr>
          <p:cNvSpPr txBox="1"/>
          <p:nvPr/>
        </p:nvSpPr>
        <p:spPr>
          <a:xfrm>
            <a:off x="5650090" y="3406653"/>
            <a:ext cx="570089" cy="230832"/>
          </a:xfrm>
          <a:prstGeom prst="rect">
            <a:avLst/>
          </a:prstGeom>
          <a:noFill/>
        </p:spPr>
        <p:txBody>
          <a:bodyPr wrap="square" rtlCol="0">
            <a:spAutoFit/>
          </a:bodyPr>
          <a:lstStyle/>
          <a:p>
            <a:pPr algn="ctr"/>
            <a:r>
              <a:rPr lang="en-US" sz="900" dirty="0"/>
              <a:t>98</a:t>
            </a:r>
          </a:p>
        </p:txBody>
      </p:sp>
      <p:sp>
        <p:nvSpPr>
          <p:cNvPr id="38" name="TextBox 37">
            <a:extLst>
              <a:ext uri="{FF2B5EF4-FFF2-40B4-BE49-F238E27FC236}">
                <a16:creationId xmlns:a16="http://schemas.microsoft.com/office/drawing/2014/main" id="{38A24C4E-DA09-F057-D165-3C3F9D63118F}"/>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FA90823B-E2D7-B59A-1688-9F9D12A21705}"/>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3F04FB0E-E7E6-529D-ED17-BA00D96E6739}"/>
              </a:ext>
            </a:extLst>
          </p:cNvPr>
          <p:cNvSpPr txBox="1"/>
          <p:nvPr/>
        </p:nvSpPr>
        <p:spPr>
          <a:xfrm>
            <a:off x="4143022" y="1903821"/>
            <a:ext cx="570089" cy="230832"/>
          </a:xfrm>
          <a:prstGeom prst="rect">
            <a:avLst/>
          </a:prstGeom>
          <a:noFill/>
        </p:spPr>
        <p:txBody>
          <a:bodyPr wrap="square" rtlCol="0">
            <a:spAutoFit/>
          </a:bodyPr>
          <a:lstStyle/>
          <a:p>
            <a:pPr algn="ctr"/>
            <a:r>
              <a:rPr lang="en-US" sz="900" dirty="0"/>
              <a:t>678</a:t>
            </a:r>
          </a:p>
        </p:txBody>
      </p:sp>
      <p:sp>
        <p:nvSpPr>
          <p:cNvPr id="42" name="TextBox 41">
            <a:extLst>
              <a:ext uri="{FF2B5EF4-FFF2-40B4-BE49-F238E27FC236}">
                <a16:creationId xmlns:a16="http://schemas.microsoft.com/office/drawing/2014/main" id="{66097773-8297-64AD-EDDF-7904CB8429E8}"/>
              </a:ext>
            </a:extLst>
          </p:cNvPr>
          <p:cNvSpPr txBox="1"/>
          <p:nvPr/>
        </p:nvSpPr>
        <p:spPr>
          <a:xfrm>
            <a:off x="4143022" y="901933"/>
            <a:ext cx="570089" cy="230832"/>
          </a:xfrm>
          <a:prstGeom prst="rect">
            <a:avLst/>
          </a:prstGeom>
          <a:noFill/>
        </p:spPr>
        <p:txBody>
          <a:bodyPr wrap="square" rtlCol="0">
            <a:spAutoFit/>
          </a:bodyPr>
          <a:lstStyle/>
          <a:p>
            <a:pPr algn="ctr"/>
            <a:r>
              <a:rPr lang="en-US" sz="900" dirty="0"/>
              <a:t>458</a:t>
            </a:r>
          </a:p>
        </p:txBody>
      </p:sp>
      <p:sp>
        <p:nvSpPr>
          <p:cNvPr id="43" name="TextBox 42">
            <a:extLst>
              <a:ext uri="{FF2B5EF4-FFF2-40B4-BE49-F238E27FC236}">
                <a16:creationId xmlns:a16="http://schemas.microsoft.com/office/drawing/2014/main" id="{D8EA0E68-B80F-C4AD-CA69-CE0DD1A7414F}"/>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E981B55E-576D-45BF-D2C5-4C82B97F53E9}"/>
              </a:ext>
            </a:extLst>
          </p:cNvPr>
          <p:cNvSpPr txBox="1"/>
          <p:nvPr/>
        </p:nvSpPr>
        <p:spPr>
          <a:xfrm>
            <a:off x="6654802" y="901933"/>
            <a:ext cx="570089" cy="230832"/>
          </a:xfrm>
          <a:prstGeom prst="rect">
            <a:avLst/>
          </a:prstGeom>
          <a:noFill/>
        </p:spPr>
        <p:txBody>
          <a:bodyPr wrap="square" rtlCol="0">
            <a:spAutoFit/>
          </a:bodyPr>
          <a:lstStyle/>
          <a:p>
            <a:pPr algn="ctr"/>
            <a:r>
              <a:rPr lang="en-US" sz="900" dirty="0"/>
              <a:t>458</a:t>
            </a:r>
          </a:p>
        </p:txBody>
      </p:sp>
      <p:sp>
        <p:nvSpPr>
          <p:cNvPr id="45" name="TextBox 44">
            <a:extLst>
              <a:ext uri="{FF2B5EF4-FFF2-40B4-BE49-F238E27FC236}">
                <a16:creationId xmlns:a16="http://schemas.microsoft.com/office/drawing/2014/main" id="{4FD525D1-BE83-6C12-A797-7CB112A986F7}"/>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13457</a:t>
            </a:r>
          </a:p>
        </p:txBody>
      </p:sp>
      <p:sp>
        <p:nvSpPr>
          <p:cNvPr id="46" name="TextBox 45">
            <a:extLst>
              <a:ext uri="{FF2B5EF4-FFF2-40B4-BE49-F238E27FC236}">
                <a16:creationId xmlns:a16="http://schemas.microsoft.com/office/drawing/2014/main" id="{5FFE15DA-D022-36B1-82F0-D311491CEC32}"/>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3457</a:t>
            </a:r>
          </a:p>
        </p:txBody>
      </p:sp>
      <p:sp>
        <p:nvSpPr>
          <p:cNvPr id="47" name="TextBox 46">
            <a:extLst>
              <a:ext uri="{FF2B5EF4-FFF2-40B4-BE49-F238E27FC236}">
                <a16:creationId xmlns:a16="http://schemas.microsoft.com/office/drawing/2014/main" id="{7187BA9E-5A07-D7A5-F6C3-5680D21F38A8}"/>
              </a:ext>
            </a:extLst>
          </p:cNvPr>
          <p:cNvSpPr txBox="1"/>
          <p:nvPr/>
        </p:nvSpPr>
        <p:spPr>
          <a:xfrm>
            <a:off x="6152446" y="1402877"/>
            <a:ext cx="570089" cy="230832"/>
          </a:xfrm>
          <a:prstGeom prst="rect">
            <a:avLst/>
          </a:prstGeom>
          <a:noFill/>
        </p:spPr>
        <p:txBody>
          <a:bodyPr wrap="square" rtlCol="0">
            <a:spAutoFit/>
          </a:bodyPr>
          <a:lstStyle/>
          <a:p>
            <a:pPr algn="ctr"/>
            <a:r>
              <a:rPr lang="en-US" sz="900" dirty="0"/>
              <a:t>1347</a:t>
            </a:r>
          </a:p>
        </p:txBody>
      </p:sp>
      <p:sp>
        <p:nvSpPr>
          <p:cNvPr id="48" name="TextBox 47">
            <a:extLst>
              <a:ext uri="{FF2B5EF4-FFF2-40B4-BE49-F238E27FC236}">
                <a16:creationId xmlns:a16="http://schemas.microsoft.com/office/drawing/2014/main" id="{07503A12-AE12-97AB-D789-F853AAB047AC}"/>
              </a:ext>
            </a:extLst>
          </p:cNvPr>
          <p:cNvSpPr txBox="1"/>
          <p:nvPr/>
        </p:nvSpPr>
        <p:spPr>
          <a:xfrm>
            <a:off x="7157158" y="1402877"/>
            <a:ext cx="570089" cy="230832"/>
          </a:xfrm>
          <a:prstGeom prst="rect">
            <a:avLst/>
          </a:prstGeom>
          <a:noFill/>
        </p:spPr>
        <p:txBody>
          <a:bodyPr wrap="square" rtlCol="0">
            <a:spAutoFit/>
          </a:bodyPr>
          <a:lstStyle/>
          <a:p>
            <a:pPr algn="ctr"/>
            <a:r>
              <a:rPr lang="en-US" sz="900" dirty="0"/>
              <a:t>13457</a:t>
            </a:r>
          </a:p>
        </p:txBody>
      </p:sp>
      <p:sp>
        <p:nvSpPr>
          <p:cNvPr id="49" name="TextBox 48">
            <a:extLst>
              <a:ext uri="{FF2B5EF4-FFF2-40B4-BE49-F238E27FC236}">
                <a16:creationId xmlns:a16="http://schemas.microsoft.com/office/drawing/2014/main" id="{656A974A-4A20-7149-C802-A1A8DE0DD2E2}"/>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3457</a:t>
            </a:r>
          </a:p>
        </p:txBody>
      </p:sp>
      <p:sp>
        <p:nvSpPr>
          <p:cNvPr id="50" name="TextBox 49">
            <a:extLst>
              <a:ext uri="{FF2B5EF4-FFF2-40B4-BE49-F238E27FC236}">
                <a16:creationId xmlns:a16="http://schemas.microsoft.com/office/drawing/2014/main" id="{FD3C357A-6EA9-3E82-FFC5-710478308FB1}"/>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13678</a:t>
            </a:r>
          </a:p>
        </p:txBody>
      </p:sp>
      <p:sp>
        <p:nvSpPr>
          <p:cNvPr id="51" name="TextBox 50">
            <a:extLst>
              <a:ext uri="{FF2B5EF4-FFF2-40B4-BE49-F238E27FC236}">
                <a16:creationId xmlns:a16="http://schemas.microsoft.com/office/drawing/2014/main" id="{201F72D6-CBF4-A3FA-6BD5-C7CBFA6C587D}"/>
              </a:ext>
            </a:extLst>
          </p:cNvPr>
          <p:cNvSpPr txBox="1"/>
          <p:nvPr/>
        </p:nvSpPr>
        <p:spPr>
          <a:xfrm>
            <a:off x="6654802" y="1903821"/>
            <a:ext cx="570089" cy="230832"/>
          </a:xfrm>
          <a:prstGeom prst="rect">
            <a:avLst/>
          </a:prstGeom>
          <a:noFill/>
        </p:spPr>
        <p:txBody>
          <a:bodyPr wrap="square" rtlCol="0">
            <a:spAutoFit/>
          </a:bodyPr>
          <a:lstStyle/>
          <a:p>
            <a:pPr algn="ctr"/>
            <a:r>
              <a:rPr lang="en-US" sz="900" dirty="0"/>
              <a:t>1378</a:t>
            </a:r>
          </a:p>
        </p:txBody>
      </p:sp>
      <p:sp>
        <p:nvSpPr>
          <p:cNvPr id="52" name="TextBox 51">
            <a:extLst>
              <a:ext uri="{FF2B5EF4-FFF2-40B4-BE49-F238E27FC236}">
                <a16:creationId xmlns:a16="http://schemas.microsoft.com/office/drawing/2014/main" id="{DFEF41D7-0FD4-CA96-E47B-46D98930FAF4}"/>
              </a:ext>
            </a:extLst>
          </p:cNvPr>
          <p:cNvSpPr txBox="1"/>
          <p:nvPr/>
        </p:nvSpPr>
        <p:spPr>
          <a:xfrm>
            <a:off x="7157158" y="1903821"/>
            <a:ext cx="570089" cy="230832"/>
          </a:xfrm>
          <a:prstGeom prst="rect">
            <a:avLst/>
          </a:prstGeom>
          <a:noFill/>
        </p:spPr>
        <p:txBody>
          <a:bodyPr wrap="square" rtlCol="0">
            <a:spAutoFit/>
          </a:bodyPr>
          <a:lstStyle/>
          <a:p>
            <a:pPr algn="ctr"/>
            <a:r>
              <a:rPr lang="en-US" sz="900" dirty="0"/>
              <a:t>1378</a:t>
            </a:r>
          </a:p>
        </p:txBody>
      </p:sp>
      <p:sp>
        <p:nvSpPr>
          <p:cNvPr id="53" name="TextBox 52">
            <a:extLst>
              <a:ext uri="{FF2B5EF4-FFF2-40B4-BE49-F238E27FC236}">
                <a16:creationId xmlns:a16="http://schemas.microsoft.com/office/drawing/2014/main" id="{4C0F7E5F-4ACF-B0C5-09A5-2DBED196D41C}"/>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3678</a:t>
            </a:r>
          </a:p>
        </p:txBody>
      </p:sp>
      <p:sp>
        <p:nvSpPr>
          <p:cNvPr id="54" name="TextBox 53">
            <a:extLst>
              <a:ext uri="{FF2B5EF4-FFF2-40B4-BE49-F238E27FC236}">
                <a16:creationId xmlns:a16="http://schemas.microsoft.com/office/drawing/2014/main" id="{18DC267A-1EA0-A04F-0EFA-B039E40AEDBE}"/>
              </a:ext>
            </a:extLst>
          </p:cNvPr>
          <p:cNvSpPr txBox="1"/>
          <p:nvPr/>
        </p:nvSpPr>
        <p:spPr>
          <a:xfrm>
            <a:off x="3640666" y="2404765"/>
            <a:ext cx="570089" cy="230832"/>
          </a:xfrm>
          <a:prstGeom prst="rect">
            <a:avLst/>
          </a:prstGeom>
          <a:noFill/>
        </p:spPr>
        <p:txBody>
          <a:bodyPr wrap="square" rtlCol="0">
            <a:spAutoFit/>
          </a:bodyPr>
          <a:lstStyle/>
          <a:p>
            <a:pPr algn="ctr"/>
            <a:r>
              <a:rPr lang="en-US" sz="900" dirty="0"/>
              <a:t>234789</a:t>
            </a:r>
          </a:p>
        </p:txBody>
      </p:sp>
      <p:sp>
        <p:nvSpPr>
          <p:cNvPr id="55" name="TextBox 54">
            <a:extLst>
              <a:ext uri="{FF2B5EF4-FFF2-40B4-BE49-F238E27FC236}">
                <a16:creationId xmlns:a16="http://schemas.microsoft.com/office/drawing/2014/main" id="{27F8795D-C9F3-E82A-12C6-B4570D2DA40F}"/>
              </a:ext>
            </a:extLst>
          </p:cNvPr>
          <p:cNvSpPr txBox="1"/>
          <p:nvPr/>
        </p:nvSpPr>
        <p:spPr>
          <a:xfrm>
            <a:off x="6654802" y="2404765"/>
            <a:ext cx="570089" cy="230832"/>
          </a:xfrm>
          <a:prstGeom prst="rect">
            <a:avLst/>
          </a:prstGeom>
          <a:noFill/>
        </p:spPr>
        <p:txBody>
          <a:bodyPr wrap="square" rtlCol="0">
            <a:spAutoFit/>
          </a:bodyPr>
          <a:lstStyle/>
          <a:p>
            <a:pPr algn="ctr"/>
            <a:r>
              <a:rPr lang="en-US" sz="900" dirty="0"/>
              <a:t>234789</a:t>
            </a:r>
          </a:p>
        </p:txBody>
      </p:sp>
      <p:sp>
        <p:nvSpPr>
          <p:cNvPr id="56" name="TextBox 55">
            <a:extLst>
              <a:ext uri="{FF2B5EF4-FFF2-40B4-BE49-F238E27FC236}">
                <a16:creationId xmlns:a16="http://schemas.microsoft.com/office/drawing/2014/main" id="{AC107C34-05A4-92DE-13AF-DD50671276FF}"/>
              </a:ext>
            </a:extLst>
          </p:cNvPr>
          <p:cNvSpPr txBox="1"/>
          <p:nvPr/>
        </p:nvSpPr>
        <p:spPr>
          <a:xfrm>
            <a:off x="7157158" y="2404765"/>
            <a:ext cx="570089" cy="230832"/>
          </a:xfrm>
          <a:prstGeom prst="rect">
            <a:avLst/>
          </a:prstGeom>
          <a:noFill/>
        </p:spPr>
        <p:txBody>
          <a:bodyPr wrap="square" rtlCol="0">
            <a:spAutoFit/>
          </a:bodyPr>
          <a:lstStyle/>
          <a:p>
            <a:pPr algn="ctr"/>
            <a:r>
              <a:rPr lang="en-US" sz="900" dirty="0"/>
              <a:t>234789</a:t>
            </a:r>
          </a:p>
        </p:txBody>
      </p:sp>
      <p:sp>
        <p:nvSpPr>
          <p:cNvPr id="57" name="TextBox 56">
            <a:extLst>
              <a:ext uri="{FF2B5EF4-FFF2-40B4-BE49-F238E27FC236}">
                <a16:creationId xmlns:a16="http://schemas.microsoft.com/office/drawing/2014/main" id="{25716FAB-6492-7FB2-5AC3-5B01BB1E28E2}"/>
              </a:ext>
            </a:extLst>
          </p:cNvPr>
          <p:cNvSpPr txBox="1"/>
          <p:nvPr/>
        </p:nvSpPr>
        <p:spPr>
          <a:xfrm>
            <a:off x="3138310" y="2404765"/>
            <a:ext cx="570089" cy="230832"/>
          </a:xfrm>
          <a:prstGeom prst="rect">
            <a:avLst/>
          </a:prstGeom>
          <a:noFill/>
        </p:spPr>
        <p:txBody>
          <a:bodyPr wrap="square" rtlCol="0">
            <a:spAutoFit/>
          </a:bodyPr>
          <a:lstStyle/>
          <a:p>
            <a:pPr algn="ctr"/>
            <a:r>
              <a:rPr lang="en-US" sz="900" dirty="0"/>
              <a:t>234789</a:t>
            </a:r>
          </a:p>
        </p:txBody>
      </p:sp>
      <p:sp>
        <p:nvSpPr>
          <p:cNvPr id="58" name="TextBox 57">
            <a:extLst>
              <a:ext uri="{FF2B5EF4-FFF2-40B4-BE49-F238E27FC236}">
                <a16:creationId xmlns:a16="http://schemas.microsoft.com/office/drawing/2014/main" id="{ABE3029D-A348-2604-2E84-571795A0E1D9}"/>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2CD72FD6-0979-0275-DCEA-1E6140B70CCF}"/>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60" name="TextBox 59">
            <a:extLst>
              <a:ext uri="{FF2B5EF4-FFF2-40B4-BE49-F238E27FC236}">
                <a16:creationId xmlns:a16="http://schemas.microsoft.com/office/drawing/2014/main" id="{758EA81A-B326-C3C4-0EB1-9E1F6A50E609}"/>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B4A1BF1F-7D1C-27E9-41A2-BE7100AD34A6}"/>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39059970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B02E6-3CC2-558A-CDC8-158CD374260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960DB1-212B-5228-620D-859D43960001}"/>
              </a:ext>
            </a:extLst>
          </p:cNvPr>
          <p:cNvSpPr>
            <a:spLocks noGrp="1"/>
          </p:cNvSpPr>
          <p:nvPr>
            <p:ph sz="half" idx="1"/>
          </p:nvPr>
        </p:nvSpPr>
        <p:spPr/>
        <p:txBody>
          <a:bodyPr>
            <a:normAutofit/>
          </a:bodyPr>
          <a:lstStyle/>
          <a:p>
            <a:r>
              <a:rPr lang="en-US" dirty="0"/>
              <a:t>Reduce. (Note that the cell in Column 1 can’t be 3 because it must be greater than the minimum value in the adjacent white cell. The cell in Column 2 can’t be 2 because it must exceed two different adjacent white cells.)</a:t>
            </a:r>
          </a:p>
        </p:txBody>
      </p:sp>
      <p:pic>
        <p:nvPicPr>
          <p:cNvPr id="4" name="Picture 3" descr="A grid of sudoku puzzle&#10;&#10;Description automatically generated">
            <a:extLst>
              <a:ext uri="{FF2B5EF4-FFF2-40B4-BE49-F238E27FC236}">
                <a16:creationId xmlns:a16="http://schemas.microsoft.com/office/drawing/2014/main" id="{A320A64F-E7DE-46A4-04AB-8961B3086C1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2E7E29D-272C-E3D5-E097-1E8191096F3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D8A6813-ACAF-8150-B40F-DE904CE6792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3708920-3FD1-3D27-3905-183CED92507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F47FA6D-D8B8-D0F9-6DB2-B6ECDB200103}"/>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B7FD54AC-0981-91DB-1106-992191BACC63}"/>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9933D93D-CC5B-0FBE-2ACD-1C94B5FAA409}"/>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F933BA74-A070-ED77-1034-8824678EC4B5}"/>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D55FCEB7-963B-AE3A-B07C-CBFDDA09DBEC}"/>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18521AD6-893B-76B1-42C6-DE0F4FAB8DCB}"/>
              </a:ext>
            </a:extLst>
          </p:cNvPr>
          <p:cNvSpPr txBox="1"/>
          <p:nvPr/>
        </p:nvSpPr>
        <p:spPr>
          <a:xfrm>
            <a:off x="4143022" y="4408541"/>
            <a:ext cx="570089" cy="230832"/>
          </a:xfrm>
          <a:prstGeom prst="rect">
            <a:avLst/>
          </a:prstGeom>
          <a:noFill/>
        </p:spPr>
        <p:txBody>
          <a:bodyPr wrap="square" rtlCol="0">
            <a:spAutoFit/>
          </a:bodyPr>
          <a:lstStyle/>
          <a:p>
            <a:pPr algn="ctr"/>
            <a:r>
              <a:rPr lang="en-US" sz="900" dirty="0"/>
              <a:t>4578</a:t>
            </a:r>
          </a:p>
        </p:txBody>
      </p:sp>
      <p:sp>
        <p:nvSpPr>
          <p:cNvPr id="13" name="TextBox 12">
            <a:extLst>
              <a:ext uri="{FF2B5EF4-FFF2-40B4-BE49-F238E27FC236}">
                <a16:creationId xmlns:a16="http://schemas.microsoft.com/office/drawing/2014/main" id="{97E8A952-A779-A01E-9440-C6F3DC1F4E16}"/>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12FD73CF-4FC8-85FE-DEAD-B37D0C99AF11}"/>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B41B6B79-9EE0-DDEE-0195-80294C837097}"/>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3AD82D09-3044-49FD-2310-AB3C2275C25A}"/>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35891032-D2C9-2CF0-9ECA-58140C57DAEF}"/>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76DEB9E0-A887-E871-CDA8-FB0710D316BA}"/>
              </a:ext>
            </a:extLst>
          </p:cNvPr>
          <p:cNvSpPr txBox="1"/>
          <p:nvPr/>
        </p:nvSpPr>
        <p:spPr>
          <a:xfrm>
            <a:off x="4645378" y="1402877"/>
            <a:ext cx="570089" cy="230832"/>
          </a:xfrm>
          <a:prstGeom prst="rect">
            <a:avLst/>
          </a:prstGeom>
          <a:noFill/>
        </p:spPr>
        <p:txBody>
          <a:bodyPr wrap="square" rtlCol="0">
            <a:spAutoFit/>
          </a:bodyPr>
          <a:lstStyle/>
          <a:p>
            <a:pPr algn="ctr"/>
            <a:r>
              <a:rPr lang="en-US" sz="900" dirty="0"/>
              <a:t>98</a:t>
            </a:r>
          </a:p>
        </p:txBody>
      </p:sp>
      <p:sp>
        <p:nvSpPr>
          <p:cNvPr id="26" name="TextBox 25">
            <a:extLst>
              <a:ext uri="{FF2B5EF4-FFF2-40B4-BE49-F238E27FC236}">
                <a16:creationId xmlns:a16="http://schemas.microsoft.com/office/drawing/2014/main" id="{D29DB556-788F-220F-B0AF-BFC56F8F696F}"/>
              </a:ext>
            </a:extLst>
          </p:cNvPr>
          <p:cNvSpPr txBox="1"/>
          <p:nvPr/>
        </p:nvSpPr>
        <p:spPr>
          <a:xfrm>
            <a:off x="4645378" y="2905709"/>
            <a:ext cx="570089" cy="230832"/>
          </a:xfrm>
          <a:prstGeom prst="rect">
            <a:avLst/>
          </a:prstGeom>
          <a:noFill/>
        </p:spPr>
        <p:txBody>
          <a:bodyPr wrap="square" rtlCol="0">
            <a:spAutoFit/>
          </a:bodyPr>
          <a:lstStyle/>
          <a:p>
            <a:pPr algn="ctr"/>
            <a:r>
              <a:rPr lang="en-US" sz="900" dirty="0"/>
              <a:t>589</a:t>
            </a:r>
          </a:p>
        </p:txBody>
      </p:sp>
      <p:sp>
        <p:nvSpPr>
          <p:cNvPr id="27" name="TextBox 26">
            <a:extLst>
              <a:ext uri="{FF2B5EF4-FFF2-40B4-BE49-F238E27FC236}">
                <a16:creationId xmlns:a16="http://schemas.microsoft.com/office/drawing/2014/main" id="{5EB743FC-61A3-C7CE-F5AC-7953348A4F96}"/>
              </a:ext>
            </a:extLst>
          </p:cNvPr>
          <p:cNvSpPr txBox="1"/>
          <p:nvPr/>
        </p:nvSpPr>
        <p:spPr>
          <a:xfrm>
            <a:off x="4645378" y="3406653"/>
            <a:ext cx="570089" cy="230832"/>
          </a:xfrm>
          <a:prstGeom prst="rect">
            <a:avLst/>
          </a:prstGeom>
          <a:noFill/>
        </p:spPr>
        <p:txBody>
          <a:bodyPr wrap="square" rtlCol="0">
            <a:spAutoFit/>
          </a:bodyPr>
          <a:lstStyle/>
          <a:p>
            <a:pPr algn="ctr"/>
            <a:r>
              <a:rPr lang="en-US" sz="900" dirty="0"/>
              <a:t>589</a:t>
            </a:r>
          </a:p>
        </p:txBody>
      </p:sp>
      <p:sp>
        <p:nvSpPr>
          <p:cNvPr id="30" name="TextBox 29">
            <a:extLst>
              <a:ext uri="{FF2B5EF4-FFF2-40B4-BE49-F238E27FC236}">
                <a16:creationId xmlns:a16="http://schemas.microsoft.com/office/drawing/2014/main" id="{BDF1F065-64B6-07B8-2706-335A48011AAE}"/>
              </a:ext>
            </a:extLst>
          </p:cNvPr>
          <p:cNvSpPr txBox="1"/>
          <p:nvPr/>
        </p:nvSpPr>
        <p:spPr>
          <a:xfrm>
            <a:off x="5650090" y="1402877"/>
            <a:ext cx="570089" cy="230832"/>
          </a:xfrm>
          <a:prstGeom prst="rect">
            <a:avLst/>
          </a:prstGeom>
          <a:noFill/>
        </p:spPr>
        <p:txBody>
          <a:bodyPr wrap="square" rtlCol="0">
            <a:spAutoFit/>
          </a:bodyPr>
          <a:lstStyle/>
          <a:p>
            <a:pPr algn="ctr"/>
            <a:r>
              <a:rPr lang="en-US" sz="900" dirty="0"/>
              <a:t>89</a:t>
            </a:r>
          </a:p>
        </p:txBody>
      </p:sp>
      <p:sp>
        <p:nvSpPr>
          <p:cNvPr id="32" name="TextBox 31">
            <a:extLst>
              <a:ext uri="{FF2B5EF4-FFF2-40B4-BE49-F238E27FC236}">
                <a16:creationId xmlns:a16="http://schemas.microsoft.com/office/drawing/2014/main" id="{FC8DCA37-FB08-3720-8FF6-5C8A071769A1}"/>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EEC7715F-9EDF-FF21-9CFC-865C2A454C4A}"/>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1C3396CA-CB5C-5F92-2D9C-FA9EA7650B4E}"/>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3B9DB935-13A6-D965-014C-93047AE0F6EC}"/>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60BE0EB8-1A71-B87D-4307-3683A5FB0767}"/>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97A2C41E-1BDE-BCBA-4373-5945EDF57E48}"/>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70D1CC09-7655-CD35-490B-DD149F0B8430}"/>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24297A75-F575-CF77-6A7A-98ECDBC27473}"/>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A581FF1F-494B-7F01-ECDA-7011589BBF93}"/>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F878D5CB-5553-F6DA-3DB6-CA5CF6415DE5}"/>
              </a:ext>
            </a:extLst>
          </p:cNvPr>
          <p:cNvSpPr txBox="1"/>
          <p:nvPr/>
        </p:nvSpPr>
        <p:spPr>
          <a:xfrm>
            <a:off x="5147734" y="2404765"/>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7BCA5F13-4B71-D0F0-7130-6F7B724B0AC8}"/>
              </a:ext>
            </a:extLst>
          </p:cNvPr>
          <p:cNvSpPr txBox="1"/>
          <p:nvPr/>
        </p:nvSpPr>
        <p:spPr>
          <a:xfrm>
            <a:off x="5147734" y="2905709"/>
            <a:ext cx="570089" cy="230832"/>
          </a:xfrm>
          <a:prstGeom prst="rect">
            <a:avLst/>
          </a:prstGeom>
          <a:noFill/>
        </p:spPr>
        <p:txBody>
          <a:bodyPr wrap="square" rtlCol="0">
            <a:spAutoFit/>
          </a:bodyPr>
          <a:lstStyle/>
          <a:p>
            <a:pPr algn="ctr"/>
            <a:r>
              <a:rPr lang="en-US" sz="900" dirty="0"/>
              <a:t>124</a:t>
            </a:r>
          </a:p>
        </p:txBody>
      </p:sp>
      <p:sp>
        <p:nvSpPr>
          <p:cNvPr id="36" name="TextBox 35">
            <a:extLst>
              <a:ext uri="{FF2B5EF4-FFF2-40B4-BE49-F238E27FC236}">
                <a16:creationId xmlns:a16="http://schemas.microsoft.com/office/drawing/2014/main" id="{6B79B5FE-7AB2-3753-F7B9-E30A25D758F9}"/>
              </a:ext>
            </a:extLst>
          </p:cNvPr>
          <p:cNvSpPr txBox="1"/>
          <p:nvPr/>
        </p:nvSpPr>
        <p:spPr>
          <a:xfrm>
            <a:off x="5147734" y="3406653"/>
            <a:ext cx="570089" cy="230832"/>
          </a:xfrm>
          <a:prstGeom prst="rect">
            <a:avLst/>
          </a:prstGeom>
          <a:noFill/>
        </p:spPr>
        <p:txBody>
          <a:bodyPr wrap="square" rtlCol="0">
            <a:spAutoFit/>
          </a:bodyPr>
          <a:lstStyle/>
          <a:p>
            <a:pPr algn="ctr"/>
            <a:r>
              <a:rPr lang="en-US" sz="900" dirty="0"/>
              <a:t>124</a:t>
            </a:r>
          </a:p>
        </p:txBody>
      </p:sp>
      <p:sp>
        <p:nvSpPr>
          <p:cNvPr id="37" name="TextBox 36">
            <a:extLst>
              <a:ext uri="{FF2B5EF4-FFF2-40B4-BE49-F238E27FC236}">
                <a16:creationId xmlns:a16="http://schemas.microsoft.com/office/drawing/2014/main" id="{B0C0CAAA-2781-5861-6F6A-85641CF81B8C}"/>
              </a:ext>
            </a:extLst>
          </p:cNvPr>
          <p:cNvSpPr txBox="1"/>
          <p:nvPr/>
        </p:nvSpPr>
        <p:spPr>
          <a:xfrm>
            <a:off x="5650090" y="3406653"/>
            <a:ext cx="570089" cy="230832"/>
          </a:xfrm>
          <a:prstGeom prst="rect">
            <a:avLst/>
          </a:prstGeom>
          <a:noFill/>
        </p:spPr>
        <p:txBody>
          <a:bodyPr wrap="square" rtlCol="0">
            <a:spAutoFit/>
          </a:bodyPr>
          <a:lstStyle/>
          <a:p>
            <a:pPr algn="ctr"/>
            <a:r>
              <a:rPr lang="en-US" sz="900" dirty="0"/>
              <a:t>98</a:t>
            </a:r>
          </a:p>
        </p:txBody>
      </p:sp>
      <p:sp>
        <p:nvSpPr>
          <p:cNvPr id="38" name="TextBox 37">
            <a:extLst>
              <a:ext uri="{FF2B5EF4-FFF2-40B4-BE49-F238E27FC236}">
                <a16:creationId xmlns:a16="http://schemas.microsoft.com/office/drawing/2014/main" id="{8F3D508D-2240-D897-8AB1-0D80B06CC2EB}"/>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B7710C18-A767-9841-097E-DD81977059A3}"/>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E977535D-E916-C140-6DEC-591BD1DB3549}"/>
              </a:ext>
            </a:extLst>
          </p:cNvPr>
          <p:cNvSpPr txBox="1"/>
          <p:nvPr/>
        </p:nvSpPr>
        <p:spPr>
          <a:xfrm>
            <a:off x="4143022" y="1903821"/>
            <a:ext cx="570089" cy="230832"/>
          </a:xfrm>
          <a:prstGeom prst="rect">
            <a:avLst/>
          </a:prstGeom>
          <a:noFill/>
        </p:spPr>
        <p:txBody>
          <a:bodyPr wrap="square" rtlCol="0">
            <a:spAutoFit/>
          </a:bodyPr>
          <a:lstStyle/>
          <a:p>
            <a:pPr algn="ctr"/>
            <a:r>
              <a:rPr lang="en-US" sz="900" dirty="0"/>
              <a:t>678</a:t>
            </a:r>
          </a:p>
        </p:txBody>
      </p:sp>
      <p:sp>
        <p:nvSpPr>
          <p:cNvPr id="42" name="TextBox 41">
            <a:extLst>
              <a:ext uri="{FF2B5EF4-FFF2-40B4-BE49-F238E27FC236}">
                <a16:creationId xmlns:a16="http://schemas.microsoft.com/office/drawing/2014/main" id="{5DBD8190-E213-3676-C257-38DF8EE907FC}"/>
              </a:ext>
            </a:extLst>
          </p:cNvPr>
          <p:cNvSpPr txBox="1"/>
          <p:nvPr/>
        </p:nvSpPr>
        <p:spPr>
          <a:xfrm>
            <a:off x="4143022" y="901933"/>
            <a:ext cx="570089" cy="230832"/>
          </a:xfrm>
          <a:prstGeom prst="rect">
            <a:avLst/>
          </a:prstGeom>
          <a:noFill/>
        </p:spPr>
        <p:txBody>
          <a:bodyPr wrap="square" rtlCol="0">
            <a:spAutoFit/>
          </a:bodyPr>
          <a:lstStyle/>
          <a:p>
            <a:pPr algn="ctr"/>
            <a:r>
              <a:rPr lang="en-US" sz="900" dirty="0"/>
              <a:t>458</a:t>
            </a:r>
          </a:p>
        </p:txBody>
      </p:sp>
      <p:sp>
        <p:nvSpPr>
          <p:cNvPr id="43" name="TextBox 42">
            <a:extLst>
              <a:ext uri="{FF2B5EF4-FFF2-40B4-BE49-F238E27FC236}">
                <a16:creationId xmlns:a16="http://schemas.microsoft.com/office/drawing/2014/main" id="{2DCDBFB4-2233-0892-A190-3EAF6CF7AF13}"/>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87273223-0278-A343-C1D1-559982E40C02}"/>
              </a:ext>
            </a:extLst>
          </p:cNvPr>
          <p:cNvSpPr txBox="1"/>
          <p:nvPr/>
        </p:nvSpPr>
        <p:spPr>
          <a:xfrm>
            <a:off x="6654802" y="901933"/>
            <a:ext cx="570089" cy="230832"/>
          </a:xfrm>
          <a:prstGeom prst="rect">
            <a:avLst/>
          </a:prstGeom>
          <a:noFill/>
        </p:spPr>
        <p:txBody>
          <a:bodyPr wrap="square" rtlCol="0">
            <a:spAutoFit/>
          </a:bodyPr>
          <a:lstStyle/>
          <a:p>
            <a:pPr algn="ctr"/>
            <a:r>
              <a:rPr lang="en-US" sz="900" dirty="0"/>
              <a:t>458</a:t>
            </a:r>
          </a:p>
        </p:txBody>
      </p:sp>
      <p:sp>
        <p:nvSpPr>
          <p:cNvPr id="45" name="TextBox 44">
            <a:extLst>
              <a:ext uri="{FF2B5EF4-FFF2-40B4-BE49-F238E27FC236}">
                <a16:creationId xmlns:a16="http://schemas.microsoft.com/office/drawing/2014/main" id="{CCD2F7E4-540B-9C06-5314-292104DFCDDC}"/>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13457</a:t>
            </a:r>
          </a:p>
        </p:txBody>
      </p:sp>
      <p:sp>
        <p:nvSpPr>
          <p:cNvPr id="46" name="TextBox 45">
            <a:extLst>
              <a:ext uri="{FF2B5EF4-FFF2-40B4-BE49-F238E27FC236}">
                <a16:creationId xmlns:a16="http://schemas.microsoft.com/office/drawing/2014/main" id="{55642957-2291-430E-E9DD-EB5105AB54F7}"/>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3457</a:t>
            </a:r>
          </a:p>
        </p:txBody>
      </p:sp>
      <p:sp>
        <p:nvSpPr>
          <p:cNvPr id="47" name="TextBox 46">
            <a:extLst>
              <a:ext uri="{FF2B5EF4-FFF2-40B4-BE49-F238E27FC236}">
                <a16:creationId xmlns:a16="http://schemas.microsoft.com/office/drawing/2014/main" id="{4E292910-DA74-DAA9-7ADA-B5C052615B43}"/>
              </a:ext>
            </a:extLst>
          </p:cNvPr>
          <p:cNvSpPr txBox="1"/>
          <p:nvPr/>
        </p:nvSpPr>
        <p:spPr>
          <a:xfrm>
            <a:off x="6152446" y="1402877"/>
            <a:ext cx="570089" cy="230832"/>
          </a:xfrm>
          <a:prstGeom prst="rect">
            <a:avLst/>
          </a:prstGeom>
          <a:noFill/>
        </p:spPr>
        <p:txBody>
          <a:bodyPr wrap="square" rtlCol="0">
            <a:spAutoFit/>
          </a:bodyPr>
          <a:lstStyle/>
          <a:p>
            <a:pPr algn="ctr"/>
            <a:r>
              <a:rPr lang="en-US" sz="900" dirty="0"/>
              <a:t>1347</a:t>
            </a:r>
          </a:p>
        </p:txBody>
      </p:sp>
      <p:sp>
        <p:nvSpPr>
          <p:cNvPr id="48" name="TextBox 47">
            <a:extLst>
              <a:ext uri="{FF2B5EF4-FFF2-40B4-BE49-F238E27FC236}">
                <a16:creationId xmlns:a16="http://schemas.microsoft.com/office/drawing/2014/main" id="{F5A38358-ED87-930F-D670-B0ED7380A9AF}"/>
              </a:ext>
            </a:extLst>
          </p:cNvPr>
          <p:cNvSpPr txBox="1"/>
          <p:nvPr/>
        </p:nvSpPr>
        <p:spPr>
          <a:xfrm>
            <a:off x="7157158" y="1402877"/>
            <a:ext cx="570089" cy="230832"/>
          </a:xfrm>
          <a:prstGeom prst="rect">
            <a:avLst/>
          </a:prstGeom>
          <a:noFill/>
        </p:spPr>
        <p:txBody>
          <a:bodyPr wrap="square" rtlCol="0">
            <a:spAutoFit/>
          </a:bodyPr>
          <a:lstStyle/>
          <a:p>
            <a:pPr algn="ctr"/>
            <a:r>
              <a:rPr lang="en-US" sz="900" dirty="0"/>
              <a:t>13457</a:t>
            </a:r>
          </a:p>
        </p:txBody>
      </p:sp>
      <p:sp>
        <p:nvSpPr>
          <p:cNvPr id="49" name="TextBox 48">
            <a:extLst>
              <a:ext uri="{FF2B5EF4-FFF2-40B4-BE49-F238E27FC236}">
                <a16:creationId xmlns:a16="http://schemas.microsoft.com/office/drawing/2014/main" id="{99940A94-D85E-ADFF-D1AC-A654A97E1EDE}"/>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3457</a:t>
            </a:r>
          </a:p>
        </p:txBody>
      </p:sp>
      <p:sp>
        <p:nvSpPr>
          <p:cNvPr id="50" name="TextBox 49">
            <a:extLst>
              <a:ext uri="{FF2B5EF4-FFF2-40B4-BE49-F238E27FC236}">
                <a16:creationId xmlns:a16="http://schemas.microsoft.com/office/drawing/2014/main" id="{AF3D7065-6F48-736D-5C3F-9DEAF68E5AB3}"/>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13678</a:t>
            </a:r>
          </a:p>
        </p:txBody>
      </p:sp>
      <p:sp>
        <p:nvSpPr>
          <p:cNvPr id="51" name="TextBox 50">
            <a:extLst>
              <a:ext uri="{FF2B5EF4-FFF2-40B4-BE49-F238E27FC236}">
                <a16:creationId xmlns:a16="http://schemas.microsoft.com/office/drawing/2014/main" id="{74777E80-A322-B3CA-EA81-55D206B592F1}"/>
              </a:ext>
            </a:extLst>
          </p:cNvPr>
          <p:cNvSpPr txBox="1"/>
          <p:nvPr/>
        </p:nvSpPr>
        <p:spPr>
          <a:xfrm>
            <a:off x="6654802" y="1903821"/>
            <a:ext cx="570089" cy="230832"/>
          </a:xfrm>
          <a:prstGeom prst="rect">
            <a:avLst/>
          </a:prstGeom>
          <a:noFill/>
        </p:spPr>
        <p:txBody>
          <a:bodyPr wrap="square" rtlCol="0">
            <a:spAutoFit/>
          </a:bodyPr>
          <a:lstStyle/>
          <a:p>
            <a:pPr algn="ctr"/>
            <a:r>
              <a:rPr lang="en-US" sz="900" dirty="0"/>
              <a:t>1378</a:t>
            </a:r>
          </a:p>
        </p:txBody>
      </p:sp>
      <p:sp>
        <p:nvSpPr>
          <p:cNvPr id="52" name="TextBox 51">
            <a:extLst>
              <a:ext uri="{FF2B5EF4-FFF2-40B4-BE49-F238E27FC236}">
                <a16:creationId xmlns:a16="http://schemas.microsoft.com/office/drawing/2014/main" id="{4377984C-BA3C-BC2D-2BAC-960C2F9F5640}"/>
              </a:ext>
            </a:extLst>
          </p:cNvPr>
          <p:cNvSpPr txBox="1"/>
          <p:nvPr/>
        </p:nvSpPr>
        <p:spPr>
          <a:xfrm>
            <a:off x="7157158" y="1903821"/>
            <a:ext cx="570089" cy="230832"/>
          </a:xfrm>
          <a:prstGeom prst="rect">
            <a:avLst/>
          </a:prstGeom>
          <a:noFill/>
        </p:spPr>
        <p:txBody>
          <a:bodyPr wrap="square" rtlCol="0">
            <a:spAutoFit/>
          </a:bodyPr>
          <a:lstStyle/>
          <a:p>
            <a:pPr algn="ctr"/>
            <a:r>
              <a:rPr lang="en-US" sz="900" dirty="0"/>
              <a:t>1378</a:t>
            </a:r>
          </a:p>
        </p:txBody>
      </p:sp>
      <p:sp>
        <p:nvSpPr>
          <p:cNvPr id="53" name="TextBox 52">
            <a:extLst>
              <a:ext uri="{FF2B5EF4-FFF2-40B4-BE49-F238E27FC236}">
                <a16:creationId xmlns:a16="http://schemas.microsoft.com/office/drawing/2014/main" id="{13473B21-CBDD-F43C-BE5E-3DB8364F0A19}"/>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3678</a:t>
            </a:r>
          </a:p>
        </p:txBody>
      </p:sp>
      <p:sp>
        <p:nvSpPr>
          <p:cNvPr id="54" name="TextBox 53">
            <a:extLst>
              <a:ext uri="{FF2B5EF4-FFF2-40B4-BE49-F238E27FC236}">
                <a16:creationId xmlns:a16="http://schemas.microsoft.com/office/drawing/2014/main" id="{18F52C99-C4C3-44CF-4E55-CEC50C60FDCF}"/>
              </a:ext>
            </a:extLst>
          </p:cNvPr>
          <p:cNvSpPr txBox="1"/>
          <p:nvPr/>
        </p:nvSpPr>
        <p:spPr>
          <a:xfrm>
            <a:off x="3640666" y="2404765"/>
            <a:ext cx="570089" cy="230832"/>
          </a:xfrm>
          <a:prstGeom prst="rect">
            <a:avLst/>
          </a:prstGeom>
          <a:noFill/>
        </p:spPr>
        <p:txBody>
          <a:bodyPr wrap="square" rtlCol="0">
            <a:spAutoFit/>
          </a:bodyPr>
          <a:lstStyle/>
          <a:p>
            <a:pPr algn="ctr"/>
            <a:r>
              <a:rPr lang="en-US" sz="900" dirty="0"/>
              <a:t>3478</a:t>
            </a:r>
          </a:p>
        </p:txBody>
      </p:sp>
      <p:sp>
        <p:nvSpPr>
          <p:cNvPr id="55" name="TextBox 54">
            <a:extLst>
              <a:ext uri="{FF2B5EF4-FFF2-40B4-BE49-F238E27FC236}">
                <a16:creationId xmlns:a16="http://schemas.microsoft.com/office/drawing/2014/main" id="{C8562997-4F58-57B5-518C-B19399BF6E09}"/>
              </a:ext>
            </a:extLst>
          </p:cNvPr>
          <p:cNvSpPr txBox="1"/>
          <p:nvPr/>
        </p:nvSpPr>
        <p:spPr>
          <a:xfrm>
            <a:off x="6654802" y="2404765"/>
            <a:ext cx="570089" cy="230832"/>
          </a:xfrm>
          <a:prstGeom prst="rect">
            <a:avLst/>
          </a:prstGeom>
          <a:noFill/>
        </p:spPr>
        <p:txBody>
          <a:bodyPr wrap="square" rtlCol="0">
            <a:spAutoFit/>
          </a:bodyPr>
          <a:lstStyle/>
          <a:p>
            <a:pPr algn="ctr"/>
            <a:r>
              <a:rPr lang="en-US" sz="900" dirty="0"/>
              <a:t>34789</a:t>
            </a:r>
          </a:p>
        </p:txBody>
      </p:sp>
      <p:sp>
        <p:nvSpPr>
          <p:cNvPr id="56" name="TextBox 55">
            <a:extLst>
              <a:ext uri="{FF2B5EF4-FFF2-40B4-BE49-F238E27FC236}">
                <a16:creationId xmlns:a16="http://schemas.microsoft.com/office/drawing/2014/main" id="{23573EF2-A081-80AC-BEB2-B2DFF7BFC4AF}"/>
              </a:ext>
            </a:extLst>
          </p:cNvPr>
          <p:cNvSpPr txBox="1"/>
          <p:nvPr/>
        </p:nvSpPr>
        <p:spPr>
          <a:xfrm>
            <a:off x="7157158" y="2404765"/>
            <a:ext cx="570089" cy="230832"/>
          </a:xfrm>
          <a:prstGeom prst="rect">
            <a:avLst/>
          </a:prstGeom>
          <a:noFill/>
        </p:spPr>
        <p:txBody>
          <a:bodyPr wrap="square" rtlCol="0">
            <a:spAutoFit/>
          </a:bodyPr>
          <a:lstStyle/>
          <a:p>
            <a:pPr algn="ctr"/>
            <a:r>
              <a:rPr lang="en-US" sz="900" dirty="0"/>
              <a:t>34789</a:t>
            </a:r>
          </a:p>
        </p:txBody>
      </p:sp>
      <p:sp>
        <p:nvSpPr>
          <p:cNvPr id="57" name="TextBox 56">
            <a:extLst>
              <a:ext uri="{FF2B5EF4-FFF2-40B4-BE49-F238E27FC236}">
                <a16:creationId xmlns:a16="http://schemas.microsoft.com/office/drawing/2014/main" id="{3BF6AC2B-4AA4-D371-0E9A-121E55A4A822}"/>
              </a:ext>
            </a:extLst>
          </p:cNvPr>
          <p:cNvSpPr txBox="1"/>
          <p:nvPr/>
        </p:nvSpPr>
        <p:spPr>
          <a:xfrm>
            <a:off x="3138310" y="2404765"/>
            <a:ext cx="570089" cy="230832"/>
          </a:xfrm>
          <a:prstGeom prst="rect">
            <a:avLst/>
          </a:prstGeom>
          <a:noFill/>
        </p:spPr>
        <p:txBody>
          <a:bodyPr wrap="square" rtlCol="0">
            <a:spAutoFit/>
          </a:bodyPr>
          <a:lstStyle/>
          <a:p>
            <a:pPr algn="ctr"/>
            <a:r>
              <a:rPr lang="en-US" sz="900" dirty="0"/>
              <a:t>4789</a:t>
            </a:r>
          </a:p>
        </p:txBody>
      </p:sp>
      <p:sp>
        <p:nvSpPr>
          <p:cNvPr id="58" name="TextBox 57">
            <a:extLst>
              <a:ext uri="{FF2B5EF4-FFF2-40B4-BE49-F238E27FC236}">
                <a16:creationId xmlns:a16="http://schemas.microsoft.com/office/drawing/2014/main" id="{21578401-204B-987E-C999-D0734132A15A}"/>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EC60BDF1-D370-5C19-8EBF-0AC40D056420}"/>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60" name="TextBox 59">
            <a:extLst>
              <a:ext uri="{FF2B5EF4-FFF2-40B4-BE49-F238E27FC236}">
                <a16:creationId xmlns:a16="http://schemas.microsoft.com/office/drawing/2014/main" id="{14DD4D50-C253-B2F7-5308-C2D09E2A0293}"/>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E206AB81-509D-4627-F895-6BD0575110FC}"/>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172296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A666B-40F1-D234-D643-AE5725D667F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0C1134-24A2-11B4-342A-E0D09270D888}"/>
              </a:ext>
            </a:extLst>
          </p:cNvPr>
          <p:cNvSpPr>
            <a:spLocks noGrp="1"/>
          </p:cNvSpPr>
          <p:nvPr>
            <p:ph sz="half" idx="1"/>
          </p:nvPr>
        </p:nvSpPr>
        <p:spPr/>
        <p:txBody>
          <a:bodyPr>
            <a:normAutofit/>
          </a:bodyPr>
          <a:lstStyle/>
          <a:p>
            <a:r>
              <a:rPr lang="en-US" dirty="0"/>
              <a:t>In the lower left and lower right blocks, white cells next to grey cells cannot be 9. Therefore, in the lower left block, 9 is in Column 1, and in the lower right block, 9 is in Column 9. (Grey cells can’t be 1.)</a:t>
            </a:r>
          </a:p>
        </p:txBody>
      </p:sp>
      <p:pic>
        <p:nvPicPr>
          <p:cNvPr id="4" name="Picture 3" descr="A grid of sudoku puzzle&#10;&#10;Description automatically generated">
            <a:extLst>
              <a:ext uri="{FF2B5EF4-FFF2-40B4-BE49-F238E27FC236}">
                <a16:creationId xmlns:a16="http://schemas.microsoft.com/office/drawing/2014/main" id="{78CD6E70-002C-DE21-28AC-C25B013B804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278BA7B-B585-998A-0A46-B34D65106B3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1A82A6F-83C7-946D-8543-6CBAAE4FB4F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94B1329-6338-C701-6F03-5BDE930FAA5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45EE365-B9A6-9120-3718-10D919ED3D83}"/>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DE64F28B-E41F-B1E8-2CAE-2FEDB1A0ADEC}"/>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1960E44C-D4E2-D643-B161-BB3F59FA51C1}"/>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0A41A3DD-9E7B-74E3-5717-F9A76013D20D}"/>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5E069546-CBEA-173C-8F6D-A21E92240586}"/>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968014D4-544F-93F4-A638-15B927D3CBE7}"/>
              </a:ext>
            </a:extLst>
          </p:cNvPr>
          <p:cNvSpPr txBox="1"/>
          <p:nvPr/>
        </p:nvSpPr>
        <p:spPr>
          <a:xfrm>
            <a:off x="4143022" y="4408541"/>
            <a:ext cx="570089" cy="230832"/>
          </a:xfrm>
          <a:prstGeom prst="rect">
            <a:avLst/>
          </a:prstGeom>
          <a:noFill/>
        </p:spPr>
        <p:txBody>
          <a:bodyPr wrap="square" rtlCol="0">
            <a:spAutoFit/>
          </a:bodyPr>
          <a:lstStyle/>
          <a:p>
            <a:pPr algn="ctr"/>
            <a:r>
              <a:rPr lang="en-US" sz="900" dirty="0"/>
              <a:t>4578</a:t>
            </a:r>
          </a:p>
        </p:txBody>
      </p:sp>
      <p:sp>
        <p:nvSpPr>
          <p:cNvPr id="13" name="TextBox 12">
            <a:extLst>
              <a:ext uri="{FF2B5EF4-FFF2-40B4-BE49-F238E27FC236}">
                <a16:creationId xmlns:a16="http://schemas.microsoft.com/office/drawing/2014/main" id="{B7CF6FC8-DDBB-C328-7997-9E704C882B9F}"/>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D0A19077-01EA-58D7-F363-8D7CAB72B888}"/>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D5F614C8-9746-89AB-3CCE-B7C45881A706}"/>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2279BF98-DDE7-59C0-293A-9904A38F3E4B}"/>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4B3C11E6-43EE-4034-91D6-DC25956FFF25}"/>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17D52457-B66E-690E-35D4-3E74BF386D15}"/>
              </a:ext>
            </a:extLst>
          </p:cNvPr>
          <p:cNvSpPr txBox="1"/>
          <p:nvPr/>
        </p:nvSpPr>
        <p:spPr>
          <a:xfrm>
            <a:off x="4645378" y="1402877"/>
            <a:ext cx="570089" cy="230832"/>
          </a:xfrm>
          <a:prstGeom prst="rect">
            <a:avLst/>
          </a:prstGeom>
          <a:noFill/>
        </p:spPr>
        <p:txBody>
          <a:bodyPr wrap="square" rtlCol="0">
            <a:spAutoFit/>
          </a:bodyPr>
          <a:lstStyle/>
          <a:p>
            <a:pPr algn="ctr"/>
            <a:r>
              <a:rPr lang="en-US" sz="900" dirty="0"/>
              <a:t>98</a:t>
            </a:r>
          </a:p>
        </p:txBody>
      </p:sp>
      <p:sp>
        <p:nvSpPr>
          <p:cNvPr id="26" name="TextBox 25">
            <a:extLst>
              <a:ext uri="{FF2B5EF4-FFF2-40B4-BE49-F238E27FC236}">
                <a16:creationId xmlns:a16="http://schemas.microsoft.com/office/drawing/2014/main" id="{55FDD368-A948-A648-36B3-35E2D84C89DE}"/>
              </a:ext>
            </a:extLst>
          </p:cNvPr>
          <p:cNvSpPr txBox="1"/>
          <p:nvPr/>
        </p:nvSpPr>
        <p:spPr>
          <a:xfrm>
            <a:off x="4645378" y="2905709"/>
            <a:ext cx="570089" cy="230832"/>
          </a:xfrm>
          <a:prstGeom prst="rect">
            <a:avLst/>
          </a:prstGeom>
          <a:noFill/>
        </p:spPr>
        <p:txBody>
          <a:bodyPr wrap="square" rtlCol="0">
            <a:spAutoFit/>
          </a:bodyPr>
          <a:lstStyle/>
          <a:p>
            <a:pPr algn="ctr"/>
            <a:r>
              <a:rPr lang="en-US" sz="900" dirty="0"/>
              <a:t>589</a:t>
            </a:r>
          </a:p>
        </p:txBody>
      </p:sp>
      <p:sp>
        <p:nvSpPr>
          <p:cNvPr id="27" name="TextBox 26">
            <a:extLst>
              <a:ext uri="{FF2B5EF4-FFF2-40B4-BE49-F238E27FC236}">
                <a16:creationId xmlns:a16="http://schemas.microsoft.com/office/drawing/2014/main" id="{D1324CCE-609A-019A-179F-19B9801ACF5F}"/>
              </a:ext>
            </a:extLst>
          </p:cNvPr>
          <p:cNvSpPr txBox="1"/>
          <p:nvPr/>
        </p:nvSpPr>
        <p:spPr>
          <a:xfrm>
            <a:off x="4645378" y="3406653"/>
            <a:ext cx="570089" cy="230832"/>
          </a:xfrm>
          <a:prstGeom prst="rect">
            <a:avLst/>
          </a:prstGeom>
          <a:noFill/>
        </p:spPr>
        <p:txBody>
          <a:bodyPr wrap="square" rtlCol="0">
            <a:spAutoFit/>
          </a:bodyPr>
          <a:lstStyle/>
          <a:p>
            <a:pPr algn="ctr"/>
            <a:r>
              <a:rPr lang="en-US" sz="900" dirty="0"/>
              <a:t>589</a:t>
            </a:r>
          </a:p>
        </p:txBody>
      </p:sp>
      <p:sp>
        <p:nvSpPr>
          <p:cNvPr id="30" name="TextBox 29">
            <a:extLst>
              <a:ext uri="{FF2B5EF4-FFF2-40B4-BE49-F238E27FC236}">
                <a16:creationId xmlns:a16="http://schemas.microsoft.com/office/drawing/2014/main" id="{D4591676-EB78-AF96-8934-B7BF2D448CA8}"/>
              </a:ext>
            </a:extLst>
          </p:cNvPr>
          <p:cNvSpPr txBox="1"/>
          <p:nvPr/>
        </p:nvSpPr>
        <p:spPr>
          <a:xfrm>
            <a:off x="5650090" y="1402877"/>
            <a:ext cx="570089" cy="230832"/>
          </a:xfrm>
          <a:prstGeom prst="rect">
            <a:avLst/>
          </a:prstGeom>
          <a:noFill/>
        </p:spPr>
        <p:txBody>
          <a:bodyPr wrap="square" rtlCol="0">
            <a:spAutoFit/>
          </a:bodyPr>
          <a:lstStyle/>
          <a:p>
            <a:pPr algn="ctr"/>
            <a:r>
              <a:rPr lang="en-US" sz="900" dirty="0"/>
              <a:t>89</a:t>
            </a:r>
          </a:p>
        </p:txBody>
      </p:sp>
      <p:sp>
        <p:nvSpPr>
          <p:cNvPr id="32" name="TextBox 31">
            <a:extLst>
              <a:ext uri="{FF2B5EF4-FFF2-40B4-BE49-F238E27FC236}">
                <a16:creationId xmlns:a16="http://schemas.microsoft.com/office/drawing/2014/main" id="{788495A4-483C-A5AC-8CBA-6833A85BE237}"/>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475DA0B8-94C2-7105-ACCF-0871F92DF54A}"/>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25E09A69-4248-A2ED-379F-7BAFE5F83370}"/>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331F1309-2F71-A5C9-D35B-1C5AD62F794B}"/>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65F7FE05-6278-C3F9-1BB2-27B7E63F4627}"/>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EC5BAB5B-4DA9-407A-1BF2-7E2BAB3E32CF}"/>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B7FDAC7D-305D-B93B-AD55-DF6FE7673BF2}"/>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41E4EDDE-A9BC-9AAD-1950-2CBCDE394B98}"/>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2616E471-B5BB-C682-A60A-EC7B14059B7B}"/>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9A066C6A-B7FD-3EED-4683-D1546957B907}"/>
              </a:ext>
            </a:extLst>
          </p:cNvPr>
          <p:cNvSpPr txBox="1"/>
          <p:nvPr/>
        </p:nvSpPr>
        <p:spPr>
          <a:xfrm>
            <a:off x="5147734" y="2404765"/>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24A2AC30-70A5-BCA6-F67C-B93CFBA1C9CC}"/>
              </a:ext>
            </a:extLst>
          </p:cNvPr>
          <p:cNvSpPr txBox="1"/>
          <p:nvPr/>
        </p:nvSpPr>
        <p:spPr>
          <a:xfrm>
            <a:off x="5147734" y="2905709"/>
            <a:ext cx="570089" cy="230832"/>
          </a:xfrm>
          <a:prstGeom prst="rect">
            <a:avLst/>
          </a:prstGeom>
          <a:noFill/>
        </p:spPr>
        <p:txBody>
          <a:bodyPr wrap="square" rtlCol="0">
            <a:spAutoFit/>
          </a:bodyPr>
          <a:lstStyle/>
          <a:p>
            <a:pPr algn="ctr"/>
            <a:r>
              <a:rPr lang="en-US" sz="900" dirty="0"/>
              <a:t>124</a:t>
            </a:r>
          </a:p>
        </p:txBody>
      </p:sp>
      <p:sp>
        <p:nvSpPr>
          <p:cNvPr id="36" name="TextBox 35">
            <a:extLst>
              <a:ext uri="{FF2B5EF4-FFF2-40B4-BE49-F238E27FC236}">
                <a16:creationId xmlns:a16="http://schemas.microsoft.com/office/drawing/2014/main" id="{2F9E716B-A36F-6B23-D5F4-79BC8F5AF878}"/>
              </a:ext>
            </a:extLst>
          </p:cNvPr>
          <p:cNvSpPr txBox="1"/>
          <p:nvPr/>
        </p:nvSpPr>
        <p:spPr>
          <a:xfrm>
            <a:off x="5147734" y="3406653"/>
            <a:ext cx="570089" cy="230832"/>
          </a:xfrm>
          <a:prstGeom prst="rect">
            <a:avLst/>
          </a:prstGeom>
          <a:noFill/>
        </p:spPr>
        <p:txBody>
          <a:bodyPr wrap="square" rtlCol="0">
            <a:spAutoFit/>
          </a:bodyPr>
          <a:lstStyle/>
          <a:p>
            <a:pPr algn="ctr"/>
            <a:r>
              <a:rPr lang="en-US" sz="900" dirty="0"/>
              <a:t>124</a:t>
            </a:r>
          </a:p>
        </p:txBody>
      </p:sp>
      <p:sp>
        <p:nvSpPr>
          <p:cNvPr id="37" name="TextBox 36">
            <a:extLst>
              <a:ext uri="{FF2B5EF4-FFF2-40B4-BE49-F238E27FC236}">
                <a16:creationId xmlns:a16="http://schemas.microsoft.com/office/drawing/2014/main" id="{9307065C-B367-3977-8F9C-C77D26974CFE}"/>
              </a:ext>
            </a:extLst>
          </p:cNvPr>
          <p:cNvSpPr txBox="1"/>
          <p:nvPr/>
        </p:nvSpPr>
        <p:spPr>
          <a:xfrm>
            <a:off x="5650090" y="3406653"/>
            <a:ext cx="570089" cy="230832"/>
          </a:xfrm>
          <a:prstGeom prst="rect">
            <a:avLst/>
          </a:prstGeom>
          <a:noFill/>
        </p:spPr>
        <p:txBody>
          <a:bodyPr wrap="square" rtlCol="0">
            <a:spAutoFit/>
          </a:bodyPr>
          <a:lstStyle/>
          <a:p>
            <a:pPr algn="ctr"/>
            <a:r>
              <a:rPr lang="en-US" sz="900" dirty="0"/>
              <a:t>98</a:t>
            </a:r>
          </a:p>
        </p:txBody>
      </p:sp>
      <p:sp>
        <p:nvSpPr>
          <p:cNvPr id="38" name="TextBox 37">
            <a:extLst>
              <a:ext uri="{FF2B5EF4-FFF2-40B4-BE49-F238E27FC236}">
                <a16:creationId xmlns:a16="http://schemas.microsoft.com/office/drawing/2014/main" id="{24B26E44-7D73-090B-529C-A20E29775EB3}"/>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C05CD549-F885-9904-5B9D-1DD732AA20DF}"/>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DF1096B8-A21E-C154-2AF0-A045F3D8DEA7}"/>
              </a:ext>
            </a:extLst>
          </p:cNvPr>
          <p:cNvSpPr txBox="1"/>
          <p:nvPr/>
        </p:nvSpPr>
        <p:spPr>
          <a:xfrm>
            <a:off x="4143022" y="1903821"/>
            <a:ext cx="570089" cy="230832"/>
          </a:xfrm>
          <a:prstGeom prst="rect">
            <a:avLst/>
          </a:prstGeom>
          <a:noFill/>
        </p:spPr>
        <p:txBody>
          <a:bodyPr wrap="square" rtlCol="0">
            <a:spAutoFit/>
          </a:bodyPr>
          <a:lstStyle/>
          <a:p>
            <a:pPr algn="ctr"/>
            <a:r>
              <a:rPr lang="en-US" sz="900" dirty="0"/>
              <a:t>678</a:t>
            </a:r>
          </a:p>
        </p:txBody>
      </p:sp>
      <p:sp>
        <p:nvSpPr>
          <p:cNvPr id="42" name="TextBox 41">
            <a:extLst>
              <a:ext uri="{FF2B5EF4-FFF2-40B4-BE49-F238E27FC236}">
                <a16:creationId xmlns:a16="http://schemas.microsoft.com/office/drawing/2014/main" id="{9D0CB718-13AF-117D-2B41-6C1227A24DF6}"/>
              </a:ext>
            </a:extLst>
          </p:cNvPr>
          <p:cNvSpPr txBox="1"/>
          <p:nvPr/>
        </p:nvSpPr>
        <p:spPr>
          <a:xfrm>
            <a:off x="4143022" y="901933"/>
            <a:ext cx="570089" cy="230832"/>
          </a:xfrm>
          <a:prstGeom prst="rect">
            <a:avLst/>
          </a:prstGeom>
          <a:noFill/>
        </p:spPr>
        <p:txBody>
          <a:bodyPr wrap="square" rtlCol="0">
            <a:spAutoFit/>
          </a:bodyPr>
          <a:lstStyle/>
          <a:p>
            <a:pPr algn="ctr"/>
            <a:r>
              <a:rPr lang="en-US" sz="900" dirty="0"/>
              <a:t>458</a:t>
            </a:r>
          </a:p>
        </p:txBody>
      </p:sp>
      <p:sp>
        <p:nvSpPr>
          <p:cNvPr id="43" name="TextBox 42">
            <a:extLst>
              <a:ext uri="{FF2B5EF4-FFF2-40B4-BE49-F238E27FC236}">
                <a16:creationId xmlns:a16="http://schemas.microsoft.com/office/drawing/2014/main" id="{F647B9CD-B7A3-3F03-C497-135A1BA79164}"/>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CB37F560-DED5-7A5C-B88B-94A7A1E71056}"/>
              </a:ext>
            </a:extLst>
          </p:cNvPr>
          <p:cNvSpPr txBox="1"/>
          <p:nvPr/>
        </p:nvSpPr>
        <p:spPr>
          <a:xfrm>
            <a:off x="6654802" y="901933"/>
            <a:ext cx="570089" cy="230832"/>
          </a:xfrm>
          <a:prstGeom prst="rect">
            <a:avLst/>
          </a:prstGeom>
          <a:noFill/>
        </p:spPr>
        <p:txBody>
          <a:bodyPr wrap="square" rtlCol="0">
            <a:spAutoFit/>
          </a:bodyPr>
          <a:lstStyle/>
          <a:p>
            <a:pPr algn="ctr"/>
            <a:r>
              <a:rPr lang="en-US" sz="900" dirty="0"/>
              <a:t>458</a:t>
            </a:r>
          </a:p>
        </p:txBody>
      </p:sp>
      <p:sp>
        <p:nvSpPr>
          <p:cNvPr id="45" name="TextBox 44">
            <a:extLst>
              <a:ext uri="{FF2B5EF4-FFF2-40B4-BE49-F238E27FC236}">
                <a16:creationId xmlns:a16="http://schemas.microsoft.com/office/drawing/2014/main" id="{4BD35602-A235-0B01-5160-C74FAC22E1F5}"/>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13457</a:t>
            </a:r>
          </a:p>
        </p:txBody>
      </p:sp>
      <p:sp>
        <p:nvSpPr>
          <p:cNvPr id="46" name="TextBox 45">
            <a:extLst>
              <a:ext uri="{FF2B5EF4-FFF2-40B4-BE49-F238E27FC236}">
                <a16:creationId xmlns:a16="http://schemas.microsoft.com/office/drawing/2014/main" id="{6262A567-800B-F2DA-22A1-5B2B9ECAEC6A}"/>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3457</a:t>
            </a:r>
          </a:p>
        </p:txBody>
      </p:sp>
      <p:sp>
        <p:nvSpPr>
          <p:cNvPr id="47" name="TextBox 46">
            <a:extLst>
              <a:ext uri="{FF2B5EF4-FFF2-40B4-BE49-F238E27FC236}">
                <a16:creationId xmlns:a16="http://schemas.microsoft.com/office/drawing/2014/main" id="{EB88729F-4173-C5A3-CDBA-50CCC39682B4}"/>
              </a:ext>
            </a:extLst>
          </p:cNvPr>
          <p:cNvSpPr txBox="1"/>
          <p:nvPr/>
        </p:nvSpPr>
        <p:spPr>
          <a:xfrm>
            <a:off x="6152446" y="1402877"/>
            <a:ext cx="570089" cy="230832"/>
          </a:xfrm>
          <a:prstGeom prst="rect">
            <a:avLst/>
          </a:prstGeom>
          <a:noFill/>
        </p:spPr>
        <p:txBody>
          <a:bodyPr wrap="square" rtlCol="0">
            <a:spAutoFit/>
          </a:bodyPr>
          <a:lstStyle/>
          <a:p>
            <a:pPr algn="ctr"/>
            <a:r>
              <a:rPr lang="en-US" sz="900" dirty="0"/>
              <a:t>1347</a:t>
            </a:r>
          </a:p>
        </p:txBody>
      </p:sp>
      <p:sp>
        <p:nvSpPr>
          <p:cNvPr id="48" name="TextBox 47">
            <a:extLst>
              <a:ext uri="{FF2B5EF4-FFF2-40B4-BE49-F238E27FC236}">
                <a16:creationId xmlns:a16="http://schemas.microsoft.com/office/drawing/2014/main" id="{B765940F-A214-4C35-75EC-C15DAA7DB93E}"/>
              </a:ext>
            </a:extLst>
          </p:cNvPr>
          <p:cNvSpPr txBox="1"/>
          <p:nvPr/>
        </p:nvSpPr>
        <p:spPr>
          <a:xfrm>
            <a:off x="7157158" y="1402877"/>
            <a:ext cx="570089" cy="230832"/>
          </a:xfrm>
          <a:prstGeom prst="rect">
            <a:avLst/>
          </a:prstGeom>
          <a:noFill/>
        </p:spPr>
        <p:txBody>
          <a:bodyPr wrap="square" rtlCol="0">
            <a:spAutoFit/>
          </a:bodyPr>
          <a:lstStyle/>
          <a:p>
            <a:pPr algn="ctr"/>
            <a:r>
              <a:rPr lang="en-US" sz="900" dirty="0"/>
              <a:t>13457</a:t>
            </a:r>
          </a:p>
        </p:txBody>
      </p:sp>
      <p:sp>
        <p:nvSpPr>
          <p:cNvPr id="49" name="TextBox 48">
            <a:extLst>
              <a:ext uri="{FF2B5EF4-FFF2-40B4-BE49-F238E27FC236}">
                <a16:creationId xmlns:a16="http://schemas.microsoft.com/office/drawing/2014/main" id="{D91D4F3C-BB11-BEE1-7F12-B2698D0ED49E}"/>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3457</a:t>
            </a:r>
          </a:p>
        </p:txBody>
      </p:sp>
      <p:sp>
        <p:nvSpPr>
          <p:cNvPr id="50" name="TextBox 49">
            <a:extLst>
              <a:ext uri="{FF2B5EF4-FFF2-40B4-BE49-F238E27FC236}">
                <a16:creationId xmlns:a16="http://schemas.microsoft.com/office/drawing/2014/main" id="{C3D6171F-51AF-E175-1519-3921ECE1C866}"/>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13678</a:t>
            </a:r>
          </a:p>
        </p:txBody>
      </p:sp>
      <p:sp>
        <p:nvSpPr>
          <p:cNvPr id="51" name="TextBox 50">
            <a:extLst>
              <a:ext uri="{FF2B5EF4-FFF2-40B4-BE49-F238E27FC236}">
                <a16:creationId xmlns:a16="http://schemas.microsoft.com/office/drawing/2014/main" id="{4C24B224-8ED2-A2EB-6710-7DBBD95AA926}"/>
              </a:ext>
            </a:extLst>
          </p:cNvPr>
          <p:cNvSpPr txBox="1"/>
          <p:nvPr/>
        </p:nvSpPr>
        <p:spPr>
          <a:xfrm>
            <a:off x="6654802" y="1903821"/>
            <a:ext cx="570089" cy="230832"/>
          </a:xfrm>
          <a:prstGeom prst="rect">
            <a:avLst/>
          </a:prstGeom>
          <a:noFill/>
        </p:spPr>
        <p:txBody>
          <a:bodyPr wrap="square" rtlCol="0">
            <a:spAutoFit/>
          </a:bodyPr>
          <a:lstStyle/>
          <a:p>
            <a:pPr algn="ctr"/>
            <a:r>
              <a:rPr lang="en-US" sz="900" dirty="0"/>
              <a:t>1378</a:t>
            </a:r>
          </a:p>
        </p:txBody>
      </p:sp>
      <p:sp>
        <p:nvSpPr>
          <p:cNvPr id="52" name="TextBox 51">
            <a:extLst>
              <a:ext uri="{FF2B5EF4-FFF2-40B4-BE49-F238E27FC236}">
                <a16:creationId xmlns:a16="http://schemas.microsoft.com/office/drawing/2014/main" id="{86BB0430-093E-E08C-9E44-0BDF945ABF58}"/>
              </a:ext>
            </a:extLst>
          </p:cNvPr>
          <p:cNvSpPr txBox="1"/>
          <p:nvPr/>
        </p:nvSpPr>
        <p:spPr>
          <a:xfrm>
            <a:off x="7157158" y="1903821"/>
            <a:ext cx="570089" cy="230832"/>
          </a:xfrm>
          <a:prstGeom prst="rect">
            <a:avLst/>
          </a:prstGeom>
          <a:noFill/>
        </p:spPr>
        <p:txBody>
          <a:bodyPr wrap="square" rtlCol="0">
            <a:spAutoFit/>
          </a:bodyPr>
          <a:lstStyle/>
          <a:p>
            <a:pPr algn="ctr"/>
            <a:r>
              <a:rPr lang="en-US" sz="900" dirty="0"/>
              <a:t>1378</a:t>
            </a:r>
          </a:p>
        </p:txBody>
      </p:sp>
      <p:sp>
        <p:nvSpPr>
          <p:cNvPr id="53" name="TextBox 52">
            <a:extLst>
              <a:ext uri="{FF2B5EF4-FFF2-40B4-BE49-F238E27FC236}">
                <a16:creationId xmlns:a16="http://schemas.microsoft.com/office/drawing/2014/main" id="{1B9BDDBD-859F-CB2A-7537-3340CD159CF6}"/>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3678</a:t>
            </a:r>
          </a:p>
        </p:txBody>
      </p:sp>
      <p:sp>
        <p:nvSpPr>
          <p:cNvPr id="54" name="TextBox 53">
            <a:extLst>
              <a:ext uri="{FF2B5EF4-FFF2-40B4-BE49-F238E27FC236}">
                <a16:creationId xmlns:a16="http://schemas.microsoft.com/office/drawing/2014/main" id="{5BD98E91-D5CA-4E1D-B135-2B4E0486837E}"/>
              </a:ext>
            </a:extLst>
          </p:cNvPr>
          <p:cNvSpPr txBox="1"/>
          <p:nvPr/>
        </p:nvSpPr>
        <p:spPr>
          <a:xfrm>
            <a:off x="3640666" y="2404765"/>
            <a:ext cx="570089" cy="230832"/>
          </a:xfrm>
          <a:prstGeom prst="rect">
            <a:avLst/>
          </a:prstGeom>
          <a:noFill/>
        </p:spPr>
        <p:txBody>
          <a:bodyPr wrap="square" rtlCol="0">
            <a:spAutoFit/>
          </a:bodyPr>
          <a:lstStyle/>
          <a:p>
            <a:pPr algn="ctr"/>
            <a:r>
              <a:rPr lang="en-US" sz="900" dirty="0"/>
              <a:t>3478</a:t>
            </a:r>
          </a:p>
        </p:txBody>
      </p:sp>
      <p:sp>
        <p:nvSpPr>
          <p:cNvPr id="55" name="TextBox 54">
            <a:extLst>
              <a:ext uri="{FF2B5EF4-FFF2-40B4-BE49-F238E27FC236}">
                <a16:creationId xmlns:a16="http://schemas.microsoft.com/office/drawing/2014/main" id="{A7972E21-10D0-9105-D1B7-A5243761AF25}"/>
              </a:ext>
            </a:extLst>
          </p:cNvPr>
          <p:cNvSpPr txBox="1"/>
          <p:nvPr/>
        </p:nvSpPr>
        <p:spPr>
          <a:xfrm>
            <a:off x="6654802" y="2404765"/>
            <a:ext cx="570089" cy="230832"/>
          </a:xfrm>
          <a:prstGeom prst="rect">
            <a:avLst/>
          </a:prstGeom>
          <a:noFill/>
        </p:spPr>
        <p:txBody>
          <a:bodyPr wrap="square" rtlCol="0">
            <a:spAutoFit/>
          </a:bodyPr>
          <a:lstStyle/>
          <a:p>
            <a:pPr algn="ctr"/>
            <a:r>
              <a:rPr lang="en-US" sz="900" dirty="0"/>
              <a:t>34789</a:t>
            </a:r>
          </a:p>
        </p:txBody>
      </p:sp>
      <p:sp>
        <p:nvSpPr>
          <p:cNvPr id="56" name="TextBox 55">
            <a:extLst>
              <a:ext uri="{FF2B5EF4-FFF2-40B4-BE49-F238E27FC236}">
                <a16:creationId xmlns:a16="http://schemas.microsoft.com/office/drawing/2014/main" id="{3AF6DC31-1EBD-9FA1-1D3D-C7D2141FBC70}"/>
              </a:ext>
            </a:extLst>
          </p:cNvPr>
          <p:cNvSpPr txBox="1"/>
          <p:nvPr/>
        </p:nvSpPr>
        <p:spPr>
          <a:xfrm>
            <a:off x="7157158" y="2404765"/>
            <a:ext cx="570089" cy="230832"/>
          </a:xfrm>
          <a:prstGeom prst="rect">
            <a:avLst/>
          </a:prstGeom>
          <a:noFill/>
        </p:spPr>
        <p:txBody>
          <a:bodyPr wrap="square" rtlCol="0">
            <a:spAutoFit/>
          </a:bodyPr>
          <a:lstStyle/>
          <a:p>
            <a:pPr algn="ctr"/>
            <a:r>
              <a:rPr lang="en-US" sz="900" dirty="0"/>
              <a:t>3478</a:t>
            </a:r>
          </a:p>
        </p:txBody>
      </p:sp>
      <p:sp>
        <p:nvSpPr>
          <p:cNvPr id="57" name="TextBox 56">
            <a:extLst>
              <a:ext uri="{FF2B5EF4-FFF2-40B4-BE49-F238E27FC236}">
                <a16:creationId xmlns:a16="http://schemas.microsoft.com/office/drawing/2014/main" id="{9C3348A0-16CB-E990-0C9C-585ADA1FBCD6}"/>
              </a:ext>
            </a:extLst>
          </p:cNvPr>
          <p:cNvSpPr txBox="1"/>
          <p:nvPr/>
        </p:nvSpPr>
        <p:spPr>
          <a:xfrm>
            <a:off x="3138310" y="2404765"/>
            <a:ext cx="570089" cy="230832"/>
          </a:xfrm>
          <a:prstGeom prst="rect">
            <a:avLst/>
          </a:prstGeom>
          <a:noFill/>
        </p:spPr>
        <p:txBody>
          <a:bodyPr wrap="square" rtlCol="0">
            <a:spAutoFit/>
          </a:bodyPr>
          <a:lstStyle/>
          <a:p>
            <a:pPr algn="ctr"/>
            <a:r>
              <a:rPr lang="en-US" sz="900" dirty="0"/>
              <a:t>478</a:t>
            </a:r>
          </a:p>
        </p:txBody>
      </p:sp>
      <p:sp>
        <p:nvSpPr>
          <p:cNvPr id="58" name="TextBox 57">
            <a:extLst>
              <a:ext uri="{FF2B5EF4-FFF2-40B4-BE49-F238E27FC236}">
                <a16:creationId xmlns:a16="http://schemas.microsoft.com/office/drawing/2014/main" id="{73613EE2-712C-907B-B559-F34F92365B38}"/>
              </a:ext>
            </a:extLst>
          </p:cNvPr>
          <p:cNvSpPr txBox="1"/>
          <p:nvPr/>
        </p:nvSpPr>
        <p:spPr>
          <a:xfrm>
            <a:off x="7157158" y="2905709"/>
            <a:ext cx="570089" cy="230832"/>
          </a:xfrm>
          <a:prstGeom prst="rect">
            <a:avLst/>
          </a:prstGeom>
          <a:noFill/>
        </p:spPr>
        <p:txBody>
          <a:bodyPr wrap="square" rtlCol="0">
            <a:spAutoFit/>
          </a:bodyPr>
          <a:lstStyle/>
          <a:p>
            <a:pPr algn="ctr"/>
            <a:r>
              <a:rPr lang="en-US" sz="900" dirty="0"/>
              <a:t>3478</a:t>
            </a:r>
          </a:p>
        </p:txBody>
      </p:sp>
      <p:sp>
        <p:nvSpPr>
          <p:cNvPr id="59" name="TextBox 58">
            <a:extLst>
              <a:ext uri="{FF2B5EF4-FFF2-40B4-BE49-F238E27FC236}">
                <a16:creationId xmlns:a16="http://schemas.microsoft.com/office/drawing/2014/main" id="{47F33682-BD95-B625-FBF2-1D0F2BE47E2E}"/>
              </a:ext>
            </a:extLst>
          </p:cNvPr>
          <p:cNvSpPr txBox="1"/>
          <p:nvPr/>
        </p:nvSpPr>
        <p:spPr>
          <a:xfrm>
            <a:off x="3138310" y="2905709"/>
            <a:ext cx="570089" cy="230832"/>
          </a:xfrm>
          <a:prstGeom prst="rect">
            <a:avLst/>
          </a:prstGeom>
          <a:noFill/>
        </p:spPr>
        <p:txBody>
          <a:bodyPr wrap="square" rtlCol="0">
            <a:spAutoFit/>
          </a:bodyPr>
          <a:lstStyle/>
          <a:p>
            <a:pPr algn="ctr"/>
            <a:r>
              <a:rPr lang="en-US" sz="900" dirty="0"/>
              <a:t>345678</a:t>
            </a:r>
          </a:p>
        </p:txBody>
      </p:sp>
      <p:sp>
        <p:nvSpPr>
          <p:cNvPr id="60" name="TextBox 59">
            <a:extLst>
              <a:ext uri="{FF2B5EF4-FFF2-40B4-BE49-F238E27FC236}">
                <a16:creationId xmlns:a16="http://schemas.microsoft.com/office/drawing/2014/main" id="{EE4D228A-C13F-4C4B-621A-EE99421EEBBB}"/>
              </a:ext>
            </a:extLst>
          </p:cNvPr>
          <p:cNvSpPr txBox="1"/>
          <p:nvPr/>
        </p:nvSpPr>
        <p:spPr>
          <a:xfrm>
            <a:off x="7157158" y="3406653"/>
            <a:ext cx="570089" cy="230832"/>
          </a:xfrm>
          <a:prstGeom prst="rect">
            <a:avLst/>
          </a:prstGeom>
          <a:noFill/>
        </p:spPr>
        <p:txBody>
          <a:bodyPr wrap="square" rtlCol="0">
            <a:spAutoFit/>
          </a:bodyPr>
          <a:lstStyle/>
          <a:p>
            <a:pPr algn="ctr"/>
            <a:r>
              <a:rPr lang="en-US" sz="900" dirty="0"/>
              <a:t>3478</a:t>
            </a:r>
          </a:p>
        </p:txBody>
      </p:sp>
      <p:sp>
        <p:nvSpPr>
          <p:cNvPr id="61" name="TextBox 60">
            <a:extLst>
              <a:ext uri="{FF2B5EF4-FFF2-40B4-BE49-F238E27FC236}">
                <a16:creationId xmlns:a16="http://schemas.microsoft.com/office/drawing/2014/main" id="{3D2CB5C6-5187-E35E-6329-69A85FDABD9A}"/>
              </a:ext>
            </a:extLst>
          </p:cNvPr>
          <p:cNvSpPr txBox="1"/>
          <p:nvPr/>
        </p:nvSpPr>
        <p:spPr>
          <a:xfrm>
            <a:off x="3138310" y="3406653"/>
            <a:ext cx="570089" cy="230832"/>
          </a:xfrm>
          <a:prstGeom prst="rect">
            <a:avLst/>
          </a:prstGeom>
          <a:noFill/>
        </p:spPr>
        <p:txBody>
          <a:bodyPr wrap="square" rtlCol="0">
            <a:spAutoFit/>
          </a:bodyPr>
          <a:lstStyle/>
          <a:p>
            <a:pPr algn="ctr"/>
            <a:r>
              <a:rPr lang="en-US" sz="900" dirty="0"/>
              <a:t>345678</a:t>
            </a:r>
          </a:p>
        </p:txBody>
      </p:sp>
      <p:sp>
        <p:nvSpPr>
          <p:cNvPr id="62" name="TextBox 61">
            <a:extLst>
              <a:ext uri="{FF2B5EF4-FFF2-40B4-BE49-F238E27FC236}">
                <a16:creationId xmlns:a16="http://schemas.microsoft.com/office/drawing/2014/main" id="{44322F5E-07D8-77A3-CFA8-146BC73DAC9F}"/>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63" name="TextBox 62">
            <a:extLst>
              <a:ext uri="{FF2B5EF4-FFF2-40B4-BE49-F238E27FC236}">
                <a16:creationId xmlns:a16="http://schemas.microsoft.com/office/drawing/2014/main" id="{AAD26B85-8055-AC16-5808-61B70F74F009}"/>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64" name="TextBox 63">
            <a:extLst>
              <a:ext uri="{FF2B5EF4-FFF2-40B4-BE49-F238E27FC236}">
                <a16:creationId xmlns:a16="http://schemas.microsoft.com/office/drawing/2014/main" id="{94A7B45B-4603-69D7-5788-9146C0262F33}"/>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B9CE858B-F123-F894-CABF-14A752C7A7FC}"/>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7879708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CA6A8-78C4-BCAE-F72D-3C8F9E01F99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0B42B8-992A-39B5-175E-AE624872E51E}"/>
              </a:ext>
            </a:extLst>
          </p:cNvPr>
          <p:cNvSpPr>
            <a:spLocks noGrp="1"/>
          </p:cNvSpPr>
          <p:nvPr>
            <p:ph sz="half" idx="1"/>
          </p:nvPr>
        </p:nvSpPr>
        <p:spPr/>
        <p:txBody>
          <a:bodyPr>
            <a:normAutofit/>
          </a:bodyPr>
          <a:lstStyle/>
          <a:p>
            <a:r>
              <a:rPr lang="en-US" dirty="0"/>
              <a:t>If the maximum in a grey cell is 8, the maximum in an adjacent white cell is 7.</a:t>
            </a:r>
          </a:p>
        </p:txBody>
      </p:sp>
      <p:pic>
        <p:nvPicPr>
          <p:cNvPr id="4" name="Picture 3" descr="A grid of sudoku puzzle&#10;&#10;Description automatically generated">
            <a:extLst>
              <a:ext uri="{FF2B5EF4-FFF2-40B4-BE49-F238E27FC236}">
                <a16:creationId xmlns:a16="http://schemas.microsoft.com/office/drawing/2014/main" id="{F0BBB802-8CAE-6979-8BB7-B6847CE7003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F47D84A-9DCC-469C-9A2C-2C9A3702700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1F7FCF0-1934-1697-C9FB-DEEA36E7B09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31BCFA0-AEA5-BB5F-AFE6-AD0C7A05D34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B98D969-24C6-A5EC-4E35-49C5C008F28B}"/>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EE01D55F-FD50-7BB0-232D-32981D623711}"/>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04A3A204-B04C-4C3C-8F73-8F0D704C8D23}"/>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A3BDE675-25C3-7584-986C-7E2FF16EC8FC}"/>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3A12337E-165B-345A-D85D-BE2E929A476D}"/>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36C2CE13-8D83-D664-A206-FDEC97901A62}"/>
              </a:ext>
            </a:extLst>
          </p:cNvPr>
          <p:cNvSpPr txBox="1"/>
          <p:nvPr/>
        </p:nvSpPr>
        <p:spPr>
          <a:xfrm>
            <a:off x="4143022" y="4408541"/>
            <a:ext cx="570089" cy="230832"/>
          </a:xfrm>
          <a:prstGeom prst="rect">
            <a:avLst/>
          </a:prstGeom>
          <a:noFill/>
        </p:spPr>
        <p:txBody>
          <a:bodyPr wrap="square" rtlCol="0">
            <a:spAutoFit/>
          </a:bodyPr>
          <a:lstStyle/>
          <a:p>
            <a:pPr algn="ctr"/>
            <a:r>
              <a:rPr lang="en-US" sz="900" dirty="0"/>
              <a:t>4578</a:t>
            </a:r>
          </a:p>
        </p:txBody>
      </p:sp>
      <p:sp>
        <p:nvSpPr>
          <p:cNvPr id="13" name="TextBox 12">
            <a:extLst>
              <a:ext uri="{FF2B5EF4-FFF2-40B4-BE49-F238E27FC236}">
                <a16:creationId xmlns:a16="http://schemas.microsoft.com/office/drawing/2014/main" id="{8FBDFD34-D68F-80EF-A703-3E750EB75AFA}"/>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62B8B515-30BE-5470-46ED-CD7BC0761874}"/>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D08B3D63-45D9-A6DD-A13C-5CABA9499E2D}"/>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44177FF2-2638-BDB4-BE46-FD57E5358CD7}"/>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B569C879-27BE-F2FF-DCDC-D393C25A52DC}"/>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E69E4520-6DE5-8557-FC45-75559FE083A3}"/>
              </a:ext>
            </a:extLst>
          </p:cNvPr>
          <p:cNvSpPr txBox="1"/>
          <p:nvPr/>
        </p:nvSpPr>
        <p:spPr>
          <a:xfrm>
            <a:off x="4645378" y="1402877"/>
            <a:ext cx="570089" cy="230832"/>
          </a:xfrm>
          <a:prstGeom prst="rect">
            <a:avLst/>
          </a:prstGeom>
          <a:noFill/>
        </p:spPr>
        <p:txBody>
          <a:bodyPr wrap="square" rtlCol="0">
            <a:spAutoFit/>
          </a:bodyPr>
          <a:lstStyle/>
          <a:p>
            <a:pPr algn="ctr"/>
            <a:r>
              <a:rPr lang="en-US" sz="900" dirty="0"/>
              <a:t>98</a:t>
            </a:r>
          </a:p>
        </p:txBody>
      </p:sp>
      <p:sp>
        <p:nvSpPr>
          <p:cNvPr id="26" name="TextBox 25">
            <a:extLst>
              <a:ext uri="{FF2B5EF4-FFF2-40B4-BE49-F238E27FC236}">
                <a16:creationId xmlns:a16="http://schemas.microsoft.com/office/drawing/2014/main" id="{6E24C206-3635-CFF2-E52D-CCD84EE18886}"/>
              </a:ext>
            </a:extLst>
          </p:cNvPr>
          <p:cNvSpPr txBox="1"/>
          <p:nvPr/>
        </p:nvSpPr>
        <p:spPr>
          <a:xfrm>
            <a:off x="4645378" y="2905709"/>
            <a:ext cx="570089" cy="230832"/>
          </a:xfrm>
          <a:prstGeom prst="rect">
            <a:avLst/>
          </a:prstGeom>
          <a:noFill/>
        </p:spPr>
        <p:txBody>
          <a:bodyPr wrap="square" rtlCol="0">
            <a:spAutoFit/>
          </a:bodyPr>
          <a:lstStyle/>
          <a:p>
            <a:pPr algn="ctr"/>
            <a:r>
              <a:rPr lang="en-US" sz="900" dirty="0"/>
              <a:t>589</a:t>
            </a:r>
          </a:p>
        </p:txBody>
      </p:sp>
      <p:sp>
        <p:nvSpPr>
          <p:cNvPr id="27" name="TextBox 26">
            <a:extLst>
              <a:ext uri="{FF2B5EF4-FFF2-40B4-BE49-F238E27FC236}">
                <a16:creationId xmlns:a16="http://schemas.microsoft.com/office/drawing/2014/main" id="{BEC064CB-2125-F59B-B4EA-FF880BB5A6DD}"/>
              </a:ext>
            </a:extLst>
          </p:cNvPr>
          <p:cNvSpPr txBox="1"/>
          <p:nvPr/>
        </p:nvSpPr>
        <p:spPr>
          <a:xfrm>
            <a:off x="4645378" y="3406653"/>
            <a:ext cx="570089" cy="230832"/>
          </a:xfrm>
          <a:prstGeom prst="rect">
            <a:avLst/>
          </a:prstGeom>
          <a:noFill/>
        </p:spPr>
        <p:txBody>
          <a:bodyPr wrap="square" rtlCol="0">
            <a:spAutoFit/>
          </a:bodyPr>
          <a:lstStyle/>
          <a:p>
            <a:pPr algn="ctr"/>
            <a:r>
              <a:rPr lang="en-US" sz="900" dirty="0"/>
              <a:t>589</a:t>
            </a:r>
          </a:p>
        </p:txBody>
      </p:sp>
      <p:sp>
        <p:nvSpPr>
          <p:cNvPr id="30" name="TextBox 29">
            <a:extLst>
              <a:ext uri="{FF2B5EF4-FFF2-40B4-BE49-F238E27FC236}">
                <a16:creationId xmlns:a16="http://schemas.microsoft.com/office/drawing/2014/main" id="{C9729681-FAED-73D3-72A6-B350F5C8CB06}"/>
              </a:ext>
            </a:extLst>
          </p:cNvPr>
          <p:cNvSpPr txBox="1"/>
          <p:nvPr/>
        </p:nvSpPr>
        <p:spPr>
          <a:xfrm>
            <a:off x="5650090" y="1402877"/>
            <a:ext cx="570089" cy="230832"/>
          </a:xfrm>
          <a:prstGeom prst="rect">
            <a:avLst/>
          </a:prstGeom>
          <a:noFill/>
        </p:spPr>
        <p:txBody>
          <a:bodyPr wrap="square" rtlCol="0">
            <a:spAutoFit/>
          </a:bodyPr>
          <a:lstStyle/>
          <a:p>
            <a:pPr algn="ctr"/>
            <a:r>
              <a:rPr lang="en-US" sz="900" dirty="0"/>
              <a:t>89</a:t>
            </a:r>
          </a:p>
        </p:txBody>
      </p:sp>
      <p:sp>
        <p:nvSpPr>
          <p:cNvPr id="32" name="TextBox 31">
            <a:extLst>
              <a:ext uri="{FF2B5EF4-FFF2-40B4-BE49-F238E27FC236}">
                <a16:creationId xmlns:a16="http://schemas.microsoft.com/office/drawing/2014/main" id="{1E4776C8-80AB-5109-4A94-FD19104681C9}"/>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B20F1BEB-67B4-DA34-3717-5EEA19907ED7}"/>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347929E5-7391-37BF-CD1B-175A75EF4EF1}"/>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C26D3760-1B3A-8B58-2B41-81781BFF489B}"/>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61EF355C-EC14-4356-3EA8-A8B361DA1876}"/>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B1AC998A-EE04-BB5E-5167-5A43E4780573}"/>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34D3EC61-5DAE-D6F1-CD11-0FBBC5B3B8AF}"/>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DA8147E2-1A1E-7FAE-DAFF-6B1FB45FE49A}"/>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5090A5DB-482D-045C-6550-7691441CC5D3}"/>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A17E06FA-7A06-B062-D9A3-1B8C6C7A6C03}"/>
              </a:ext>
            </a:extLst>
          </p:cNvPr>
          <p:cNvSpPr txBox="1"/>
          <p:nvPr/>
        </p:nvSpPr>
        <p:spPr>
          <a:xfrm>
            <a:off x="5147734" y="2404765"/>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FB70947D-A7D7-6D77-B00D-7498A468B01A}"/>
              </a:ext>
            </a:extLst>
          </p:cNvPr>
          <p:cNvSpPr txBox="1"/>
          <p:nvPr/>
        </p:nvSpPr>
        <p:spPr>
          <a:xfrm>
            <a:off x="5147734" y="2905709"/>
            <a:ext cx="570089" cy="230832"/>
          </a:xfrm>
          <a:prstGeom prst="rect">
            <a:avLst/>
          </a:prstGeom>
          <a:noFill/>
        </p:spPr>
        <p:txBody>
          <a:bodyPr wrap="square" rtlCol="0">
            <a:spAutoFit/>
          </a:bodyPr>
          <a:lstStyle/>
          <a:p>
            <a:pPr algn="ctr"/>
            <a:r>
              <a:rPr lang="en-US" sz="900" dirty="0"/>
              <a:t>124</a:t>
            </a:r>
          </a:p>
        </p:txBody>
      </p:sp>
      <p:sp>
        <p:nvSpPr>
          <p:cNvPr id="36" name="TextBox 35">
            <a:extLst>
              <a:ext uri="{FF2B5EF4-FFF2-40B4-BE49-F238E27FC236}">
                <a16:creationId xmlns:a16="http://schemas.microsoft.com/office/drawing/2014/main" id="{9E7B838F-C7A4-CD40-C967-E500DAC7E160}"/>
              </a:ext>
            </a:extLst>
          </p:cNvPr>
          <p:cNvSpPr txBox="1"/>
          <p:nvPr/>
        </p:nvSpPr>
        <p:spPr>
          <a:xfrm>
            <a:off x="5147734" y="3406653"/>
            <a:ext cx="570089" cy="230832"/>
          </a:xfrm>
          <a:prstGeom prst="rect">
            <a:avLst/>
          </a:prstGeom>
          <a:noFill/>
        </p:spPr>
        <p:txBody>
          <a:bodyPr wrap="square" rtlCol="0">
            <a:spAutoFit/>
          </a:bodyPr>
          <a:lstStyle/>
          <a:p>
            <a:pPr algn="ctr"/>
            <a:r>
              <a:rPr lang="en-US" sz="900" dirty="0"/>
              <a:t>124</a:t>
            </a:r>
          </a:p>
        </p:txBody>
      </p:sp>
      <p:sp>
        <p:nvSpPr>
          <p:cNvPr id="37" name="TextBox 36">
            <a:extLst>
              <a:ext uri="{FF2B5EF4-FFF2-40B4-BE49-F238E27FC236}">
                <a16:creationId xmlns:a16="http://schemas.microsoft.com/office/drawing/2014/main" id="{7FBBDF06-16FE-55B2-6EFD-440B305756CC}"/>
              </a:ext>
            </a:extLst>
          </p:cNvPr>
          <p:cNvSpPr txBox="1"/>
          <p:nvPr/>
        </p:nvSpPr>
        <p:spPr>
          <a:xfrm>
            <a:off x="5650090" y="3406653"/>
            <a:ext cx="570089" cy="230832"/>
          </a:xfrm>
          <a:prstGeom prst="rect">
            <a:avLst/>
          </a:prstGeom>
          <a:noFill/>
        </p:spPr>
        <p:txBody>
          <a:bodyPr wrap="square" rtlCol="0">
            <a:spAutoFit/>
          </a:bodyPr>
          <a:lstStyle/>
          <a:p>
            <a:pPr algn="ctr"/>
            <a:r>
              <a:rPr lang="en-US" sz="900" dirty="0"/>
              <a:t>98</a:t>
            </a:r>
          </a:p>
        </p:txBody>
      </p:sp>
      <p:sp>
        <p:nvSpPr>
          <p:cNvPr id="38" name="TextBox 37">
            <a:extLst>
              <a:ext uri="{FF2B5EF4-FFF2-40B4-BE49-F238E27FC236}">
                <a16:creationId xmlns:a16="http://schemas.microsoft.com/office/drawing/2014/main" id="{AE8E2137-C9E8-83ED-9048-3B00D1300EA5}"/>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3F689C36-DAF6-6B3C-AA2E-09A12C7E0F4A}"/>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0183018F-E3D1-0D31-EDE5-50B6D5672D0B}"/>
              </a:ext>
            </a:extLst>
          </p:cNvPr>
          <p:cNvSpPr txBox="1"/>
          <p:nvPr/>
        </p:nvSpPr>
        <p:spPr>
          <a:xfrm>
            <a:off x="4143022" y="1903821"/>
            <a:ext cx="570089" cy="230832"/>
          </a:xfrm>
          <a:prstGeom prst="rect">
            <a:avLst/>
          </a:prstGeom>
          <a:noFill/>
        </p:spPr>
        <p:txBody>
          <a:bodyPr wrap="square" rtlCol="0">
            <a:spAutoFit/>
          </a:bodyPr>
          <a:lstStyle/>
          <a:p>
            <a:pPr algn="ctr"/>
            <a:r>
              <a:rPr lang="en-US" sz="900" dirty="0"/>
              <a:t>678</a:t>
            </a:r>
          </a:p>
        </p:txBody>
      </p:sp>
      <p:sp>
        <p:nvSpPr>
          <p:cNvPr id="42" name="TextBox 41">
            <a:extLst>
              <a:ext uri="{FF2B5EF4-FFF2-40B4-BE49-F238E27FC236}">
                <a16:creationId xmlns:a16="http://schemas.microsoft.com/office/drawing/2014/main" id="{3D1D7938-26DB-3AF0-BAF8-CA0CCFE5B227}"/>
              </a:ext>
            </a:extLst>
          </p:cNvPr>
          <p:cNvSpPr txBox="1"/>
          <p:nvPr/>
        </p:nvSpPr>
        <p:spPr>
          <a:xfrm>
            <a:off x="4143022" y="901933"/>
            <a:ext cx="570089" cy="230832"/>
          </a:xfrm>
          <a:prstGeom prst="rect">
            <a:avLst/>
          </a:prstGeom>
          <a:noFill/>
        </p:spPr>
        <p:txBody>
          <a:bodyPr wrap="square" rtlCol="0">
            <a:spAutoFit/>
          </a:bodyPr>
          <a:lstStyle/>
          <a:p>
            <a:pPr algn="ctr"/>
            <a:r>
              <a:rPr lang="en-US" sz="900" dirty="0"/>
              <a:t>458</a:t>
            </a:r>
          </a:p>
        </p:txBody>
      </p:sp>
      <p:sp>
        <p:nvSpPr>
          <p:cNvPr id="43" name="TextBox 42">
            <a:extLst>
              <a:ext uri="{FF2B5EF4-FFF2-40B4-BE49-F238E27FC236}">
                <a16:creationId xmlns:a16="http://schemas.microsoft.com/office/drawing/2014/main" id="{87D99956-6870-D282-9C55-9C2F637C021F}"/>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B572D8F7-9CC0-A7A6-153D-3C1671D37E05}"/>
              </a:ext>
            </a:extLst>
          </p:cNvPr>
          <p:cNvSpPr txBox="1"/>
          <p:nvPr/>
        </p:nvSpPr>
        <p:spPr>
          <a:xfrm>
            <a:off x="6654802" y="901933"/>
            <a:ext cx="570089" cy="230832"/>
          </a:xfrm>
          <a:prstGeom prst="rect">
            <a:avLst/>
          </a:prstGeom>
          <a:noFill/>
        </p:spPr>
        <p:txBody>
          <a:bodyPr wrap="square" rtlCol="0">
            <a:spAutoFit/>
          </a:bodyPr>
          <a:lstStyle/>
          <a:p>
            <a:pPr algn="ctr"/>
            <a:r>
              <a:rPr lang="en-US" sz="900" dirty="0"/>
              <a:t>458</a:t>
            </a:r>
          </a:p>
        </p:txBody>
      </p:sp>
      <p:sp>
        <p:nvSpPr>
          <p:cNvPr id="45" name="TextBox 44">
            <a:extLst>
              <a:ext uri="{FF2B5EF4-FFF2-40B4-BE49-F238E27FC236}">
                <a16:creationId xmlns:a16="http://schemas.microsoft.com/office/drawing/2014/main" id="{F8EEB295-DB6A-956D-B594-7C4372DE9227}"/>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13457</a:t>
            </a:r>
          </a:p>
        </p:txBody>
      </p:sp>
      <p:sp>
        <p:nvSpPr>
          <p:cNvPr id="46" name="TextBox 45">
            <a:extLst>
              <a:ext uri="{FF2B5EF4-FFF2-40B4-BE49-F238E27FC236}">
                <a16:creationId xmlns:a16="http://schemas.microsoft.com/office/drawing/2014/main" id="{E1D50396-BE28-00EF-7EA7-504DBD39139A}"/>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3457</a:t>
            </a:r>
          </a:p>
        </p:txBody>
      </p:sp>
      <p:sp>
        <p:nvSpPr>
          <p:cNvPr id="47" name="TextBox 46">
            <a:extLst>
              <a:ext uri="{FF2B5EF4-FFF2-40B4-BE49-F238E27FC236}">
                <a16:creationId xmlns:a16="http://schemas.microsoft.com/office/drawing/2014/main" id="{1E9D2B6E-13C4-10E4-3269-3577401FD8EA}"/>
              </a:ext>
            </a:extLst>
          </p:cNvPr>
          <p:cNvSpPr txBox="1"/>
          <p:nvPr/>
        </p:nvSpPr>
        <p:spPr>
          <a:xfrm>
            <a:off x="6152446" y="1402877"/>
            <a:ext cx="570089" cy="230832"/>
          </a:xfrm>
          <a:prstGeom prst="rect">
            <a:avLst/>
          </a:prstGeom>
          <a:noFill/>
        </p:spPr>
        <p:txBody>
          <a:bodyPr wrap="square" rtlCol="0">
            <a:spAutoFit/>
          </a:bodyPr>
          <a:lstStyle/>
          <a:p>
            <a:pPr algn="ctr"/>
            <a:r>
              <a:rPr lang="en-US" sz="900" dirty="0"/>
              <a:t>1347</a:t>
            </a:r>
          </a:p>
        </p:txBody>
      </p:sp>
      <p:sp>
        <p:nvSpPr>
          <p:cNvPr id="48" name="TextBox 47">
            <a:extLst>
              <a:ext uri="{FF2B5EF4-FFF2-40B4-BE49-F238E27FC236}">
                <a16:creationId xmlns:a16="http://schemas.microsoft.com/office/drawing/2014/main" id="{04D09E32-F4FC-3A89-D2C0-FD7C36A77708}"/>
              </a:ext>
            </a:extLst>
          </p:cNvPr>
          <p:cNvSpPr txBox="1"/>
          <p:nvPr/>
        </p:nvSpPr>
        <p:spPr>
          <a:xfrm>
            <a:off x="7157158" y="1402877"/>
            <a:ext cx="570089" cy="230832"/>
          </a:xfrm>
          <a:prstGeom prst="rect">
            <a:avLst/>
          </a:prstGeom>
          <a:noFill/>
        </p:spPr>
        <p:txBody>
          <a:bodyPr wrap="square" rtlCol="0">
            <a:spAutoFit/>
          </a:bodyPr>
          <a:lstStyle/>
          <a:p>
            <a:pPr algn="ctr"/>
            <a:r>
              <a:rPr lang="en-US" sz="900" dirty="0"/>
              <a:t>13457</a:t>
            </a:r>
          </a:p>
        </p:txBody>
      </p:sp>
      <p:sp>
        <p:nvSpPr>
          <p:cNvPr id="49" name="TextBox 48">
            <a:extLst>
              <a:ext uri="{FF2B5EF4-FFF2-40B4-BE49-F238E27FC236}">
                <a16:creationId xmlns:a16="http://schemas.microsoft.com/office/drawing/2014/main" id="{B33E72D5-AA58-B251-AE45-C6FB8DA46E8A}"/>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3457</a:t>
            </a:r>
          </a:p>
        </p:txBody>
      </p:sp>
      <p:sp>
        <p:nvSpPr>
          <p:cNvPr id="50" name="TextBox 49">
            <a:extLst>
              <a:ext uri="{FF2B5EF4-FFF2-40B4-BE49-F238E27FC236}">
                <a16:creationId xmlns:a16="http://schemas.microsoft.com/office/drawing/2014/main" id="{D7D3F82D-E8BF-0ADE-7664-05896DBA3C2D}"/>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a:t>
            </a:r>
          </a:p>
        </p:txBody>
      </p:sp>
      <p:sp>
        <p:nvSpPr>
          <p:cNvPr id="51" name="TextBox 50">
            <a:extLst>
              <a:ext uri="{FF2B5EF4-FFF2-40B4-BE49-F238E27FC236}">
                <a16:creationId xmlns:a16="http://schemas.microsoft.com/office/drawing/2014/main" id="{55FEE70E-242F-DD0E-6FFC-29C1E8323F5E}"/>
              </a:ext>
            </a:extLst>
          </p:cNvPr>
          <p:cNvSpPr txBox="1"/>
          <p:nvPr/>
        </p:nvSpPr>
        <p:spPr>
          <a:xfrm>
            <a:off x="6654802" y="1903821"/>
            <a:ext cx="570089" cy="230832"/>
          </a:xfrm>
          <a:prstGeom prst="rect">
            <a:avLst/>
          </a:prstGeom>
          <a:noFill/>
        </p:spPr>
        <p:txBody>
          <a:bodyPr wrap="square" rtlCol="0">
            <a:spAutoFit/>
          </a:bodyPr>
          <a:lstStyle/>
          <a:p>
            <a:pPr algn="ctr"/>
            <a:r>
              <a:rPr lang="en-US" sz="900" dirty="0"/>
              <a:t>1378</a:t>
            </a:r>
          </a:p>
        </p:txBody>
      </p:sp>
      <p:sp>
        <p:nvSpPr>
          <p:cNvPr id="52" name="TextBox 51">
            <a:extLst>
              <a:ext uri="{FF2B5EF4-FFF2-40B4-BE49-F238E27FC236}">
                <a16:creationId xmlns:a16="http://schemas.microsoft.com/office/drawing/2014/main" id="{4D3BA2EC-C5CD-CBD1-7C1B-8B85CED4C877}"/>
              </a:ext>
            </a:extLst>
          </p:cNvPr>
          <p:cNvSpPr txBox="1"/>
          <p:nvPr/>
        </p:nvSpPr>
        <p:spPr>
          <a:xfrm>
            <a:off x="7157158" y="1903821"/>
            <a:ext cx="570089" cy="230832"/>
          </a:xfrm>
          <a:prstGeom prst="rect">
            <a:avLst/>
          </a:prstGeom>
          <a:noFill/>
        </p:spPr>
        <p:txBody>
          <a:bodyPr wrap="square" rtlCol="0">
            <a:spAutoFit/>
          </a:bodyPr>
          <a:lstStyle/>
          <a:p>
            <a:pPr algn="ctr"/>
            <a:r>
              <a:rPr lang="en-US" sz="900" dirty="0"/>
              <a:t>137</a:t>
            </a:r>
          </a:p>
        </p:txBody>
      </p:sp>
      <p:sp>
        <p:nvSpPr>
          <p:cNvPr id="53" name="TextBox 52">
            <a:extLst>
              <a:ext uri="{FF2B5EF4-FFF2-40B4-BE49-F238E27FC236}">
                <a16:creationId xmlns:a16="http://schemas.microsoft.com/office/drawing/2014/main" id="{EAE4C4C0-0D2C-9609-22CA-89FB6C929777}"/>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a:t>
            </a:r>
          </a:p>
        </p:txBody>
      </p:sp>
      <p:sp>
        <p:nvSpPr>
          <p:cNvPr id="54" name="TextBox 53">
            <a:extLst>
              <a:ext uri="{FF2B5EF4-FFF2-40B4-BE49-F238E27FC236}">
                <a16:creationId xmlns:a16="http://schemas.microsoft.com/office/drawing/2014/main" id="{BB538DC8-D11A-1A38-6F24-DE43A19AF0F7}"/>
              </a:ext>
            </a:extLst>
          </p:cNvPr>
          <p:cNvSpPr txBox="1"/>
          <p:nvPr/>
        </p:nvSpPr>
        <p:spPr>
          <a:xfrm>
            <a:off x="3640666" y="2404765"/>
            <a:ext cx="570089" cy="230832"/>
          </a:xfrm>
          <a:prstGeom prst="rect">
            <a:avLst/>
          </a:prstGeom>
          <a:noFill/>
        </p:spPr>
        <p:txBody>
          <a:bodyPr wrap="square" rtlCol="0">
            <a:spAutoFit/>
          </a:bodyPr>
          <a:lstStyle/>
          <a:p>
            <a:pPr algn="ctr"/>
            <a:r>
              <a:rPr lang="en-US" sz="900" dirty="0"/>
              <a:t>3478</a:t>
            </a:r>
          </a:p>
        </p:txBody>
      </p:sp>
      <p:sp>
        <p:nvSpPr>
          <p:cNvPr id="55" name="TextBox 54">
            <a:extLst>
              <a:ext uri="{FF2B5EF4-FFF2-40B4-BE49-F238E27FC236}">
                <a16:creationId xmlns:a16="http://schemas.microsoft.com/office/drawing/2014/main" id="{275801D4-D3D8-9140-D3B6-73A123D2AB66}"/>
              </a:ext>
            </a:extLst>
          </p:cNvPr>
          <p:cNvSpPr txBox="1"/>
          <p:nvPr/>
        </p:nvSpPr>
        <p:spPr>
          <a:xfrm>
            <a:off x="6654802" y="2404765"/>
            <a:ext cx="570089" cy="230832"/>
          </a:xfrm>
          <a:prstGeom prst="rect">
            <a:avLst/>
          </a:prstGeom>
          <a:noFill/>
        </p:spPr>
        <p:txBody>
          <a:bodyPr wrap="square" rtlCol="0">
            <a:spAutoFit/>
          </a:bodyPr>
          <a:lstStyle/>
          <a:p>
            <a:pPr algn="ctr"/>
            <a:r>
              <a:rPr lang="en-US" sz="900" dirty="0"/>
              <a:t>34789</a:t>
            </a:r>
          </a:p>
        </p:txBody>
      </p:sp>
      <p:sp>
        <p:nvSpPr>
          <p:cNvPr id="56" name="TextBox 55">
            <a:extLst>
              <a:ext uri="{FF2B5EF4-FFF2-40B4-BE49-F238E27FC236}">
                <a16:creationId xmlns:a16="http://schemas.microsoft.com/office/drawing/2014/main" id="{BC04BCF3-DA6B-05BC-754B-03D6C6797C49}"/>
              </a:ext>
            </a:extLst>
          </p:cNvPr>
          <p:cNvSpPr txBox="1"/>
          <p:nvPr/>
        </p:nvSpPr>
        <p:spPr>
          <a:xfrm>
            <a:off x="7157158" y="2404765"/>
            <a:ext cx="570089" cy="230832"/>
          </a:xfrm>
          <a:prstGeom prst="rect">
            <a:avLst/>
          </a:prstGeom>
          <a:noFill/>
        </p:spPr>
        <p:txBody>
          <a:bodyPr wrap="square" rtlCol="0">
            <a:spAutoFit/>
          </a:bodyPr>
          <a:lstStyle/>
          <a:p>
            <a:pPr algn="ctr"/>
            <a:r>
              <a:rPr lang="en-US" sz="900" dirty="0"/>
              <a:t>3478</a:t>
            </a:r>
          </a:p>
        </p:txBody>
      </p:sp>
      <p:sp>
        <p:nvSpPr>
          <p:cNvPr id="57" name="TextBox 56">
            <a:extLst>
              <a:ext uri="{FF2B5EF4-FFF2-40B4-BE49-F238E27FC236}">
                <a16:creationId xmlns:a16="http://schemas.microsoft.com/office/drawing/2014/main" id="{7AE45417-25B0-FF27-EF31-CF088E9C72B5}"/>
              </a:ext>
            </a:extLst>
          </p:cNvPr>
          <p:cNvSpPr txBox="1"/>
          <p:nvPr/>
        </p:nvSpPr>
        <p:spPr>
          <a:xfrm>
            <a:off x="3138310" y="2404765"/>
            <a:ext cx="570089" cy="230832"/>
          </a:xfrm>
          <a:prstGeom prst="rect">
            <a:avLst/>
          </a:prstGeom>
          <a:noFill/>
        </p:spPr>
        <p:txBody>
          <a:bodyPr wrap="square" rtlCol="0">
            <a:spAutoFit/>
          </a:bodyPr>
          <a:lstStyle/>
          <a:p>
            <a:pPr algn="ctr"/>
            <a:r>
              <a:rPr lang="en-US" sz="900" dirty="0"/>
              <a:t>478</a:t>
            </a:r>
          </a:p>
        </p:txBody>
      </p:sp>
      <p:sp>
        <p:nvSpPr>
          <p:cNvPr id="58" name="TextBox 57">
            <a:extLst>
              <a:ext uri="{FF2B5EF4-FFF2-40B4-BE49-F238E27FC236}">
                <a16:creationId xmlns:a16="http://schemas.microsoft.com/office/drawing/2014/main" id="{C1E43763-7AC3-2F35-57BD-E3068AA6C47E}"/>
              </a:ext>
            </a:extLst>
          </p:cNvPr>
          <p:cNvSpPr txBox="1"/>
          <p:nvPr/>
        </p:nvSpPr>
        <p:spPr>
          <a:xfrm>
            <a:off x="7157158" y="2905709"/>
            <a:ext cx="570089" cy="230832"/>
          </a:xfrm>
          <a:prstGeom prst="rect">
            <a:avLst/>
          </a:prstGeom>
          <a:noFill/>
        </p:spPr>
        <p:txBody>
          <a:bodyPr wrap="square" rtlCol="0">
            <a:spAutoFit/>
          </a:bodyPr>
          <a:lstStyle/>
          <a:p>
            <a:pPr algn="ctr"/>
            <a:r>
              <a:rPr lang="en-US" sz="900" dirty="0"/>
              <a:t>3478</a:t>
            </a:r>
          </a:p>
        </p:txBody>
      </p:sp>
      <p:sp>
        <p:nvSpPr>
          <p:cNvPr id="59" name="TextBox 58">
            <a:extLst>
              <a:ext uri="{FF2B5EF4-FFF2-40B4-BE49-F238E27FC236}">
                <a16:creationId xmlns:a16="http://schemas.microsoft.com/office/drawing/2014/main" id="{474A9DF4-1AE4-8619-0BFE-C011DE6059A1}"/>
              </a:ext>
            </a:extLst>
          </p:cNvPr>
          <p:cNvSpPr txBox="1"/>
          <p:nvPr/>
        </p:nvSpPr>
        <p:spPr>
          <a:xfrm>
            <a:off x="3138310" y="2905709"/>
            <a:ext cx="570089" cy="230832"/>
          </a:xfrm>
          <a:prstGeom prst="rect">
            <a:avLst/>
          </a:prstGeom>
          <a:noFill/>
        </p:spPr>
        <p:txBody>
          <a:bodyPr wrap="square" rtlCol="0">
            <a:spAutoFit/>
          </a:bodyPr>
          <a:lstStyle/>
          <a:p>
            <a:pPr algn="ctr"/>
            <a:r>
              <a:rPr lang="en-US" sz="900" dirty="0"/>
              <a:t>345678</a:t>
            </a:r>
          </a:p>
        </p:txBody>
      </p:sp>
      <p:sp>
        <p:nvSpPr>
          <p:cNvPr id="60" name="TextBox 59">
            <a:extLst>
              <a:ext uri="{FF2B5EF4-FFF2-40B4-BE49-F238E27FC236}">
                <a16:creationId xmlns:a16="http://schemas.microsoft.com/office/drawing/2014/main" id="{A4268045-8D1A-9777-ED47-4B8E6C0B22D4}"/>
              </a:ext>
            </a:extLst>
          </p:cNvPr>
          <p:cNvSpPr txBox="1"/>
          <p:nvPr/>
        </p:nvSpPr>
        <p:spPr>
          <a:xfrm>
            <a:off x="7157158" y="3406653"/>
            <a:ext cx="570089" cy="230832"/>
          </a:xfrm>
          <a:prstGeom prst="rect">
            <a:avLst/>
          </a:prstGeom>
          <a:noFill/>
        </p:spPr>
        <p:txBody>
          <a:bodyPr wrap="square" rtlCol="0">
            <a:spAutoFit/>
          </a:bodyPr>
          <a:lstStyle/>
          <a:p>
            <a:pPr algn="ctr"/>
            <a:r>
              <a:rPr lang="en-US" sz="900" dirty="0"/>
              <a:t>3478</a:t>
            </a:r>
          </a:p>
        </p:txBody>
      </p:sp>
      <p:sp>
        <p:nvSpPr>
          <p:cNvPr id="61" name="TextBox 60">
            <a:extLst>
              <a:ext uri="{FF2B5EF4-FFF2-40B4-BE49-F238E27FC236}">
                <a16:creationId xmlns:a16="http://schemas.microsoft.com/office/drawing/2014/main" id="{BBD324F9-E2A4-4208-A8BD-3922E14281C1}"/>
              </a:ext>
            </a:extLst>
          </p:cNvPr>
          <p:cNvSpPr txBox="1"/>
          <p:nvPr/>
        </p:nvSpPr>
        <p:spPr>
          <a:xfrm>
            <a:off x="3138310" y="3406653"/>
            <a:ext cx="570089" cy="230832"/>
          </a:xfrm>
          <a:prstGeom prst="rect">
            <a:avLst/>
          </a:prstGeom>
          <a:noFill/>
        </p:spPr>
        <p:txBody>
          <a:bodyPr wrap="square" rtlCol="0">
            <a:spAutoFit/>
          </a:bodyPr>
          <a:lstStyle/>
          <a:p>
            <a:pPr algn="ctr"/>
            <a:r>
              <a:rPr lang="en-US" sz="900" dirty="0"/>
              <a:t>345678</a:t>
            </a:r>
          </a:p>
        </p:txBody>
      </p:sp>
      <p:sp>
        <p:nvSpPr>
          <p:cNvPr id="62" name="TextBox 61">
            <a:extLst>
              <a:ext uri="{FF2B5EF4-FFF2-40B4-BE49-F238E27FC236}">
                <a16:creationId xmlns:a16="http://schemas.microsoft.com/office/drawing/2014/main" id="{324D95AD-C812-F64C-A5E9-DACF7CD855E2}"/>
              </a:ext>
            </a:extLst>
          </p:cNvPr>
          <p:cNvSpPr txBox="1"/>
          <p:nvPr/>
        </p:nvSpPr>
        <p:spPr>
          <a:xfrm>
            <a:off x="3640666" y="2905709"/>
            <a:ext cx="570089" cy="230832"/>
          </a:xfrm>
          <a:prstGeom prst="rect">
            <a:avLst/>
          </a:prstGeom>
          <a:noFill/>
        </p:spPr>
        <p:txBody>
          <a:bodyPr wrap="square" rtlCol="0">
            <a:spAutoFit/>
          </a:bodyPr>
          <a:lstStyle/>
          <a:p>
            <a:pPr algn="ctr"/>
            <a:r>
              <a:rPr lang="en-US" sz="900" dirty="0"/>
              <a:t>234567</a:t>
            </a:r>
          </a:p>
        </p:txBody>
      </p:sp>
      <p:sp>
        <p:nvSpPr>
          <p:cNvPr id="63" name="TextBox 62">
            <a:extLst>
              <a:ext uri="{FF2B5EF4-FFF2-40B4-BE49-F238E27FC236}">
                <a16:creationId xmlns:a16="http://schemas.microsoft.com/office/drawing/2014/main" id="{89B68806-A9E1-BF02-E5CD-466F25517473}"/>
              </a:ext>
            </a:extLst>
          </p:cNvPr>
          <p:cNvSpPr txBox="1"/>
          <p:nvPr/>
        </p:nvSpPr>
        <p:spPr>
          <a:xfrm>
            <a:off x="6654802" y="2905709"/>
            <a:ext cx="570089" cy="230832"/>
          </a:xfrm>
          <a:prstGeom prst="rect">
            <a:avLst/>
          </a:prstGeom>
          <a:noFill/>
        </p:spPr>
        <p:txBody>
          <a:bodyPr wrap="square" rtlCol="0">
            <a:spAutoFit/>
          </a:bodyPr>
          <a:lstStyle/>
          <a:p>
            <a:pPr algn="ctr"/>
            <a:r>
              <a:rPr lang="en-US" sz="900" dirty="0"/>
              <a:t>13467</a:t>
            </a:r>
          </a:p>
        </p:txBody>
      </p:sp>
      <p:sp>
        <p:nvSpPr>
          <p:cNvPr id="64" name="TextBox 63">
            <a:extLst>
              <a:ext uri="{FF2B5EF4-FFF2-40B4-BE49-F238E27FC236}">
                <a16:creationId xmlns:a16="http://schemas.microsoft.com/office/drawing/2014/main" id="{58FEAFC1-183E-2BAC-E027-04D4DC7A7CCF}"/>
              </a:ext>
            </a:extLst>
          </p:cNvPr>
          <p:cNvSpPr txBox="1"/>
          <p:nvPr/>
        </p:nvSpPr>
        <p:spPr>
          <a:xfrm>
            <a:off x="3640666" y="3406653"/>
            <a:ext cx="570089" cy="230832"/>
          </a:xfrm>
          <a:prstGeom prst="rect">
            <a:avLst/>
          </a:prstGeom>
          <a:noFill/>
        </p:spPr>
        <p:txBody>
          <a:bodyPr wrap="square" rtlCol="0">
            <a:spAutoFit/>
          </a:bodyPr>
          <a:lstStyle/>
          <a:p>
            <a:pPr algn="ctr"/>
            <a:r>
              <a:rPr lang="en-US" sz="900" dirty="0"/>
              <a:t>234567</a:t>
            </a:r>
          </a:p>
        </p:txBody>
      </p:sp>
      <p:sp>
        <p:nvSpPr>
          <p:cNvPr id="65" name="TextBox 64">
            <a:extLst>
              <a:ext uri="{FF2B5EF4-FFF2-40B4-BE49-F238E27FC236}">
                <a16:creationId xmlns:a16="http://schemas.microsoft.com/office/drawing/2014/main" id="{57AC0562-526D-7DCE-7E0C-A7B4ED0D81D9}"/>
              </a:ext>
            </a:extLst>
          </p:cNvPr>
          <p:cNvSpPr txBox="1"/>
          <p:nvPr/>
        </p:nvSpPr>
        <p:spPr>
          <a:xfrm>
            <a:off x="6654802" y="3406653"/>
            <a:ext cx="570089" cy="230832"/>
          </a:xfrm>
          <a:prstGeom prst="rect">
            <a:avLst/>
          </a:prstGeom>
          <a:noFill/>
        </p:spPr>
        <p:txBody>
          <a:bodyPr wrap="square" rtlCol="0">
            <a:spAutoFit/>
          </a:bodyPr>
          <a:lstStyle/>
          <a:p>
            <a:pPr algn="ctr"/>
            <a:r>
              <a:rPr lang="en-US" sz="900" dirty="0"/>
              <a:t>13467</a:t>
            </a:r>
          </a:p>
        </p:txBody>
      </p:sp>
      <p:sp>
        <p:nvSpPr>
          <p:cNvPr id="66" name="TextBox 65">
            <a:extLst>
              <a:ext uri="{FF2B5EF4-FFF2-40B4-BE49-F238E27FC236}">
                <a16:creationId xmlns:a16="http://schemas.microsoft.com/office/drawing/2014/main" id="{6D0E2C7C-54D8-FF35-88B2-07DE9F35FF92}"/>
              </a:ext>
            </a:extLst>
          </p:cNvPr>
          <p:cNvSpPr txBox="1"/>
          <p:nvPr/>
        </p:nvSpPr>
        <p:spPr>
          <a:xfrm>
            <a:off x="3640666" y="3907597"/>
            <a:ext cx="570089" cy="230832"/>
          </a:xfrm>
          <a:prstGeom prst="rect">
            <a:avLst/>
          </a:prstGeom>
          <a:noFill/>
        </p:spPr>
        <p:txBody>
          <a:bodyPr wrap="square" rtlCol="0">
            <a:spAutoFit/>
          </a:bodyPr>
          <a:lstStyle/>
          <a:p>
            <a:pPr algn="ctr"/>
            <a:r>
              <a:rPr lang="en-US" sz="900" dirty="0"/>
              <a:t>235</a:t>
            </a:r>
          </a:p>
        </p:txBody>
      </p:sp>
      <p:sp>
        <p:nvSpPr>
          <p:cNvPr id="67" name="TextBox 66">
            <a:extLst>
              <a:ext uri="{FF2B5EF4-FFF2-40B4-BE49-F238E27FC236}">
                <a16:creationId xmlns:a16="http://schemas.microsoft.com/office/drawing/2014/main" id="{4DC6C5CD-EBF8-0509-792A-9532E4118C6E}"/>
              </a:ext>
            </a:extLst>
          </p:cNvPr>
          <p:cNvSpPr txBox="1"/>
          <p:nvPr/>
        </p:nvSpPr>
        <p:spPr>
          <a:xfrm>
            <a:off x="4143022" y="3907597"/>
            <a:ext cx="570089" cy="230832"/>
          </a:xfrm>
          <a:prstGeom prst="rect">
            <a:avLst/>
          </a:prstGeom>
          <a:noFill/>
        </p:spPr>
        <p:txBody>
          <a:bodyPr wrap="square" rtlCol="0">
            <a:spAutoFit/>
          </a:bodyPr>
          <a:lstStyle/>
          <a:p>
            <a:pPr algn="ctr"/>
            <a:r>
              <a:rPr lang="en-US" sz="900" dirty="0"/>
              <a:t>235</a:t>
            </a:r>
          </a:p>
        </p:txBody>
      </p:sp>
      <p:sp>
        <p:nvSpPr>
          <p:cNvPr id="68" name="TextBox 67">
            <a:extLst>
              <a:ext uri="{FF2B5EF4-FFF2-40B4-BE49-F238E27FC236}">
                <a16:creationId xmlns:a16="http://schemas.microsoft.com/office/drawing/2014/main" id="{547A1E6B-E886-CF68-B6AA-698B6E2FDF48}"/>
              </a:ext>
            </a:extLst>
          </p:cNvPr>
          <p:cNvSpPr txBox="1"/>
          <p:nvPr/>
        </p:nvSpPr>
        <p:spPr>
          <a:xfrm>
            <a:off x="6654802" y="3907597"/>
            <a:ext cx="570089" cy="230832"/>
          </a:xfrm>
          <a:prstGeom prst="rect">
            <a:avLst/>
          </a:prstGeom>
          <a:noFill/>
        </p:spPr>
        <p:txBody>
          <a:bodyPr wrap="square" rtlCol="0">
            <a:spAutoFit/>
          </a:bodyPr>
          <a:lstStyle/>
          <a:p>
            <a:pPr algn="ctr"/>
            <a:r>
              <a:rPr lang="en-US" sz="900" dirty="0"/>
              <a:t>35</a:t>
            </a:r>
          </a:p>
        </p:txBody>
      </p:sp>
      <p:sp>
        <p:nvSpPr>
          <p:cNvPr id="69" name="TextBox 68">
            <a:extLst>
              <a:ext uri="{FF2B5EF4-FFF2-40B4-BE49-F238E27FC236}">
                <a16:creationId xmlns:a16="http://schemas.microsoft.com/office/drawing/2014/main" id="{6E7004DD-6CB5-7110-70D0-0BD82043674D}"/>
              </a:ext>
            </a:extLst>
          </p:cNvPr>
          <p:cNvSpPr txBox="1"/>
          <p:nvPr/>
        </p:nvSpPr>
        <p:spPr>
          <a:xfrm>
            <a:off x="3640666" y="4909484"/>
            <a:ext cx="570089" cy="230832"/>
          </a:xfrm>
          <a:prstGeom prst="rect">
            <a:avLst/>
          </a:prstGeom>
          <a:noFill/>
        </p:spPr>
        <p:txBody>
          <a:bodyPr wrap="square" rtlCol="0">
            <a:spAutoFit/>
          </a:bodyPr>
          <a:lstStyle/>
          <a:p>
            <a:pPr algn="ctr"/>
            <a:r>
              <a:rPr lang="en-US" sz="900" dirty="0"/>
              <a:t>3467</a:t>
            </a:r>
          </a:p>
        </p:txBody>
      </p:sp>
      <p:sp>
        <p:nvSpPr>
          <p:cNvPr id="70" name="TextBox 69">
            <a:extLst>
              <a:ext uri="{FF2B5EF4-FFF2-40B4-BE49-F238E27FC236}">
                <a16:creationId xmlns:a16="http://schemas.microsoft.com/office/drawing/2014/main" id="{FF76055C-02CD-730A-38A7-A659B5725164}"/>
              </a:ext>
            </a:extLst>
          </p:cNvPr>
          <p:cNvSpPr txBox="1"/>
          <p:nvPr/>
        </p:nvSpPr>
        <p:spPr>
          <a:xfrm>
            <a:off x="4143022" y="4909484"/>
            <a:ext cx="570089" cy="230832"/>
          </a:xfrm>
          <a:prstGeom prst="rect">
            <a:avLst/>
          </a:prstGeom>
          <a:noFill/>
        </p:spPr>
        <p:txBody>
          <a:bodyPr wrap="square" rtlCol="0">
            <a:spAutoFit/>
          </a:bodyPr>
          <a:lstStyle/>
          <a:p>
            <a:pPr algn="ctr"/>
            <a:r>
              <a:rPr lang="en-US" sz="900" dirty="0"/>
              <a:t>3467</a:t>
            </a:r>
          </a:p>
        </p:txBody>
      </p:sp>
      <p:sp>
        <p:nvSpPr>
          <p:cNvPr id="71" name="TextBox 70">
            <a:extLst>
              <a:ext uri="{FF2B5EF4-FFF2-40B4-BE49-F238E27FC236}">
                <a16:creationId xmlns:a16="http://schemas.microsoft.com/office/drawing/2014/main" id="{3D746FEC-DC7D-E120-0567-CFD39D3F71E6}"/>
              </a:ext>
            </a:extLst>
          </p:cNvPr>
          <p:cNvSpPr txBox="1"/>
          <p:nvPr/>
        </p:nvSpPr>
        <p:spPr>
          <a:xfrm>
            <a:off x="6152446" y="4909484"/>
            <a:ext cx="570089" cy="230832"/>
          </a:xfrm>
          <a:prstGeom prst="rect">
            <a:avLst/>
          </a:prstGeom>
          <a:noFill/>
        </p:spPr>
        <p:txBody>
          <a:bodyPr wrap="square" rtlCol="0">
            <a:spAutoFit/>
          </a:bodyPr>
          <a:lstStyle/>
          <a:p>
            <a:pPr algn="ctr"/>
            <a:r>
              <a:rPr lang="en-US" sz="900" dirty="0"/>
              <a:t>1347</a:t>
            </a:r>
          </a:p>
        </p:txBody>
      </p:sp>
      <p:sp>
        <p:nvSpPr>
          <p:cNvPr id="72" name="TextBox 71">
            <a:extLst>
              <a:ext uri="{FF2B5EF4-FFF2-40B4-BE49-F238E27FC236}">
                <a16:creationId xmlns:a16="http://schemas.microsoft.com/office/drawing/2014/main" id="{C5781CB2-F3E1-3062-29EC-0E9756961B87}"/>
              </a:ext>
            </a:extLst>
          </p:cNvPr>
          <p:cNvSpPr txBox="1"/>
          <p:nvPr/>
        </p:nvSpPr>
        <p:spPr>
          <a:xfrm>
            <a:off x="6654802" y="4909484"/>
            <a:ext cx="570089" cy="230832"/>
          </a:xfrm>
          <a:prstGeom prst="rect">
            <a:avLst/>
          </a:prstGeom>
          <a:noFill/>
        </p:spPr>
        <p:txBody>
          <a:bodyPr wrap="square" rtlCol="0">
            <a:spAutoFit/>
          </a:bodyPr>
          <a:lstStyle/>
          <a:p>
            <a:pPr algn="ctr"/>
            <a:r>
              <a:rPr lang="en-US" sz="900" dirty="0"/>
              <a:t>1347</a:t>
            </a:r>
          </a:p>
        </p:txBody>
      </p:sp>
      <p:sp>
        <p:nvSpPr>
          <p:cNvPr id="73" name="TextBox 72">
            <a:extLst>
              <a:ext uri="{FF2B5EF4-FFF2-40B4-BE49-F238E27FC236}">
                <a16:creationId xmlns:a16="http://schemas.microsoft.com/office/drawing/2014/main" id="{997F5E87-BB10-2FA9-3A17-8F1879AB7392}"/>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26B14762-7279-C152-815D-2E00EABF61EA}"/>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205A2EDF-8239-2F9E-4446-100DEBBF1B85}"/>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76" name="TextBox 75">
            <a:extLst>
              <a:ext uri="{FF2B5EF4-FFF2-40B4-BE49-F238E27FC236}">
                <a16:creationId xmlns:a16="http://schemas.microsoft.com/office/drawing/2014/main" id="{B657EE70-0CD1-8A23-8C77-F6F72CA2E6D3}"/>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21696441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A47B2-C8DB-42C2-F218-D6F16F54756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5F64966-F87D-D36A-6F90-97535DC2ADFA}"/>
              </a:ext>
            </a:extLst>
          </p:cNvPr>
          <p:cNvSpPr>
            <a:spLocks noGrp="1"/>
          </p:cNvSpPr>
          <p:nvPr>
            <p:ph sz="half" idx="1"/>
          </p:nvPr>
        </p:nvSpPr>
        <p:spPr/>
        <p:txBody>
          <a:bodyPr>
            <a:normAutofit/>
          </a:bodyPr>
          <a:lstStyle/>
          <a:p>
            <a:r>
              <a:rPr lang="en-US" dirty="0"/>
              <a:t>Last possible 9 in Row 4 and Column 8.</a:t>
            </a:r>
          </a:p>
        </p:txBody>
      </p:sp>
      <p:pic>
        <p:nvPicPr>
          <p:cNvPr id="4" name="Picture 3" descr="A grid of sudoku puzzle&#10;&#10;Description automatically generated">
            <a:extLst>
              <a:ext uri="{FF2B5EF4-FFF2-40B4-BE49-F238E27FC236}">
                <a16:creationId xmlns:a16="http://schemas.microsoft.com/office/drawing/2014/main" id="{160AF85D-5898-18C6-738E-BA6CB25361E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522EBD5-B5F7-9B09-978E-1D4CD07CE3E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A8EF5A5-3FCB-1F0F-B588-8AC21BEF9A6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6D94B85-3722-B757-0A0E-680AE2B4B82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CA02A07-C230-0187-F619-94B7DBA92DC0}"/>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02943E94-3824-8130-4A3D-FD763F5615AD}"/>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AB044C09-7ED6-CA09-5C73-D311072DBFB0}"/>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847768D9-E4D5-29A5-CC08-F4A57AE34B0B}"/>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8ED7EB01-5EF6-29F1-6F95-42A2C00976DB}"/>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5ED19EB5-4D00-7771-25EF-F82DF4EF1778}"/>
              </a:ext>
            </a:extLst>
          </p:cNvPr>
          <p:cNvSpPr txBox="1"/>
          <p:nvPr/>
        </p:nvSpPr>
        <p:spPr>
          <a:xfrm>
            <a:off x="4143022" y="4408541"/>
            <a:ext cx="570089" cy="230832"/>
          </a:xfrm>
          <a:prstGeom prst="rect">
            <a:avLst/>
          </a:prstGeom>
          <a:noFill/>
        </p:spPr>
        <p:txBody>
          <a:bodyPr wrap="square" rtlCol="0">
            <a:spAutoFit/>
          </a:bodyPr>
          <a:lstStyle/>
          <a:p>
            <a:pPr algn="ctr"/>
            <a:r>
              <a:rPr lang="en-US" sz="900" dirty="0"/>
              <a:t>4578</a:t>
            </a:r>
          </a:p>
        </p:txBody>
      </p:sp>
      <p:sp>
        <p:nvSpPr>
          <p:cNvPr id="13" name="TextBox 12">
            <a:extLst>
              <a:ext uri="{FF2B5EF4-FFF2-40B4-BE49-F238E27FC236}">
                <a16:creationId xmlns:a16="http://schemas.microsoft.com/office/drawing/2014/main" id="{E817B1CC-8DF3-1F6E-BDC7-FBE2C018BF8D}"/>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D30CC979-4F0F-FF65-E7E0-9E0FCF8F0F83}"/>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F8B9ED81-08C8-9125-D414-5FC1F5B0791A}"/>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ABA800F9-5B84-6FD9-54A5-A06C0CFF0102}"/>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D0B23169-5105-42DD-35DD-35B1189F7F56}"/>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E3FF8B25-05A3-BAE1-393B-9093CE46CA6C}"/>
              </a:ext>
            </a:extLst>
          </p:cNvPr>
          <p:cNvSpPr txBox="1"/>
          <p:nvPr/>
        </p:nvSpPr>
        <p:spPr>
          <a:xfrm>
            <a:off x="4645378" y="1402877"/>
            <a:ext cx="570089" cy="230832"/>
          </a:xfrm>
          <a:prstGeom prst="rect">
            <a:avLst/>
          </a:prstGeom>
          <a:noFill/>
        </p:spPr>
        <p:txBody>
          <a:bodyPr wrap="square" rtlCol="0">
            <a:spAutoFit/>
          </a:bodyPr>
          <a:lstStyle/>
          <a:p>
            <a:pPr algn="ctr"/>
            <a:r>
              <a:rPr lang="en-US" sz="900" dirty="0"/>
              <a:t>98</a:t>
            </a:r>
          </a:p>
        </p:txBody>
      </p:sp>
      <p:sp>
        <p:nvSpPr>
          <p:cNvPr id="26" name="TextBox 25">
            <a:extLst>
              <a:ext uri="{FF2B5EF4-FFF2-40B4-BE49-F238E27FC236}">
                <a16:creationId xmlns:a16="http://schemas.microsoft.com/office/drawing/2014/main" id="{D5E4C131-4035-B14A-F206-A78CFEDB18DD}"/>
              </a:ext>
            </a:extLst>
          </p:cNvPr>
          <p:cNvSpPr txBox="1"/>
          <p:nvPr/>
        </p:nvSpPr>
        <p:spPr>
          <a:xfrm>
            <a:off x="4645378" y="2905709"/>
            <a:ext cx="570089" cy="230832"/>
          </a:xfrm>
          <a:prstGeom prst="rect">
            <a:avLst/>
          </a:prstGeom>
          <a:noFill/>
        </p:spPr>
        <p:txBody>
          <a:bodyPr wrap="square" rtlCol="0">
            <a:spAutoFit/>
          </a:bodyPr>
          <a:lstStyle/>
          <a:p>
            <a:pPr algn="ctr"/>
            <a:r>
              <a:rPr lang="en-US" sz="900" dirty="0"/>
              <a:t>589</a:t>
            </a:r>
          </a:p>
        </p:txBody>
      </p:sp>
      <p:sp>
        <p:nvSpPr>
          <p:cNvPr id="27" name="TextBox 26">
            <a:extLst>
              <a:ext uri="{FF2B5EF4-FFF2-40B4-BE49-F238E27FC236}">
                <a16:creationId xmlns:a16="http://schemas.microsoft.com/office/drawing/2014/main" id="{92E89D63-B158-F319-FB02-757BF92D7640}"/>
              </a:ext>
            </a:extLst>
          </p:cNvPr>
          <p:cNvSpPr txBox="1"/>
          <p:nvPr/>
        </p:nvSpPr>
        <p:spPr>
          <a:xfrm>
            <a:off x="4645378" y="3406653"/>
            <a:ext cx="570089" cy="230832"/>
          </a:xfrm>
          <a:prstGeom prst="rect">
            <a:avLst/>
          </a:prstGeom>
          <a:noFill/>
        </p:spPr>
        <p:txBody>
          <a:bodyPr wrap="square" rtlCol="0">
            <a:spAutoFit/>
          </a:bodyPr>
          <a:lstStyle/>
          <a:p>
            <a:pPr algn="ctr"/>
            <a:r>
              <a:rPr lang="en-US" sz="900" dirty="0"/>
              <a:t>589</a:t>
            </a:r>
          </a:p>
        </p:txBody>
      </p:sp>
      <p:sp>
        <p:nvSpPr>
          <p:cNvPr id="30" name="TextBox 29">
            <a:extLst>
              <a:ext uri="{FF2B5EF4-FFF2-40B4-BE49-F238E27FC236}">
                <a16:creationId xmlns:a16="http://schemas.microsoft.com/office/drawing/2014/main" id="{8C66FE9B-106C-57BA-8CF2-218FC326BCA0}"/>
              </a:ext>
            </a:extLst>
          </p:cNvPr>
          <p:cNvSpPr txBox="1"/>
          <p:nvPr/>
        </p:nvSpPr>
        <p:spPr>
          <a:xfrm>
            <a:off x="5650090" y="1402877"/>
            <a:ext cx="570089" cy="230832"/>
          </a:xfrm>
          <a:prstGeom prst="rect">
            <a:avLst/>
          </a:prstGeom>
          <a:noFill/>
        </p:spPr>
        <p:txBody>
          <a:bodyPr wrap="square" rtlCol="0">
            <a:spAutoFit/>
          </a:bodyPr>
          <a:lstStyle/>
          <a:p>
            <a:pPr algn="ctr"/>
            <a:r>
              <a:rPr lang="en-US" sz="900" dirty="0"/>
              <a:t>89</a:t>
            </a:r>
          </a:p>
        </p:txBody>
      </p:sp>
      <p:sp>
        <p:nvSpPr>
          <p:cNvPr id="32" name="TextBox 31">
            <a:extLst>
              <a:ext uri="{FF2B5EF4-FFF2-40B4-BE49-F238E27FC236}">
                <a16:creationId xmlns:a16="http://schemas.microsoft.com/office/drawing/2014/main" id="{CAA31C1A-21A6-220D-AAF5-68BCD72CA7EB}"/>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7CBD9D40-AFA8-3486-D86F-536315F10F05}"/>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CC297DB3-E065-DD29-388D-0AFAEC41F748}"/>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FB07914C-B74F-2BB3-9858-81660D2E2C87}"/>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7AB2E926-284B-BB79-479E-30BA464F3B42}"/>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F52486A9-F267-F7FD-27A7-5F56CA73260F}"/>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ABE578CB-C93C-3A2E-5C4B-ABEBA087A76D}"/>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E8B2C58A-6C23-B3B6-7FF5-00F138A71A2E}"/>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B729232B-A3C9-498A-7EE5-A707B48D35E8}"/>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0E462844-7FAD-1C6D-4900-ADD5249D045A}"/>
              </a:ext>
            </a:extLst>
          </p:cNvPr>
          <p:cNvSpPr txBox="1"/>
          <p:nvPr/>
        </p:nvSpPr>
        <p:spPr>
          <a:xfrm>
            <a:off x="5147734" y="2404765"/>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AA1DE71D-9B84-A22C-77DB-CB846AAF6825}"/>
              </a:ext>
            </a:extLst>
          </p:cNvPr>
          <p:cNvSpPr txBox="1"/>
          <p:nvPr/>
        </p:nvSpPr>
        <p:spPr>
          <a:xfrm>
            <a:off x="5147734" y="2905709"/>
            <a:ext cx="570089" cy="230832"/>
          </a:xfrm>
          <a:prstGeom prst="rect">
            <a:avLst/>
          </a:prstGeom>
          <a:noFill/>
        </p:spPr>
        <p:txBody>
          <a:bodyPr wrap="square" rtlCol="0">
            <a:spAutoFit/>
          </a:bodyPr>
          <a:lstStyle/>
          <a:p>
            <a:pPr algn="ctr"/>
            <a:r>
              <a:rPr lang="en-US" sz="900" dirty="0"/>
              <a:t>124</a:t>
            </a:r>
          </a:p>
        </p:txBody>
      </p:sp>
      <p:sp>
        <p:nvSpPr>
          <p:cNvPr id="36" name="TextBox 35">
            <a:extLst>
              <a:ext uri="{FF2B5EF4-FFF2-40B4-BE49-F238E27FC236}">
                <a16:creationId xmlns:a16="http://schemas.microsoft.com/office/drawing/2014/main" id="{0EE5ECC2-DEBD-1A96-39EC-A9FB38D1E19D}"/>
              </a:ext>
            </a:extLst>
          </p:cNvPr>
          <p:cNvSpPr txBox="1"/>
          <p:nvPr/>
        </p:nvSpPr>
        <p:spPr>
          <a:xfrm>
            <a:off x="5147734" y="3406653"/>
            <a:ext cx="570089" cy="230832"/>
          </a:xfrm>
          <a:prstGeom prst="rect">
            <a:avLst/>
          </a:prstGeom>
          <a:noFill/>
        </p:spPr>
        <p:txBody>
          <a:bodyPr wrap="square" rtlCol="0">
            <a:spAutoFit/>
          </a:bodyPr>
          <a:lstStyle/>
          <a:p>
            <a:pPr algn="ctr"/>
            <a:r>
              <a:rPr lang="en-US" sz="900" dirty="0"/>
              <a:t>124</a:t>
            </a:r>
          </a:p>
        </p:txBody>
      </p:sp>
      <p:sp>
        <p:nvSpPr>
          <p:cNvPr id="37" name="TextBox 36">
            <a:extLst>
              <a:ext uri="{FF2B5EF4-FFF2-40B4-BE49-F238E27FC236}">
                <a16:creationId xmlns:a16="http://schemas.microsoft.com/office/drawing/2014/main" id="{9BE4621B-CE3B-3EB8-AC7C-2C0B2F80ECF5}"/>
              </a:ext>
            </a:extLst>
          </p:cNvPr>
          <p:cNvSpPr txBox="1"/>
          <p:nvPr/>
        </p:nvSpPr>
        <p:spPr>
          <a:xfrm>
            <a:off x="5650090" y="3406653"/>
            <a:ext cx="570089" cy="230832"/>
          </a:xfrm>
          <a:prstGeom prst="rect">
            <a:avLst/>
          </a:prstGeom>
          <a:noFill/>
        </p:spPr>
        <p:txBody>
          <a:bodyPr wrap="square" rtlCol="0">
            <a:spAutoFit/>
          </a:bodyPr>
          <a:lstStyle/>
          <a:p>
            <a:pPr algn="ctr"/>
            <a:r>
              <a:rPr lang="en-US" sz="900" dirty="0"/>
              <a:t>98</a:t>
            </a:r>
          </a:p>
        </p:txBody>
      </p:sp>
      <p:sp>
        <p:nvSpPr>
          <p:cNvPr id="38" name="TextBox 37">
            <a:extLst>
              <a:ext uri="{FF2B5EF4-FFF2-40B4-BE49-F238E27FC236}">
                <a16:creationId xmlns:a16="http://schemas.microsoft.com/office/drawing/2014/main" id="{AFFDD112-95D5-290A-EAE4-E6A6EB6C3246}"/>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EB4289E0-1264-BE5D-718D-79362A8C37AE}"/>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6F4B8B36-1ABC-8BB8-D30B-244378A4F1D6}"/>
              </a:ext>
            </a:extLst>
          </p:cNvPr>
          <p:cNvSpPr txBox="1"/>
          <p:nvPr/>
        </p:nvSpPr>
        <p:spPr>
          <a:xfrm>
            <a:off x="4143022" y="1903821"/>
            <a:ext cx="570089" cy="230832"/>
          </a:xfrm>
          <a:prstGeom prst="rect">
            <a:avLst/>
          </a:prstGeom>
          <a:noFill/>
        </p:spPr>
        <p:txBody>
          <a:bodyPr wrap="square" rtlCol="0">
            <a:spAutoFit/>
          </a:bodyPr>
          <a:lstStyle/>
          <a:p>
            <a:pPr algn="ctr"/>
            <a:r>
              <a:rPr lang="en-US" sz="900" dirty="0"/>
              <a:t>678</a:t>
            </a:r>
          </a:p>
        </p:txBody>
      </p:sp>
      <p:sp>
        <p:nvSpPr>
          <p:cNvPr id="42" name="TextBox 41">
            <a:extLst>
              <a:ext uri="{FF2B5EF4-FFF2-40B4-BE49-F238E27FC236}">
                <a16:creationId xmlns:a16="http://schemas.microsoft.com/office/drawing/2014/main" id="{179BB539-D5E1-63A9-6966-BD5BB9E24398}"/>
              </a:ext>
            </a:extLst>
          </p:cNvPr>
          <p:cNvSpPr txBox="1"/>
          <p:nvPr/>
        </p:nvSpPr>
        <p:spPr>
          <a:xfrm>
            <a:off x="4143022" y="901933"/>
            <a:ext cx="570089" cy="230832"/>
          </a:xfrm>
          <a:prstGeom prst="rect">
            <a:avLst/>
          </a:prstGeom>
          <a:noFill/>
        </p:spPr>
        <p:txBody>
          <a:bodyPr wrap="square" rtlCol="0">
            <a:spAutoFit/>
          </a:bodyPr>
          <a:lstStyle/>
          <a:p>
            <a:pPr algn="ctr"/>
            <a:r>
              <a:rPr lang="en-US" sz="900" dirty="0"/>
              <a:t>458</a:t>
            </a:r>
          </a:p>
        </p:txBody>
      </p:sp>
      <p:sp>
        <p:nvSpPr>
          <p:cNvPr id="43" name="TextBox 42">
            <a:extLst>
              <a:ext uri="{FF2B5EF4-FFF2-40B4-BE49-F238E27FC236}">
                <a16:creationId xmlns:a16="http://schemas.microsoft.com/office/drawing/2014/main" id="{412D592F-2193-3D26-9BBD-87F2BFDB19EF}"/>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03ABAFE7-2F2A-533A-1825-C2040DFE85E5}"/>
              </a:ext>
            </a:extLst>
          </p:cNvPr>
          <p:cNvSpPr txBox="1"/>
          <p:nvPr/>
        </p:nvSpPr>
        <p:spPr>
          <a:xfrm>
            <a:off x="6654802" y="901933"/>
            <a:ext cx="570089" cy="230832"/>
          </a:xfrm>
          <a:prstGeom prst="rect">
            <a:avLst/>
          </a:prstGeom>
          <a:noFill/>
        </p:spPr>
        <p:txBody>
          <a:bodyPr wrap="square" rtlCol="0">
            <a:spAutoFit/>
          </a:bodyPr>
          <a:lstStyle/>
          <a:p>
            <a:pPr algn="ctr"/>
            <a:r>
              <a:rPr lang="en-US" sz="900" dirty="0"/>
              <a:t>458</a:t>
            </a:r>
          </a:p>
        </p:txBody>
      </p:sp>
      <p:sp>
        <p:nvSpPr>
          <p:cNvPr id="45" name="TextBox 44">
            <a:extLst>
              <a:ext uri="{FF2B5EF4-FFF2-40B4-BE49-F238E27FC236}">
                <a16:creationId xmlns:a16="http://schemas.microsoft.com/office/drawing/2014/main" id="{E0056637-B0AA-D97C-658E-A5B9F16404FD}"/>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13457</a:t>
            </a:r>
          </a:p>
        </p:txBody>
      </p:sp>
      <p:sp>
        <p:nvSpPr>
          <p:cNvPr id="46" name="TextBox 45">
            <a:extLst>
              <a:ext uri="{FF2B5EF4-FFF2-40B4-BE49-F238E27FC236}">
                <a16:creationId xmlns:a16="http://schemas.microsoft.com/office/drawing/2014/main" id="{B527D4EF-E867-6815-306F-7C2BF949F49B}"/>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3457</a:t>
            </a:r>
          </a:p>
        </p:txBody>
      </p:sp>
      <p:sp>
        <p:nvSpPr>
          <p:cNvPr id="47" name="TextBox 46">
            <a:extLst>
              <a:ext uri="{FF2B5EF4-FFF2-40B4-BE49-F238E27FC236}">
                <a16:creationId xmlns:a16="http://schemas.microsoft.com/office/drawing/2014/main" id="{846F63FC-FD94-73DE-78F7-D5E18899084F}"/>
              </a:ext>
            </a:extLst>
          </p:cNvPr>
          <p:cNvSpPr txBox="1"/>
          <p:nvPr/>
        </p:nvSpPr>
        <p:spPr>
          <a:xfrm>
            <a:off x="6152446" y="1402877"/>
            <a:ext cx="570089" cy="230832"/>
          </a:xfrm>
          <a:prstGeom prst="rect">
            <a:avLst/>
          </a:prstGeom>
          <a:noFill/>
        </p:spPr>
        <p:txBody>
          <a:bodyPr wrap="square" rtlCol="0">
            <a:spAutoFit/>
          </a:bodyPr>
          <a:lstStyle/>
          <a:p>
            <a:pPr algn="ctr"/>
            <a:r>
              <a:rPr lang="en-US" sz="900" dirty="0"/>
              <a:t>1347</a:t>
            </a:r>
          </a:p>
        </p:txBody>
      </p:sp>
      <p:sp>
        <p:nvSpPr>
          <p:cNvPr id="48" name="TextBox 47">
            <a:extLst>
              <a:ext uri="{FF2B5EF4-FFF2-40B4-BE49-F238E27FC236}">
                <a16:creationId xmlns:a16="http://schemas.microsoft.com/office/drawing/2014/main" id="{30DD143D-E69A-73B5-3A8D-B5B3EB3E4F60}"/>
              </a:ext>
            </a:extLst>
          </p:cNvPr>
          <p:cNvSpPr txBox="1"/>
          <p:nvPr/>
        </p:nvSpPr>
        <p:spPr>
          <a:xfrm>
            <a:off x="7157158" y="1402877"/>
            <a:ext cx="570089" cy="230832"/>
          </a:xfrm>
          <a:prstGeom prst="rect">
            <a:avLst/>
          </a:prstGeom>
          <a:noFill/>
        </p:spPr>
        <p:txBody>
          <a:bodyPr wrap="square" rtlCol="0">
            <a:spAutoFit/>
          </a:bodyPr>
          <a:lstStyle/>
          <a:p>
            <a:pPr algn="ctr"/>
            <a:r>
              <a:rPr lang="en-US" sz="900" dirty="0"/>
              <a:t>13457</a:t>
            </a:r>
          </a:p>
        </p:txBody>
      </p:sp>
      <p:sp>
        <p:nvSpPr>
          <p:cNvPr id="49" name="TextBox 48">
            <a:extLst>
              <a:ext uri="{FF2B5EF4-FFF2-40B4-BE49-F238E27FC236}">
                <a16:creationId xmlns:a16="http://schemas.microsoft.com/office/drawing/2014/main" id="{11720834-DD9A-8B8A-E7A2-0F7D89DF544C}"/>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3457</a:t>
            </a:r>
          </a:p>
        </p:txBody>
      </p:sp>
      <p:sp>
        <p:nvSpPr>
          <p:cNvPr id="50" name="TextBox 49">
            <a:extLst>
              <a:ext uri="{FF2B5EF4-FFF2-40B4-BE49-F238E27FC236}">
                <a16:creationId xmlns:a16="http://schemas.microsoft.com/office/drawing/2014/main" id="{0A5A3802-652B-FBD9-D154-12A89EF5C565}"/>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a:t>
            </a:r>
          </a:p>
        </p:txBody>
      </p:sp>
      <p:sp>
        <p:nvSpPr>
          <p:cNvPr id="51" name="TextBox 50">
            <a:extLst>
              <a:ext uri="{FF2B5EF4-FFF2-40B4-BE49-F238E27FC236}">
                <a16:creationId xmlns:a16="http://schemas.microsoft.com/office/drawing/2014/main" id="{17464290-1CE6-9439-EC28-D6DB6D9415FE}"/>
              </a:ext>
            </a:extLst>
          </p:cNvPr>
          <p:cNvSpPr txBox="1"/>
          <p:nvPr/>
        </p:nvSpPr>
        <p:spPr>
          <a:xfrm>
            <a:off x="6654802" y="1903821"/>
            <a:ext cx="570089" cy="230832"/>
          </a:xfrm>
          <a:prstGeom prst="rect">
            <a:avLst/>
          </a:prstGeom>
          <a:noFill/>
        </p:spPr>
        <p:txBody>
          <a:bodyPr wrap="square" rtlCol="0">
            <a:spAutoFit/>
          </a:bodyPr>
          <a:lstStyle/>
          <a:p>
            <a:pPr algn="ctr"/>
            <a:r>
              <a:rPr lang="en-US" sz="900" dirty="0"/>
              <a:t>1378</a:t>
            </a:r>
          </a:p>
        </p:txBody>
      </p:sp>
      <p:sp>
        <p:nvSpPr>
          <p:cNvPr id="52" name="TextBox 51">
            <a:extLst>
              <a:ext uri="{FF2B5EF4-FFF2-40B4-BE49-F238E27FC236}">
                <a16:creationId xmlns:a16="http://schemas.microsoft.com/office/drawing/2014/main" id="{65C292E8-851B-5D95-1EFA-EFD65A905105}"/>
              </a:ext>
            </a:extLst>
          </p:cNvPr>
          <p:cNvSpPr txBox="1"/>
          <p:nvPr/>
        </p:nvSpPr>
        <p:spPr>
          <a:xfrm>
            <a:off x="7157158" y="1903821"/>
            <a:ext cx="570089" cy="230832"/>
          </a:xfrm>
          <a:prstGeom prst="rect">
            <a:avLst/>
          </a:prstGeom>
          <a:noFill/>
        </p:spPr>
        <p:txBody>
          <a:bodyPr wrap="square" rtlCol="0">
            <a:spAutoFit/>
          </a:bodyPr>
          <a:lstStyle/>
          <a:p>
            <a:pPr algn="ctr"/>
            <a:r>
              <a:rPr lang="en-US" sz="900" dirty="0"/>
              <a:t>137</a:t>
            </a:r>
          </a:p>
        </p:txBody>
      </p:sp>
      <p:sp>
        <p:nvSpPr>
          <p:cNvPr id="53" name="TextBox 52">
            <a:extLst>
              <a:ext uri="{FF2B5EF4-FFF2-40B4-BE49-F238E27FC236}">
                <a16:creationId xmlns:a16="http://schemas.microsoft.com/office/drawing/2014/main" id="{86CCFF0D-6D65-EF66-11BA-4DE2403E5FE7}"/>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a:t>
            </a:r>
          </a:p>
        </p:txBody>
      </p:sp>
      <p:sp>
        <p:nvSpPr>
          <p:cNvPr id="54" name="TextBox 53">
            <a:extLst>
              <a:ext uri="{FF2B5EF4-FFF2-40B4-BE49-F238E27FC236}">
                <a16:creationId xmlns:a16="http://schemas.microsoft.com/office/drawing/2014/main" id="{57985DFA-5BAB-07EC-DBE7-3D41681BF304}"/>
              </a:ext>
            </a:extLst>
          </p:cNvPr>
          <p:cNvSpPr txBox="1"/>
          <p:nvPr/>
        </p:nvSpPr>
        <p:spPr>
          <a:xfrm>
            <a:off x="3640666" y="2404765"/>
            <a:ext cx="570089" cy="230832"/>
          </a:xfrm>
          <a:prstGeom prst="rect">
            <a:avLst/>
          </a:prstGeom>
          <a:noFill/>
        </p:spPr>
        <p:txBody>
          <a:bodyPr wrap="square" rtlCol="0">
            <a:spAutoFit/>
          </a:bodyPr>
          <a:lstStyle/>
          <a:p>
            <a:pPr algn="ctr"/>
            <a:r>
              <a:rPr lang="en-US" sz="900" dirty="0"/>
              <a:t>3478</a:t>
            </a:r>
          </a:p>
        </p:txBody>
      </p:sp>
      <p:sp>
        <p:nvSpPr>
          <p:cNvPr id="56" name="TextBox 55">
            <a:extLst>
              <a:ext uri="{FF2B5EF4-FFF2-40B4-BE49-F238E27FC236}">
                <a16:creationId xmlns:a16="http://schemas.microsoft.com/office/drawing/2014/main" id="{A80E3194-8A9D-BECC-0512-46AAB02B85E0}"/>
              </a:ext>
            </a:extLst>
          </p:cNvPr>
          <p:cNvSpPr txBox="1"/>
          <p:nvPr/>
        </p:nvSpPr>
        <p:spPr>
          <a:xfrm>
            <a:off x="7157158" y="2404765"/>
            <a:ext cx="570089" cy="230832"/>
          </a:xfrm>
          <a:prstGeom prst="rect">
            <a:avLst/>
          </a:prstGeom>
          <a:noFill/>
        </p:spPr>
        <p:txBody>
          <a:bodyPr wrap="square" rtlCol="0">
            <a:spAutoFit/>
          </a:bodyPr>
          <a:lstStyle/>
          <a:p>
            <a:pPr algn="ctr"/>
            <a:r>
              <a:rPr lang="en-US" sz="900" dirty="0"/>
              <a:t>3478</a:t>
            </a:r>
          </a:p>
        </p:txBody>
      </p:sp>
      <p:sp>
        <p:nvSpPr>
          <p:cNvPr id="57" name="TextBox 56">
            <a:extLst>
              <a:ext uri="{FF2B5EF4-FFF2-40B4-BE49-F238E27FC236}">
                <a16:creationId xmlns:a16="http://schemas.microsoft.com/office/drawing/2014/main" id="{66A9945B-7BAB-7CB6-A15F-A2921B136EAA}"/>
              </a:ext>
            </a:extLst>
          </p:cNvPr>
          <p:cNvSpPr txBox="1"/>
          <p:nvPr/>
        </p:nvSpPr>
        <p:spPr>
          <a:xfrm>
            <a:off x="3138310" y="2404765"/>
            <a:ext cx="570089" cy="230832"/>
          </a:xfrm>
          <a:prstGeom prst="rect">
            <a:avLst/>
          </a:prstGeom>
          <a:noFill/>
        </p:spPr>
        <p:txBody>
          <a:bodyPr wrap="square" rtlCol="0">
            <a:spAutoFit/>
          </a:bodyPr>
          <a:lstStyle/>
          <a:p>
            <a:pPr algn="ctr"/>
            <a:r>
              <a:rPr lang="en-US" sz="900" dirty="0"/>
              <a:t>478</a:t>
            </a:r>
          </a:p>
        </p:txBody>
      </p:sp>
      <p:sp>
        <p:nvSpPr>
          <p:cNvPr id="58" name="TextBox 57">
            <a:extLst>
              <a:ext uri="{FF2B5EF4-FFF2-40B4-BE49-F238E27FC236}">
                <a16:creationId xmlns:a16="http://schemas.microsoft.com/office/drawing/2014/main" id="{1299A66A-7AE4-2C4E-5C4F-C2FD53A29110}"/>
              </a:ext>
            </a:extLst>
          </p:cNvPr>
          <p:cNvSpPr txBox="1"/>
          <p:nvPr/>
        </p:nvSpPr>
        <p:spPr>
          <a:xfrm>
            <a:off x="7157158" y="2905709"/>
            <a:ext cx="570089" cy="230832"/>
          </a:xfrm>
          <a:prstGeom prst="rect">
            <a:avLst/>
          </a:prstGeom>
          <a:noFill/>
        </p:spPr>
        <p:txBody>
          <a:bodyPr wrap="square" rtlCol="0">
            <a:spAutoFit/>
          </a:bodyPr>
          <a:lstStyle/>
          <a:p>
            <a:pPr algn="ctr"/>
            <a:r>
              <a:rPr lang="en-US" sz="900" dirty="0"/>
              <a:t>3478</a:t>
            </a:r>
          </a:p>
        </p:txBody>
      </p:sp>
      <p:sp>
        <p:nvSpPr>
          <p:cNvPr id="59" name="TextBox 58">
            <a:extLst>
              <a:ext uri="{FF2B5EF4-FFF2-40B4-BE49-F238E27FC236}">
                <a16:creationId xmlns:a16="http://schemas.microsoft.com/office/drawing/2014/main" id="{B1A22077-9240-502D-6D2F-2A6A2A342870}"/>
              </a:ext>
            </a:extLst>
          </p:cNvPr>
          <p:cNvSpPr txBox="1"/>
          <p:nvPr/>
        </p:nvSpPr>
        <p:spPr>
          <a:xfrm>
            <a:off x="3138310" y="2905709"/>
            <a:ext cx="570089" cy="230832"/>
          </a:xfrm>
          <a:prstGeom prst="rect">
            <a:avLst/>
          </a:prstGeom>
          <a:noFill/>
        </p:spPr>
        <p:txBody>
          <a:bodyPr wrap="square" rtlCol="0">
            <a:spAutoFit/>
          </a:bodyPr>
          <a:lstStyle/>
          <a:p>
            <a:pPr algn="ctr"/>
            <a:r>
              <a:rPr lang="en-US" sz="900" dirty="0"/>
              <a:t>345678</a:t>
            </a:r>
          </a:p>
        </p:txBody>
      </p:sp>
      <p:sp>
        <p:nvSpPr>
          <p:cNvPr id="60" name="TextBox 59">
            <a:extLst>
              <a:ext uri="{FF2B5EF4-FFF2-40B4-BE49-F238E27FC236}">
                <a16:creationId xmlns:a16="http://schemas.microsoft.com/office/drawing/2014/main" id="{E79BAAD0-85C9-A942-AA20-EE4EE5052EC1}"/>
              </a:ext>
            </a:extLst>
          </p:cNvPr>
          <p:cNvSpPr txBox="1"/>
          <p:nvPr/>
        </p:nvSpPr>
        <p:spPr>
          <a:xfrm>
            <a:off x="7157158" y="3406653"/>
            <a:ext cx="570089" cy="230832"/>
          </a:xfrm>
          <a:prstGeom prst="rect">
            <a:avLst/>
          </a:prstGeom>
          <a:noFill/>
        </p:spPr>
        <p:txBody>
          <a:bodyPr wrap="square" rtlCol="0">
            <a:spAutoFit/>
          </a:bodyPr>
          <a:lstStyle/>
          <a:p>
            <a:pPr algn="ctr"/>
            <a:r>
              <a:rPr lang="en-US" sz="900" dirty="0"/>
              <a:t>3478</a:t>
            </a:r>
          </a:p>
        </p:txBody>
      </p:sp>
      <p:sp>
        <p:nvSpPr>
          <p:cNvPr id="61" name="TextBox 60">
            <a:extLst>
              <a:ext uri="{FF2B5EF4-FFF2-40B4-BE49-F238E27FC236}">
                <a16:creationId xmlns:a16="http://schemas.microsoft.com/office/drawing/2014/main" id="{FE32AABE-6247-83A0-795B-1100E157AB85}"/>
              </a:ext>
            </a:extLst>
          </p:cNvPr>
          <p:cNvSpPr txBox="1"/>
          <p:nvPr/>
        </p:nvSpPr>
        <p:spPr>
          <a:xfrm>
            <a:off x="3138310" y="3406653"/>
            <a:ext cx="570089" cy="230832"/>
          </a:xfrm>
          <a:prstGeom prst="rect">
            <a:avLst/>
          </a:prstGeom>
          <a:noFill/>
        </p:spPr>
        <p:txBody>
          <a:bodyPr wrap="square" rtlCol="0">
            <a:spAutoFit/>
          </a:bodyPr>
          <a:lstStyle/>
          <a:p>
            <a:pPr algn="ctr"/>
            <a:r>
              <a:rPr lang="en-US" sz="900" dirty="0"/>
              <a:t>345678</a:t>
            </a:r>
          </a:p>
        </p:txBody>
      </p:sp>
      <p:sp>
        <p:nvSpPr>
          <p:cNvPr id="62" name="TextBox 61">
            <a:extLst>
              <a:ext uri="{FF2B5EF4-FFF2-40B4-BE49-F238E27FC236}">
                <a16:creationId xmlns:a16="http://schemas.microsoft.com/office/drawing/2014/main" id="{D87B44FE-E886-E134-1651-689DD8577F44}"/>
              </a:ext>
            </a:extLst>
          </p:cNvPr>
          <p:cNvSpPr txBox="1"/>
          <p:nvPr/>
        </p:nvSpPr>
        <p:spPr>
          <a:xfrm>
            <a:off x="3640666" y="2905709"/>
            <a:ext cx="570089" cy="230832"/>
          </a:xfrm>
          <a:prstGeom prst="rect">
            <a:avLst/>
          </a:prstGeom>
          <a:noFill/>
        </p:spPr>
        <p:txBody>
          <a:bodyPr wrap="square" rtlCol="0">
            <a:spAutoFit/>
          </a:bodyPr>
          <a:lstStyle/>
          <a:p>
            <a:pPr algn="ctr"/>
            <a:r>
              <a:rPr lang="en-US" sz="900" dirty="0"/>
              <a:t>234567</a:t>
            </a:r>
          </a:p>
        </p:txBody>
      </p:sp>
      <p:sp>
        <p:nvSpPr>
          <p:cNvPr id="63" name="TextBox 62">
            <a:extLst>
              <a:ext uri="{FF2B5EF4-FFF2-40B4-BE49-F238E27FC236}">
                <a16:creationId xmlns:a16="http://schemas.microsoft.com/office/drawing/2014/main" id="{1FFE0022-C47C-043D-2B59-B7A948E7A934}"/>
              </a:ext>
            </a:extLst>
          </p:cNvPr>
          <p:cNvSpPr txBox="1"/>
          <p:nvPr/>
        </p:nvSpPr>
        <p:spPr>
          <a:xfrm>
            <a:off x="6654802" y="2905709"/>
            <a:ext cx="570089" cy="230832"/>
          </a:xfrm>
          <a:prstGeom prst="rect">
            <a:avLst/>
          </a:prstGeom>
          <a:noFill/>
        </p:spPr>
        <p:txBody>
          <a:bodyPr wrap="square" rtlCol="0">
            <a:spAutoFit/>
          </a:bodyPr>
          <a:lstStyle/>
          <a:p>
            <a:pPr algn="ctr"/>
            <a:r>
              <a:rPr lang="en-US" sz="900" dirty="0"/>
              <a:t>13467</a:t>
            </a:r>
          </a:p>
        </p:txBody>
      </p:sp>
      <p:sp>
        <p:nvSpPr>
          <p:cNvPr id="64" name="TextBox 63">
            <a:extLst>
              <a:ext uri="{FF2B5EF4-FFF2-40B4-BE49-F238E27FC236}">
                <a16:creationId xmlns:a16="http://schemas.microsoft.com/office/drawing/2014/main" id="{94A418C8-24E6-835A-69E9-D90D8792169F}"/>
              </a:ext>
            </a:extLst>
          </p:cNvPr>
          <p:cNvSpPr txBox="1"/>
          <p:nvPr/>
        </p:nvSpPr>
        <p:spPr>
          <a:xfrm>
            <a:off x="3640666" y="3406653"/>
            <a:ext cx="570089" cy="230832"/>
          </a:xfrm>
          <a:prstGeom prst="rect">
            <a:avLst/>
          </a:prstGeom>
          <a:noFill/>
        </p:spPr>
        <p:txBody>
          <a:bodyPr wrap="square" rtlCol="0">
            <a:spAutoFit/>
          </a:bodyPr>
          <a:lstStyle/>
          <a:p>
            <a:pPr algn="ctr"/>
            <a:r>
              <a:rPr lang="en-US" sz="900" dirty="0"/>
              <a:t>234567</a:t>
            </a:r>
          </a:p>
        </p:txBody>
      </p:sp>
      <p:sp>
        <p:nvSpPr>
          <p:cNvPr id="65" name="TextBox 64">
            <a:extLst>
              <a:ext uri="{FF2B5EF4-FFF2-40B4-BE49-F238E27FC236}">
                <a16:creationId xmlns:a16="http://schemas.microsoft.com/office/drawing/2014/main" id="{BC8C90BF-9502-AD90-ABD9-7FFC35ADF2F5}"/>
              </a:ext>
            </a:extLst>
          </p:cNvPr>
          <p:cNvSpPr txBox="1"/>
          <p:nvPr/>
        </p:nvSpPr>
        <p:spPr>
          <a:xfrm>
            <a:off x="6654802" y="3406653"/>
            <a:ext cx="570089" cy="230832"/>
          </a:xfrm>
          <a:prstGeom prst="rect">
            <a:avLst/>
          </a:prstGeom>
          <a:noFill/>
        </p:spPr>
        <p:txBody>
          <a:bodyPr wrap="square" rtlCol="0">
            <a:spAutoFit/>
          </a:bodyPr>
          <a:lstStyle/>
          <a:p>
            <a:pPr algn="ctr"/>
            <a:r>
              <a:rPr lang="en-US" sz="900" dirty="0"/>
              <a:t>13467</a:t>
            </a:r>
          </a:p>
        </p:txBody>
      </p:sp>
      <p:sp>
        <p:nvSpPr>
          <p:cNvPr id="66" name="TextBox 65">
            <a:extLst>
              <a:ext uri="{FF2B5EF4-FFF2-40B4-BE49-F238E27FC236}">
                <a16:creationId xmlns:a16="http://schemas.microsoft.com/office/drawing/2014/main" id="{12569E7C-4853-38F6-B3BE-558A3E9138AE}"/>
              </a:ext>
            </a:extLst>
          </p:cNvPr>
          <p:cNvSpPr txBox="1"/>
          <p:nvPr/>
        </p:nvSpPr>
        <p:spPr>
          <a:xfrm>
            <a:off x="3640666" y="3907597"/>
            <a:ext cx="570089" cy="230832"/>
          </a:xfrm>
          <a:prstGeom prst="rect">
            <a:avLst/>
          </a:prstGeom>
          <a:noFill/>
        </p:spPr>
        <p:txBody>
          <a:bodyPr wrap="square" rtlCol="0">
            <a:spAutoFit/>
          </a:bodyPr>
          <a:lstStyle/>
          <a:p>
            <a:pPr algn="ctr"/>
            <a:r>
              <a:rPr lang="en-US" sz="900" dirty="0"/>
              <a:t>235</a:t>
            </a:r>
          </a:p>
        </p:txBody>
      </p:sp>
      <p:sp>
        <p:nvSpPr>
          <p:cNvPr id="67" name="TextBox 66">
            <a:extLst>
              <a:ext uri="{FF2B5EF4-FFF2-40B4-BE49-F238E27FC236}">
                <a16:creationId xmlns:a16="http://schemas.microsoft.com/office/drawing/2014/main" id="{3C89DB36-F464-08D6-DB0D-6B33BE9A7E3A}"/>
              </a:ext>
            </a:extLst>
          </p:cNvPr>
          <p:cNvSpPr txBox="1"/>
          <p:nvPr/>
        </p:nvSpPr>
        <p:spPr>
          <a:xfrm>
            <a:off x="4143022" y="3907597"/>
            <a:ext cx="570089" cy="230832"/>
          </a:xfrm>
          <a:prstGeom prst="rect">
            <a:avLst/>
          </a:prstGeom>
          <a:noFill/>
        </p:spPr>
        <p:txBody>
          <a:bodyPr wrap="square" rtlCol="0">
            <a:spAutoFit/>
          </a:bodyPr>
          <a:lstStyle/>
          <a:p>
            <a:pPr algn="ctr"/>
            <a:r>
              <a:rPr lang="en-US" sz="900" dirty="0"/>
              <a:t>235</a:t>
            </a:r>
          </a:p>
        </p:txBody>
      </p:sp>
      <p:sp>
        <p:nvSpPr>
          <p:cNvPr id="68" name="TextBox 67">
            <a:extLst>
              <a:ext uri="{FF2B5EF4-FFF2-40B4-BE49-F238E27FC236}">
                <a16:creationId xmlns:a16="http://schemas.microsoft.com/office/drawing/2014/main" id="{4B8B670F-5B02-2BA6-D4B0-B548D4ADB01C}"/>
              </a:ext>
            </a:extLst>
          </p:cNvPr>
          <p:cNvSpPr txBox="1"/>
          <p:nvPr/>
        </p:nvSpPr>
        <p:spPr>
          <a:xfrm>
            <a:off x="6654802" y="3907597"/>
            <a:ext cx="570089" cy="230832"/>
          </a:xfrm>
          <a:prstGeom prst="rect">
            <a:avLst/>
          </a:prstGeom>
          <a:noFill/>
        </p:spPr>
        <p:txBody>
          <a:bodyPr wrap="square" rtlCol="0">
            <a:spAutoFit/>
          </a:bodyPr>
          <a:lstStyle/>
          <a:p>
            <a:pPr algn="ctr"/>
            <a:r>
              <a:rPr lang="en-US" sz="900" dirty="0"/>
              <a:t>35</a:t>
            </a:r>
          </a:p>
        </p:txBody>
      </p:sp>
      <p:sp>
        <p:nvSpPr>
          <p:cNvPr id="69" name="TextBox 68">
            <a:extLst>
              <a:ext uri="{FF2B5EF4-FFF2-40B4-BE49-F238E27FC236}">
                <a16:creationId xmlns:a16="http://schemas.microsoft.com/office/drawing/2014/main" id="{DABCF170-FD67-FC12-4BDF-9F1F165BFEC8}"/>
              </a:ext>
            </a:extLst>
          </p:cNvPr>
          <p:cNvSpPr txBox="1"/>
          <p:nvPr/>
        </p:nvSpPr>
        <p:spPr>
          <a:xfrm>
            <a:off x="3640666" y="4909484"/>
            <a:ext cx="570089" cy="230832"/>
          </a:xfrm>
          <a:prstGeom prst="rect">
            <a:avLst/>
          </a:prstGeom>
          <a:noFill/>
        </p:spPr>
        <p:txBody>
          <a:bodyPr wrap="square" rtlCol="0">
            <a:spAutoFit/>
          </a:bodyPr>
          <a:lstStyle/>
          <a:p>
            <a:pPr algn="ctr"/>
            <a:r>
              <a:rPr lang="en-US" sz="900" dirty="0"/>
              <a:t>3467</a:t>
            </a:r>
          </a:p>
        </p:txBody>
      </p:sp>
      <p:sp>
        <p:nvSpPr>
          <p:cNvPr id="70" name="TextBox 69">
            <a:extLst>
              <a:ext uri="{FF2B5EF4-FFF2-40B4-BE49-F238E27FC236}">
                <a16:creationId xmlns:a16="http://schemas.microsoft.com/office/drawing/2014/main" id="{96C42C80-B97C-B8BD-63C0-FBD53C3DAD01}"/>
              </a:ext>
            </a:extLst>
          </p:cNvPr>
          <p:cNvSpPr txBox="1"/>
          <p:nvPr/>
        </p:nvSpPr>
        <p:spPr>
          <a:xfrm>
            <a:off x="4143022" y="4909484"/>
            <a:ext cx="570089" cy="230832"/>
          </a:xfrm>
          <a:prstGeom prst="rect">
            <a:avLst/>
          </a:prstGeom>
          <a:noFill/>
        </p:spPr>
        <p:txBody>
          <a:bodyPr wrap="square" rtlCol="0">
            <a:spAutoFit/>
          </a:bodyPr>
          <a:lstStyle/>
          <a:p>
            <a:pPr algn="ctr"/>
            <a:r>
              <a:rPr lang="en-US" sz="900" dirty="0"/>
              <a:t>3467</a:t>
            </a:r>
          </a:p>
        </p:txBody>
      </p:sp>
      <p:sp>
        <p:nvSpPr>
          <p:cNvPr id="71" name="TextBox 70">
            <a:extLst>
              <a:ext uri="{FF2B5EF4-FFF2-40B4-BE49-F238E27FC236}">
                <a16:creationId xmlns:a16="http://schemas.microsoft.com/office/drawing/2014/main" id="{61DE01DF-3532-83B3-9289-0ADA59E306E2}"/>
              </a:ext>
            </a:extLst>
          </p:cNvPr>
          <p:cNvSpPr txBox="1"/>
          <p:nvPr/>
        </p:nvSpPr>
        <p:spPr>
          <a:xfrm>
            <a:off x="6152446" y="4909484"/>
            <a:ext cx="570089" cy="230832"/>
          </a:xfrm>
          <a:prstGeom prst="rect">
            <a:avLst/>
          </a:prstGeom>
          <a:noFill/>
        </p:spPr>
        <p:txBody>
          <a:bodyPr wrap="square" rtlCol="0">
            <a:spAutoFit/>
          </a:bodyPr>
          <a:lstStyle/>
          <a:p>
            <a:pPr algn="ctr"/>
            <a:r>
              <a:rPr lang="en-US" sz="900" dirty="0"/>
              <a:t>1347</a:t>
            </a:r>
          </a:p>
        </p:txBody>
      </p:sp>
      <p:sp>
        <p:nvSpPr>
          <p:cNvPr id="72" name="TextBox 71">
            <a:extLst>
              <a:ext uri="{FF2B5EF4-FFF2-40B4-BE49-F238E27FC236}">
                <a16:creationId xmlns:a16="http://schemas.microsoft.com/office/drawing/2014/main" id="{B7DBA5A3-B8FE-64A2-F9A5-BEF8AB587756}"/>
              </a:ext>
            </a:extLst>
          </p:cNvPr>
          <p:cNvSpPr txBox="1"/>
          <p:nvPr/>
        </p:nvSpPr>
        <p:spPr>
          <a:xfrm>
            <a:off x="6654802" y="4909484"/>
            <a:ext cx="570089" cy="230832"/>
          </a:xfrm>
          <a:prstGeom prst="rect">
            <a:avLst/>
          </a:prstGeom>
          <a:noFill/>
        </p:spPr>
        <p:txBody>
          <a:bodyPr wrap="square" rtlCol="0">
            <a:spAutoFit/>
          </a:bodyPr>
          <a:lstStyle/>
          <a:p>
            <a:pPr algn="ctr"/>
            <a:r>
              <a:rPr lang="en-US" sz="900" dirty="0"/>
              <a:t>1347</a:t>
            </a:r>
          </a:p>
        </p:txBody>
      </p:sp>
      <p:sp>
        <p:nvSpPr>
          <p:cNvPr id="73" name="TextBox 72">
            <a:extLst>
              <a:ext uri="{FF2B5EF4-FFF2-40B4-BE49-F238E27FC236}">
                <a16:creationId xmlns:a16="http://schemas.microsoft.com/office/drawing/2014/main" id="{46124143-8E1A-3629-6EB1-169E9EB227EF}"/>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62DA347A-5691-7C31-633F-8CFBAC57CA13}"/>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CD2579B9-5567-1644-D4DC-5FCE216B4676}"/>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76" name="TextBox 75">
            <a:extLst>
              <a:ext uri="{FF2B5EF4-FFF2-40B4-BE49-F238E27FC236}">
                <a16:creationId xmlns:a16="http://schemas.microsoft.com/office/drawing/2014/main" id="{C56A800E-4F8B-CF2B-42D0-1C8330E7BEF9}"/>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AD8EA945-74A4-7921-2E79-C2B3E3C5126D}"/>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15053980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3A6C7-578F-6849-4B96-06B867535E4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AB9C1A-3873-0440-913E-46E9EF726DD2}"/>
              </a:ext>
            </a:extLst>
          </p:cNvPr>
          <p:cNvSpPr>
            <a:spLocks noGrp="1"/>
          </p:cNvSpPr>
          <p:nvPr>
            <p:ph sz="half" idx="1"/>
          </p:nvPr>
        </p:nvSpPr>
        <p:spPr/>
        <p:txBody>
          <a:bodyPr>
            <a:normAutofit/>
          </a:bodyPr>
          <a:lstStyle/>
          <a:p>
            <a:r>
              <a:rPr lang="en-US" dirty="0"/>
              <a:t>Complete the X.</a:t>
            </a:r>
          </a:p>
        </p:txBody>
      </p:sp>
      <p:pic>
        <p:nvPicPr>
          <p:cNvPr id="4" name="Picture 3" descr="A grid of sudoku puzzle&#10;&#10;Description automatically generated">
            <a:extLst>
              <a:ext uri="{FF2B5EF4-FFF2-40B4-BE49-F238E27FC236}">
                <a16:creationId xmlns:a16="http://schemas.microsoft.com/office/drawing/2014/main" id="{2B7801C4-9777-26B5-1300-88FFFC80A44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0A609E7-1C76-0FC5-B4F0-6F531935BFA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6CE3DF6-E14B-BA09-121B-2399FE88B8F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28CB9A8-8F8E-0F35-DAEC-52788A0FB34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3AE725B-5061-058B-99B8-2A6C1940FE10}"/>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A6C80132-A02F-F327-58B5-F38B1201A6C7}"/>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87E18112-517F-D5B8-7C2F-321B46369ED2}"/>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E49C8786-1339-E3EB-F6B8-CA289E7E4634}"/>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49B9F75F-87F5-DC6B-3DA3-B80C9E9371D1}"/>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0074A51C-4555-01F7-DA7E-98CB28DC97B0}"/>
              </a:ext>
            </a:extLst>
          </p:cNvPr>
          <p:cNvSpPr txBox="1"/>
          <p:nvPr/>
        </p:nvSpPr>
        <p:spPr>
          <a:xfrm>
            <a:off x="4143022" y="4408541"/>
            <a:ext cx="570089" cy="230832"/>
          </a:xfrm>
          <a:prstGeom prst="rect">
            <a:avLst/>
          </a:prstGeom>
          <a:noFill/>
        </p:spPr>
        <p:txBody>
          <a:bodyPr wrap="square" rtlCol="0">
            <a:spAutoFit/>
          </a:bodyPr>
          <a:lstStyle/>
          <a:p>
            <a:pPr algn="ctr"/>
            <a:r>
              <a:rPr lang="en-US" sz="900" dirty="0"/>
              <a:t>4578</a:t>
            </a:r>
          </a:p>
        </p:txBody>
      </p:sp>
      <p:sp>
        <p:nvSpPr>
          <p:cNvPr id="13" name="TextBox 12">
            <a:extLst>
              <a:ext uri="{FF2B5EF4-FFF2-40B4-BE49-F238E27FC236}">
                <a16:creationId xmlns:a16="http://schemas.microsoft.com/office/drawing/2014/main" id="{011D8862-0159-C071-7F05-A0A81F706D76}"/>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3A582172-B10C-1CB5-B4F4-C2F140D7C7E0}"/>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A3DC61C8-C964-D66A-C557-B2AB5DBA2440}"/>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8527CDA5-69C7-088B-C421-A39996298B99}"/>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D1D22640-C464-BFA0-D59B-BBBBD4BDF5BF}"/>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4CB2C00A-0234-2E8B-F3B8-37C29A7DAA8B}"/>
              </a:ext>
            </a:extLst>
          </p:cNvPr>
          <p:cNvSpPr txBox="1"/>
          <p:nvPr/>
        </p:nvSpPr>
        <p:spPr>
          <a:xfrm>
            <a:off x="4645378" y="1402877"/>
            <a:ext cx="570089" cy="230832"/>
          </a:xfrm>
          <a:prstGeom prst="rect">
            <a:avLst/>
          </a:prstGeom>
          <a:noFill/>
        </p:spPr>
        <p:txBody>
          <a:bodyPr wrap="square" rtlCol="0">
            <a:spAutoFit/>
          </a:bodyPr>
          <a:lstStyle/>
          <a:p>
            <a:pPr algn="ctr"/>
            <a:r>
              <a:rPr lang="en-US" sz="900" dirty="0"/>
              <a:t>98</a:t>
            </a:r>
          </a:p>
        </p:txBody>
      </p:sp>
      <p:sp>
        <p:nvSpPr>
          <p:cNvPr id="26" name="TextBox 25">
            <a:extLst>
              <a:ext uri="{FF2B5EF4-FFF2-40B4-BE49-F238E27FC236}">
                <a16:creationId xmlns:a16="http://schemas.microsoft.com/office/drawing/2014/main" id="{5AAB8838-954F-F7D9-3391-A8C0C36E7537}"/>
              </a:ext>
            </a:extLst>
          </p:cNvPr>
          <p:cNvSpPr txBox="1"/>
          <p:nvPr/>
        </p:nvSpPr>
        <p:spPr>
          <a:xfrm>
            <a:off x="4645378" y="2905709"/>
            <a:ext cx="570089" cy="230832"/>
          </a:xfrm>
          <a:prstGeom prst="rect">
            <a:avLst/>
          </a:prstGeom>
          <a:noFill/>
        </p:spPr>
        <p:txBody>
          <a:bodyPr wrap="square" rtlCol="0">
            <a:spAutoFit/>
          </a:bodyPr>
          <a:lstStyle/>
          <a:p>
            <a:pPr algn="ctr"/>
            <a:r>
              <a:rPr lang="en-US" sz="900" dirty="0"/>
              <a:t>589</a:t>
            </a:r>
          </a:p>
        </p:txBody>
      </p:sp>
      <p:sp>
        <p:nvSpPr>
          <p:cNvPr id="27" name="TextBox 26">
            <a:extLst>
              <a:ext uri="{FF2B5EF4-FFF2-40B4-BE49-F238E27FC236}">
                <a16:creationId xmlns:a16="http://schemas.microsoft.com/office/drawing/2014/main" id="{D8E23479-976A-26B8-C67A-F0F19E364223}"/>
              </a:ext>
            </a:extLst>
          </p:cNvPr>
          <p:cNvSpPr txBox="1"/>
          <p:nvPr/>
        </p:nvSpPr>
        <p:spPr>
          <a:xfrm>
            <a:off x="4645378" y="3406653"/>
            <a:ext cx="570089" cy="230832"/>
          </a:xfrm>
          <a:prstGeom prst="rect">
            <a:avLst/>
          </a:prstGeom>
          <a:noFill/>
        </p:spPr>
        <p:txBody>
          <a:bodyPr wrap="square" rtlCol="0">
            <a:spAutoFit/>
          </a:bodyPr>
          <a:lstStyle/>
          <a:p>
            <a:pPr algn="ctr"/>
            <a:r>
              <a:rPr lang="en-US" sz="900" dirty="0"/>
              <a:t>589</a:t>
            </a:r>
          </a:p>
        </p:txBody>
      </p:sp>
      <p:sp>
        <p:nvSpPr>
          <p:cNvPr id="30" name="TextBox 29">
            <a:extLst>
              <a:ext uri="{FF2B5EF4-FFF2-40B4-BE49-F238E27FC236}">
                <a16:creationId xmlns:a16="http://schemas.microsoft.com/office/drawing/2014/main" id="{45A564B0-2CF0-E0A1-47E6-849326D0C83C}"/>
              </a:ext>
            </a:extLst>
          </p:cNvPr>
          <p:cNvSpPr txBox="1"/>
          <p:nvPr/>
        </p:nvSpPr>
        <p:spPr>
          <a:xfrm>
            <a:off x="5650090" y="1402877"/>
            <a:ext cx="570089" cy="230832"/>
          </a:xfrm>
          <a:prstGeom prst="rect">
            <a:avLst/>
          </a:prstGeom>
          <a:noFill/>
        </p:spPr>
        <p:txBody>
          <a:bodyPr wrap="square" rtlCol="0">
            <a:spAutoFit/>
          </a:bodyPr>
          <a:lstStyle/>
          <a:p>
            <a:pPr algn="ctr"/>
            <a:r>
              <a:rPr lang="en-US" sz="900" dirty="0"/>
              <a:t>89</a:t>
            </a:r>
          </a:p>
        </p:txBody>
      </p:sp>
      <p:sp>
        <p:nvSpPr>
          <p:cNvPr id="32" name="TextBox 31">
            <a:extLst>
              <a:ext uri="{FF2B5EF4-FFF2-40B4-BE49-F238E27FC236}">
                <a16:creationId xmlns:a16="http://schemas.microsoft.com/office/drawing/2014/main" id="{2A3C1815-9F21-2A1A-9704-F3A504536562}"/>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4D0C987A-0903-5A50-3448-3F31C60AE516}"/>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0314F20F-2C51-9CB2-3FCB-42D6DC257394}"/>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6F9B78B6-5E98-6E40-74E8-6500E4480390}"/>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D98D427D-4382-30E9-ABCF-EFBC5953540A}"/>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D16D27B5-1878-2E9A-E660-D729B050C694}"/>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3CFCBBCD-11AB-BC13-5081-4913A4290793}"/>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AA042706-BD52-E4C0-9875-003F9B655815}"/>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AE6181AC-BAF3-84DE-35BE-277A5DAABBC5}"/>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884B2D74-7611-8EC9-CAA1-5615D6CF68A1}"/>
              </a:ext>
            </a:extLst>
          </p:cNvPr>
          <p:cNvSpPr txBox="1"/>
          <p:nvPr/>
        </p:nvSpPr>
        <p:spPr>
          <a:xfrm>
            <a:off x="5147734" y="2404765"/>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C9591283-5EFC-3B45-E14B-4B5FB693F43A}"/>
              </a:ext>
            </a:extLst>
          </p:cNvPr>
          <p:cNvSpPr txBox="1"/>
          <p:nvPr/>
        </p:nvSpPr>
        <p:spPr>
          <a:xfrm>
            <a:off x="5147734" y="2905709"/>
            <a:ext cx="570089" cy="230832"/>
          </a:xfrm>
          <a:prstGeom prst="rect">
            <a:avLst/>
          </a:prstGeom>
          <a:noFill/>
        </p:spPr>
        <p:txBody>
          <a:bodyPr wrap="square" rtlCol="0">
            <a:spAutoFit/>
          </a:bodyPr>
          <a:lstStyle/>
          <a:p>
            <a:pPr algn="ctr"/>
            <a:r>
              <a:rPr lang="en-US" sz="900" dirty="0"/>
              <a:t>124</a:t>
            </a:r>
          </a:p>
        </p:txBody>
      </p:sp>
      <p:sp>
        <p:nvSpPr>
          <p:cNvPr id="36" name="TextBox 35">
            <a:extLst>
              <a:ext uri="{FF2B5EF4-FFF2-40B4-BE49-F238E27FC236}">
                <a16:creationId xmlns:a16="http://schemas.microsoft.com/office/drawing/2014/main" id="{0ADD0E24-B76F-AB4B-92D2-38AAF384DDA4}"/>
              </a:ext>
            </a:extLst>
          </p:cNvPr>
          <p:cNvSpPr txBox="1"/>
          <p:nvPr/>
        </p:nvSpPr>
        <p:spPr>
          <a:xfrm>
            <a:off x="5147734" y="3406653"/>
            <a:ext cx="570089" cy="230832"/>
          </a:xfrm>
          <a:prstGeom prst="rect">
            <a:avLst/>
          </a:prstGeom>
          <a:noFill/>
        </p:spPr>
        <p:txBody>
          <a:bodyPr wrap="square" rtlCol="0">
            <a:spAutoFit/>
          </a:bodyPr>
          <a:lstStyle/>
          <a:p>
            <a:pPr algn="ctr"/>
            <a:r>
              <a:rPr lang="en-US" sz="900" dirty="0"/>
              <a:t>124</a:t>
            </a:r>
          </a:p>
        </p:txBody>
      </p:sp>
      <p:sp>
        <p:nvSpPr>
          <p:cNvPr id="37" name="TextBox 36">
            <a:extLst>
              <a:ext uri="{FF2B5EF4-FFF2-40B4-BE49-F238E27FC236}">
                <a16:creationId xmlns:a16="http://schemas.microsoft.com/office/drawing/2014/main" id="{9C5E28F1-6C6E-F933-317E-11781B89D6E0}"/>
              </a:ext>
            </a:extLst>
          </p:cNvPr>
          <p:cNvSpPr txBox="1"/>
          <p:nvPr/>
        </p:nvSpPr>
        <p:spPr>
          <a:xfrm>
            <a:off x="5650090" y="3406653"/>
            <a:ext cx="570089" cy="230832"/>
          </a:xfrm>
          <a:prstGeom prst="rect">
            <a:avLst/>
          </a:prstGeom>
          <a:noFill/>
        </p:spPr>
        <p:txBody>
          <a:bodyPr wrap="square" rtlCol="0">
            <a:spAutoFit/>
          </a:bodyPr>
          <a:lstStyle/>
          <a:p>
            <a:pPr algn="ctr"/>
            <a:r>
              <a:rPr lang="en-US" sz="900" dirty="0"/>
              <a:t>98</a:t>
            </a:r>
          </a:p>
        </p:txBody>
      </p:sp>
      <p:sp>
        <p:nvSpPr>
          <p:cNvPr id="38" name="TextBox 37">
            <a:extLst>
              <a:ext uri="{FF2B5EF4-FFF2-40B4-BE49-F238E27FC236}">
                <a16:creationId xmlns:a16="http://schemas.microsoft.com/office/drawing/2014/main" id="{FE883EA9-A1EF-E6AA-1533-ADF01A4CFC55}"/>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0A931E55-CC4C-5954-34EC-0F4E86CEFBB8}"/>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756B1E98-B500-BA8B-7FD2-EA158E7248D3}"/>
              </a:ext>
            </a:extLst>
          </p:cNvPr>
          <p:cNvSpPr txBox="1"/>
          <p:nvPr/>
        </p:nvSpPr>
        <p:spPr>
          <a:xfrm>
            <a:off x="4143022" y="1903821"/>
            <a:ext cx="570089" cy="230832"/>
          </a:xfrm>
          <a:prstGeom prst="rect">
            <a:avLst/>
          </a:prstGeom>
          <a:noFill/>
        </p:spPr>
        <p:txBody>
          <a:bodyPr wrap="square" rtlCol="0">
            <a:spAutoFit/>
          </a:bodyPr>
          <a:lstStyle/>
          <a:p>
            <a:pPr algn="ctr"/>
            <a:r>
              <a:rPr lang="en-US" sz="900" dirty="0"/>
              <a:t>678</a:t>
            </a:r>
          </a:p>
        </p:txBody>
      </p:sp>
      <p:sp>
        <p:nvSpPr>
          <p:cNvPr id="42" name="TextBox 41">
            <a:extLst>
              <a:ext uri="{FF2B5EF4-FFF2-40B4-BE49-F238E27FC236}">
                <a16:creationId xmlns:a16="http://schemas.microsoft.com/office/drawing/2014/main" id="{B7C3AE3A-5E25-A717-BD98-BC3A4FFC2B28}"/>
              </a:ext>
            </a:extLst>
          </p:cNvPr>
          <p:cNvSpPr txBox="1"/>
          <p:nvPr/>
        </p:nvSpPr>
        <p:spPr>
          <a:xfrm>
            <a:off x="4143022" y="901933"/>
            <a:ext cx="570089" cy="230832"/>
          </a:xfrm>
          <a:prstGeom prst="rect">
            <a:avLst/>
          </a:prstGeom>
          <a:noFill/>
        </p:spPr>
        <p:txBody>
          <a:bodyPr wrap="square" rtlCol="0">
            <a:spAutoFit/>
          </a:bodyPr>
          <a:lstStyle/>
          <a:p>
            <a:pPr algn="ctr"/>
            <a:r>
              <a:rPr lang="en-US" sz="900" dirty="0"/>
              <a:t>458</a:t>
            </a:r>
          </a:p>
        </p:txBody>
      </p:sp>
      <p:sp>
        <p:nvSpPr>
          <p:cNvPr id="43" name="TextBox 42">
            <a:extLst>
              <a:ext uri="{FF2B5EF4-FFF2-40B4-BE49-F238E27FC236}">
                <a16:creationId xmlns:a16="http://schemas.microsoft.com/office/drawing/2014/main" id="{ACB05052-E55C-F1B5-F572-E4A51BC5C923}"/>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3741C223-1E30-2E86-A663-E07EA46C20C9}"/>
              </a:ext>
            </a:extLst>
          </p:cNvPr>
          <p:cNvSpPr txBox="1"/>
          <p:nvPr/>
        </p:nvSpPr>
        <p:spPr>
          <a:xfrm>
            <a:off x="6654802" y="901933"/>
            <a:ext cx="570089" cy="230832"/>
          </a:xfrm>
          <a:prstGeom prst="rect">
            <a:avLst/>
          </a:prstGeom>
          <a:noFill/>
        </p:spPr>
        <p:txBody>
          <a:bodyPr wrap="square" rtlCol="0">
            <a:spAutoFit/>
          </a:bodyPr>
          <a:lstStyle/>
          <a:p>
            <a:pPr algn="ctr"/>
            <a:r>
              <a:rPr lang="en-US" sz="900" dirty="0"/>
              <a:t>458</a:t>
            </a:r>
          </a:p>
        </p:txBody>
      </p:sp>
      <p:sp>
        <p:nvSpPr>
          <p:cNvPr id="45" name="TextBox 44">
            <a:extLst>
              <a:ext uri="{FF2B5EF4-FFF2-40B4-BE49-F238E27FC236}">
                <a16:creationId xmlns:a16="http://schemas.microsoft.com/office/drawing/2014/main" id="{C432F2F8-720E-2EE5-1667-B6C96CD5A4DB}"/>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13457</a:t>
            </a:r>
          </a:p>
        </p:txBody>
      </p:sp>
      <p:sp>
        <p:nvSpPr>
          <p:cNvPr id="46" name="TextBox 45">
            <a:extLst>
              <a:ext uri="{FF2B5EF4-FFF2-40B4-BE49-F238E27FC236}">
                <a16:creationId xmlns:a16="http://schemas.microsoft.com/office/drawing/2014/main" id="{02118D72-AC26-F0D8-24D3-E9B31E3C135F}"/>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3457</a:t>
            </a:r>
          </a:p>
        </p:txBody>
      </p:sp>
      <p:sp>
        <p:nvSpPr>
          <p:cNvPr id="47" name="TextBox 46">
            <a:extLst>
              <a:ext uri="{FF2B5EF4-FFF2-40B4-BE49-F238E27FC236}">
                <a16:creationId xmlns:a16="http://schemas.microsoft.com/office/drawing/2014/main" id="{B2DB8CEB-FFEC-09CF-DFD7-2C389F45C0DC}"/>
              </a:ext>
            </a:extLst>
          </p:cNvPr>
          <p:cNvSpPr txBox="1"/>
          <p:nvPr/>
        </p:nvSpPr>
        <p:spPr>
          <a:xfrm>
            <a:off x="6152446" y="1402877"/>
            <a:ext cx="570089" cy="230832"/>
          </a:xfrm>
          <a:prstGeom prst="rect">
            <a:avLst/>
          </a:prstGeom>
          <a:noFill/>
        </p:spPr>
        <p:txBody>
          <a:bodyPr wrap="square" rtlCol="0">
            <a:spAutoFit/>
          </a:bodyPr>
          <a:lstStyle/>
          <a:p>
            <a:pPr algn="ctr"/>
            <a:r>
              <a:rPr lang="en-US" sz="900" dirty="0"/>
              <a:t>1347</a:t>
            </a:r>
          </a:p>
        </p:txBody>
      </p:sp>
      <p:sp>
        <p:nvSpPr>
          <p:cNvPr id="48" name="TextBox 47">
            <a:extLst>
              <a:ext uri="{FF2B5EF4-FFF2-40B4-BE49-F238E27FC236}">
                <a16:creationId xmlns:a16="http://schemas.microsoft.com/office/drawing/2014/main" id="{739E327C-CA9D-890E-498A-80DCF3718985}"/>
              </a:ext>
            </a:extLst>
          </p:cNvPr>
          <p:cNvSpPr txBox="1"/>
          <p:nvPr/>
        </p:nvSpPr>
        <p:spPr>
          <a:xfrm>
            <a:off x="7157158" y="1402877"/>
            <a:ext cx="570089" cy="230832"/>
          </a:xfrm>
          <a:prstGeom prst="rect">
            <a:avLst/>
          </a:prstGeom>
          <a:noFill/>
        </p:spPr>
        <p:txBody>
          <a:bodyPr wrap="square" rtlCol="0">
            <a:spAutoFit/>
          </a:bodyPr>
          <a:lstStyle/>
          <a:p>
            <a:pPr algn="ctr"/>
            <a:r>
              <a:rPr lang="en-US" sz="900" dirty="0"/>
              <a:t>13457</a:t>
            </a:r>
          </a:p>
        </p:txBody>
      </p:sp>
      <p:sp>
        <p:nvSpPr>
          <p:cNvPr id="49" name="TextBox 48">
            <a:extLst>
              <a:ext uri="{FF2B5EF4-FFF2-40B4-BE49-F238E27FC236}">
                <a16:creationId xmlns:a16="http://schemas.microsoft.com/office/drawing/2014/main" id="{E5DA860D-1AA3-31D4-CB07-1FAFA4741184}"/>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3457</a:t>
            </a:r>
          </a:p>
        </p:txBody>
      </p:sp>
      <p:sp>
        <p:nvSpPr>
          <p:cNvPr id="50" name="TextBox 49">
            <a:extLst>
              <a:ext uri="{FF2B5EF4-FFF2-40B4-BE49-F238E27FC236}">
                <a16:creationId xmlns:a16="http://schemas.microsoft.com/office/drawing/2014/main" id="{3AFBDD99-6B49-632C-5BB3-8B1E8CD8A86A}"/>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a:t>
            </a:r>
          </a:p>
        </p:txBody>
      </p:sp>
      <p:sp>
        <p:nvSpPr>
          <p:cNvPr id="51" name="TextBox 50">
            <a:extLst>
              <a:ext uri="{FF2B5EF4-FFF2-40B4-BE49-F238E27FC236}">
                <a16:creationId xmlns:a16="http://schemas.microsoft.com/office/drawing/2014/main" id="{FB2BF1E0-D639-CB59-209B-964AA2D290C5}"/>
              </a:ext>
            </a:extLst>
          </p:cNvPr>
          <p:cNvSpPr txBox="1"/>
          <p:nvPr/>
        </p:nvSpPr>
        <p:spPr>
          <a:xfrm>
            <a:off x="6654802" y="1903821"/>
            <a:ext cx="570089" cy="230832"/>
          </a:xfrm>
          <a:prstGeom prst="rect">
            <a:avLst/>
          </a:prstGeom>
          <a:noFill/>
        </p:spPr>
        <p:txBody>
          <a:bodyPr wrap="square" rtlCol="0">
            <a:spAutoFit/>
          </a:bodyPr>
          <a:lstStyle/>
          <a:p>
            <a:pPr algn="ctr"/>
            <a:r>
              <a:rPr lang="en-US" sz="900" dirty="0"/>
              <a:t>1378</a:t>
            </a:r>
          </a:p>
        </p:txBody>
      </p:sp>
      <p:sp>
        <p:nvSpPr>
          <p:cNvPr id="52" name="TextBox 51">
            <a:extLst>
              <a:ext uri="{FF2B5EF4-FFF2-40B4-BE49-F238E27FC236}">
                <a16:creationId xmlns:a16="http://schemas.microsoft.com/office/drawing/2014/main" id="{5E1D4F79-EF07-0625-93FC-6B08F22043FD}"/>
              </a:ext>
            </a:extLst>
          </p:cNvPr>
          <p:cNvSpPr txBox="1"/>
          <p:nvPr/>
        </p:nvSpPr>
        <p:spPr>
          <a:xfrm>
            <a:off x="7157158" y="1903821"/>
            <a:ext cx="570089" cy="230832"/>
          </a:xfrm>
          <a:prstGeom prst="rect">
            <a:avLst/>
          </a:prstGeom>
          <a:noFill/>
        </p:spPr>
        <p:txBody>
          <a:bodyPr wrap="square" rtlCol="0">
            <a:spAutoFit/>
          </a:bodyPr>
          <a:lstStyle/>
          <a:p>
            <a:pPr algn="ctr"/>
            <a:r>
              <a:rPr lang="en-US" sz="900" dirty="0"/>
              <a:t>137</a:t>
            </a:r>
          </a:p>
        </p:txBody>
      </p:sp>
      <p:sp>
        <p:nvSpPr>
          <p:cNvPr id="53" name="TextBox 52">
            <a:extLst>
              <a:ext uri="{FF2B5EF4-FFF2-40B4-BE49-F238E27FC236}">
                <a16:creationId xmlns:a16="http://schemas.microsoft.com/office/drawing/2014/main" id="{86AA8E6B-43E9-0B9D-5770-23B6EBCAFF76}"/>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a:t>
            </a:r>
          </a:p>
        </p:txBody>
      </p:sp>
      <p:sp>
        <p:nvSpPr>
          <p:cNvPr id="54" name="TextBox 53">
            <a:extLst>
              <a:ext uri="{FF2B5EF4-FFF2-40B4-BE49-F238E27FC236}">
                <a16:creationId xmlns:a16="http://schemas.microsoft.com/office/drawing/2014/main" id="{515A773C-2CD7-50F1-C2CF-BBE3A3E03A89}"/>
              </a:ext>
            </a:extLst>
          </p:cNvPr>
          <p:cNvSpPr txBox="1"/>
          <p:nvPr/>
        </p:nvSpPr>
        <p:spPr>
          <a:xfrm>
            <a:off x="3640666" y="2404765"/>
            <a:ext cx="570089" cy="230832"/>
          </a:xfrm>
          <a:prstGeom prst="rect">
            <a:avLst/>
          </a:prstGeom>
          <a:noFill/>
        </p:spPr>
        <p:txBody>
          <a:bodyPr wrap="square" rtlCol="0">
            <a:spAutoFit/>
          </a:bodyPr>
          <a:lstStyle/>
          <a:p>
            <a:pPr algn="ctr"/>
            <a:r>
              <a:rPr lang="en-US" sz="900" dirty="0"/>
              <a:t>3478</a:t>
            </a:r>
          </a:p>
        </p:txBody>
      </p:sp>
      <p:sp>
        <p:nvSpPr>
          <p:cNvPr id="56" name="TextBox 55">
            <a:extLst>
              <a:ext uri="{FF2B5EF4-FFF2-40B4-BE49-F238E27FC236}">
                <a16:creationId xmlns:a16="http://schemas.microsoft.com/office/drawing/2014/main" id="{E8EC673D-AEE1-0AAC-3DC1-9A1FD28F6010}"/>
              </a:ext>
            </a:extLst>
          </p:cNvPr>
          <p:cNvSpPr txBox="1"/>
          <p:nvPr/>
        </p:nvSpPr>
        <p:spPr>
          <a:xfrm>
            <a:off x="7157158" y="2404765"/>
            <a:ext cx="570089" cy="230832"/>
          </a:xfrm>
          <a:prstGeom prst="rect">
            <a:avLst/>
          </a:prstGeom>
          <a:noFill/>
        </p:spPr>
        <p:txBody>
          <a:bodyPr wrap="square" rtlCol="0">
            <a:spAutoFit/>
          </a:bodyPr>
          <a:lstStyle/>
          <a:p>
            <a:pPr algn="ctr"/>
            <a:r>
              <a:rPr lang="en-US" sz="900" dirty="0"/>
              <a:t>3478</a:t>
            </a:r>
          </a:p>
        </p:txBody>
      </p:sp>
      <p:sp>
        <p:nvSpPr>
          <p:cNvPr id="57" name="TextBox 56">
            <a:extLst>
              <a:ext uri="{FF2B5EF4-FFF2-40B4-BE49-F238E27FC236}">
                <a16:creationId xmlns:a16="http://schemas.microsoft.com/office/drawing/2014/main" id="{220D5055-9628-8D2E-FD51-5A6CF671842A}"/>
              </a:ext>
            </a:extLst>
          </p:cNvPr>
          <p:cNvSpPr txBox="1"/>
          <p:nvPr/>
        </p:nvSpPr>
        <p:spPr>
          <a:xfrm>
            <a:off x="3138310" y="2404765"/>
            <a:ext cx="570089" cy="230832"/>
          </a:xfrm>
          <a:prstGeom prst="rect">
            <a:avLst/>
          </a:prstGeom>
          <a:noFill/>
        </p:spPr>
        <p:txBody>
          <a:bodyPr wrap="square" rtlCol="0">
            <a:spAutoFit/>
          </a:bodyPr>
          <a:lstStyle/>
          <a:p>
            <a:pPr algn="ctr"/>
            <a:r>
              <a:rPr lang="en-US" sz="900" dirty="0"/>
              <a:t>478</a:t>
            </a:r>
          </a:p>
        </p:txBody>
      </p:sp>
      <p:sp>
        <p:nvSpPr>
          <p:cNvPr id="58" name="TextBox 57">
            <a:extLst>
              <a:ext uri="{FF2B5EF4-FFF2-40B4-BE49-F238E27FC236}">
                <a16:creationId xmlns:a16="http://schemas.microsoft.com/office/drawing/2014/main" id="{8EE0E2B7-15EC-242E-B835-4945D0D9B5F3}"/>
              </a:ext>
            </a:extLst>
          </p:cNvPr>
          <p:cNvSpPr txBox="1"/>
          <p:nvPr/>
        </p:nvSpPr>
        <p:spPr>
          <a:xfrm>
            <a:off x="7157158" y="2905709"/>
            <a:ext cx="570089" cy="230832"/>
          </a:xfrm>
          <a:prstGeom prst="rect">
            <a:avLst/>
          </a:prstGeom>
          <a:noFill/>
        </p:spPr>
        <p:txBody>
          <a:bodyPr wrap="square" rtlCol="0">
            <a:spAutoFit/>
          </a:bodyPr>
          <a:lstStyle/>
          <a:p>
            <a:pPr algn="ctr"/>
            <a:r>
              <a:rPr lang="en-US" sz="900" dirty="0"/>
              <a:t>3478</a:t>
            </a:r>
          </a:p>
        </p:txBody>
      </p:sp>
      <p:sp>
        <p:nvSpPr>
          <p:cNvPr id="59" name="TextBox 58">
            <a:extLst>
              <a:ext uri="{FF2B5EF4-FFF2-40B4-BE49-F238E27FC236}">
                <a16:creationId xmlns:a16="http://schemas.microsoft.com/office/drawing/2014/main" id="{651A5AE0-4A33-7587-D8D7-A417F7888A63}"/>
              </a:ext>
            </a:extLst>
          </p:cNvPr>
          <p:cNvSpPr txBox="1"/>
          <p:nvPr/>
        </p:nvSpPr>
        <p:spPr>
          <a:xfrm>
            <a:off x="3138310" y="2905709"/>
            <a:ext cx="570089" cy="230832"/>
          </a:xfrm>
          <a:prstGeom prst="rect">
            <a:avLst/>
          </a:prstGeom>
          <a:noFill/>
        </p:spPr>
        <p:txBody>
          <a:bodyPr wrap="square" rtlCol="0">
            <a:spAutoFit/>
          </a:bodyPr>
          <a:lstStyle/>
          <a:p>
            <a:pPr algn="ctr"/>
            <a:r>
              <a:rPr lang="en-US" sz="900" dirty="0"/>
              <a:t>345678</a:t>
            </a:r>
          </a:p>
        </p:txBody>
      </p:sp>
      <p:sp>
        <p:nvSpPr>
          <p:cNvPr id="60" name="TextBox 59">
            <a:extLst>
              <a:ext uri="{FF2B5EF4-FFF2-40B4-BE49-F238E27FC236}">
                <a16:creationId xmlns:a16="http://schemas.microsoft.com/office/drawing/2014/main" id="{35E243BF-8FCB-419A-8A3F-290FA78337FF}"/>
              </a:ext>
            </a:extLst>
          </p:cNvPr>
          <p:cNvSpPr txBox="1"/>
          <p:nvPr/>
        </p:nvSpPr>
        <p:spPr>
          <a:xfrm>
            <a:off x="7157158" y="3406653"/>
            <a:ext cx="570089" cy="230832"/>
          </a:xfrm>
          <a:prstGeom prst="rect">
            <a:avLst/>
          </a:prstGeom>
          <a:noFill/>
        </p:spPr>
        <p:txBody>
          <a:bodyPr wrap="square" rtlCol="0">
            <a:spAutoFit/>
          </a:bodyPr>
          <a:lstStyle/>
          <a:p>
            <a:pPr algn="ctr"/>
            <a:r>
              <a:rPr lang="en-US" sz="900" dirty="0"/>
              <a:t>3478</a:t>
            </a:r>
          </a:p>
        </p:txBody>
      </p:sp>
      <p:sp>
        <p:nvSpPr>
          <p:cNvPr id="61" name="TextBox 60">
            <a:extLst>
              <a:ext uri="{FF2B5EF4-FFF2-40B4-BE49-F238E27FC236}">
                <a16:creationId xmlns:a16="http://schemas.microsoft.com/office/drawing/2014/main" id="{D585048A-25CE-B4CF-9F7B-7CBAD4DCFB7C}"/>
              </a:ext>
            </a:extLst>
          </p:cNvPr>
          <p:cNvSpPr txBox="1"/>
          <p:nvPr/>
        </p:nvSpPr>
        <p:spPr>
          <a:xfrm>
            <a:off x="3138310" y="3406653"/>
            <a:ext cx="570089" cy="230832"/>
          </a:xfrm>
          <a:prstGeom prst="rect">
            <a:avLst/>
          </a:prstGeom>
          <a:noFill/>
        </p:spPr>
        <p:txBody>
          <a:bodyPr wrap="square" rtlCol="0">
            <a:spAutoFit/>
          </a:bodyPr>
          <a:lstStyle/>
          <a:p>
            <a:pPr algn="ctr"/>
            <a:r>
              <a:rPr lang="en-US" sz="900" dirty="0"/>
              <a:t>345678</a:t>
            </a:r>
          </a:p>
        </p:txBody>
      </p:sp>
      <p:sp>
        <p:nvSpPr>
          <p:cNvPr id="62" name="TextBox 61">
            <a:extLst>
              <a:ext uri="{FF2B5EF4-FFF2-40B4-BE49-F238E27FC236}">
                <a16:creationId xmlns:a16="http://schemas.microsoft.com/office/drawing/2014/main" id="{7CDA7089-01AB-04C4-9797-62C7869D456E}"/>
              </a:ext>
            </a:extLst>
          </p:cNvPr>
          <p:cNvSpPr txBox="1"/>
          <p:nvPr/>
        </p:nvSpPr>
        <p:spPr>
          <a:xfrm>
            <a:off x="3640666" y="2905709"/>
            <a:ext cx="570089" cy="230832"/>
          </a:xfrm>
          <a:prstGeom prst="rect">
            <a:avLst/>
          </a:prstGeom>
          <a:noFill/>
        </p:spPr>
        <p:txBody>
          <a:bodyPr wrap="square" rtlCol="0">
            <a:spAutoFit/>
          </a:bodyPr>
          <a:lstStyle/>
          <a:p>
            <a:pPr algn="ctr"/>
            <a:r>
              <a:rPr lang="en-US" sz="900" dirty="0"/>
              <a:t>234567</a:t>
            </a:r>
          </a:p>
        </p:txBody>
      </p:sp>
      <p:sp>
        <p:nvSpPr>
          <p:cNvPr id="64" name="TextBox 63">
            <a:extLst>
              <a:ext uri="{FF2B5EF4-FFF2-40B4-BE49-F238E27FC236}">
                <a16:creationId xmlns:a16="http://schemas.microsoft.com/office/drawing/2014/main" id="{648A4917-64E1-6FD0-2BAF-617898B94590}"/>
              </a:ext>
            </a:extLst>
          </p:cNvPr>
          <p:cNvSpPr txBox="1"/>
          <p:nvPr/>
        </p:nvSpPr>
        <p:spPr>
          <a:xfrm>
            <a:off x="3640666" y="3406653"/>
            <a:ext cx="570089" cy="230832"/>
          </a:xfrm>
          <a:prstGeom prst="rect">
            <a:avLst/>
          </a:prstGeom>
          <a:noFill/>
        </p:spPr>
        <p:txBody>
          <a:bodyPr wrap="square" rtlCol="0">
            <a:spAutoFit/>
          </a:bodyPr>
          <a:lstStyle/>
          <a:p>
            <a:pPr algn="ctr"/>
            <a:r>
              <a:rPr lang="en-US" sz="900" dirty="0"/>
              <a:t>234567</a:t>
            </a:r>
          </a:p>
        </p:txBody>
      </p:sp>
      <p:sp>
        <p:nvSpPr>
          <p:cNvPr id="65" name="TextBox 64">
            <a:extLst>
              <a:ext uri="{FF2B5EF4-FFF2-40B4-BE49-F238E27FC236}">
                <a16:creationId xmlns:a16="http://schemas.microsoft.com/office/drawing/2014/main" id="{899FE1A5-0965-DB29-EA44-1F69A8AAF741}"/>
              </a:ext>
            </a:extLst>
          </p:cNvPr>
          <p:cNvSpPr txBox="1"/>
          <p:nvPr/>
        </p:nvSpPr>
        <p:spPr>
          <a:xfrm>
            <a:off x="6654802" y="3406653"/>
            <a:ext cx="570089" cy="230832"/>
          </a:xfrm>
          <a:prstGeom prst="rect">
            <a:avLst/>
          </a:prstGeom>
          <a:noFill/>
        </p:spPr>
        <p:txBody>
          <a:bodyPr wrap="square" rtlCol="0">
            <a:spAutoFit/>
          </a:bodyPr>
          <a:lstStyle/>
          <a:p>
            <a:pPr algn="ctr"/>
            <a:r>
              <a:rPr lang="en-US" sz="900" dirty="0"/>
              <a:t>13467</a:t>
            </a:r>
          </a:p>
        </p:txBody>
      </p:sp>
      <p:sp>
        <p:nvSpPr>
          <p:cNvPr id="66" name="TextBox 65">
            <a:extLst>
              <a:ext uri="{FF2B5EF4-FFF2-40B4-BE49-F238E27FC236}">
                <a16:creationId xmlns:a16="http://schemas.microsoft.com/office/drawing/2014/main" id="{67584648-4796-2442-BEA9-725EFD2449BE}"/>
              </a:ext>
            </a:extLst>
          </p:cNvPr>
          <p:cNvSpPr txBox="1"/>
          <p:nvPr/>
        </p:nvSpPr>
        <p:spPr>
          <a:xfrm>
            <a:off x="3640666" y="3907597"/>
            <a:ext cx="570089" cy="230832"/>
          </a:xfrm>
          <a:prstGeom prst="rect">
            <a:avLst/>
          </a:prstGeom>
          <a:noFill/>
        </p:spPr>
        <p:txBody>
          <a:bodyPr wrap="square" rtlCol="0">
            <a:spAutoFit/>
          </a:bodyPr>
          <a:lstStyle/>
          <a:p>
            <a:pPr algn="ctr"/>
            <a:r>
              <a:rPr lang="en-US" sz="900" dirty="0"/>
              <a:t>235</a:t>
            </a:r>
          </a:p>
        </p:txBody>
      </p:sp>
      <p:sp>
        <p:nvSpPr>
          <p:cNvPr id="67" name="TextBox 66">
            <a:extLst>
              <a:ext uri="{FF2B5EF4-FFF2-40B4-BE49-F238E27FC236}">
                <a16:creationId xmlns:a16="http://schemas.microsoft.com/office/drawing/2014/main" id="{DE459162-D094-03AE-4B84-1689FC36FD54}"/>
              </a:ext>
            </a:extLst>
          </p:cNvPr>
          <p:cNvSpPr txBox="1"/>
          <p:nvPr/>
        </p:nvSpPr>
        <p:spPr>
          <a:xfrm>
            <a:off x="4143022" y="3907597"/>
            <a:ext cx="570089" cy="230832"/>
          </a:xfrm>
          <a:prstGeom prst="rect">
            <a:avLst/>
          </a:prstGeom>
          <a:noFill/>
        </p:spPr>
        <p:txBody>
          <a:bodyPr wrap="square" rtlCol="0">
            <a:spAutoFit/>
          </a:bodyPr>
          <a:lstStyle/>
          <a:p>
            <a:pPr algn="ctr"/>
            <a:r>
              <a:rPr lang="en-US" sz="900" dirty="0"/>
              <a:t>235</a:t>
            </a:r>
          </a:p>
        </p:txBody>
      </p:sp>
      <p:sp>
        <p:nvSpPr>
          <p:cNvPr id="68" name="TextBox 67">
            <a:extLst>
              <a:ext uri="{FF2B5EF4-FFF2-40B4-BE49-F238E27FC236}">
                <a16:creationId xmlns:a16="http://schemas.microsoft.com/office/drawing/2014/main" id="{B3288883-EB6E-D39A-4D2E-A790DD90C244}"/>
              </a:ext>
            </a:extLst>
          </p:cNvPr>
          <p:cNvSpPr txBox="1"/>
          <p:nvPr/>
        </p:nvSpPr>
        <p:spPr>
          <a:xfrm>
            <a:off x="6654802" y="3907597"/>
            <a:ext cx="570089" cy="230832"/>
          </a:xfrm>
          <a:prstGeom prst="rect">
            <a:avLst/>
          </a:prstGeom>
          <a:noFill/>
        </p:spPr>
        <p:txBody>
          <a:bodyPr wrap="square" rtlCol="0">
            <a:spAutoFit/>
          </a:bodyPr>
          <a:lstStyle/>
          <a:p>
            <a:pPr algn="ctr"/>
            <a:r>
              <a:rPr lang="en-US" sz="900" dirty="0"/>
              <a:t>35</a:t>
            </a:r>
          </a:p>
        </p:txBody>
      </p:sp>
      <p:sp>
        <p:nvSpPr>
          <p:cNvPr id="69" name="TextBox 68">
            <a:extLst>
              <a:ext uri="{FF2B5EF4-FFF2-40B4-BE49-F238E27FC236}">
                <a16:creationId xmlns:a16="http://schemas.microsoft.com/office/drawing/2014/main" id="{3D15BAE4-2342-1346-242D-9C791B110D6E}"/>
              </a:ext>
            </a:extLst>
          </p:cNvPr>
          <p:cNvSpPr txBox="1"/>
          <p:nvPr/>
        </p:nvSpPr>
        <p:spPr>
          <a:xfrm>
            <a:off x="3640666" y="4909484"/>
            <a:ext cx="570089" cy="230832"/>
          </a:xfrm>
          <a:prstGeom prst="rect">
            <a:avLst/>
          </a:prstGeom>
          <a:noFill/>
        </p:spPr>
        <p:txBody>
          <a:bodyPr wrap="square" rtlCol="0">
            <a:spAutoFit/>
          </a:bodyPr>
          <a:lstStyle/>
          <a:p>
            <a:pPr algn="ctr"/>
            <a:r>
              <a:rPr lang="en-US" sz="900" dirty="0"/>
              <a:t>3467</a:t>
            </a:r>
          </a:p>
        </p:txBody>
      </p:sp>
      <p:sp>
        <p:nvSpPr>
          <p:cNvPr id="70" name="TextBox 69">
            <a:extLst>
              <a:ext uri="{FF2B5EF4-FFF2-40B4-BE49-F238E27FC236}">
                <a16:creationId xmlns:a16="http://schemas.microsoft.com/office/drawing/2014/main" id="{78FBC8C9-DA5C-1A37-E7CD-4D57B05E1AD5}"/>
              </a:ext>
            </a:extLst>
          </p:cNvPr>
          <p:cNvSpPr txBox="1"/>
          <p:nvPr/>
        </p:nvSpPr>
        <p:spPr>
          <a:xfrm>
            <a:off x="4143022" y="4909484"/>
            <a:ext cx="570089" cy="230832"/>
          </a:xfrm>
          <a:prstGeom prst="rect">
            <a:avLst/>
          </a:prstGeom>
          <a:noFill/>
        </p:spPr>
        <p:txBody>
          <a:bodyPr wrap="square" rtlCol="0">
            <a:spAutoFit/>
          </a:bodyPr>
          <a:lstStyle/>
          <a:p>
            <a:pPr algn="ctr"/>
            <a:r>
              <a:rPr lang="en-US" sz="900" dirty="0"/>
              <a:t>3467</a:t>
            </a:r>
          </a:p>
        </p:txBody>
      </p:sp>
      <p:sp>
        <p:nvSpPr>
          <p:cNvPr id="71" name="TextBox 70">
            <a:extLst>
              <a:ext uri="{FF2B5EF4-FFF2-40B4-BE49-F238E27FC236}">
                <a16:creationId xmlns:a16="http://schemas.microsoft.com/office/drawing/2014/main" id="{55A8C224-82E6-C1C3-2DE1-374F047E9D9F}"/>
              </a:ext>
            </a:extLst>
          </p:cNvPr>
          <p:cNvSpPr txBox="1"/>
          <p:nvPr/>
        </p:nvSpPr>
        <p:spPr>
          <a:xfrm>
            <a:off x="6152446" y="4909484"/>
            <a:ext cx="570089" cy="230832"/>
          </a:xfrm>
          <a:prstGeom prst="rect">
            <a:avLst/>
          </a:prstGeom>
          <a:noFill/>
        </p:spPr>
        <p:txBody>
          <a:bodyPr wrap="square" rtlCol="0">
            <a:spAutoFit/>
          </a:bodyPr>
          <a:lstStyle/>
          <a:p>
            <a:pPr algn="ctr"/>
            <a:r>
              <a:rPr lang="en-US" sz="900" dirty="0"/>
              <a:t>1347</a:t>
            </a:r>
          </a:p>
        </p:txBody>
      </p:sp>
      <p:sp>
        <p:nvSpPr>
          <p:cNvPr id="72" name="TextBox 71">
            <a:extLst>
              <a:ext uri="{FF2B5EF4-FFF2-40B4-BE49-F238E27FC236}">
                <a16:creationId xmlns:a16="http://schemas.microsoft.com/office/drawing/2014/main" id="{A3BD1030-22CC-BEEB-0287-23FD9A3EF1C7}"/>
              </a:ext>
            </a:extLst>
          </p:cNvPr>
          <p:cNvSpPr txBox="1"/>
          <p:nvPr/>
        </p:nvSpPr>
        <p:spPr>
          <a:xfrm>
            <a:off x="6654802" y="4909484"/>
            <a:ext cx="570089" cy="230832"/>
          </a:xfrm>
          <a:prstGeom prst="rect">
            <a:avLst/>
          </a:prstGeom>
          <a:noFill/>
        </p:spPr>
        <p:txBody>
          <a:bodyPr wrap="square" rtlCol="0">
            <a:spAutoFit/>
          </a:bodyPr>
          <a:lstStyle/>
          <a:p>
            <a:pPr algn="ctr"/>
            <a:r>
              <a:rPr lang="en-US" sz="900" dirty="0"/>
              <a:t>1347</a:t>
            </a:r>
          </a:p>
        </p:txBody>
      </p:sp>
      <p:sp>
        <p:nvSpPr>
          <p:cNvPr id="73" name="TextBox 72">
            <a:extLst>
              <a:ext uri="{FF2B5EF4-FFF2-40B4-BE49-F238E27FC236}">
                <a16:creationId xmlns:a16="http://schemas.microsoft.com/office/drawing/2014/main" id="{B5DBE2CB-5443-AF3F-FFA9-675B80B0B052}"/>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BB359329-B6BE-96CF-498C-1FD14105EEB7}"/>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7E4EC7FA-193E-B654-9C9D-5745ECE1FEEC}"/>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76" name="TextBox 75">
            <a:extLst>
              <a:ext uri="{FF2B5EF4-FFF2-40B4-BE49-F238E27FC236}">
                <a16:creationId xmlns:a16="http://schemas.microsoft.com/office/drawing/2014/main" id="{D19DA66D-04D5-D91C-8134-9B2154A5A625}"/>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71E95485-27E2-874D-6DDD-AE107EB36A87}"/>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270A040D-1B87-ECFD-5C24-159C6C1256A5}"/>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6709482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A2A63-60C8-B285-485D-8A5CAB0A104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B829F6A-72D1-1788-D36F-10F01D931FAE}"/>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1214D22C-2D97-79BA-365C-31EEBD2D8F6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A6CCE74-1990-522C-397F-72DD7AAE358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46B6252-3A8A-B138-A0FE-8B5232B4A5D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5A91629-6477-6BDD-C3B9-6D6E5384DC1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8478AE7-CB50-E15F-E0CD-F1A6C53C3798}"/>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CD8F10A8-7D90-A3A1-FEAA-BAC86019C857}"/>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DCFD92B1-B6AD-D434-F848-490895F10638}"/>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F1A26EE2-CF68-AAFF-DCC8-81E914DE656C}"/>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9FFF08BC-BB7A-FDCF-988A-209D92A23A4C}"/>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960EB43B-FFCE-4A7C-19D2-11099749AF24}"/>
              </a:ext>
            </a:extLst>
          </p:cNvPr>
          <p:cNvSpPr txBox="1"/>
          <p:nvPr/>
        </p:nvSpPr>
        <p:spPr>
          <a:xfrm>
            <a:off x="4143022" y="4408541"/>
            <a:ext cx="570089" cy="230832"/>
          </a:xfrm>
          <a:prstGeom prst="rect">
            <a:avLst/>
          </a:prstGeom>
          <a:noFill/>
        </p:spPr>
        <p:txBody>
          <a:bodyPr wrap="square" rtlCol="0">
            <a:spAutoFit/>
          </a:bodyPr>
          <a:lstStyle/>
          <a:p>
            <a:pPr algn="ctr"/>
            <a:r>
              <a:rPr lang="en-US" sz="900" dirty="0"/>
              <a:t>4578</a:t>
            </a:r>
          </a:p>
        </p:txBody>
      </p:sp>
      <p:sp>
        <p:nvSpPr>
          <p:cNvPr id="13" name="TextBox 12">
            <a:extLst>
              <a:ext uri="{FF2B5EF4-FFF2-40B4-BE49-F238E27FC236}">
                <a16:creationId xmlns:a16="http://schemas.microsoft.com/office/drawing/2014/main" id="{2D36AB64-4A04-C99E-704B-BDF04E66B377}"/>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4C1AAE3A-A4A9-0554-0073-3288AB209840}"/>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74D1A9CA-993B-11AD-19FF-5A77C2DF1425}"/>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C5685C1D-D8D4-AD4A-72E2-98ACB9DDFE42}"/>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96A198E1-305C-C7C0-9BA4-2F9C71777E6C}"/>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3E4EBB83-E28B-0231-C103-91C652F5CB0A}"/>
              </a:ext>
            </a:extLst>
          </p:cNvPr>
          <p:cNvSpPr txBox="1"/>
          <p:nvPr/>
        </p:nvSpPr>
        <p:spPr>
          <a:xfrm>
            <a:off x="4645378" y="1402877"/>
            <a:ext cx="570089" cy="230832"/>
          </a:xfrm>
          <a:prstGeom prst="rect">
            <a:avLst/>
          </a:prstGeom>
          <a:noFill/>
        </p:spPr>
        <p:txBody>
          <a:bodyPr wrap="square" rtlCol="0">
            <a:spAutoFit/>
          </a:bodyPr>
          <a:lstStyle/>
          <a:p>
            <a:pPr algn="ctr"/>
            <a:r>
              <a:rPr lang="en-US" sz="900" dirty="0"/>
              <a:t>98</a:t>
            </a:r>
          </a:p>
        </p:txBody>
      </p:sp>
      <p:sp>
        <p:nvSpPr>
          <p:cNvPr id="26" name="TextBox 25">
            <a:extLst>
              <a:ext uri="{FF2B5EF4-FFF2-40B4-BE49-F238E27FC236}">
                <a16:creationId xmlns:a16="http://schemas.microsoft.com/office/drawing/2014/main" id="{6404BB1C-99C5-AEF1-454C-2AE62214B1B3}"/>
              </a:ext>
            </a:extLst>
          </p:cNvPr>
          <p:cNvSpPr txBox="1"/>
          <p:nvPr/>
        </p:nvSpPr>
        <p:spPr>
          <a:xfrm>
            <a:off x="4645378" y="2905709"/>
            <a:ext cx="570089" cy="230832"/>
          </a:xfrm>
          <a:prstGeom prst="rect">
            <a:avLst/>
          </a:prstGeom>
          <a:noFill/>
        </p:spPr>
        <p:txBody>
          <a:bodyPr wrap="square" rtlCol="0">
            <a:spAutoFit/>
          </a:bodyPr>
          <a:lstStyle/>
          <a:p>
            <a:pPr algn="ctr"/>
            <a:r>
              <a:rPr lang="en-US" sz="900" dirty="0"/>
              <a:t>589</a:t>
            </a:r>
          </a:p>
        </p:txBody>
      </p:sp>
      <p:sp>
        <p:nvSpPr>
          <p:cNvPr id="27" name="TextBox 26">
            <a:extLst>
              <a:ext uri="{FF2B5EF4-FFF2-40B4-BE49-F238E27FC236}">
                <a16:creationId xmlns:a16="http://schemas.microsoft.com/office/drawing/2014/main" id="{B41CB9DC-5F28-3809-C036-641C7D9B83D9}"/>
              </a:ext>
            </a:extLst>
          </p:cNvPr>
          <p:cNvSpPr txBox="1"/>
          <p:nvPr/>
        </p:nvSpPr>
        <p:spPr>
          <a:xfrm>
            <a:off x="4645378" y="3406653"/>
            <a:ext cx="570089" cy="230832"/>
          </a:xfrm>
          <a:prstGeom prst="rect">
            <a:avLst/>
          </a:prstGeom>
          <a:noFill/>
        </p:spPr>
        <p:txBody>
          <a:bodyPr wrap="square" rtlCol="0">
            <a:spAutoFit/>
          </a:bodyPr>
          <a:lstStyle/>
          <a:p>
            <a:pPr algn="ctr"/>
            <a:r>
              <a:rPr lang="en-US" sz="900" dirty="0"/>
              <a:t>589</a:t>
            </a:r>
          </a:p>
        </p:txBody>
      </p:sp>
      <p:sp>
        <p:nvSpPr>
          <p:cNvPr id="30" name="TextBox 29">
            <a:extLst>
              <a:ext uri="{FF2B5EF4-FFF2-40B4-BE49-F238E27FC236}">
                <a16:creationId xmlns:a16="http://schemas.microsoft.com/office/drawing/2014/main" id="{62DD6E97-18F0-6AD8-FBC6-3ECD652E32E1}"/>
              </a:ext>
            </a:extLst>
          </p:cNvPr>
          <p:cNvSpPr txBox="1"/>
          <p:nvPr/>
        </p:nvSpPr>
        <p:spPr>
          <a:xfrm>
            <a:off x="5650090" y="1402877"/>
            <a:ext cx="570089" cy="230832"/>
          </a:xfrm>
          <a:prstGeom prst="rect">
            <a:avLst/>
          </a:prstGeom>
          <a:noFill/>
        </p:spPr>
        <p:txBody>
          <a:bodyPr wrap="square" rtlCol="0">
            <a:spAutoFit/>
          </a:bodyPr>
          <a:lstStyle/>
          <a:p>
            <a:pPr algn="ctr"/>
            <a:r>
              <a:rPr lang="en-US" sz="900" dirty="0"/>
              <a:t>89</a:t>
            </a:r>
          </a:p>
        </p:txBody>
      </p:sp>
      <p:sp>
        <p:nvSpPr>
          <p:cNvPr id="32" name="TextBox 31">
            <a:extLst>
              <a:ext uri="{FF2B5EF4-FFF2-40B4-BE49-F238E27FC236}">
                <a16:creationId xmlns:a16="http://schemas.microsoft.com/office/drawing/2014/main" id="{345D72E7-BCD3-D231-A7D8-B8B58ADA9D83}"/>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4A479619-8C07-C261-6D43-7A7B9CF0DC5F}"/>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348384E2-DCAF-5BF9-3A9A-EED28177039A}"/>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21BB13F3-16D4-F19D-0F96-73B13E265BC1}"/>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6C23F860-BF51-8C94-9FFE-AC70F3D66228}"/>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2A005345-FFE6-D401-1E1B-195F88197B88}"/>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DC480651-4084-5914-5127-7969D97E05C1}"/>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0ACC5A10-0C55-BE1F-35CC-11B42476C58F}"/>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F0A06CAB-F922-0572-3F9E-ECD11D05CF6B}"/>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B2921387-4981-FD7A-3939-DE7DC52A1461}"/>
              </a:ext>
            </a:extLst>
          </p:cNvPr>
          <p:cNvSpPr txBox="1"/>
          <p:nvPr/>
        </p:nvSpPr>
        <p:spPr>
          <a:xfrm>
            <a:off x="5147734" y="2404765"/>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9C735152-D0E4-446C-8F7F-8FC2D36ACB4D}"/>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36" name="TextBox 35">
            <a:extLst>
              <a:ext uri="{FF2B5EF4-FFF2-40B4-BE49-F238E27FC236}">
                <a16:creationId xmlns:a16="http://schemas.microsoft.com/office/drawing/2014/main" id="{31978F93-A8A0-54CE-3AB7-4E0BAAA6EE75}"/>
              </a:ext>
            </a:extLst>
          </p:cNvPr>
          <p:cNvSpPr txBox="1"/>
          <p:nvPr/>
        </p:nvSpPr>
        <p:spPr>
          <a:xfrm>
            <a:off x="5147734" y="3406653"/>
            <a:ext cx="570089" cy="230832"/>
          </a:xfrm>
          <a:prstGeom prst="rect">
            <a:avLst/>
          </a:prstGeom>
          <a:noFill/>
        </p:spPr>
        <p:txBody>
          <a:bodyPr wrap="square" rtlCol="0">
            <a:spAutoFit/>
          </a:bodyPr>
          <a:lstStyle/>
          <a:p>
            <a:pPr algn="ctr"/>
            <a:r>
              <a:rPr lang="en-US" sz="900" dirty="0"/>
              <a:t>124</a:t>
            </a:r>
          </a:p>
        </p:txBody>
      </p:sp>
      <p:sp>
        <p:nvSpPr>
          <p:cNvPr id="40" name="TextBox 39">
            <a:extLst>
              <a:ext uri="{FF2B5EF4-FFF2-40B4-BE49-F238E27FC236}">
                <a16:creationId xmlns:a16="http://schemas.microsoft.com/office/drawing/2014/main" id="{259459EB-F6D0-C3BE-F370-9240FD0AD3BA}"/>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B40A88A8-8634-8C3D-A280-ACDC0D57B69C}"/>
              </a:ext>
            </a:extLst>
          </p:cNvPr>
          <p:cNvSpPr txBox="1"/>
          <p:nvPr/>
        </p:nvSpPr>
        <p:spPr>
          <a:xfrm>
            <a:off x="4143022" y="1903821"/>
            <a:ext cx="570089" cy="230832"/>
          </a:xfrm>
          <a:prstGeom prst="rect">
            <a:avLst/>
          </a:prstGeom>
          <a:noFill/>
        </p:spPr>
        <p:txBody>
          <a:bodyPr wrap="square" rtlCol="0">
            <a:spAutoFit/>
          </a:bodyPr>
          <a:lstStyle/>
          <a:p>
            <a:pPr algn="ctr"/>
            <a:r>
              <a:rPr lang="en-US" sz="900" dirty="0"/>
              <a:t>678</a:t>
            </a:r>
          </a:p>
        </p:txBody>
      </p:sp>
      <p:sp>
        <p:nvSpPr>
          <p:cNvPr id="42" name="TextBox 41">
            <a:extLst>
              <a:ext uri="{FF2B5EF4-FFF2-40B4-BE49-F238E27FC236}">
                <a16:creationId xmlns:a16="http://schemas.microsoft.com/office/drawing/2014/main" id="{44D188C2-D946-B8CB-6839-36698D3C7883}"/>
              </a:ext>
            </a:extLst>
          </p:cNvPr>
          <p:cNvSpPr txBox="1"/>
          <p:nvPr/>
        </p:nvSpPr>
        <p:spPr>
          <a:xfrm>
            <a:off x="4143022" y="901933"/>
            <a:ext cx="570089" cy="230832"/>
          </a:xfrm>
          <a:prstGeom prst="rect">
            <a:avLst/>
          </a:prstGeom>
          <a:noFill/>
        </p:spPr>
        <p:txBody>
          <a:bodyPr wrap="square" rtlCol="0">
            <a:spAutoFit/>
          </a:bodyPr>
          <a:lstStyle/>
          <a:p>
            <a:pPr algn="ctr"/>
            <a:r>
              <a:rPr lang="en-US" sz="900" dirty="0"/>
              <a:t>458</a:t>
            </a:r>
          </a:p>
        </p:txBody>
      </p:sp>
      <p:sp>
        <p:nvSpPr>
          <p:cNvPr id="43" name="TextBox 42">
            <a:extLst>
              <a:ext uri="{FF2B5EF4-FFF2-40B4-BE49-F238E27FC236}">
                <a16:creationId xmlns:a16="http://schemas.microsoft.com/office/drawing/2014/main" id="{37FF7DC5-143D-86F8-55CD-F339D89CB998}"/>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4D86E6A5-C613-8FEC-9DFE-25F114F534EC}"/>
              </a:ext>
            </a:extLst>
          </p:cNvPr>
          <p:cNvSpPr txBox="1"/>
          <p:nvPr/>
        </p:nvSpPr>
        <p:spPr>
          <a:xfrm>
            <a:off x="6654802" y="901933"/>
            <a:ext cx="570089" cy="230832"/>
          </a:xfrm>
          <a:prstGeom prst="rect">
            <a:avLst/>
          </a:prstGeom>
          <a:noFill/>
        </p:spPr>
        <p:txBody>
          <a:bodyPr wrap="square" rtlCol="0">
            <a:spAutoFit/>
          </a:bodyPr>
          <a:lstStyle/>
          <a:p>
            <a:pPr algn="ctr"/>
            <a:r>
              <a:rPr lang="en-US" sz="900" dirty="0"/>
              <a:t>458</a:t>
            </a:r>
          </a:p>
        </p:txBody>
      </p:sp>
      <p:sp>
        <p:nvSpPr>
          <p:cNvPr id="45" name="TextBox 44">
            <a:extLst>
              <a:ext uri="{FF2B5EF4-FFF2-40B4-BE49-F238E27FC236}">
                <a16:creationId xmlns:a16="http://schemas.microsoft.com/office/drawing/2014/main" id="{4F06F0BD-0511-DF12-CBFD-0F8B8A684E03}"/>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13457</a:t>
            </a:r>
          </a:p>
        </p:txBody>
      </p:sp>
      <p:sp>
        <p:nvSpPr>
          <p:cNvPr id="46" name="TextBox 45">
            <a:extLst>
              <a:ext uri="{FF2B5EF4-FFF2-40B4-BE49-F238E27FC236}">
                <a16:creationId xmlns:a16="http://schemas.microsoft.com/office/drawing/2014/main" id="{8891A6B3-9609-5174-4B50-0EB0B931B7D0}"/>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3457</a:t>
            </a:r>
          </a:p>
        </p:txBody>
      </p:sp>
      <p:sp>
        <p:nvSpPr>
          <p:cNvPr id="47" name="TextBox 46">
            <a:extLst>
              <a:ext uri="{FF2B5EF4-FFF2-40B4-BE49-F238E27FC236}">
                <a16:creationId xmlns:a16="http://schemas.microsoft.com/office/drawing/2014/main" id="{91DDAEEF-6C43-7DC6-D012-88E5D5BC4B97}"/>
              </a:ext>
            </a:extLst>
          </p:cNvPr>
          <p:cNvSpPr txBox="1"/>
          <p:nvPr/>
        </p:nvSpPr>
        <p:spPr>
          <a:xfrm>
            <a:off x="6152446" y="1402877"/>
            <a:ext cx="570089" cy="230832"/>
          </a:xfrm>
          <a:prstGeom prst="rect">
            <a:avLst/>
          </a:prstGeom>
          <a:noFill/>
        </p:spPr>
        <p:txBody>
          <a:bodyPr wrap="square" rtlCol="0">
            <a:spAutoFit/>
          </a:bodyPr>
          <a:lstStyle/>
          <a:p>
            <a:pPr algn="ctr"/>
            <a:r>
              <a:rPr lang="en-US" sz="900" dirty="0"/>
              <a:t>1347</a:t>
            </a:r>
          </a:p>
        </p:txBody>
      </p:sp>
      <p:sp>
        <p:nvSpPr>
          <p:cNvPr id="48" name="TextBox 47">
            <a:extLst>
              <a:ext uri="{FF2B5EF4-FFF2-40B4-BE49-F238E27FC236}">
                <a16:creationId xmlns:a16="http://schemas.microsoft.com/office/drawing/2014/main" id="{7F7E87A5-C141-79AC-5F58-553AFC5120E2}"/>
              </a:ext>
            </a:extLst>
          </p:cNvPr>
          <p:cNvSpPr txBox="1"/>
          <p:nvPr/>
        </p:nvSpPr>
        <p:spPr>
          <a:xfrm>
            <a:off x="7157158" y="1402877"/>
            <a:ext cx="570089" cy="230832"/>
          </a:xfrm>
          <a:prstGeom prst="rect">
            <a:avLst/>
          </a:prstGeom>
          <a:noFill/>
        </p:spPr>
        <p:txBody>
          <a:bodyPr wrap="square" rtlCol="0">
            <a:spAutoFit/>
          </a:bodyPr>
          <a:lstStyle/>
          <a:p>
            <a:pPr algn="ctr"/>
            <a:r>
              <a:rPr lang="en-US" sz="900" dirty="0"/>
              <a:t>13457</a:t>
            </a:r>
          </a:p>
        </p:txBody>
      </p:sp>
      <p:sp>
        <p:nvSpPr>
          <p:cNvPr id="49" name="TextBox 48">
            <a:extLst>
              <a:ext uri="{FF2B5EF4-FFF2-40B4-BE49-F238E27FC236}">
                <a16:creationId xmlns:a16="http://schemas.microsoft.com/office/drawing/2014/main" id="{886048DA-852E-59B1-5156-97ACABF177CB}"/>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3457</a:t>
            </a:r>
          </a:p>
        </p:txBody>
      </p:sp>
      <p:sp>
        <p:nvSpPr>
          <p:cNvPr id="50" name="TextBox 49">
            <a:extLst>
              <a:ext uri="{FF2B5EF4-FFF2-40B4-BE49-F238E27FC236}">
                <a16:creationId xmlns:a16="http://schemas.microsoft.com/office/drawing/2014/main" id="{2AC858C0-69D8-6185-941F-F58CC6FEDCC3}"/>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a:t>
            </a:r>
          </a:p>
        </p:txBody>
      </p:sp>
      <p:sp>
        <p:nvSpPr>
          <p:cNvPr id="51" name="TextBox 50">
            <a:extLst>
              <a:ext uri="{FF2B5EF4-FFF2-40B4-BE49-F238E27FC236}">
                <a16:creationId xmlns:a16="http://schemas.microsoft.com/office/drawing/2014/main" id="{72FF63B7-B2F3-CFFD-4C29-9BDCCD013B70}"/>
              </a:ext>
            </a:extLst>
          </p:cNvPr>
          <p:cNvSpPr txBox="1"/>
          <p:nvPr/>
        </p:nvSpPr>
        <p:spPr>
          <a:xfrm>
            <a:off x="6654802" y="1903821"/>
            <a:ext cx="570089" cy="230832"/>
          </a:xfrm>
          <a:prstGeom prst="rect">
            <a:avLst/>
          </a:prstGeom>
          <a:noFill/>
        </p:spPr>
        <p:txBody>
          <a:bodyPr wrap="square" rtlCol="0">
            <a:spAutoFit/>
          </a:bodyPr>
          <a:lstStyle/>
          <a:p>
            <a:pPr algn="ctr"/>
            <a:r>
              <a:rPr lang="en-US" sz="900" dirty="0"/>
              <a:t>378</a:t>
            </a:r>
          </a:p>
        </p:txBody>
      </p:sp>
      <p:sp>
        <p:nvSpPr>
          <p:cNvPr id="52" name="TextBox 51">
            <a:extLst>
              <a:ext uri="{FF2B5EF4-FFF2-40B4-BE49-F238E27FC236}">
                <a16:creationId xmlns:a16="http://schemas.microsoft.com/office/drawing/2014/main" id="{62EBC392-3501-623D-7CBC-4C7214FCBF1F}"/>
              </a:ext>
            </a:extLst>
          </p:cNvPr>
          <p:cNvSpPr txBox="1"/>
          <p:nvPr/>
        </p:nvSpPr>
        <p:spPr>
          <a:xfrm>
            <a:off x="7157158" y="1903821"/>
            <a:ext cx="570089" cy="230832"/>
          </a:xfrm>
          <a:prstGeom prst="rect">
            <a:avLst/>
          </a:prstGeom>
          <a:noFill/>
        </p:spPr>
        <p:txBody>
          <a:bodyPr wrap="square" rtlCol="0">
            <a:spAutoFit/>
          </a:bodyPr>
          <a:lstStyle/>
          <a:p>
            <a:pPr algn="ctr"/>
            <a:r>
              <a:rPr lang="en-US" sz="900" dirty="0"/>
              <a:t>137</a:t>
            </a:r>
          </a:p>
        </p:txBody>
      </p:sp>
      <p:sp>
        <p:nvSpPr>
          <p:cNvPr id="53" name="TextBox 52">
            <a:extLst>
              <a:ext uri="{FF2B5EF4-FFF2-40B4-BE49-F238E27FC236}">
                <a16:creationId xmlns:a16="http://schemas.microsoft.com/office/drawing/2014/main" id="{61E71529-BC47-B8D3-3441-B4071543AB70}"/>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a:t>
            </a:r>
          </a:p>
        </p:txBody>
      </p:sp>
      <p:sp>
        <p:nvSpPr>
          <p:cNvPr id="54" name="TextBox 53">
            <a:extLst>
              <a:ext uri="{FF2B5EF4-FFF2-40B4-BE49-F238E27FC236}">
                <a16:creationId xmlns:a16="http://schemas.microsoft.com/office/drawing/2014/main" id="{BFCEC4F6-5CA8-CE01-7903-45906226D92E}"/>
              </a:ext>
            </a:extLst>
          </p:cNvPr>
          <p:cNvSpPr txBox="1"/>
          <p:nvPr/>
        </p:nvSpPr>
        <p:spPr>
          <a:xfrm>
            <a:off x="3640666" y="2404765"/>
            <a:ext cx="570089" cy="230832"/>
          </a:xfrm>
          <a:prstGeom prst="rect">
            <a:avLst/>
          </a:prstGeom>
          <a:noFill/>
        </p:spPr>
        <p:txBody>
          <a:bodyPr wrap="square" rtlCol="0">
            <a:spAutoFit/>
          </a:bodyPr>
          <a:lstStyle/>
          <a:p>
            <a:pPr algn="ctr"/>
            <a:r>
              <a:rPr lang="en-US" sz="900" dirty="0"/>
              <a:t>3478</a:t>
            </a:r>
          </a:p>
        </p:txBody>
      </p:sp>
      <p:sp>
        <p:nvSpPr>
          <p:cNvPr id="56" name="TextBox 55">
            <a:extLst>
              <a:ext uri="{FF2B5EF4-FFF2-40B4-BE49-F238E27FC236}">
                <a16:creationId xmlns:a16="http://schemas.microsoft.com/office/drawing/2014/main" id="{BBF7D062-719F-ECDD-FF06-BED439D90F91}"/>
              </a:ext>
            </a:extLst>
          </p:cNvPr>
          <p:cNvSpPr txBox="1"/>
          <p:nvPr/>
        </p:nvSpPr>
        <p:spPr>
          <a:xfrm>
            <a:off x="7157158" y="2404765"/>
            <a:ext cx="570089" cy="230832"/>
          </a:xfrm>
          <a:prstGeom prst="rect">
            <a:avLst/>
          </a:prstGeom>
          <a:noFill/>
        </p:spPr>
        <p:txBody>
          <a:bodyPr wrap="square" rtlCol="0">
            <a:spAutoFit/>
          </a:bodyPr>
          <a:lstStyle/>
          <a:p>
            <a:pPr algn="ctr"/>
            <a:r>
              <a:rPr lang="en-US" sz="900" dirty="0"/>
              <a:t>3478</a:t>
            </a:r>
          </a:p>
        </p:txBody>
      </p:sp>
      <p:sp>
        <p:nvSpPr>
          <p:cNvPr id="57" name="TextBox 56">
            <a:extLst>
              <a:ext uri="{FF2B5EF4-FFF2-40B4-BE49-F238E27FC236}">
                <a16:creationId xmlns:a16="http://schemas.microsoft.com/office/drawing/2014/main" id="{F5B070A2-F337-102F-8192-66D4EF1E1502}"/>
              </a:ext>
            </a:extLst>
          </p:cNvPr>
          <p:cNvSpPr txBox="1"/>
          <p:nvPr/>
        </p:nvSpPr>
        <p:spPr>
          <a:xfrm>
            <a:off x="3138310" y="2404765"/>
            <a:ext cx="570089" cy="230832"/>
          </a:xfrm>
          <a:prstGeom prst="rect">
            <a:avLst/>
          </a:prstGeom>
          <a:noFill/>
        </p:spPr>
        <p:txBody>
          <a:bodyPr wrap="square" rtlCol="0">
            <a:spAutoFit/>
          </a:bodyPr>
          <a:lstStyle/>
          <a:p>
            <a:pPr algn="ctr"/>
            <a:r>
              <a:rPr lang="en-US" sz="900" dirty="0"/>
              <a:t>478</a:t>
            </a:r>
          </a:p>
        </p:txBody>
      </p:sp>
      <p:sp>
        <p:nvSpPr>
          <p:cNvPr id="58" name="TextBox 57">
            <a:extLst>
              <a:ext uri="{FF2B5EF4-FFF2-40B4-BE49-F238E27FC236}">
                <a16:creationId xmlns:a16="http://schemas.microsoft.com/office/drawing/2014/main" id="{4054247D-6062-FB8F-AD61-6CE0E9CDFFBD}"/>
              </a:ext>
            </a:extLst>
          </p:cNvPr>
          <p:cNvSpPr txBox="1"/>
          <p:nvPr/>
        </p:nvSpPr>
        <p:spPr>
          <a:xfrm>
            <a:off x="7157158" y="2905709"/>
            <a:ext cx="570089" cy="230832"/>
          </a:xfrm>
          <a:prstGeom prst="rect">
            <a:avLst/>
          </a:prstGeom>
          <a:noFill/>
        </p:spPr>
        <p:txBody>
          <a:bodyPr wrap="square" rtlCol="0">
            <a:spAutoFit/>
          </a:bodyPr>
          <a:lstStyle/>
          <a:p>
            <a:pPr algn="ctr"/>
            <a:r>
              <a:rPr lang="en-US" sz="900" dirty="0"/>
              <a:t>3478</a:t>
            </a:r>
          </a:p>
        </p:txBody>
      </p:sp>
      <p:sp>
        <p:nvSpPr>
          <p:cNvPr id="59" name="TextBox 58">
            <a:extLst>
              <a:ext uri="{FF2B5EF4-FFF2-40B4-BE49-F238E27FC236}">
                <a16:creationId xmlns:a16="http://schemas.microsoft.com/office/drawing/2014/main" id="{687C1633-5AAE-2D98-FCC8-3456F67F3B94}"/>
              </a:ext>
            </a:extLst>
          </p:cNvPr>
          <p:cNvSpPr txBox="1"/>
          <p:nvPr/>
        </p:nvSpPr>
        <p:spPr>
          <a:xfrm>
            <a:off x="3138310" y="2905709"/>
            <a:ext cx="570089" cy="230832"/>
          </a:xfrm>
          <a:prstGeom prst="rect">
            <a:avLst/>
          </a:prstGeom>
          <a:noFill/>
        </p:spPr>
        <p:txBody>
          <a:bodyPr wrap="square" rtlCol="0">
            <a:spAutoFit/>
          </a:bodyPr>
          <a:lstStyle/>
          <a:p>
            <a:pPr algn="ctr"/>
            <a:r>
              <a:rPr lang="en-US" sz="900" dirty="0"/>
              <a:t>345678</a:t>
            </a:r>
          </a:p>
        </p:txBody>
      </p:sp>
      <p:sp>
        <p:nvSpPr>
          <p:cNvPr id="60" name="TextBox 59">
            <a:extLst>
              <a:ext uri="{FF2B5EF4-FFF2-40B4-BE49-F238E27FC236}">
                <a16:creationId xmlns:a16="http://schemas.microsoft.com/office/drawing/2014/main" id="{42972C03-33D9-8CAF-4055-F6BFC8C4CBB5}"/>
              </a:ext>
            </a:extLst>
          </p:cNvPr>
          <p:cNvSpPr txBox="1"/>
          <p:nvPr/>
        </p:nvSpPr>
        <p:spPr>
          <a:xfrm>
            <a:off x="7157158" y="3406653"/>
            <a:ext cx="570089" cy="230832"/>
          </a:xfrm>
          <a:prstGeom prst="rect">
            <a:avLst/>
          </a:prstGeom>
          <a:noFill/>
        </p:spPr>
        <p:txBody>
          <a:bodyPr wrap="square" rtlCol="0">
            <a:spAutoFit/>
          </a:bodyPr>
          <a:lstStyle/>
          <a:p>
            <a:pPr algn="ctr"/>
            <a:r>
              <a:rPr lang="en-US" sz="900" dirty="0"/>
              <a:t>478</a:t>
            </a:r>
          </a:p>
        </p:txBody>
      </p:sp>
      <p:sp>
        <p:nvSpPr>
          <p:cNvPr id="61" name="TextBox 60">
            <a:extLst>
              <a:ext uri="{FF2B5EF4-FFF2-40B4-BE49-F238E27FC236}">
                <a16:creationId xmlns:a16="http://schemas.microsoft.com/office/drawing/2014/main" id="{DAB7FAB0-F2EC-741D-E08F-D9424D9A6325}"/>
              </a:ext>
            </a:extLst>
          </p:cNvPr>
          <p:cNvSpPr txBox="1"/>
          <p:nvPr/>
        </p:nvSpPr>
        <p:spPr>
          <a:xfrm>
            <a:off x="3138310" y="3406653"/>
            <a:ext cx="570089" cy="230832"/>
          </a:xfrm>
          <a:prstGeom prst="rect">
            <a:avLst/>
          </a:prstGeom>
          <a:noFill/>
        </p:spPr>
        <p:txBody>
          <a:bodyPr wrap="square" rtlCol="0">
            <a:spAutoFit/>
          </a:bodyPr>
          <a:lstStyle/>
          <a:p>
            <a:pPr algn="ctr"/>
            <a:r>
              <a:rPr lang="en-US" sz="900" dirty="0"/>
              <a:t>345678</a:t>
            </a:r>
          </a:p>
        </p:txBody>
      </p:sp>
      <p:sp>
        <p:nvSpPr>
          <p:cNvPr id="62" name="TextBox 61">
            <a:extLst>
              <a:ext uri="{FF2B5EF4-FFF2-40B4-BE49-F238E27FC236}">
                <a16:creationId xmlns:a16="http://schemas.microsoft.com/office/drawing/2014/main" id="{C94394ED-112C-5DAD-6AF8-D42068F66BBE}"/>
              </a:ext>
            </a:extLst>
          </p:cNvPr>
          <p:cNvSpPr txBox="1"/>
          <p:nvPr/>
        </p:nvSpPr>
        <p:spPr>
          <a:xfrm>
            <a:off x="3640666" y="2905709"/>
            <a:ext cx="570089" cy="230832"/>
          </a:xfrm>
          <a:prstGeom prst="rect">
            <a:avLst/>
          </a:prstGeom>
          <a:noFill/>
        </p:spPr>
        <p:txBody>
          <a:bodyPr wrap="square" rtlCol="0">
            <a:spAutoFit/>
          </a:bodyPr>
          <a:lstStyle/>
          <a:p>
            <a:pPr algn="ctr"/>
            <a:r>
              <a:rPr lang="en-US" sz="900" dirty="0"/>
              <a:t>234567</a:t>
            </a:r>
          </a:p>
        </p:txBody>
      </p:sp>
      <p:sp>
        <p:nvSpPr>
          <p:cNvPr id="64" name="TextBox 63">
            <a:extLst>
              <a:ext uri="{FF2B5EF4-FFF2-40B4-BE49-F238E27FC236}">
                <a16:creationId xmlns:a16="http://schemas.microsoft.com/office/drawing/2014/main" id="{BBC77735-4AD5-587C-E5EB-73B965A88E1E}"/>
              </a:ext>
            </a:extLst>
          </p:cNvPr>
          <p:cNvSpPr txBox="1"/>
          <p:nvPr/>
        </p:nvSpPr>
        <p:spPr>
          <a:xfrm>
            <a:off x="3640666" y="3406653"/>
            <a:ext cx="570089" cy="230832"/>
          </a:xfrm>
          <a:prstGeom prst="rect">
            <a:avLst/>
          </a:prstGeom>
          <a:noFill/>
        </p:spPr>
        <p:txBody>
          <a:bodyPr wrap="square" rtlCol="0">
            <a:spAutoFit/>
          </a:bodyPr>
          <a:lstStyle/>
          <a:p>
            <a:pPr algn="ctr"/>
            <a:r>
              <a:rPr lang="en-US" sz="900" dirty="0"/>
              <a:t>234567</a:t>
            </a:r>
          </a:p>
        </p:txBody>
      </p:sp>
      <p:sp>
        <p:nvSpPr>
          <p:cNvPr id="65" name="TextBox 64">
            <a:extLst>
              <a:ext uri="{FF2B5EF4-FFF2-40B4-BE49-F238E27FC236}">
                <a16:creationId xmlns:a16="http://schemas.microsoft.com/office/drawing/2014/main" id="{65C3FC0D-FACA-71DE-1238-025DED8B1A0B}"/>
              </a:ext>
            </a:extLst>
          </p:cNvPr>
          <p:cNvSpPr txBox="1"/>
          <p:nvPr/>
        </p:nvSpPr>
        <p:spPr>
          <a:xfrm>
            <a:off x="6654802" y="3406653"/>
            <a:ext cx="570089" cy="230832"/>
          </a:xfrm>
          <a:prstGeom prst="rect">
            <a:avLst/>
          </a:prstGeom>
          <a:noFill/>
        </p:spPr>
        <p:txBody>
          <a:bodyPr wrap="square" rtlCol="0">
            <a:spAutoFit/>
          </a:bodyPr>
          <a:lstStyle/>
          <a:p>
            <a:pPr algn="ctr"/>
            <a:r>
              <a:rPr lang="en-US" sz="900" dirty="0"/>
              <a:t>3467</a:t>
            </a:r>
          </a:p>
        </p:txBody>
      </p:sp>
      <p:sp>
        <p:nvSpPr>
          <p:cNvPr id="66" name="TextBox 65">
            <a:extLst>
              <a:ext uri="{FF2B5EF4-FFF2-40B4-BE49-F238E27FC236}">
                <a16:creationId xmlns:a16="http://schemas.microsoft.com/office/drawing/2014/main" id="{E52AA458-859F-AB5F-7573-CA3BF740C9A0}"/>
              </a:ext>
            </a:extLst>
          </p:cNvPr>
          <p:cNvSpPr txBox="1"/>
          <p:nvPr/>
        </p:nvSpPr>
        <p:spPr>
          <a:xfrm>
            <a:off x="3640666" y="3907597"/>
            <a:ext cx="570089" cy="230832"/>
          </a:xfrm>
          <a:prstGeom prst="rect">
            <a:avLst/>
          </a:prstGeom>
          <a:noFill/>
        </p:spPr>
        <p:txBody>
          <a:bodyPr wrap="square" rtlCol="0">
            <a:spAutoFit/>
          </a:bodyPr>
          <a:lstStyle/>
          <a:p>
            <a:pPr algn="ctr"/>
            <a:r>
              <a:rPr lang="en-US" sz="900" dirty="0"/>
              <a:t>235</a:t>
            </a:r>
          </a:p>
        </p:txBody>
      </p:sp>
      <p:sp>
        <p:nvSpPr>
          <p:cNvPr id="67" name="TextBox 66">
            <a:extLst>
              <a:ext uri="{FF2B5EF4-FFF2-40B4-BE49-F238E27FC236}">
                <a16:creationId xmlns:a16="http://schemas.microsoft.com/office/drawing/2014/main" id="{35E04650-E3A8-7507-2D2B-44D471CEAAB0}"/>
              </a:ext>
            </a:extLst>
          </p:cNvPr>
          <p:cNvSpPr txBox="1"/>
          <p:nvPr/>
        </p:nvSpPr>
        <p:spPr>
          <a:xfrm>
            <a:off x="4143022" y="3907597"/>
            <a:ext cx="570089" cy="230832"/>
          </a:xfrm>
          <a:prstGeom prst="rect">
            <a:avLst/>
          </a:prstGeom>
          <a:noFill/>
        </p:spPr>
        <p:txBody>
          <a:bodyPr wrap="square" rtlCol="0">
            <a:spAutoFit/>
          </a:bodyPr>
          <a:lstStyle/>
          <a:p>
            <a:pPr algn="ctr"/>
            <a:r>
              <a:rPr lang="en-US" sz="900" dirty="0"/>
              <a:t>235</a:t>
            </a:r>
          </a:p>
        </p:txBody>
      </p:sp>
      <p:sp>
        <p:nvSpPr>
          <p:cNvPr id="68" name="TextBox 67">
            <a:extLst>
              <a:ext uri="{FF2B5EF4-FFF2-40B4-BE49-F238E27FC236}">
                <a16:creationId xmlns:a16="http://schemas.microsoft.com/office/drawing/2014/main" id="{DC1CFDAA-2B17-8188-3A67-3DB058DBB4EE}"/>
              </a:ext>
            </a:extLst>
          </p:cNvPr>
          <p:cNvSpPr txBox="1"/>
          <p:nvPr/>
        </p:nvSpPr>
        <p:spPr>
          <a:xfrm>
            <a:off x="6654802" y="3907597"/>
            <a:ext cx="570089" cy="230832"/>
          </a:xfrm>
          <a:prstGeom prst="rect">
            <a:avLst/>
          </a:prstGeom>
          <a:noFill/>
        </p:spPr>
        <p:txBody>
          <a:bodyPr wrap="square" rtlCol="0">
            <a:spAutoFit/>
          </a:bodyPr>
          <a:lstStyle/>
          <a:p>
            <a:pPr algn="ctr"/>
            <a:r>
              <a:rPr lang="en-US" sz="900" dirty="0"/>
              <a:t>35</a:t>
            </a:r>
          </a:p>
        </p:txBody>
      </p:sp>
      <p:sp>
        <p:nvSpPr>
          <p:cNvPr id="69" name="TextBox 68">
            <a:extLst>
              <a:ext uri="{FF2B5EF4-FFF2-40B4-BE49-F238E27FC236}">
                <a16:creationId xmlns:a16="http://schemas.microsoft.com/office/drawing/2014/main" id="{CAAEB685-C2CA-116A-1590-BEE17A459226}"/>
              </a:ext>
            </a:extLst>
          </p:cNvPr>
          <p:cNvSpPr txBox="1"/>
          <p:nvPr/>
        </p:nvSpPr>
        <p:spPr>
          <a:xfrm>
            <a:off x="3640666" y="4909484"/>
            <a:ext cx="570089" cy="230832"/>
          </a:xfrm>
          <a:prstGeom prst="rect">
            <a:avLst/>
          </a:prstGeom>
          <a:noFill/>
        </p:spPr>
        <p:txBody>
          <a:bodyPr wrap="square" rtlCol="0">
            <a:spAutoFit/>
          </a:bodyPr>
          <a:lstStyle/>
          <a:p>
            <a:pPr algn="ctr"/>
            <a:r>
              <a:rPr lang="en-US" sz="900" dirty="0"/>
              <a:t>3467</a:t>
            </a:r>
          </a:p>
        </p:txBody>
      </p:sp>
      <p:sp>
        <p:nvSpPr>
          <p:cNvPr id="70" name="TextBox 69">
            <a:extLst>
              <a:ext uri="{FF2B5EF4-FFF2-40B4-BE49-F238E27FC236}">
                <a16:creationId xmlns:a16="http://schemas.microsoft.com/office/drawing/2014/main" id="{836298F0-B284-FE3E-10A2-F3E403BD03D7}"/>
              </a:ext>
            </a:extLst>
          </p:cNvPr>
          <p:cNvSpPr txBox="1"/>
          <p:nvPr/>
        </p:nvSpPr>
        <p:spPr>
          <a:xfrm>
            <a:off x="4143022" y="4909484"/>
            <a:ext cx="570089" cy="230832"/>
          </a:xfrm>
          <a:prstGeom prst="rect">
            <a:avLst/>
          </a:prstGeom>
          <a:noFill/>
        </p:spPr>
        <p:txBody>
          <a:bodyPr wrap="square" rtlCol="0">
            <a:spAutoFit/>
          </a:bodyPr>
          <a:lstStyle/>
          <a:p>
            <a:pPr algn="ctr"/>
            <a:r>
              <a:rPr lang="en-US" sz="900" dirty="0"/>
              <a:t>3467</a:t>
            </a:r>
          </a:p>
        </p:txBody>
      </p:sp>
      <p:sp>
        <p:nvSpPr>
          <p:cNvPr id="71" name="TextBox 70">
            <a:extLst>
              <a:ext uri="{FF2B5EF4-FFF2-40B4-BE49-F238E27FC236}">
                <a16:creationId xmlns:a16="http://schemas.microsoft.com/office/drawing/2014/main" id="{F0AD90AF-F5BF-6F40-69D0-299B14214D68}"/>
              </a:ext>
            </a:extLst>
          </p:cNvPr>
          <p:cNvSpPr txBox="1"/>
          <p:nvPr/>
        </p:nvSpPr>
        <p:spPr>
          <a:xfrm>
            <a:off x="6152446" y="4909484"/>
            <a:ext cx="570089" cy="230832"/>
          </a:xfrm>
          <a:prstGeom prst="rect">
            <a:avLst/>
          </a:prstGeom>
          <a:noFill/>
        </p:spPr>
        <p:txBody>
          <a:bodyPr wrap="square" rtlCol="0">
            <a:spAutoFit/>
          </a:bodyPr>
          <a:lstStyle/>
          <a:p>
            <a:pPr algn="ctr"/>
            <a:r>
              <a:rPr lang="en-US" sz="900" dirty="0"/>
              <a:t>1347</a:t>
            </a:r>
          </a:p>
        </p:txBody>
      </p:sp>
      <p:sp>
        <p:nvSpPr>
          <p:cNvPr id="72" name="TextBox 71">
            <a:extLst>
              <a:ext uri="{FF2B5EF4-FFF2-40B4-BE49-F238E27FC236}">
                <a16:creationId xmlns:a16="http://schemas.microsoft.com/office/drawing/2014/main" id="{A0E3739B-DABE-439C-7787-F98C254A3142}"/>
              </a:ext>
            </a:extLst>
          </p:cNvPr>
          <p:cNvSpPr txBox="1"/>
          <p:nvPr/>
        </p:nvSpPr>
        <p:spPr>
          <a:xfrm>
            <a:off x="6654802" y="4909484"/>
            <a:ext cx="570089" cy="230832"/>
          </a:xfrm>
          <a:prstGeom prst="rect">
            <a:avLst/>
          </a:prstGeom>
          <a:noFill/>
        </p:spPr>
        <p:txBody>
          <a:bodyPr wrap="square" rtlCol="0">
            <a:spAutoFit/>
          </a:bodyPr>
          <a:lstStyle/>
          <a:p>
            <a:pPr algn="ctr"/>
            <a:r>
              <a:rPr lang="en-US" sz="900" dirty="0"/>
              <a:t>347</a:t>
            </a:r>
          </a:p>
        </p:txBody>
      </p:sp>
      <p:sp>
        <p:nvSpPr>
          <p:cNvPr id="73" name="TextBox 72">
            <a:extLst>
              <a:ext uri="{FF2B5EF4-FFF2-40B4-BE49-F238E27FC236}">
                <a16:creationId xmlns:a16="http://schemas.microsoft.com/office/drawing/2014/main" id="{C9BD07D1-6E46-5476-9844-5EC2A891C818}"/>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4687E5E8-10D2-0829-BBA8-34C16B68CA14}"/>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51A1C17D-0D24-DC4A-503D-EA52AFA8A058}"/>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76" name="TextBox 75">
            <a:extLst>
              <a:ext uri="{FF2B5EF4-FFF2-40B4-BE49-F238E27FC236}">
                <a16:creationId xmlns:a16="http://schemas.microsoft.com/office/drawing/2014/main" id="{AEC4F84A-39A7-12C4-9B53-D651F3B7C322}"/>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497CEF1C-2E26-F557-6CB9-A0417B36C0D9}"/>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FBCCBBC3-A8DE-C740-1070-AF1108AD9766}"/>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B0AD4B51-D5CF-2A13-6901-BFD419DABB9A}"/>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39" name="TextBox 38">
            <a:extLst>
              <a:ext uri="{FF2B5EF4-FFF2-40B4-BE49-F238E27FC236}">
                <a16:creationId xmlns:a16="http://schemas.microsoft.com/office/drawing/2014/main" id="{9947DF25-4800-99F6-EE74-37825BBECE0F}"/>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8172911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681AE-2100-33E2-323E-23D4637A9A4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82FCFD3-55CE-4C39-B9BF-D0D4D267B5D4}"/>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690C585-A731-3015-8D96-93269FE5FB1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D52DF67-6058-48E8-77DF-E09918E0AFB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F7EB15F-A2EC-2C26-9F6F-FE3984C9D37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D1FE687-F56E-92F7-E7F1-4737039A844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BC80EB8-8180-66E8-379E-DD9D7E510518}"/>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84E99395-814B-9571-DB12-C9B9701C5975}"/>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2CC006D5-6640-23F7-EB1D-31F9D90AC995}"/>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84EAEE57-A3E0-BECA-12BB-84086E2AB0DE}"/>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C1289231-1170-4F05-1B5C-1705BF9B2169}"/>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33D223E1-BE44-6CFA-E6CE-D5DF60B6C2AE}"/>
              </a:ext>
            </a:extLst>
          </p:cNvPr>
          <p:cNvSpPr txBox="1"/>
          <p:nvPr/>
        </p:nvSpPr>
        <p:spPr>
          <a:xfrm>
            <a:off x="4143022" y="4408541"/>
            <a:ext cx="570089" cy="230832"/>
          </a:xfrm>
          <a:prstGeom prst="rect">
            <a:avLst/>
          </a:prstGeom>
          <a:noFill/>
        </p:spPr>
        <p:txBody>
          <a:bodyPr wrap="square" rtlCol="0">
            <a:spAutoFit/>
          </a:bodyPr>
          <a:lstStyle/>
          <a:p>
            <a:pPr algn="ctr"/>
            <a:r>
              <a:rPr lang="en-US" sz="900" dirty="0"/>
              <a:t>4578</a:t>
            </a:r>
          </a:p>
        </p:txBody>
      </p:sp>
      <p:sp>
        <p:nvSpPr>
          <p:cNvPr id="13" name="TextBox 12">
            <a:extLst>
              <a:ext uri="{FF2B5EF4-FFF2-40B4-BE49-F238E27FC236}">
                <a16:creationId xmlns:a16="http://schemas.microsoft.com/office/drawing/2014/main" id="{7ACCF8DD-DB4F-39A0-C4FF-ADE0B748E355}"/>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0EA52101-E657-2054-990A-77890E0D3A45}"/>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2D794CEB-A3D3-7E36-5D85-4DB764EADA5A}"/>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A9773E0A-8487-2B76-8528-68943A3FCEC0}"/>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0E2FD228-255D-9930-CE8E-FD34D1B24181}"/>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E1E08E57-BC81-34FD-AF89-979FBB0F5613}"/>
              </a:ext>
            </a:extLst>
          </p:cNvPr>
          <p:cNvSpPr txBox="1"/>
          <p:nvPr/>
        </p:nvSpPr>
        <p:spPr>
          <a:xfrm>
            <a:off x="4645378" y="2905709"/>
            <a:ext cx="570089" cy="230832"/>
          </a:xfrm>
          <a:prstGeom prst="rect">
            <a:avLst/>
          </a:prstGeom>
          <a:noFill/>
        </p:spPr>
        <p:txBody>
          <a:bodyPr wrap="square" rtlCol="0">
            <a:spAutoFit/>
          </a:bodyPr>
          <a:lstStyle/>
          <a:p>
            <a:pPr algn="ctr"/>
            <a:r>
              <a:rPr lang="en-US" sz="900" dirty="0"/>
              <a:t>59</a:t>
            </a:r>
          </a:p>
        </p:txBody>
      </p:sp>
      <p:sp>
        <p:nvSpPr>
          <p:cNvPr id="27" name="TextBox 26">
            <a:extLst>
              <a:ext uri="{FF2B5EF4-FFF2-40B4-BE49-F238E27FC236}">
                <a16:creationId xmlns:a16="http://schemas.microsoft.com/office/drawing/2014/main" id="{DB117F8B-0284-84BF-AD38-5CC2B43268F7}"/>
              </a:ext>
            </a:extLst>
          </p:cNvPr>
          <p:cNvSpPr txBox="1"/>
          <p:nvPr/>
        </p:nvSpPr>
        <p:spPr>
          <a:xfrm>
            <a:off x="4645378" y="3406653"/>
            <a:ext cx="570089" cy="230832"/>
          </a:xfrm>
          <a:prstGeom prst="rect">
            <a:avLst/>
          </a:prstGeom>
          <a:noFill/>
        </p:spPr>
        <p:txBody>
          <a:bodyPr wrap="square" rtlCol="0">
            <a:spAutoFit/>
          </a:bodyPr>
          <a:lstStyle/>
          <a:p>
            <a:pPr algn="ctr"/>
            <a:r>
              <a:rPr lang="en-US" sz="900" dirty="0"/>
              <a:t>95</a:t>
            </a:r>
          </a:p>
        </p:txBody>
      </p:sp>
      <p:sp>
        <p:nvSpPr>
          <p:cNvPr id="32" name="TextBox 31">
            <a:extLst>
              <a:ext uri="{FF2B5EF4-FFF2-40B4-BE49-F238E27FC236}">
                <a16:creationId xmlns:a16="http://schemas.microsoft.com/office/drawing/2014/main" id="{8ACE7880-FB4A-D3EB-8A22-8BA42EB83245}"/>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780BC4D1-14CD-1594-1E7B-49B302A77F56}"/>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B9C7A8DE-7553-EE97-0F2D-DD47D0458464}"/>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DEBCAAE0-2B26-0779-0C1C-45F94DF361CF}"/>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583A2576-E643-D783-9824-B04562E6C65E}"/>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790C2BBA-D3A2-9495-C75E-DA412019649B}"/>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0AA1E566-8A29-5C66-DC1E-475532BDB1E7}"/>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55B1F92C-8990-4A81-8738-50292A6FBCFD}"/>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8F7D1590-14F4-2F9F-3AA2-37B1B11BC902}"/>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C90DAC43-ED9F-BD38-960D-B4F3232CED30}"/>
              </a:ext>
            </a:extLst>
          </p:cNvPr>
          <p:cNvSpPr txBox="1"/>
          <p:nvPr/>
        </p:nvSpPr>
        <p:spPr>
          <a:xfrm>
            <a:off x="5147734" y="2404765"/>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EE53D066-5C9C-620E-D00A-6308589B6771}"/>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40" name="TextBox 39">
            <a:extLst>
              <a:ext uri="{FF2B5EF4-FFF2-40B4-BE49-F238E27FC236}">
                <a16:creationId xmlns:a16="http://schemas.microsoft.com/office/drawing/2014/main" id="{F1A88B18-AB12-0B57-B8C5-C8BC7392C302}"/>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607264CD-4242-C31B-CEE7-F01AE8E26ABE}"/>
              </a:ext>
            </a:extLst>
          </p:cNvPr>
          <p:cNvSpPr txBox="1"/>
          <p:nvPr/>
        </p:nvSpPr>
        <p:spPr>
          <a:xfrm>
            <a:off x="4143022" y="1903821"/>
            <a:ext cx="570089" cy="230832"/>
          </a:xfrm>
          <a:prstGeom prst="rect">
            <a:avLst/>
          </a:prstGeom>
          <a:noFill/>
        </p:spPr>
        <p:txBody>
          <a:bodyPr wrap="square" rtlCol="0">
            <a:spAutoFit/>
          </a:bodyPr>
          <a:lstStyle/>
          <a:p>
            <a:pPr algn="ctr"/>
            <a:r>
              <a:rPr lang="en-US" sz="900" dirty="0"/>
              <a:t>678</a:t>
            </a:r>
          </a:p>
        </p:txBody>
      </p:sp>
      <p:sp>
        <p:nvSpPr>
          <p:cNvPr id="42" name="TextBox 41">
            <a:extLst>
              <a:ext uri="{FF2B5EF4-FFF2-40B4-BE49-F238E27FC236}">
                <a16:creationId xmlns:a16="http://schemas.microsoft.com/office/drawing/2014/main" id="{732CE8AB-B191-7733-CE7D-3B2A676E8B68}"/>
              </a:ext>
            </a:extLst>
          </p:cNvPr>
          <p:cNvSpPr txBox="1"/>
          <p:nvPr/>
        </p:nvSpPr>
        <p:spPr>
          <a:xfrm>
            <a:off x="4143022" y="901933"/>
            <a:ext cx="570089" cy="230832"/>
          </a:xfrm>
          <a:prstGeom prst="rect">
            <a:avLst/>
          </a:prstGeom>
          <a:noFill/>
        </p:spPr>
        <p:txBody>
          <a:bodyPr wrap="square" rtlCol="0">
            <a:spAutoFit/>
          </a:bodyPr>
          <a:lstStyle/>
          <a:p>
            <a:pPr algn="ctr"/>
            <a:r>
              <a:rPr lang="en-US" sz="900" dirty="0"/>
              <a:t>458</a:t>
            </a:r>
          </a:p>
        </p:txBody>
      </p:sp>
      <p:sp>
        <p:nvSpPr>
          <p:cNvPr id="43" name="TextBox 42">
            <a:extLst>
              <a:ext uri="{FF2B5EF4-FFF2-40B4-BE49-F238E27FC236}">
                <a16:creationId xmlns:a16="http://schemas.microsoft.com/office/drawing/2014/main" id="{9F324CFD-0024-1E30-099A-FB6D9E05773A}"/>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87A33C37-8930-4D38-8CAB-A5F463E4DF9B}"/>
              </a:ext>
            </a:extLst>
          </p:cNvPr>
          <p:cNvSpPr txBox="1"/>
          <p:nvPr/>
        </p:nvSpPr>
        <p:spPr>
          <a:xfrm>
            <a:off x="6654802" y="901933"/>
            <a:ext cx="570089" cy="230832"/>
          </a:xfrm>
          <a:prstGeom prst="rect">
            <a:avLst/>
          </a:prstGeom>
          <a:noFill/>
        </p:spPr>
        <p:txBody>
          <a:bodyPr wrap="square" rtlCol="0">
            <a:spAutoFit/>
          </a:bodyPr>
          <a:lstStyle/>
          <a:p>
            <a:pPr algn="ctr"/>
            <a:r>
              <a:rPr lang="en-US" sz="900" dirty="0"/>
              <a:t>458</a:t>
            </a:r>
          </a:p>
        </p:txBody>
      </p:sp>
      <p:sp>
        <p:nvSpPr>
          <p:cNvPr id="45" name="TextBox 44">
            <a:extLst>
              <a:ext uri="{FF2B5EF4-FFF2-40B4-BE49-F238E27FC236}">
                <a16:creationId xmlns:a16="http://schemas.microsoft.com/office/drawing/2014/main" id="{E74314CD-C39A-DED5-4208-9FA61820F1D2}"/>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13457</a:t>
            </a:r>
          </a:p>
        </p:txBody>
      </p:sp>
      <p:sp>
        <p:nvSpPr>
          <p:cNvPr id="46" name="TextBox 45">
            <a:extLst>
              <a:ext uri="{FF2B5EF4-FFF2-40B4-BE49-F238E27FC236}">
                <a16:creationId xmlns:a16="http://schemas.microsoft.com/office/drawing/2014/main" id="{79461A9D-C520-7505-26FC-316D6A30A387}"/>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3457</a:t>
            </a:r>
          </a:p>
        </p:txBody>
      </p:sp>
      <p:sp>
        <p:nvSpPr>
          <p:cNvPr id="47" name="TextBox 46">
            <a:extLst>
              <a:ext uri="{FF2B5EF4-FFF2-40B4-BE49-F238E27FC236}">
                <a16:creationId xmlns:a16="http://schemas.microsoft.com/office/drawing/2014/main" id="{094DCCC3-4F10-C7F0-439D-19A701D7CF1D}"/>
              </a:ext>
            </a:extLst>
          </p:cNvPr>
          <p:cNvSpPr txBox="1"/>
          <p:nvPr/>
        </p:nvSpPr>
        <p:spPr>
          <a:xfrm>
            <a:off x="6152446" y="1402877"/>
            <a:ext cx="570089" cy="230832"/>
          </a:xfrm>
          <a:prstGeom prst="rect">
            <a:avLst/>
          </a:prstGeom>
          <a:noFill/>
        </p:spPr>
        <p:txBody>
          <a:bodyPr wrap="square" rtlCol="0">
            <a:spAutoFit/>
          </a:bodyPr>
          <a:lstStyle/>
          <a:p>
            <a:pPr algn="ctr"/>
            <a:r>
              <a:rPr lang="en-US" sz="900" dirty="0"/>
              <a:t>1347</a:t>
            </a:r>
          </a:p>
        </p:txBody>
      </p:sp>
      <p:sp>
        <p:nvSpPr>
          <p:cNvPr id="48" name="TextBox 47">
            <a:extLst>
              <a:ext uri="{FF2B5EF4-FFF2-40B4-BE49-F238E27FC236}">
                <a16:creationId xmlns:a16="http://schemas.microsoft.com/office/drawing/2014/main" id="{EBEC08BB-591B-7AC5-6955-F3592C765045}"/>
              </a:ext>
            </a:extLst>
          </p:cNvPr>
          <p:cNvSpPr txBox="1"/>
          <p:nvPr/>
        </p:nvSpPr>
        <p:spPr>
          <a:xfrm>
            <a:off x="7157158" y="1402877"/>
            <a:ext cx="570089" cy="230832"/>
          </a:xfrm>
          <a:prstGeom prst="rect">
            <a:avLst/>
          </a:prstGeom>
          <a:noFill/>
        </p:spPr>
        <p:txBody>
          <a:bodyPr wrap="square" rtlCol="0">
            <a:spAutoFit/>
          </a:bodyPr>
          <a:lstStyle/>
          <a:p>
            <a:pPr algn="ctr"/>
            <a:r>
              <a:rPr lang="en-US" sz="900" dirty="0"/>
              <a:t>13457</a:t>
            </a:r>
          </a:p>
        </p:txBody>
      </p:sp>
      <p:sp>
        <p:nvSpPr>
          <p:cNvPr id="49" name="TextBox 48">
            <a:extLst>
              <a:ext uri="{FF2B5EF4-FFF2-40B4-BE49-F238E27FC236}">
                <a16:creationId xmlns:a16="http://schemas.microsoft.com/office/drawing/2014/main" id="{D87E9D79-8494-072C-5102-071E70D2F355}"/>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3457</a:t>
            </a:r>
          </a:p>
        </p:txBody>
      </p:sp>
      <p:sp>
        <p:nvSpPr>
          <p:cNvPr id="50" name="TextBox 49">
            <a:extLst>
              <a:ext uri="{FF2B5EF4-FFF2-40B4-BE49-F238E27FC236}">
                <a16:creationId xmlns:a16="http://schemas.microsoft.com/office/drawing/2014/main" id="{53D4835B-F305-85EC-A871-370DE799ADCC}"/>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a:t>
            </a:r>
          </a:p>
        </p:txBody>
      </p:sp>
      <p:sp>
        <p:nvSpPr>
          <p:cNvPr id="51" name="TextBox 50">
            <a:extLst>
              <a:ext uri="{FF2B5EF4-FFF2-40B4-BE49-F238E27FC236}">
                <a16:creationId xmlns:a16="http://schemas.microsoft.com/office/drawing/2014/main" id="{40F512F5-EEEF-AE31-3B00-2AAE5CFD5A46}"/>
              </a:ext>
            </a:extLst>
          </p:cNvPr>
          <p:cNvSpPr txBox="1"/>
          <p:nvPr/>
        </p:nvSpPr>
        <p:spPr>
          <a:xfrm>
            <a:off x="6654802" y="1903821"/>
            <a:ext cx="570089" cy="230832"/>
          </a:xfrm>
          <a:prstGeom prst="rect">
            <a:avLst/>
          </a:prstGeom>
          <a:noFill/>
        </p:spPr>
        <p:txBody>
          <a:bodyPr wrap="square" rtlCol="0">
            <a:spAutoFit/>
          </a:bodyPr>
          <a:lstStyle/>
          <a:p>
            <a:pPr algn="ctr"/>
            <a:r>
              <a:rPr lang="en-US" sz="900" dirty="0"/>
              <a:t>378</a:t>
            </a:r>
          </a:p>
        </p:txBody>
      </p:sp>
      <p:sp>
        <p:nvSpPr>
          <p:cNvPr id="52" name="TextBox 51">
            <a:extLst>
              <a:ext uri="{FF2B5EF4-FFF2-40B4-BE49-F238E27FC236}">
                <a16:creationId xmlns:a16="http://schemas.microsoft.com/office/drawing/2014/main" id="{FE1CDDDF-66F8-C78D-3546-AE2BADA04AF4}"/>
              </a:ext>
            </a:extLst>
          </p:cNvPr>
          <p:cNvSpPr txBox="1"/>
          <p:nvPr/>
        </p:nvSpPr>
        <p:spPr>
          <a:xfrm>
            <a:off x="7157158" y="1903821"/>
            <a:ext cx="570089" cy="230832"/>
          </a:xfrm>
          <a:prstGeom prst="rect">
            <a:avLst/>
          </a:prstGeom>
          <a:noFill/>
        </p:spPr>
        <p:txBody>
          <a:bodyPr wrap="square" rtlCol="0">
            <a:spAutoFit/>
          </a:bodyPr>
          <a:lstStyle/>
          <a:p>
            <a:pPr algn="ctr"/>
            <a:r>
              <a:rPr lang="en-US" sz="900" dirty="0"/>
              <a:t>137</a:t>
            </a:r>
          </a:p>
        </p:txBody>
      </p:sp>
      <p:sp>
        <p:nvSpPr>
          <p:cNvPr id="53" name="TextBox 52">
            <a:extLst>
              <a:ext uri="{FF2B5EF4-FFF2-40B4-BE49-F238E27FC236}">
                <a16:creationId xmlns:a16="http://schemas.microsoft.com/office/drawing/2014/main" id="{11A11E4B-8EE3-E8E9-419E-D84F82262C86}"/>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a:t>
            </a:r>
          </a:p>
        </p:txBody>
      </p:sp>
      <p:sp>
        <p:nvSpPr>
          <p:cNvPr id="54" name="TextBox 53">
            <a:extLst>
              <a:ext uri="{FF2B5EF4-FFF2-40B4-BE49-F238E27FC236}">
                <a16:creationId xmlns:a16="http://schemas.microsoft.com/office/drawing/2014/main" id="{7C731734-B643-1A5A-346E-CDED9E6A8A11}"/>
              </a:ext>
            </a:extLst>
          </p:cNvPr>
          <p:cNvSpPr txBox="1"/>
          <p:nvPr/>
        </p:nvSpPr>
        <p:spPr>
          <a:xfrm>
            <a:off x="3640666" y="2404765"/>
            <a:ext cx="570089" cy="230832"/>
          </a:xfrm>
          <a:prstGeom prst="rect">
            <a:avLst/>
          </a:prstGeom>
          <a:noFill/>
        </p:spPr>
        <p:txBody>
          <a:bodyPr wrap="square" rtlCol="0">
            <a:spAutoFit/>
          </a:bodyPr>
          <a:lstStyle/>
          <a:p>
            <a:pPr algn="ctr"/>
            <a:r>
              <a:rPr lang="en-US" sz="900" dirty="0"/>
              <a:t>3478</a:t>
            </a:r>
          </a:p>
        </p:txBody>
      </p:sp>
      <p:sp>
        <p:nvSpPr>
          <p:cNvPr id="56" name="TextBox 55">
            <a:extLst>
              <a:ext uri="{FF2B5EF4-FFF2-40B4-BE49-F238E27FC236}">
                <a16:creationId xmlns:a16="http://schemas.microsoft.com/office/drawing/2014/main" id="{E5796BC6-82C6-28DD-B773-A473AA3FF438}"/>
              </a:ext>
            </a:extLst>
          </p:cNvPr>
          <p:cNvSpPr txBox="1"/>
          <p:nvPr/>
        </p:nvSpPr>
        <p:spPr>
          <a:xfrm>
            <a:off x="7157158" y="2404765"/>
            <a:ext cx="570089" cy="230832"/>
          </a:xfrm>
          <a:prstGeom prst="rect">
            <a:avLst/>
          </a:prstGeom>
          <a:noFill/>
        </p:spPr>
        <p:txBody>
          <a:bodyPr wrap="square" rtlCol="0">
            <a:spAutoFit/>
          </a:bodyPr>
          <a:lstStyle/>
          <a:p>
            <a:pPr algn="ctr"/>
            <a:r>
              <a:rPr lang="en-US" sz="900" dirty="0"/>
              <a:t>3478</a:t>
            </a:r>
          </a:p>
        </p:txBody>
      </p:sp>
      <p:sp>
        <p:nvSpPr>
          <p:cNvPr id="57" name="TextBox 56">
            <a:extLst>
              <a:ext uri="{FF2B5EF4-FFF2-40B4-BE49-F238E27FC236}">
                <a16:creationId xmlns:a16="http://schemas.microsoft.com/office/drawing/2014/main" id="{C4E0D164-20E3-8932-F498-CA4455EA18B1}"/>
              </a:ext>
            </a:extLst>
          </p:cNvPr>
          <p:cNvSpPr txBox="1"/>
          <p:nvPr/>
        </p:nvSpPr>
        <p:spPr>
          <a:xfrm>
            <a:off x="3138310" y="2404765"/>
            <a:ext cx="570089" cy="230832"/>
          </a:xfrm>
          <a:prstGeom prst="rect">
            <a:avLst/>
          </a:prstGeom>
          <a:noFill/>
        </p:spPr>
        <p:txBody>
          <a:bodyPr wrap="square" rtlCol="0">
            <a:spAutoFit/>
          </a:bodyPr>
          <a:lstStyle/>
          <a:p>
            <a:pPr algn="ctr"/>
            <a:r>
              <a:rPr lang="en-US" sz="900" dirty="0"/>
              <a:t>478</a:t>
            </a:r>
          </a:p>
        </p:txBody>
      </p:sp>
      <p:sp>
        <p:nvSpPr>
          <p:cNvPr id="58" name="TextBox 57">
            <a:extLst>
              <a:ext uri="{FF2B5EF4-FFF2-40B4-BE49-F238E27FC236}">
                <a16:creationId xmlns:a16="http://schemas.microsoft.com/office/drawing/2014/main" id="{5E9D863F-12BF-3B76-6A55-736255A91CA6}"/>
              </a:ext>
            </a:extLst>
          </p:cNvPr>
          <p:cNvSpPr txBox="1"/>
          <p:nvPr/>
        </p:nvSpPr>
        <p:spPr>
          <a:xfrm>
            <a:off x="7157158" y="2905709"/>
            <a:ext cx="570089" cy="230832"/>
          </a:xfrm>
          <a:prstGeom prst="rect">
            <a:avLst/>
          </a:prstGeom>
          <a:noFill/>
        </p:spPr>
        <p:txBody>
          <a:bodyPr wrap="square" rtlCol="0">
            <a:spAutoFit/>
          </a:bodyPr>
          <a:lstStyle/>
          <a:p>
            <a:pPr algn="ctr"/>
            <a:r>
              <a:rPr lang="en-US" sz="900" dirty="0"/>
              <a:t>3478</a:t>
            </a:r>
          </a:p>
        </p:txBody>
      </p:sp>
      <p:sp>
        <p:nvSpPr>
          <p:cNvPr id="59" name="TextBox 58">
            <a:extLst>
              <a:ext uri="{FF2B5EF4-FFF2-40B4-BE49-F238E27FC236}">
                <a16:creationId xmlns:a16="http://schemas.microsoft.com/office/drawing/2014/main" id="{586FA5AD-0711-499C-BA2D-80A2A68D820E}"/>
              </a:ext>
            </a:extLst>
          </p:cNvPr>
          <p:cNvSpPr txBox="1"/>
          <p:nvPr/>
        </p:nvSpPr>
        <p:spPr>
          <a:xfrm>
            <a:off x="3138310" y="2905709"/>
            <a:ext cx="570089" cy="230832"/>
          </a:xfrm>
          <a:prstGeom prst="rect">
            <a:avLst/>
          </a:prstGeom>
          <a:noFill/>
        </p:spPr>
        <p:txBody>
          <a:bodyPr wrap="square" rtlCol="0">
            <a:spAutoFit/>
          </a:bodyPr>
          <a:lstStyle/>
          <a:p>
            <a:pPr algn="ctr"/>
            <a:r>
              <a:rPr lang="en-US" sz="900" dirty="0"/>
              <a:t>345678</a:t>
            </a:r>
          </a:p>
        </p:txBody>
      </p:sp>
      <p:sp>
        <p:nvSpPr>
          <p:cNvPr id="60" name="TextBox 59">
            <a:extLst>
              <a:ext uri="{FF2B5EF4-FFF2-40B4-BE49-F238E27FC236}">
                <a16:creationId xmlns:a16="http://schemas.microsoft.com/office/drawing/2014/main" id="{8D8C75E4-755E-CC59-C4FB-1C9ED0A5982C}"/>
              </a:ext>
            </a:extLst>
          </p:cNvPr>
          <p:cNvSpPr txBox="1"/>
          <p:nvPr/>
        </p:nvSpPr>
        <p:spPr>
          <a:xfrm>
            <a:off x="7157158" y="3406653"/>
            <a:ext cx="570089" cy="230832"/>
          </a:xfrm>
          <a:prstGeom prst="rect">
            <a:avLst/>
          </a:prstGeom>
          <a:noFill/>
        </p:spPr>
        <p:txBody>
          <a:bodyPr wrap="square" rtlCol="0">
            <a:spAutoFit/>
          </a:bodyPr>
          <a:lstStyle/>
          <a:p>
            <a:pPr algn="ctr"/>
            <a:r>
              <a:rPr lang="en-US" sz="900" dirty="0"/>
              <a:t>47</a:t>
            </a:r>
          </a:p>
        </p:txBody>
      </p:sp>
      <p:sp>
        <p:nvSpPr>
          <p:cNvPr id="61" name="TextBox 60">
            <a:extLst>
              <a:ext uri="{FF2B5EF4-FFF2-40B4-BE49-F238E27FC236}">
                <a16:creationId xmlns:a16="http://schemas.microsoft.com/office/drawing/2014/main" id="{5030DF08-023C-31F4-3755-CFE221C2222E}"/>
              </a:ext>
            </a:extLst>
          </p:cNvPr>
          <p:cNvSpPr txBox="1"/>
          <p:nvPr/>
        </p:nvSpPr>
        <p:spPr>
          <a:xfrm>
            <a:off x="3138310" y="3406653"/>
            <a:ext cx="570089" cy="230832"/>
          </a:xfrm>
          <a:prstGeom prst="rect">
            <a:avLst/>
          </a:prstGeom>
          <a:noFill/>
        </p:spPr>
        <p:txBody>
          <a:bodyPr wrap="square" rtlCol="0">
            <a:spAutoFit/>
          </a:bodyPr>
          <a:lstStyle/>
          <a:p>
            <a:pPr algn="ctr"/>
            <a:r>
              <a:rPr lang="en-US" sz="900" dirty="0"/>
              <a:t>4567</a:t>
            </a:r>
          </a:p>
        </p:txBody>
      </p:sp>
      <p:sp>
        <p:nvSpPr>
          <p:cNvPr id="62" name="TextBox 61">
            <a:extLst>
              <a:ext uri="{FF2B5EF4-FFF2-40B4-BE49-F238E27FC236}">
                <a16:creationId xmlns:a16="http://schemas.microsoft.com/office/drawing/2014/main" id="{BCC08014-DD8A-EC67-57B6-D133D00890E9}"/>
              </a:ext>
            </a:extLst>
          </p:cNvPr>
          <p:cNvSpPr txBox="1"/>
          <p:nvPr/>
        </p:nvSpPr>
        <p:spPr>
          <a:xfrm>
            <a:off x="3640666" y="2905709"/>
            <a:ext cx="570089" cy="230832"/>
          </a:xfrm>
          <a:prstGeom prst="rect">
            <a:avLst/>
          </a:prstGeom>
          <a:noFill/>
        </p:spPr>
        <p:txBody>
          <a:bodyPr wrap="square" rtlCol="0">
            <a:spAutoFit/>
          </a:bodyPr>
          <a:lstStyle/>
          <a:p>
            <a:pPr algn="ctr"/>
            <a:r>
              <a:rPr lang="en-US" sz="900" dirty="0"/>
              <a:t>234567</a:t>
            </a:r>
          </a:p>
        </p:txBody>
      </p:sp>
      <p:sp>
        <p:nvSpPr>
          <p:cNvPr id="64" name="TextBox 63">
            <a:extLst>
              <a:ext uri="{FF2B5EF4-FFF2-40B4-BE49-F238E27FC236}">
                <a16:creationId xmlns:a16="http://schemas.microsoft.com/office/drawing/2014/main" id="{AB6AA290-DB94-DCF4-9566-2366E2D4EB8C}"/>
              </a:ext>
            </a:extLst>
          </p:cNvPr>
          <p:cNvSpPr txBox="1"/>
          <p:nvPr/>
        </p:nvSpPr>
        <p:spPr>
          <a:xfrm>
            <a:off x="3640666" y="3406653"/>
            <a:ext cx="570089" cy="230832"/>
          </a:xfrm>
          <a:prstGeom prst="rect">
            <a:avLst/>
          </a:prstGeom>
          <a:noFill/>
        </p:spPr>
        <p:txBody>
          <a:bodyPr wrap="square" rtlCol="0">
            <a:spAutoFit/>
          </a:bodyPr>
          <a:lstStyle/>
          <a:p>
            <a:pPr algn="ctr"/>
            <a:r>
              <a:rPr lang="en-US" sz="900" dirty="0"/>
              <a:t>3456</a:t>
            </a:r>
          </a:p>
        </p:txBody>
      </p:sp>
      <p:sp>
        <p:nvSpPr>
          <p:cNvPr id="65" name="TextBox 64">
            <a:extLst>
              <a:ext uri="{FF2B5EF4-FFF2-40B4-BE49-F238E27FC236}">
                <a16:creationId xmlns:a16="http://schemas.microsoft.com/office/drawing/2014/main" id="{1CA81D25-723E-08AF-C9A5-845ACF2C02DA}"/>
              </a:ext>
            </a:extLst>
          </p:cNvPr>
          <p:cNvSpPr txBox="1"/>
          <p:nvPr/>
        </p:nvSpPr>
        <p:spPr>
          <a:xfrm>
            <a:off x="6654802" y="3406653"/>
            <a:ext cx="570089" cy="230832"/>
          </a:xfrm>
          <a:prstGeom prst="rect">
            <a:avLst/>
          </a:prstGeom>
          <a:noFill/>
        </p:spPr>
        <p:txBody>
          <a:bodyPr wrap="square" rtlCol="0">
            <a:spAutoFit/>
          </a:bodyPr>
          <a:lstStyle/>
          <a:p>
            <a:pPr algn="ctr"/>
            <a:r>
              <a:rPr lang="en-US" sz="900" dirty="0"/>
              <a:t>346</a:t>
            </a:r>
          </a:p>
        </p:txBody>
      </p:sp>
      <p:sp>
        <p:nvSpPr>
          <p:cNvPr id="66" name="TextBox 65">
            <a:extLst>
              <a:ext uri="{FF2B5EF4-FFF2-40B4-BE49-F238E27FC236}">
                <a16:creationId xmlns:a16="http://schemas.microsoft.com/office/drawing/2014/main" id="{E764DD8B-A121-4B10-D014-448BCF05788A}"/>
              </a:ext>
            </a:extLst>
          </p:cNvPr>
          <p:cNvSpPr txBox="1"/>
          <p:nvPr/>
        </p:nvSpPr>
        <p:spPr>
          <a:xfrm>
            <a:off x="3640666" y="3907597"/>
            <a:ext cx="570089" cy="230832"/>
          </a:xfrm>
          <a:prstGeom prst="rect">
            <a:avLst/>
          </a:prstGeom>
          <a:noFill/>
        </p:spPr>
        <p:txBody>
          <a:bodyPr wrap="square" rtlCol="0">
            <a:spAutoFit/>
          </a:bodyPr>
          <a:lstStyle/>
          <a:p>
            <a:pPr algn="ctr"/>
            <a:r>
              <a:rPr lang="en-US" sz="900" dirty="0"/>
              <a:t>235</a:t>
            </a:r>
          </a:p>
        </p:txBody>
      </p:sp>
      <p:sp>
        <p:nvSpPr>
          <p:cNvPr id="67" name="TextBox 66">
            <a:extLst>
              <a:ext uri="{FF2B5EF4-FFF2-40B4-BE49-F238E27FC236}">
                <a16:creationId xmlns:a16="http://schemas.microsoft.com/office/drawing/2014/main" id="{F2E8BB62-47CE-9E8D-66A3-6BD5A2F23D32}"/>
              </a:ext>
            </a:extLst>
          </p:cNvPr>
          <p:cNvSpPr txBox="1"/>
          <p:nvPr/>
        </p:nvSpPr>
        <p:spPr>
          <a:xfrm>
            <a:off x="4143022" y="3907597"/>
            <a:ext cx="570089" cy="230832"/>
          </a:xfrm>
          <a:prstGeom prst="rect">
            <a:avLst/>
          </a:prstGeom>
          <a:noFill/>
        </p:spPr>
        <p:txBody>
          <a:bodyPr wrap="square" rtlCol="0">
            <a:spAutoFit/>
          </a:bodyPr>
          <a:lstStyle/>
          <a:p>
            <a:pPr algn="ctr"/>
            <a:r>
              <a:rPr lang="en-US" sz="900" dirty="0"/>
              <a:t>235</a:t>
            </a:r>
          </a:p>
        </p:txBody>
      </p:sp>
      <p:sp>
        <p:nvSpPr>
          <p:cNvPr id="68" name="TextBox 67">
            <a:extLst>
              <a:ext uri="{FF2B5EF4-FFF2-40B4-BE49-F238E27FC236}">
                <a16:creationId xmlns:a16="http://schemas.microsoft.com/office/drawing/2014/main" id="{B716D4EF-F332-FFCF-F922-6E42609BC6C3}"/>
              </a:ext>
            </a:extLst>
          </p:cNvPr>
          <p:cNvSpPr txBox="1"/>
          <p:nvPr/>
        </p:nvSpPr>
        <p:spPr>
          <a:xfrm>
            <a:off x="6654802" y="3907597"/>
            <a:ext cx="570089" cy="230832"/>
          </a:xfrm>
          <a:prstGeom prst="rect">
            <a:avLst/>
          </a:prstGeom>
          <a:noFill/>
        </p:spPr>
        <p:txBody>
          <a:bodyPr wrap="square" rtlCol="0">
            <a:spAutoFit/>
          </a:bodyPr>
          <a:lstStyle/>
          <a:p>
            <a:pPr algn="ctr"/>
            <a:r>
              <a:rPr lang="en-US" sz="900" dirty="0"/>
              <a:t>35</a:t>
            </a:r>
          </a:p>
        </p:txBody>
      </p:sp>
      <p:sp>
        <p:nvSpPr>
          <p:cNvPr id="69" name="TextBox 68">
            <a:extLst>
              <a:ext uri="{FF2B5EF4-FFF2-40B4-BE49-F238E27FC236}">
                <a16:creationId xmlns:a16="http://schemas.microsoft.com/office/drawing/2014/main" id="{D38AA5C4-5F6D-E4C2-04C7-550EB04F8B83}"/>
              </a:ext>
            </a:extLst>
          </p:cNvPr>
          <p:cNvSpPr txBox="1"/>
          <p:nvPr/>
        </p:nvSpPr>
        <p:spPr>
          <a:xfrm>
            <a:off x="3640666" y="4909484"/>
            <a:ext cx="570089" cy="230832"/>
          </a:xfrm>
          <a:prstGeom prst="rect">
            <a:avLst/>
          </a:prstGeom>
          <a:noFill/>
        </p:spPr>
        <p:txBody>
          <a:bodyPr wrap="square" rtlCol="0">
            <a:spAutoFit/>
          </a:bodyPr>
          <a:lstStyle/>
          <a:p>
            <a:pPr algn="ctr"/>
            <a:r>
              <a:rPr lang="en-US" sz="900" dirty="0"/>
              <a:t>3467</a:t>
            </a:r>
          </a:p>
        </p:txBody>
      </p:sp>
      <p:sp>
        <p:nvSpPr>
          <p:cNvPr id="70" name="TextBox 69">
            <a:extLst>
              <a:ext uri="{FF2B5EF4-FFF2-40B4-BE49-F238E27FC236}">
                <a16:creationId xmlns:a16="http://schemas.microsoft.com/office/drawing/2014/main" id="{A7172BF9-0272-99A7-D135-C05976B3CD3E}"/>
              </a:ext>
            </a:extLst>
          </p:cNvPr>
          <p:cNvSpPr txBox="1"/>
          <p:nvPr/>
        </p:nvSpPr>
        <p:spPr>
          <a:xfrm>
            <a:off x="4143022" y="4909484"/>
            <a:ext cx="570089" cy="230832"/>
          </a:xfrm>
          <a:prstGeom prst="rect">
            <a:avLst/>
          </a:prstGeom>
          <a:noFill/>
        </p:spPr>
        <p:txBody>
          <a:bodyPr wrap="square" rtlCol="0">
            <a:spAutoFit/>
          </a:bodyPr>
          <a:lstStyle/>
          <a:p>
            <a:pPr algn="ctr"/>
            <a:r>
              <a:rPr lang="en-US" sz="900" dirty="0"/>
              <a:t>3467</a:t>
            </a:r>
          </a:p>
        </p:txBody>
      </p:sp>
      <p:sp>
        <p:nvSpPr>
          <p:cNvPr id="71" name="TextBox 70">
            <a:extLst>
              <a:ext uri="{FF2B5EF4-FFF2-40B4-BE49-F238E27FC236}">
                <a16:creationId xmlns:a16="http://schemas.microsoft.com/office/drawing/2014/main" id="{53333F17-22BF-A05E-FA8F-DD2A844F8117}"/>
              </a:ext>
            </a:extLst>
          </p:cNvPr>
          <p:cNvSpPr txBox="1"/>
          <p:nvPr/>
        </p:nvSpPr>
        <p:spPr>
          <a:xfrm>
            <a:off x="6152446" y="4909484"/>
            <a:ext cx="570089" cy="230832"/>
          </a:xfrm>
          <a:prstGeom prst="rect">
            <a:avLst/>
          </a:prstGeom>
          <a:noFill/>
        </p:spPr>
        <p:txBody>
          <a:bodyPr wrap="square" rtlCol="0">
            <a:spAutoFit/>
          </a:bodyPr>
          <a:lstStyle/>
          <a:p>
            <a:pPr algn="ctr"/>
            <a:r>
              <a:rPr lang="en-US" sz="900" dirty="0"/>
              <a:t>1347</a:t>
            </a:r>
          </a:p>
        </p:txBody>
      </p:sp>
      <p:sp>
        <p:nvSpPr>
          <p:cNvPr id="72" name="TextBox 71">
            <a:extLst>
              <a:ext uri="{FF2B5EF4-FFF2-40B4-BE49-F238E27FC236}">
                <a16:creationId xmlns:a16="http://schemas.microsoft.com/office/drawing/2014/main" id="{95568A23-018D-9F58-524C-2EAA034CBC50}"/>
              </a:ext>
            </a:extLst>
          </p:cNvPr>
          <p:cNvSpPr txBox="1"/>
          <p:nvPr/>
        </p:nvSpPr>
        <p:spPr>
          <a:xfrm>
            <a:off x="6654802" y="4909484"/>
            <a:ext cx="570089" cy="230832"/>
          </a:xfrm>
          <a:prstGeom prst="rect">
            <a:avLst/>
          </a:prstGeom>
          <a:noFill/>
        </p:spPr>
        <p:txBody>
          <a:bodyPr wrap="square" rtlCol="0">
            <a:spAutoFit/>
          </a:bodyPr>
          <a:lstStyle/>
          <a:p>
            <a:pPr algn="ctr"/>
            <a:r>
              <a:rPr lang="en-US" sz="900" dirty="0"/>
              <a:t>347</a:t>
            </a:r>
          </a:p>
        </p:txBody>
      </p:sp>
      <p:sp>
        <p:nvSpPr>
          <p:cNvPr id="73" name="TextBox 72">
            <a:extLst>
              <a:ext uri="{FF2B5EF4-FFF2-40B4-BE49-F238E27FC236}">
                <a16:creationId xmlns:a16="http://schemas.microsoft.com/office/drawing/2014/main" id="{42113D4F-2E2B-EF35-6F8F-EF33BF17C85C}"/>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EE208757-CBFD-7C78-ADA0-2512E1113689}"/>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7103E532-425B-A5BC-30F3-1232272E2F4F}"/>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76" name="TextBox 75">
            <a:extLst>
              <a:ext uri="{FF2B5EF4-FFF2-40B4-BE49-F238E27FC236}">
                <a16:creationId xmlns:a16="http://schemas.microsoft.com/office/drawing/2014/main" id="{E443ED7B-F7D5-7C97-65A5-A8A8608BF082}"/>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4D3FAD73-3CFD-C1A1-44C4-3399E1D60303}"/>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7F36697C-7FFB-E87F-DC71-DE576D3942DE}"/>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38596D06-BA80-E4DF-4446-0B2514C5AAA6}"/>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39" name="TextBox 38">
            <a:extLst>
              <a:ext uri="{FF2B5EF4-FFF2-40B4-BE49-F238E27FC236}">
                <a16:creationId xmlns:a16="http://schemas.microsoft.com/office/drawing/2014/main" id="{8064B0D6-014D-3039-052F-9DB40956FAE6}"/>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E2DF80F3-AB58-B502-6E71-C3CA399A8366}"/>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3CF63A5C-8196-0E2F-B491-E158BEAA7A59}"/>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507DBF33-A6B0-4CF5-4EA7-9E863BD7C41F}"/>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20027300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CAB1A-F1AA-ACD9-B9B5-C4975515B8C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7F6DCA3-B7C7-1FB0-44F3-6DA6AC04C73D}"/>
              </a:ext>
            </a:extLst>
          </p:cNvPr>
          <p:cNvSpPr>
            <a:spLocks noGrp="1"/>
          </p:cNvSpPr>
          <p:nvPr>
            <p:ph sz="half" idx="1"/>
          </p:nvPr>
        </p:nvSpPr>
        <p:spPr/>
        <p:txBody>
          <a:bodyPr>
            <a:normAutofit/>
          </a:bodyPr>
          <a:lstStyle/>
          <a:p>
            <a:r>
              <a:rPr lang="en-US" dirty="0"/>
              <a:t>Last possible 6 in Column 8.</a:t>
            </a:r>
          </a:p>
        </p:txBody>
      </p:sp>
      <p:pic>
        <p:nvPicPr>
          <p:cNvPr id="4" name="Picture 3" descr="A grid of sudoku puzzle&#10;&#10;Description automatically generated">
            <a:extLst>
              <a:ext uri="{FF2B5EF4-FFF2-40B4-BE49-F238E27FC236}">
                <a16:creationId xmlns:a16="http://schemas.microsoft.com/office/drawing/2014/main" id="{4A783E69-1251-8857-F96A-4EA3BEE8932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DF5BE3A-1359-7590-3920-7895E28190C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C88C3A8-1E7D-C3C6-A7D2-E33D5437753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8CF2BEC-41A9-79C9-99C9-C140F0AF99A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05ADF84-F2AE-1ED0-1C36-7DBAFD16F298}"/>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7D9565BA-6066-F2CB-DA17-9B87D909A41A}"/>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56394DC3-BCAC-65BF-7D9E-AAFE388C1253}"/>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D30CF8C5-F4E3-3CE8-573F-B633ADBEAAA9}"/>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0B72F2C0-D586-3912-6515-A2F91C7EFFC9}"/>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044A0D27-F512-0D47-B659-D94DABECD8B5}"/>
              </a:ext>
            </a:extLst>
          </p:cNvPr>
          <p:cNvSpPr txBox="1"/>
          <p:nvPr/>
        </p:nvSpPr>
        <p:spPr>
          <a:xfrm>
            <a:off x="4143022" y="4408541"/>
            <a:ext cx="570089" cy="230832"/>
          </a:xfrm>
          <a:prstGeom prst="rect">
            <a:avLst/>
          </a:prstGeom>
          <a:noFill/>
        </p:spPr>
        <p:txBody>
          <a:bodyPr wrap="square" rtlCol="0">
            <a:spAutoFit/>
          </a:bodyPr>
          <a:lstStyle/>
          <a:p>
            <a:pPr algn="ctr"/>
            <a:r>
              <a:rPr lang="en-US" sz="900" dirty="0"/>
              <a:t>4578</a:t>
            </a:r>
          </a:p>
        </p:txBody>
      </p:sp>
      <p:sp>
        <p:nvSpPr>
          <p:cNvPr id="13" name="TextBox 12">
            <a:extLst>
              <a:ext uri="{FF2B5EF4-FFF2-40B4-BE49-F238E27FC236}">
                <a16:creationId xmlns:a16="http://schemas.microsoft.com/office/drawing/2014/main" id="{DBFC1C04-57A1-0AA2-41D0-18148BFF8FC0}"/>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DFB5A58E-12E4-85E0-0062-25AB93B34091}"/>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FE658B78-02D5-316C-E93E-998086992AE5}"/>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3BF9B431-1A61-7DCF-5407-88877F98BF14}"/>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B6FACFB6-E51B-4AC4-0E27-7373A2D38CC7}"/>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853CABE3-8735-25DA-6C5A-4140FBBFEE7D}"/>
              </a:ext>
            </a:extLst>
          </p:cNvPr>
          <p:cNvSpPr txBox="1"/>
          <p:nvPr/>
        </p:nvSpPr>
        <p:spPr>
          <a:xfrm>
            <a:off x="4645378" y="2905709"/>
            <a:ext cx="570089" cy="230832"/>
          </a:xfrm>
          <a:prstGeom prst="rect">
            <a:avLst/>
          </a:prstGeom>
          <a:noFill/>
        </p:spPr>
        <p:txBody>
          <a:bodyPr wrap="square" rtlCol="0">
            <a:spAutoFit/>
          </a:bodyPr>
          <a:lstStyle/>
          <a:p>
            <a:pPr algn="ctr"/>
            <a:r>
              <a:rPr lang="en-US" sz="900" dirty="0"/>
              <a:t>59</a:t>
            </a:r>
          </a:p>
        </p:txBody>
      </p:sp>
      <p:sp>
        <p:nvSpPr>
          <p:cNvPr id="27" name="TextBox 26">
            <a:extLst>
              <a:ext uri="{FF2B5EF4-FFF2-40B4-BE49-F238E27FC236}">
                <a16:creationId xmlns:a16="http://schemas.microsoft.com/office/drawing/2014/main" id="{DCE44840-4279-93AF-B18B-E93962C69324}"/>
              </a:ext>
            </a:extLst>
          </p:cNvPr>
          <p:cNvSpPr txBox="1"/>
          <p:nvPr/>
        </p:nvSpPr>
        <p:spPr>
          <a:xfrm>
            <a:off x="4645378" y="3406653"/>
            <a:ext cx="570089" cy="230832"/>
          </a:xfrm>
          <a:prstGeom prst="rect">
            <a:avLst/>
          </a:prstGeom>
          <a:noFill/>
        </p:spPr>
        <p:txBody>
          <a:bodyPr wrap="square" rtlCol="0">
            <a:spAutoFit/>
          </a:bodyPr>
          <a:lstStyle/>
          <a:p>
            <a:pPr algn="ctr"/>
            <a:r>
              <a:rPr lang="en-US" sz="900" dirty="0"/>
              <a:t>95</a:t>
            </a:r>
          </a:p>
        </p:txBody>
      </p:sp>
      <p:sp>
        <p:nvSpPr>
          <p:cNvPr id="32" name="TextBox 31">
            <a:extLst>
              <a:ext uri="{FF2B5EF4-FFF2-40B4-BE49-F238E27FC236}">
                <a16:creationId xmlns:a16="http://schemas.microsoft.com/office/drawing/2014/main" id="{F58AE7EA-B639-39A2-7AE0-0DE17D3158DD}"/>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5E92CCB9-4C2C-E0CB-6EB1-230476E5A84D}"/>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AFBBD646-112D-3BB5-4DB9-A5588F7B4D95}"/>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5F98C768-E575-F273-26E3-44CB254E04E2}"/>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4D7117B2-41A2-E748-479E-06E37E7EEF10}"/>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A69B7BF5-7BB3-C152-2592-501DBCC2AF16}"/>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5375D6EB-60F0-FE08-60C9-69DD29DB3321}"/>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3E4F5EAC-9A0B-97DD-1869-11C7C14D1C74}"/>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729AEE37-D84E-1187-D268-885134049D91}"/>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69B16AA3-BA71-4F08-0AEC-4CED41F1AB7E}"/>
              </a:ext>
            </a:extLst>
          </p:cNvPr>
          <p:cNvSpPr txBox="1"/>
          <p:nvPr/>
        </p:nvSpPr>
        <p:spPr>
          <a:xfrm>
            <a:off x="5147734" y="2404765"/>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6A3A9613-9FD4-6291-D663-6E819204812E}"/>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40" name="TextBox 39">
            <a:extLst>
              <a:ext uri="{FF2B5EF4-FFF2-40B4-BE49-F238E27FC236}">
                <a16:creationId xmlns:a16="http://schemas.microsoft.com/office/drawing/2014/main" id="{8A4C7B41-7482-A19C-2F73-244A1E540B52}"/>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37F8DB42-164E-8E48-6556-861618215D47}"/>
              </a:ext>
            </a:extLst>
          </p:cNvPr>
          <p:cNvSpPr txBox="1"/>
          <p:nvPr/>
        </p:nvSpPr>
        <p:spPr>
          <a:xfrm>
            <a:off x="4143022" y="1903821"/>
            <a:ext cx="570089" cy="230832"/>
          </a:xfrm>
          <a:prstGeom prst="rect">
            <a:avLst/>
          </a:prstGeom>
          <a:noFill/>
        </p:spPr>
        <p:txBody>
          <a:bodyPr wrap="square" rtlCol="0">
            <a:spAutoFit/>
          </a:bodyPr>
          <a:lstStyle/>
          <a:p>
            <a:pPr algn="ctr"/>
            <a:r>
              <a:rPr lang="en-US" sz="900" dirty="0"/>
              <a:t>678</a:t>
            </a:r>
          </a:p>
        </p:txBody>
      </p:sp>
      <p:sp>
        <p:nvSpPr>
          <p:cNvPr id="42" name="TextBox 41">
            <a:extLst>
              <a:ext uri="{FF2B5EF4-FFF2-40B4-BE49-F238E27FC236}">
                <a16:creationId xmlns:a16="http://schemas.microsoft.com/office/drawing/2014/main" id="{AFE84D28-A8AE-AD1E-FEE1-32380076631F}"/>
              </a:ext>
            </a:extLst>
          </p:cNvPr>
          <p:cNvSpPr txBox="1"/>
          <p:nvPr/>
        </p:nvSpPr>
        <p:spPr>
          <a:xfrm>
            <a:off x="4143022" y="901933"/>
            <a:ext cx="570089" cy="230832"/>
          </a:xfrm>
          <a:prstGeom prst="rect">
            <a:avLst/>
          </a:prstGeom>
          <a:noFill/>
        </p:spPr>
        <p:txBody>
          <a:bodyPr wrap="square" rtlCol="0">
            <a:spAutoFit/>
          </a:bodyPr>
          <a:lstStyle/>
          <a:p>
            <a:pPr algn="ctr"/>
            <a:r>
              <a:rPr lang="en-US" sz="900" dirty="0"/>
              <a:t>458</a:t>
            </a:r>
          </a:p>
        </p:txBody>
      </p:sp>
      <p:sp>
        <p:nvSpPr>
          <p:cNvPr id="43" name="TextBox 42">
            <a:extLst>
              <a:ext uri="{FF2B5EF4-FFF2-40B4-BE49-F238E27FC236}">
                <a16:creationId xmlns:a16="http://schemas.microsoft.com/office/drawing/2014/main" id="{0313AD43-4A37-3695-B5CF-2C2DA5C40590}"/>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DB2F57F4-CD23-88D8-304F-ED47F61A1498}"/>
              </a:ext>
            </a:extLst>
          </p:cNvPr>
          <p:cNvSpPr txBox="1"/>
          <p:nvPr/>
        </p:nvSpPr>
        <p:spPr>
          <a:xfrm>
            <a:off x="6654802" y="901933"/>
            <a:ext cx="570089" cy="230832"/>
          </a:xfrm>
          <a:prstGeom prst="rect">
            <a:avLst/>
          </a:prstGeom>
          <a:noFill/>
        </p:spPr>
        <p:txBody>
          <a:bodyPr wrap="square" rtlCol="0">
            <a:spAutoFit/>
          </a:bodyPr>
          <a:lstStyle/>
          <a:p>
            <a:pPr algn="ctr"/>
            <a:r>
              <a:rPr lang="en-US" sz="900" dirty="0"/>
              <a:t>458</a:t>
            </a:r>
          </a:p>
        </p:txBody>
      </p:sp>
      <p:sp>
        <p:nvSpPr>
          <p:cNvPr id="45" name="TextBox 44">
            <a:extLst>
              <a:ext uri="{FF2B5EF4-FFF2-40B4-BE49-F238E27FC236}">
                <a16:creationId xmlns:a16="http://schemas.microsoft.com/office/drawing/2014/main" id="{74FE1585-2A8E-7C0F-E900-D4B1E3C91380}"/>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13457</a:t>
            </a:r>
          </a:p>
        </p:txBody>
      </p:sp>
      <p:sp>
        <p:nvSpPr>
          <p:cNvPr id="46" name="TextBox 45">
            <a:extLst>
              <a:ext uri="{FF2B5EF4-FFF2-40B4-BE49-F238E27FC236}">
                <a16:creationId xmlns:a16="http://schemas.microsoft.com/office/drawing/2014/main" id="{920D4AAF-2D58-3B17-A5A7-6E205E837630}"/>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3457</a:t>
            </a:r>
          </a:p>
        </p:txBody>
      </p:sp>
      <p:sp>
        <p:nvSpPr>
          <p:cNvPr id="47" name="TextBox 46">
            <a:extLst>
              <a:ext uri="{FF2B5EF4-FFF2-40B4-BE49-F238E27FC236}">
                <a16:creationId xmlns:a16="http://schemas.microsoft.com/office/drawing/2014/main" id="{57992028-71D4-FAAA-16D4-D61CE6578DB9}"/>
              </a:ext>
            </a:extLst>
          </p:cNvPr>
          <p:cNvSpPr txBox="1"/>
          <p:nvPr/>
        </p:nvSpPr>
        <p:spPr>
          <a:xfrm>
            <a:off x="6152446" y="1402877"/>
            <a:ext cx="570089" cy="230832"/>
          </a:xfrm>
          <a:prstGeom prst="rect">
            <a:avLst/>
          </a:prstGeom>
          <a:noFill/>
        </p:spPr>
        <p:txBody>
          <a:bodyPr wrap="square" rtlCol="0">
            <a:spAutoFit/>
          </a:bodyPr>
          <a:lstStyle/>
          <a:p>
            <a:pPr algn="ctr"/>
            <a:r>
              <a:rPr lang="en-US" sz="900" dirty="0"/>
              <a:t>1347</a:t>
            </a:r>
          </a:p>
        </p:txBody>
      </p:sp>
      <p:sp>
        <p:nvSpPr>
          <p:cNvPr id="48" name="TextBox 47">
            <a:extLst>
              <a:ext uri="{FF2B5EF4-FFF2-40B4-BE49-F238E27FC236}">
                <a16:creationId xmlns:a16="http://schemas.microsoft.com/office/drawing/2014/main" id="{BEF50099-2502-6B31-AFC9-87EC88928059}"/>
              </a:ext>
            </a:extLst>
          </p:cNvPr>
          <p:cNvSpPr txBox="1"/>
          <p:nvPr/>
        </p:nvSpPr>
        <p:spPr>
          <a:xfrm>
            <a:off x="7157158" y="1402877"/>
            <a:ext cx="570089" cy="230832"/>
          </a:xfrm>
          <a:prstGeom prst="rect">
            <a:avLst/>
          </a:prstGeom>
          <a:noFill/>
        </p:spPr>
        <p:txBody>
          <a:bodyPr wrap="square" rtlCol="0">
            <a:spAutoFit/>
          </a:bodyPr>
          <a:lstStyle/>
          <a:p>
            <a:pPr algn="ctr"/>
            <a:r>
              <a:rPr lang="en-US" sz="900" dirty="0"/>
              <a:t>13457</a:t>
            </a:r>
          </a:p>
        </p:txBody>
      </p:sp>
      <p:sp>
        <p:nvSpPr>
          <p:cNvPr id="49" name="TextBox 48">
            <a:extLst>
              <a:ext uri="{FF2B5EF4-FFF2-40B4-BE49-F238E27FC236}">
                <a16:creationId xmlns:a16="http://schemas.microsoft.com/office/drawing/2014/main" id="{CDEA928F-8C5C-C1DB-DD1C-E138AE3A7E7F}"/>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3457</a:t>
            </a:r>
          </a:p>
        </p:txBody>
      </p:sp>
      <p:sp>
        <p:nvSpPr>
          <p:cNvPr id="50" name="TextBox 49">
            <a:extLst>
              <a:ext uri="{FF2B5EF4-FFF2-40B4-BE49-F238E27FC236}">
                <a16:creationId xmlns:a16="http://schemas.microsoft.com/office/drawing/2014/main" id="{3A5E2DF7-853B-5E3D-0871-DA9C39AED937}"/>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a:t>
            </a:r>
          </a:p>
        </p:txBody>
      </p:sp>
      <p:sp>
        <p:nvSpPr>
          <p:cNvPr id="51" name="TextBox 50">
            <a:extLst>
              <a:ext uri="{FF2B5EF4-FFF2-40B4-BE49-F238E27FC236}">
                <a16:creationId xmlns:a16="http://schemas.microsoft.com/office/drawing/2014/main" id="{3A812BE7-9B20-E798-A72F-BB0E961BF49A}"/>
              </a:ext>
            </a:extLst>
          </p:cNvPr>
          <p:cNvSpPr txBox="1"/>
          <p:nvPr/>
        </p:nvSpPr>
        <p:spPr>
          <a:xfrm>
            <a:off x="6654802" y="1903821"/>
            <a:ext cx="570089" cy="230832"/>
          </a:xfrm>
          <a:prstGeom prst="rect">
            <a:avLst/>
          </a:prstGeom>
          <a:noFill/>
        </p:spPr>
        <p:txBody>
          <a:bodyPr wrap="square" rtlCol="0">
            <a:spAutoFit/>
          </a:bodyPr>
          <a:lstStyle/>
          <a:p>
            <a:pPr algn="ctr"/>
            <a:r>
              <a:rPr lang="en-US" sz="900" dirty="0"/>
              <a:t>378</a:t>
            </a:r>
          </a:p>
        </p:txBody>
      </p:sp>
      <p:sp>
        <p:nvSpPr>
          <p:cNvPr id="52" name="TextBox 51">
            <a:extLst>
              <a:ext uri="{FF2B5EF4-FFF2-40B4-BE49-F238E27FC236}">
                <a16:creationId xmlns:a16="http://schemas.microsoft.com/office/drawing/2014/main" id="{DABC26E7-E090-54D3-9C65-8E69DFA02358}"/>
              </a:ext>
            </a:extLst>
          </p:cNvPr>
          <p:cNvSpPr txBox="1"/>
          <p:nvPr/>
        </p:nvSpPr>
        <p:spPr>
          <a:xfrm>
            <a:off x="7157158" y="1903821"/>
            <a:ext cx="570089" cy="230832"/>
          </a:xfrm>
          <a:prstGeom prst="rect">
            <a:avLst/>
          </a:prstGeom>
          <a:noFill/>
        </p:spPr>
        <p:txBody>
          <a:bodyPr wrap="square" rtlCol="0">
            <a:spAutoFit/>
          </a:bodyPr>
          <a:lstStyle/>
          <a:p>
            <a:pPr algn="ctr"/>
            <a:r>
              <a:rPr lang="en-US" sz="900" dirty="0"/>
              <a:t>137</a:t>
            </a:r>
          </a:p>
        </p:txBody>
      </p:sp>
      <p:sp>
        <p:nvSpPr>
          <p:cNvPr id="53" name="TextBox 52">
            <a:extLst>
              <a:ext uri="{FF2B5EF4-FFF2-40B4-BE49-F238E27FC236}">
                <a16:creationId xmlns:a16="http://schemas.microsoft.com/office/drawing/2014/main" id="{B61A6A62-4C7E-D50E-0774-3010CCDE0555}"/>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a:t>
            </a:r>
          </a:p>
        </p:txBody>
      </p:sp>
      <p:sp>
        <p:nvSpPr>
          <p:cNvPr id="54" name="TextBox 53">
            <a:extLst>
              <a:ext uri="{FF2B5EF4-FFF2-40B4-BE49-F238E27FC236}">
                <a16:creationId xmlns:a16="http://schemas.microsoft.com/office/drawing/2014/main" id="{5D11AB39-4B08-3329-991C-6F0D9FE0B8EC}"/>
              </a:ext>
            </a:extLst>
          </p:cNvPr>
          <p:cNvSpPr txBox="1"/>
          <p:nvPr/>
        </p:nvSpPr>
        <p:spPr>
          <a:xfrm>
            <a:off x="3640666" y="2404765"/>
            <a:ext cx="570089" cy="230832"/>
          </a:xfrm>
          <a:prstGeom prst="rect">
            <a:avLst/>
          </a:prstGeom>
          <a:noFill/>
        </p:spPr>
        <p:txBody>
          <a:bodyPr wrap="square" rtlCol="0">
            <a:spAutoFit/>
          </a:bodyPr>
          <a:lstStyle/>
          <a:p>
            <a:pPr algn="ctr"/>
            <a:r>
              <a:rPr lang="en-US" sz="900" dirty="0"/>
              <a:t>3478</a:t>
            </a:r>
          </a:p>
        </p:txBody>
      </p:sp>
      <p:sp>
        <p:nvSpPr>
          <p:cNvPr id="56" name="TextBox 55">
            <a:extLst>
              <a:ext uri="{FF2B5EF4-FFF2-40B4-BE49-F238E27FC236}">
                <a16:creationId xmlns:a16="http://schemas.microsoft.com/office/drawing/2014/main" id="{DA945E5E-6849-37BA-F08A-9DFC21069CD0}"/>
              </a:ext>
            </a:extLst>
          </p:cNvPr>
          <p:cNvSpPr txBox="1"/>
          <p:nvPr/>
        </p:nvSpPr>
        <p:spPr>
          <a:xfrm>
            <a:off x="7157158" y="2404765"/>
            <a:ext cx="570089" cy="230832"/>
          </a:xfrm>
          <a:prstGeom prst="rect">
            <a:avLst/>
          </a:prstGeom>
          <a:noFill/>
        </p:spPr>
        <p:txBody>
          <a:bodyPr wrap="square" rtlCol="0">
            <a:spAutoFit/>
          </a:bodyPr>
          <a:lstStyle/>
          <a:p>
            <a:pPr algn="ctr"/>
            <a:r>
              <a:rPr lang="en-US" sz="900" dirty="0"/>
              <a:t>3478</a:t>
            </a:r>
          </a:p>
        </p:txBody>
      </p:sp>
      <p:sp>
        <p:nvSpPr>
          <p:cNvPr id="57" name="TextBox 56">
            <a:extLst>
              <a:ext uri="{FF2B5EF4-FFF2-40B4-BE49-F238E27FC236}">
                <a16:creationId xmlns:a16="http://schemas.microsoft.com/office/drawing/2014/main" id="{8A10FCF5-E417-FCAC-ADE6-8B998962C287}"/>
              </a:ext>
            </a:extLst>
          </p:cNvPr>
          <p:cNvSpPr txBox="1"/>
          <p:nvPr/>
        </p:nvSpPr>
        <p:spPr>
          <a:xfrm>
            <a:off x="3138310" y="2404765"/>
            <a:ext cx="570089" cy="230832"/>
          </a:xfrm>
          <a:prstGeom prst="rect">
            <a:avLst/>
          </a:prstGeom>
          <a:noFill/>
        </p:spPr>
        <p:txBody>
          <a:bodyPr wrap="square" rtlCol="0">
            <a:spAutoFit/>
          </a:bodyPr>
          <a:lstStyle/>
          <a:p>
            <a:pPr algn="ctr"/>
            <a:r>
              <a:rPr lang="en-US" sz="900" dirty="0"/>
              <a:t>478</a:t>
            </a:r>
          </a:p>
        </p:txBody>
      </p:sp>
      <p:sp>
        <p:nvSpPr>
          <p:cNvPr id="58" name="TextBox 57">
            <a:extLst>
              <a:ext uri="{FF2B5EF4-FFF2-40B4-BE49-F238E27FC236}">
                <a16:creationId xmlns:a16="http://schemas.microsoft.com/office/drawing/2014/main" id="{B54E34B5-1BCC-C281-53E2-BF56E4C098ED}"/>
              </a:ext>
            </a:extLst>
          </p:cNvPr>
          <p:cNvSpPr txBox="1"/>
          <p:nvPr/>
        </p:nvSpPr>
        <p:spPr>
          <a:xfrm>
            <a:off x="7157158" y="2905709"/>
            <a:ext cx="570089" cy="230832"/>
          </a:xfrm>
          <a:prstGeom prst="rect">
            <a:avLst/>
          </a:prstGeom>
          <a:noFill/>
        </p:spPr>
        <p:txBody>
          <a:bodyPr wrap="square" rtlCol="0">
            <a:spAutoFit/>
          </a:bodyPr>
          <a:lstStyle/>
          <a:p>
            <a:pPr algn="ctr"/>
            <a:r>
              <a:rPr lang="en-US" sz="900" dirty="0"/>
              <a:t>3478</a:t>
            </a:r>
          </a:p>
        </p:txBody>
      </p:sp>
      <p:sp>
        <p:nvSpPr>
          <p:cNvPr id="59" name="TextBox 58">
            <a:extLst>
              <a:ext uri="{FF2B5EF4-FFF2-40B4-BE49-F238E27FC236}">
                <a16:creationId xmlns:a16="http://schemas.microsoft.com/office/drawing/2014/main" id="{42C25FEA-A857-A6AC-ABC0-D530A24E668C}"/>
              </a:ext>
            </a:extLst>
          </p:cNvPr>
          <p:cNvSpPr txBox="1"/>
          <p:nvPr/>
        </p:nvSpPr>
        <p:spPr>
          <a:xfrm>
            <a:off x="3138310" y="2905709"/>
            <a:ext cx="570089" cy="230832"/>
          </a:xfrm>
          <a:prstGeom prst="rect">
            <a:avLst/>
          </a:prstGeom>
          <a:noFill/>
        </p:spPr>
        <p:txBody>
          <a:bodyPr wrap="square" rtlCol="0">
            <a:spAutoFit/>
          </a:bodyPr>
          <a:lstStyle/>
          <a:p>
            <a:pPr algn="ctr"/>
            <a:r>
              <a:rPr lang="en-US" sz="900" dirty="0"/>
              <a:t>345678</a:t>
            </a:r>
          </a:p>
        </p:txBody>
      </p:sp>
      <p:sp>
        <p:nvSpPr>
          <p:cNvPr id="60" name="TextBox 59">
            <a:extLst>
              <a:ext uri="{FF2B5EF4-FFF2-40B4-BE49-F238E27FC236}">
                <a16:creationId xmlns:a16="http://schemas.microsoft.com/office/drawing/2014/main" id="{2C1E6956-BB42-9D84-1144-AB95791548F4}"/>
              </a:ext>
            </a:extLst>
          </p:cNvPr>
          <p:cNvSpPr txBox="1"/>
          <p:nvPr/>
        </p:nvSpPr>
        <p:spPr>
          <a:xfrm>
            <a:off x="7157158" y="3406653"/>
            <a:ext cx="570089" cy="230832"/>
          </a:xfrm>
          <a:prstGeom prst="rect">
            <a:avLst/>
          </a:prstGeom>
          <a:noFill/>
        </p:spPr>
        <p:txBody>
          <a:bodyPr wrap="square" rtlCol="0">
            <a:spAutoFit/>
          </a:bodyPr>
          <a:lstStyle/>
          <a:p>
            <a:pPr algn="ctr"/>
            <a:r>
              <a:rPr lang="en-US" sz="900" dirty="0"/>
              <a:t>47</a:t>
            </a:r>
          </a:p>
        </p:txBody>
      </p:sp>
      <p:sp>
        <p:nvSpPr>
          <p:cNvPr id="61" name="TextBox 60">
            <a:extLst>
              <a:ext uri="{FF2B5EF4-FFF2-40B4-BE49-F238E27FC236}">
                <a16:creationId xmlns:a16="http://schemas.microsoft.com/office/drawing/2014/main" id="{6999B346-FE8B-47FC-3DB6-439AFB1210F1}"/>
              </a:ext>
            </a:extLst>
          </p:cNvPr>
          <p:cNvSpPr txBox="1"/>
          <p:nvPr/>
        </p:nvSpPr>
        <p:spPr>
          <a:xfrm>
            <a:off x="3138310" y="3406653"/>
            <a:ext cx="570089" cy="230832"/>
          </a:xfrm>
          <a:prstGeom prst="rect">
            <a:avLst/>
          </a:prstGeom>
          <a:noFill/>
        </p:spPr>
        <p:txBody>
          <a:bodyPr wrap="square" rtlCol="0">
            <a:spAutoFit/>
          </a:bodyPr>
          <a:lstStyle/>
          <a:p>
            <a:pPr algn="ctr"/>
            <a:r>
              <a:rPr lang="en-US" sz="900" dirty="0"/>
              <a:t>4567</a:t>
            </a:r>
          </a:p>
        </p:txBody>
      </p:sp>
      <p:sp>
        <p:nvSpPr>
          <p:cNvPr id="62" name="TextBox 61">
            <a:extLst>
              <a:ext uri="{FF2B5EF4-FFF2-40B4-BE49-F238E27FC236}">
                <a16:creationId xmlns:a16="http://schemas.microsoft.com/office/drawing/2014/main" id="{2B6F2662-35D6-1B6B-21D2-8BD373876ED3}"/>
              </a:ext>
            </a:extLst>
          </p:cNvPr>
          <p:cNvSpPr txBox="1"/>
          <p:nvPr/>
        </p:nvSpPr>
        <p:spPr>
          <a:xfrm>
            <a:off x="3640666" y="2905709"/>
            <a:ext cx="570089" cy="230832"/>
          </a:xfrm>
          <a:prstGeom prst="rect">
            <a:avLst/>
          </a:prstGeom>
          <a:noFill/>
        </p:spPr>
        <p:txBody>
          <a:bodyPr wrap="square" rtlCol="0">
            <a:spAutoFit/>
          </a:bodyPr>
          <a:lstStyle/>
          <a:p>
            <a:pPr algn="ctr"/>
            <a:r>
              <a:rPr lang="en-US" sz="900" dirty="0"/>
              <a:t>234567</a:t>
            </a:r>
          </a:p>
        </p:txBody>
      </p:sp>
      <p:sp>
        <p:nvSpPr>
          <p:cNvPr id="64" name="TextBox 63">
            <a:extLst>
              <a:ext uri="{FF2B5EF4-FFF2-40B4-BE49-F238E27FC236}">
                <a16:creationId xmlns:a16="http://schemas.microsoft.com/office/drawing/2014/main" id="{D66808C9-930C-3FDF-7A27-648840026189}"/>
              </a:ext>
            </a:extLst>
          </p:cNvPr>
          <p:cNvSpPr txBox="1"/>
          <p:nvPr/>
        </p:nvSpPr>
        <p:spPr>
          <a:xfrm>
            <a:off x="3640666" y="3406653"/>
            <a:ext cx="570089" cy="230832"/>
          </a:xfrm>
          <a:prstGeom prst="rect">
            <a:avLst/>
          </a:prstGeom>
          <a:noFill/>
        </p:spPr>
        <p:txBody>
          <a:bodyPr wrap="square" rtlCol="0">
            <a:spAutoFit/>
          </a:bodyPr>
          <a:lstStyle/>
          <a:p>
            <a:pPr algn="ctr"/>
            <a:r>
              <a:rPr lang="en-US" sz="900" dirty="0"/>
              <a:t>3456</a:t>
            </a:r>
          </a:p>
        </p:txBody>
      </p:sp>
      <p:sp>
        <p:nvSpPr>
          <p:cNvPr id="66" name="TextBox 65">
            <a:extLst>
              <a:ext uri="{FF2B5EF4-FFF2-40B4-BE49-F238E27FC236}">
                <a16:creationId xmlns:a16="http://schemas.microsoft.com/office/drawing/2014/main" id="{7619F43D-3FED-4323-E2C0-01949910073E}"/>
              </a:ext>
            </a:extLst>
          </p:cNvPr>
          <p:cNvSpPr txBox="1"/>
          <p:nvPr/>
        </p:nvSpPr>
        <p:spPr>
          <a:xfrm>
            <a:off x="3640666" y="3907597"/>
            <a:ext cx="570089" cy="230832"/>
          </a:xfrm>
          <a:prstGeom prst="rect">
            <a:avLst/>
          </a:prstGeom>
          <a:noFill/>
        </p:spPr>
        <p:txBody>
          <a:bodyPr wrap="square" rtlCol="0">
            <a:spAutoFit/>
          </a:bodyPr>
          <a:lstStyle/>
          <a:p>
            <a:pPr algn="ctr"/>
            <a:r>
              <a:rPr lang="en-US" sz="900" dirty="0"/>
              <a:t>235</a:t>
            </a:r>
          </a:p>
        </p:txBody>
      </p:sp>
      <p:sp>
        <p:nvSpPr>
          <p:cNvPr id="67" name="TextBox 66">
            <a:extLst>
              <a:ext uri="{FF2B5EF4-FFF2-40B4-BE49-F238E27FC236}">
                <a16:creationId xmlns:a16="http://schemas.microsoft.com/office/drawing/2014/main" id="{50BBA90E-F332-0586-28C3-3370FF581A5C}"/>
              </a:ext>
            </a:extLst>
          </p:cNvPr>
          <p:cNvSpPr txBox="1"/>
          <p:nvPr/>
        </p:nvSpPr>
        <p:spPr>
          <a:xfrm>
            <a:off x="4143022" y="3907597"/>
            <a:ext cx="570089" cy="230832"/>
          </a:xfrm>
          <a:prstGeom prst="rect">
            <a:avLst/>
          </a:prstGeom>
          <a:noFill/>
        </p:spPr>
        <p:txBody>
          <a:bodyPr wrap="square" rtlCol="0">
            <a:spAutoFit/>
          </a:bodyPr>
          <a:lstStyle/>
          <a:p>
            <a:pPr algn="ctr"/>
            <a:r>
              <a:rPr lang="en-US" sz="900" dirty="0"/>
              <a:t>235</a:t>
            </a:r>
          </a:p>
        </p:txBody>
      </p:sp>
      <p:sp>
        <p:nvSpPr>
          <p:cNvPr id="68" name="TextBox 67">
            <a:extLst>
              <a:ext uri="{FF2B5EF4-FFF2-40B4-BE49-F238E27FC236}">
                <a16:creationId xmlns:a16="http://schemas.microsoft.com/office/drawing/2014/main" id="{7AAA6CDE-6FA8-F1C3-4AC9-2789C068665A}"/>
              </a:ext>
            </a:extLst>
          </p:cNvPr>
          <p:cNvSpPr txBox="1"/>
          <p:nvPr/>
        </p:nvSpPr>
        <p:spPr>
          <a:xfrm>
            <a:off x="6654802" y="3907597"/>
            <a:ext cx="570089" cy="230832"/>
          </a:xfrm>
          <a:prstGeom prst="rect">
            <a:avLst/>
          </a:prstGeom>
          <a:noFill/>
        </p:spPr>
        <p:txBody>
          <a:bodyPr wrap="square" rtlCol="0">
            <a:spAutoFit/>
          </a:bodyPr>
          <a:lstStyle/>
          <a:p>
            <a:pPr algn="ctr"/>
            <a:r>
              <a:rPr lang="en-US" sz="900" dirty="0"/>
              <a:t>35</a:t>
            </a:r>
          </a:p>
        </p:txBody>
      </p:sp>
      <p:sp>
        <p:nvSpPr>
          <p:cNvPr id="69" name="TextBox 68">
            <a:extLst>
              <a:ext uri="{FF2B5EF4-FFF2-40B4-BE49-F238E27FC236}">
                <a16:creationId xmlns:a16="http://schemas.microsoft.com/office/drawing/2014/main" id="{1530F3AA-9A2E-C4A5-3D25-8554FC7EE308}"/>
              </a:ext>
            </a:extLst>
          </p:cNvPr>
          <p:cNvSpPr txBox="1"/>
          <p:nvPr/>
        </p:nvSpPr>
        <p:spPr>
          <a:xfrm>
            <a:off x="3640666" y="4909484"/>
            <a:ext cx="570089" cy="230832"/>
          </a:xfrm>
          <a:prstGeom prst="rect">
            <a:avLst/>
          </a:prstGeom>
          <a:noFill/>
        </p:spPr>
        <p:txBody>
          <a:bodyPr wrap="square" rtlCol="0">
            <a:spAutoFit/>
          </a:bodyPr>
          <a:lstStyle/>
          <a:p>
            <a:pPr algn="ctr"/>
            <a:r>
              <a:rPr lang="en-US" sz="900" dirty="0"/>
              <a:t>3467</a:t>
            </a:r>
          </a:p>
        </p:txBody>
      </p:sp>
      <p:sp>
        <p:nvSpPr>
          <p:cNvPr id="70" name="TextBox 69">
            <a:extLst>
              <a:ext uri="{FF2B5EF4-FFF2-40B4-BE49-F238E27FC236}">
                <a16:creationId xmlns:a16="http://schemas.microsoft.com/office/drawing/2014/main" id="{33DC8153-D483-28C3-FC45-C37DE94B8BD9}"/>
              </a:ext>
            </a:extLst>
          </p:cNvPr>
          <p:cNvSpPr txBox="1"/>
          <p:nvPr/>
        </p:nvSpPr>
        <p:spPr>
          <a:xfrm>
            <a:off x="4143022" y="4909484"/>
            <a:ext cx="570089" cy="230832"/>
          </a:xfrm>
          <a:prstGeom prst="rect">
            <a:avLst/>
          </a:prstGeom>
          <a:noFill/>
        </p:spPr>
        <p:txBody>
          <a:bodyPr wrap="square" rtlCol="0">
            <a:spAutoFit/>
          </a:bodyPr>
          <a:lstStyle/>
          <a:p>
            <a:pPr algn="ctr"/>
            <a:r>
              <a:rPr lang="en-US" sz="900" dirty="0"/>
              <a:t>3467</a:t>
            </a:r>
          </a:p>
        </p:txBody>
      </p:sp>
      <p:sp>
        <p:nvSpPr>
          <p:cNvPr id="71" name="TextBox 70">
            <a:extLst>
              <a:ext uri="{FF2B5EF4-FFF2-40B4-BE49-F238E27FC236}">
                <a16:creationId xmlns:a16="http://schemas.microsoft.com/office/drawing/2014/main" id="{AD60288A-1215-10FC-5CA0-9E2FD475F924}"/>
              </a:ext>
            </a:extLst>
          </p:cNvPr>
          <p:cNvSpPr txBox="1"/>
          <p:nvPr/>
        </p:nvSpPr>
        <p:spPr>
          <a:xfrm>
            <a:off x="6152446" y="4909484"/>
            <a:ext cx="570089" cy="230832"/>
          </a:xfrm>
          <a:prstGeom prst="rect">
            <a:avLst/>
          </a:prstGeom>
          <a:noFill/>
        </p:spPr>
        <p:txBody>
          <a:bodyPr wrap="square" rtlCol="0">
            <a:spAutoFit/>
          </a:bodyPr>
          <a:lstStyle/>
          <a:p>
            <a:pPr algn="ctr"/>
            <a:r>
              <a:rPr lang="en-US" sz="900" dirty="0"/>
              <a:t>1347</a:t>
            </a:r>
          </a:p>
        </p:txBody>
      </p:sp>
      <p:sp>
        <p:nvSpPr>
          <p:cNvPr id="72" name="TextBox 71">
            <a:extLst>
              <a:ext uri="{FF2B5EF4-FFF2-40B4-BE49-F238E27FC236}">
                <a16:creationId xmlns:a16="http://schemas.microsoft.com/office/drawing/2014/main" id="{3A853E10-75C6-D80B-F71C-AB97389F4CC8}"/>
              </a:ext>
            </a:extLst>
          </p:cNvPr>
          <p:cNvSpPr txBox="1"/>
          <p:nvPr/>
        </p:nvSpPr>
        <p:spPr>
          <a:xfrm>
            <a:off x="6654802" y="4909484"/>
            <a:ext cx="570089" cy="230832"/>
          </a:xfrm>
          <a:prstGeom prst="rect">
            <a:avLst/>
          </a:prstGeom>
          <a:noFill/>
        </p:spPr>
        <p:txBody>
          <a:bodyPr wrap="square" rtlCol="0">
            <a:spAutoFit/>
          </a:bodyPr>
          <a:lstStyle/>
          <a:p>
            <a:pPr algn="ctr"/>
            <a:r>
              <a:rPr lang="en-US" sz="900" dirty="0"/>
              <a:t>347</a:t>
            </a:r>
          </a:p>
        </p:txBody>
      </p:sp>
      <p:sp>
        <p:nvSpPr>
          <p:cNvPr id="73" name="TextBox 72">
            <a:extLst>
              <a:ext uri="{FF2B5EF4-FFF2-40B4-BE49-F238E27FC236}">
                <a16:creationId xmlns:a16="http://schemas.microsoft.com/office/drawing/2014/main" id="{B5111390-04D0-98CB-B71E-84D9CF956126}"/>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7A9A18C9-4526-5160-3021-E8E6B2C85AFC}"/>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ED697E2F-BDCB-22D1-CBEA-BCAD8AF267A7}"/>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76" name="TextBox 75">
            <a:extLst>
              <a:ext uri="{FF2B5EF4-FFF2-40B4-BE49-F238E27FC236}">
                <a16:creationId xmlns:a16="http://schemas.microsoft.com/office/drawing/2014/main" id="{A4D20E5D-31EA-069A-3A90-443528CC37C3}"/>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FF2F87C7-F420-3314-E736-D1A8791C5DBE}"/>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19E89E2A-D9E9-4C5F-F60E-CBCA8FDAE895}"/>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797479F6-355D-C3B1-82B2-8E89CC9B2FBF}"/>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39" name="TextBox 38">
            <a:extLst>
              <a:ext uri="{FF2B5EF4-FFF2-40B4-BE49-F238E27FC236}">
                <a16:creationId xmlns:a16="http://schemas.microsoft.com/office/drawing/2014/main" id="{D97136E3-A4F5-B563-91F5-CC32B19A4714}"/>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5DD363E3-A1CC-E1F7-98F5-726FCC50864A}"/>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445757D8-F7FF-69BA-9352-D528FA429344}"/>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73B9532F-DC3D-4498-0D60-7B8E96B6035A}"/>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375AB277-2FBC-CEC2-3634-6B42719758EE}"/>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1991352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85283-FF2F-4CA4-AD4F-020D01B1D08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54DA5F-2A15-0F7A-AE8A-4E446AD154D7}"/>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910051E-4CE9-1D05-9A50-E612E91079F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BC60D50-427A-C231-C577-317C03C81A5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1F7D975-97FA-D453-D551-0B68A7DA4C7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F6441DE-542F-39AD-7C67-FDF2336D8A4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9F485B3-3604-89AB-33FA-322BF1C07229}"/>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E34D0937-9251-2940-97CF-E36F9127EA42}"/>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CF21B0A5-D3A8-AB6A-43A5-418BDE1850D6}"/>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F6796434-09A7-29CA-864E-0F97C7E59F5A}"/>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1DDA52DA-1B1C-0391-60B2-788A5545D260}"/>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6A6E1FA7-657E-327D-6A48-53187E1C46FA}"/>
              </a:ext>
            </a:extLst>
          </p:cNvPr>
          <p:cNvSpPr txBox="1"/>
          <p:nvPr/>
        </p:nvSpPr>
        <p:spPr>
          <a:xfrm>
            <a:off x="4143022" y="4408541"/>
            <a:ext cx="570089" cy="230832"/>
          </a:xfrm>
          <a:prstGeom prst="rect">
            <a:avLst/>
          </a:prstGeom>
          <a:noFill/>
        </p:spPr>
        <p:txBody>
          <a:bodyPr wrap="square" rtlCol="0">
            <a:spAutoFit/>
          </a:bodyPr>
          <a:lstStyle/>
          <a:p>
            <a:pPr algn="ctr"/>
            <a:r>
              <a:rPr lang="en-US" sz="900" dirty="0"/>
              <a:t>4578</a:t>
            </a:r>
          </a:p>
        </p:txBody>
      </p:sp>
      <p:sp>
        <p:nvSpPr>
          <p:cNvPr id="13" name="TextBox 12">
            <a:extLst>
              <a:ext uri="{FF2B5EF4-FFF2-40B4-BE49-F238E27FC236}">
                <a16:creationId xmlns:a16="http://schemas.microsoft.com/office/drawing/2014/main" id="{B437C264-591B-50C1-7643-960A46AC31F6}"/>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B398D0E3-C435-0089-32DC-0E734953E5BB}"/>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AD9E9102-3ACA-5E7B-5C92-2B757CEEFE18}"/>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29814E91-E0A5-2F28-B917-6AEC4EA45A90}"/>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6F4FF2DC-F1F8-BBDC-C488-06D24A9CCE92}"/>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DB3C5591-5E0E-1C98-C933-515FAC41BE8C}"/>
              </a:ext>
            </a:extLst>
          </p:cNvPr>
          <p:cNvSpPr txBox="1"/>
          <p:nvPr/>
        </p:nvSpPr>
        <p:spPr>
          <a:xfrm>
            <a:off x="4645378" y="2905709"/>
            <a:ext cx="570089" cy="230832"/>
          </a:xfrm>
          <a:prstGeom prst="rect">
            <a:avLst/>
          </a:prstGeom>
          <a:noFill/>
        </p:spPr>
        <p:txBody>
          <a:bodyPr wrap="square" rtlCol="0">
            <a:spAutoFit/>
          </a:bodyPr>
          <a:lstStyle/>
          <a:p>
            <a:pPr algn="ctr"/>
            <a:r>
              <a:rPr lang="en-US" sz="900" dirty="0"/>
              <a:t>59</a:t>
            </a:r>
          </a:p>
        </p:txBody>
      </p:sp>
      <p:sp>
        <p:nvSpPr>
          <p:cNvPr id="27" name="TextBox 26">
            <a:extLst>
              <a:ext uri="{FF2B5EF4-FFF2-40B4-BE49-F238E27FC236}">
                <a16:creationId xmlns:a16="http://schemas.microsoft.com/office/drawing/2014/main" id="{3E1566B7-E2A5-CF6C-CEE5-310142EF399C}"/>
              </a:ext>
            </a:extLst>
          </p:cNvPr>
          <p:cNvSpPr txBox="1"/>
          <p:nvPr/>
        </p:nvSpPr>
        <p:spPr>
          <a:xfrm>
            <a:off x="4645378" y="3406653"/>
            <a:ext cx="570089" cy="230832"/>
          </a:xfrm>
          <a:prstGeom prst="rect">
            <a:avLst/>
          </a:prstGeom>
          <a:noFill/>
        </p:spPr>
        <p:txBody>
          <a:bodyPr wrap="square" rtlCol="0">
            <a:spAutoFit/>
          </a:bodyPr>
          <a:lstStyle/>
          <a:p>
            <a:pPr algn="ctr"/>
            <a:r>
              <a:rPr lang="en-US" sz="900" dirty="0"/>
              <a:t>95</a:t>
            </a:r>
          </a:p>
        </p:txBody>
      </p:sp>
      <p:sp>
        <p:nvSpPr>
          <p:cNvPr id="32" name="TextBox 31">
            <a:extLst>
              <a:ext uri="{FF2B5EF4-FFF2-40B4-BE49-F238E27FC236}">
                <a16:creationId xmlns:a16="http://schemas.microsoft.com/office/drawing/2014/main" id="{61181DFB-0BAE-B638-36D8-4F9E64E3C5B0}"/>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81F43E05-F93F-757C-C79F-263211471C00}"/>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C910D7D8-955F-9D0E-C916-ACC00C883B39}"/>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F05B7979-43AC-3CE3-A831-18CE612AFE55}"/>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71895D45-085A-2BD5-22D0-7B75ACF672F5}"/>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618AE047-CC39-0127-3C4A-95F377630E50}"/>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02403F0D-5BDB-C7D6-6B4F-9D2A4B5B0BC1}"/>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88A0E99B-18CC-892E-B522-2178920DA422}"/>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A86B1C3E-6F85-C6CA-A1AC-73376BE934BF}"/>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478C5F0F-1FCC-DBA0-DEA3-B45FE4A4F38A}"/>
              </a:ext>
            </a:extLst>
          </p:cNvPr>
          <p:cNvSpPr txBox="1"/>
          <p:nvPr/>
        </p:nvSpPr>
        <p:spPr>
          <a:xfrm>
            <a:off x="5147734" y="2404765"/>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1C649561-BC23-3FB6-2456-6CCC64C0D0D6}"/>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40" name="TextBox 39">
            <a:extLst>
              <a:ext uri="{FF2B5EF4-FFF2-40B4-BE49-F238E27FC236}">
                <a16:creationId xmlns:a16="http://schemas.microsoft.com/office/drawing/2014/main" id="{DC864D71-958D-0AC2-CBFD-58E2CD68AD74}"/>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7D605CDF-D5DD-E20C-225B-454A92D16578}"/>
              </a:ext>
            </a:extLst>
          </p:cNvPr>
          <p:cNvSpPr txBox="1"/>
          <p:nvPr/>
        </p:nvSpPr>
        <p:spPr>
          <a:xfrm>
            <a:off x="4143022" y="1903821"/>
            <a:ext cx="570089" cy="230832"/>
          </a:xfrm>
          <a:prstGeom prst="rect">
            <a:avLst/>
          </a:prstGeom>
          <a:noFill/>
        </p:spPr>
        <p:txBody>
          <a:bodyPr wrap="square" rtlCol="0">
            <a:spAutoFit/>
          </a:bodyPr>
          <a:lstStyle/>
          <a:p>
            <a:pPr algn="ctr"/>
            <a:r>
              <a:rPr lang="en-US" sz="900" dirty="0"/>
              <a:t>678</a:t>
            </a:r>
          </a:p>
        </p:txBody>
      </p:sp>
      <p:sp>
        <p:nvSpPr>
          <p:cNvPr id="42" name="TextBox 41">
            <a:extLst>
              <a:ext uri="{FF2B5EF4-FFF2-40B4-BE49-F238E27FC236}">
                <a16:creationId xmlns:a16="http://schemas.microsoft.com/office/drawing/2014/main" id="{FE674F15-3E1D-8BA0-2AAF-EF8B27680FF1}"/>
              </a:ext>
            </a:extLst>
          </p:cNvPr>
          <p:cNvSpPr txBox="1"/>
          <p:nvPr/>
        </p:nvSpPr>
        <p:spPr>
          <a:xfrm>
            <a:off x="4143022" y="901933"/>
            <a:ext cx="570089" cy="230832"/>
          </a:xfrm>
          <a:prstGeom prst="rect">
            <a:avLst/>
          </a:prstGeom>
          <a:noFill/>
        </p:spPr>
        <p:txBody>
          <a:bodyPr wrap="square" rtlCol="0">
            <a:spAutoFit/>
          </a:bodyPr>
          <a:lstStyle/>
          <a:p>
            <a:pPr algn="ctr"/>
            <a:r>
              <a:rPr lang="en-US" sz="900" dirty="0"/>
              <a:t>458</a:t>
            </a:r>
          </a:p>
        </p:txBody>
      </p:sp>
      <p:sp>
        <p:nvSpPr>
          <p:cNvPr id="43" name="TextBox 42">
            <a:extLst>
              <a:ext uri="{FF2B5EF4-FFF2-40B4-BE49-F238E27FC236}">
                <a16:creationId xmlns:a16="http://schemas.microsoft.com/office/drawing/2014/main" id="{0DD18279-5AF2-0694-4EA8-02FBA324BF69}"/>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DB2AEE6B-43E7-0D46-1D47-106735BDF136}"/>
              </a:ext>
            </a:extLst>
          </p:cNvPr>
          <p:cNvSpPr txBox="1"/>
          <p:nvPr/>
        </p:nvSpPr>
        <p:spPr>
          <a:xfrm>
            <a:off x="6654802" y="901933"/>
            <a:ext cx="570089" cy="230832"/>
          </a:xfrm>
          <a:prstGeom prst="rect">
            <a:avLst/>
          </a:prstGeom>
          <a:noFill/>
        </p:spPr>
        <p:txBody>
          <a:bodyPr wrap="square" rtlCol="0">
            <a:spAutoFit/>
          </a:bodyPr>
          <a:lstStyle/>
          <a:p>
            <a:pPr algn="ctr"/>
            <a:r>
              <a:rPr lang="en-US" sz="900" dirty="0"/>
              <a:t>458</a:t>
            </a:r>
          </a:p>
        </p:txBody>
      </p:sp>
      <p:sp>
        <p:nvSpPr>
          <p:cNvPr id="45" name="TextBox 44">
            <a:extLst>
              <a:ext uri="{FF2B5EF4-FFF2-40B4-BE49-F238E27FC236}">
                <a16:creationId xmlns:a16="http://schemas.microsoft.com/office/drawing/2014/main" id="{F290F7AA-C0E5-4B25-7725-F293625B9466}"/>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13457</a:t>
            </a:r>
          </a:p>
        </p:txBody>
      </p:sp>
      <p:sp>
        <p:nvSpPr>
          <p:cNvPr id="46" name="TextBox 45">
            <a:extLst>
              <a:ext uri="{FF2B5EF4-FFF2-40B4-BE49-F238E27FC236}">
                <a16:creationId xmlns:a16="http://schemas.microsoft.com/office/drawing/2014/main" id="{2DCAED5C-9B72-C2AE-43F9-26A98EE4969A}"/>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3457</a:t>
            </a:r>
          </a:p>
        </p:txBody>
      </p:sp>
      <p:sp>
        <p:nvSpPr>
          <p:cNvPr id="47" name="TextBox 46">
            <a:extLst>
              <a:ext uri="{FF2B5EF4-FFF2-40B4-BE49-F238E27FC236}">
                <a16:creationId xmlns:a16="http://schemas.microsoft.com/office/drawing/2014/main" id="{E2F1FCE8-F3C3-36D5-77DD-74D939928504}"/>
              </a:ext>
            </a:extLst>
          </p:cNvPr>
          <p:cNvSpPr txBox="1"/>
          <p:nvPr/>
        </p:nvSpPr>
        <p:spPr>
          <a:xfrm>
            <a:off x="6152446" y="1402877"/>
            <a:ext cx="570089" cy="230832"/>
          </a:xfrm>
          <a:prstGeom prst="rect">
            <a:avLst/>
          </a:prstGeom>
          <a:noFill/>
        </p:spPr>
        <p:txBody>
          <a:bodyPr wrap="square" rtlCol="0">
            <a:spAutoFit/>
          </a:bodyPr>
          <a:lstStyle/>
          <a:p>
            <a:pPr algn="ctr"/>
            <a:r>
              <a:rPr lang="en-US" sz="900" dirty="0"/>
              <a:t>1347</a:t>
            </a:r>
          </a:p>
        </p:txBody>
      </p:sp>
      <p:sp>
        <p:nvSpPr>
          <p:cNvPr id="48" name="TextBox 47">
            <a:extLst>
              <a:ext uri="{FF2B5EF4-FFF2-40B4-BE49-F238E27FC236}">
                <a16:creationId xmlns:a16="http://schemas.microsoft.com/office/drawing/2014/main" id="{2CA94CC9-BF0A-4617-C7B4-B75808E7F041}"/>
              </a:ext>
            </a:extLst>
          </p:cNvPr>
          <p:cNvSpPr txBox="1"/>
          <p:nvPr/>
        </p:nvSpPr>
        <p:spPr>
          <a:xfrm>
            <a:off x="7157158" y="1402877"/>
            <a:ext cx="570089" cy="230832"/>
          </a:xfrm>
          <a:prstGeom prst="rect">
            <a:avLst/>
          </a:prstGeom>
          <a:noFill/>
        </p:spPr>
        <p:txBody>
          <a:bodyPr wrap="square" rtlCol="0">
            <a:spAutoFit/>
          </a:bodyPr>
          <a:lstStyle/>
          <a:p>
            <a:pPr algn="ctr"/>
            <a:r>
              <a:rPr lang="en-US" sz="900" dirty="0"/>
              <a:t>13457</a:t>
            </a:r>
          </a:p>
        </p:txBody>
      </p:sp>
      <p:sp>
        <p:nvSpPr>
          <p:cNvPr id="49" name="TextBox 48">
            <a:extLst>
              <a:ext uri="{FF2B5EF4-FFF2-40B4-BE49-F238E27FC236}">
                <a16:creationId xmlns:a16="http://schemas.microsoft.com/office/drawing/2014/main" id="{8D068E11-C2EC-1AB2-E7CC-DA5A90CD4209}"/>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3457</a:t>
            </a:r>
          </a:p>
        </p:txBody>
      </p:sp>
      <p:sp>
        <p:nvSpPr>
          <p:cNvPr id="50" name="TextBox 49">
            <a:extLst>
              <a:ext uri="{FF2B5EF4-FFF2-40B4-BE49-F238E27FC236}">
                <a16:creationId xmlns:a16="http://schemas.microsoft.com/office/drawing/2014/main" id="{F9C26037-B0D6-1ACD-5A86-3EEBDA3A5C94}"/>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a:t>
            </a:r>
          </a:p>
        </p:txBody>
      </p:sp>
      <p:sp>
        <p:nvSpPr>
          <p:cNvPr id="51" name="TextBox 50">
            <a:extLst>
              <a:ext uri="{FF2B5EF4-FFF2-40B4-BE49-F238E27FC236}">
                <a16:creationId xmlns:a16="http://schemas.microsoft.com/office/drawing/2014/main" id="{5056C1D3-E150-3412-D088-A8FDDE6401B2}"/>
              </a:ext>
            </a:extLst>
          </p:cNvPr>
          <p:cNvSpPr txBox="1"/>
          <p:nvPr/>
        </p:nvSpPr>
        <p:spPr>
          <a:xfrm>
            <a:off x="6654802" y="1903821"/>
            <a:ext cx="570089" cy="230832"/>
          </a:xfrm>
          <a:prstGeom prst="rect">
            <a:avLst/>
          </a:prstGeom>
          <a:noFill/>
        </p:spPr>
        <p:txBody>
          <a:bodyPr wrap="square" rtlCol="0">
            <a:spAutoFit/>
          </a:bodyPr>
          <a:lstStyle/>
          <a:p>
            <a:pPr algn="ctr"/>
            <a:r>
              <a:rPr lang="en-US" sz="900" dirty="0"/>
              <a:t>378</a:t>
            </a:r>
          </a:p>
        </p:txBody>
      </p:sp>
      <p:sp>
        <p:nvSpPr>
          <p:cNvPr id="52" name="TextBox 51">
            <a:extLst>
              <a:ext uri="{FF2B5EF4-FFF2-40B4-BE49-F238E27FC236}">
                <a16:creationId xmlns:a16="http://schemas.microsoft.com/office/drawing/2014/main" id="{1E7C35E6-7CD6-0EF2-ECCD-588A726E6B4A}"/>
              </a:ext>
            </a:extLst>
          </p:cNvPr>
          <p:cNvSpPr txBox="1"/>
          <p:nvPr/>
        </p:nvSpPr>
        <p:spPr>
          <a:xfrm>
            <a:off x="7157158" y="1903821"/>
            <a:ext cx="570089" cy="230832"/>
          </a:xfrm>
          <a:prstGeom prst="rect">
            <a:avLst/>
          </a:prstGeom>
          <a:noFill/>
        </p:spPr>
        <p:txBody>
          <a:bodyPr wrap="square" rtlCol="0">
            <a:spAutoFit/>
          </a:bodyPr>
          <a:lstStyle/>
          <a:p>
            <a:pPr algn="ctr"/>
            <a:r>
              <a:rPr lang="en-US" sz="900" dirty="0"/>
              <a:t>137</a:t>
            </a:r>
          </a:p>
        </p:txBody>
      </p:sp>
      <p:sp>
        <p:nvSpPr>
          <p:cNvPr id="53" name="TextBox 52">
            <a:extLst>
              <a:ext uri="{FF2B5EF4-FFF2-40B4-BE49-F238E27FC236}">
                <a16:creationId xmlns:a16="http://schemas.microsoft.com/office/drawing/2014/main" id="{40E49B8B-F028-870D-07EB-1C6BA7307603}"/>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a:t>
            </a:r>
          </a:p>
        </p:txBody>
      </p:sp>
      <p:sp>
        <p:nvSpPr>
          <p:cNvPr id="54" name="TextBox 53">
            <a:extLst>
              <a:ext uri="{FF2B5EF4-FFF2-40B4-BE49-F238E27FC236}">
                <a16:creationId xmlns:a16="http://schemas.microsoft.com/office/drawing/2014/main" id="{787A58E3-A5E4-2011-C789-A55E3F2CDFF1}"/>
              </a:ext>
            </a:extLst>
          </p:cNvPr>
          <p:cNvSpPr txBox="1"/>
          <p:nvPr/>
        </p:nvSpPr>
        <p:spPr>
          <a:xfrm>
            <a:off x="3640666" y="2404765"/>
            <a:ext cx="570089" cy="230832"/>
          </a:xfrm>
          <a:prstGeom prst="rect">
            <a:avLst/>
          </a:prstGeom>
          <a:noFill/>
        </p:spPr>
        <p:txBody>
          <a:bodyPr wrap="square" rtlCol="0">
            <a:spAutoFit/>
          </a:bodyPr>
          <a:lstStyle/>
          <a:p>
            <a:pPr algn="ctr"/>
            <a:r>
              <a:rPr lang="en-US" sz="900" dirty="0"/>
              <a:t>3478</a:t>
            </a:r>
          </a:p>
        </p:txBody>
      </p:sp>
      <p:sp>
        <p:nvSpPr>
          <p:cNvPr id="56" name="TextBox 55">
            <a:extLst>
              <a:ext uri="{FF2B5EF4-FFF2-40B4-BE49-F238E27FC236}">
                <a16:creationId xmlns:a16="http://schemas.microsoft.com/office/drawing/2014/main" id="{2D222806-00DF-034C-533A-A3A175F3E69C}"/>
              </a:ext>
            </a:extLst>
          </p:cNvPr>
          <p:cNvSpPr txBox="1"/>
          <p:nvPr/>
        </p:nvSpPr>
        <p:spPr>
          <a:xfrm>
            <a:off x="7157158" y="2404765"/>
            <a:ext cx="570089" cy="230832"/>
          </a:xfrm>
          <a:prstGeom prst="rect">
            <a:avLst/>
          </a:prstGeom>
          <a:noFill/>
        </p:spPr>
        <p:txBody>
          <a:bodyPr wrap="square" rtlCol="0">
            <a:spAutoFit/>
          </a:bodyPr>
          <a:lstStyle/>
          <a:p>
            <a:pPr algn="ctr"/>
            <a:r>
              <a:rPr lang="en-US" sz="900" dirty="0"/>
              <a:t>3478</a:t>
            </a:r>
          </a:p>
        </p:txBody>
      </p:sp>
      <p:sp>
        <p:nvSpPr>
          <p:cNvPr id="57" name="TextBox 56">
            <a:extLst>
              <a:ext uri="{FF2B5EF4-FFF2-40B4-BE49-F238E27FC236}">
                <a16:creationId xmlns:a16="http://schemas.microsoft.com/office/drawing/2014/main" id="{5C5B11F0-3F00-775D-8351-6738E541DE8F}"/>
              </a:ext>
            </a:extLst>
          </p:cNvPr>
          <p:cNvSpPr txBox="1"/>
          <p:nvPr/>
        </p:nvSpPr>
        <p:spPr>
          <a:xfrm>
            <a:off x="3138310" y="2404765"/>
            <a:ext cx="570089" cy="230832"/>
          </a:xfrm>
          <a:prstGeom prst="rect">
            <a:avLst/>
          </a:prstGeom>
          <a:noFill/>
        </p:spPr>
        <p:txBody>
          <a:bodyPr wrap="square" rtlCol="0">
            <a:spAutoFit/>
          </a:bodyPr>
          <a:lstStyle/>
          <a:p>
            <a:pPr algn="ctr"/>
            <a:r>
              <a:rPr lang="en-US" sz="900" dirty="0"/>
              <a:t>478</a:t>
            </a:r>
          </a:p>
        </p:txBody>
      </p:sp>
      <p:sp>
        <p:nvSpPr>
          <p:cNvPr id="58" name="TextBox 57">
            <a:extLst>
              <a:ext uri="{FF2B5EF4-FFF2-40B4-BE49-F238E27FC236}">
                <a16:creationId xmlns:a16="http://schemas.microsoft.com/office/drawing/2014/main" id="{8F1945E0-300F-7654-5434-638557A4DF84}"/>
              </a:ext>
            </a:extLst>
          </p:cNvPr>
          <p:cNvSpPr txBox="1"/>
          <p:nvPr/>
        </p:nvSpPr>
        <p:spPr>
          <a:xfrm>
            <a:off x="7157158" y="2905709"/>
            <a:ext cx="570089" cy="230832"/>
          </a:xfrm>
          <a:prstGeom prst="rect">
            <a:avLst/>
          </a:prstGeom>
          <a:noFill/>
        </p:spPr>
        <p:txBody>
          <a:bodyPr wrap="square" rtlCol="0">
            <a:spAutoFit/>
          </a:bodyPr>
          <a:lstStyle/>
          <a:p>
            <a:pPr algn="ctr"/>
            <a:r>
              <a:rPr lang="en-US" sz="900" dirty="0"/>
              <a:t>3478</a:t>
            </a:r>
          </a:p>
        </p:txBody>
      </p:sp>
      <p:sp>
        <p:nvSpPr>
          <p:cNvPr id="59" name="TextBox 58">
            <a:extLst>
              <a:ext uri="{FF2B5EF4-FFF2-40B4-BE49-F238E27FC236}">
                <a16:creationId xmlns:a16="http://schemas.microsoft.com/office/drawing/2014/main" id="{9C103ED0-DF1E-0C09-1D37-F4A351E47D4A}"/>
              </a:ext>
            </a:extLst>
          </p:cNvPr>
          <p:cNvSpPr txBox="1"/>
          <p:nvPr/>
        </p:nvSpPr>
        <p:spPr>
          <a:xfrm>
            <a:off x="3138310" y="2905709"/>
            <a:ext cx="570089" cy="230832"/>
          </a:xfrm>
          <a:prstGeom prst="rect">
            <a:avLst/>
          </a:prstGeom>
          <a:noFill/>
        </p:spPr>
        <p:txBody>
          <a:bodyPr wrap="square" rtlCol="0">
            <a:spAutoFit/>
          </a:bodyPr>
          <a:lstStyle/>
          <a:p>
            <a:pPr algn="ctr"/>
            <a:r>
              <a:rPr lang="en-US" sz="900" dirty="0"/>
              <a:t>345678</a:t>
            </a:r>
          </a:p>
        </p:txBody>
      </p:sp>
      <p:sp>
        <p:nvSpPr>
          <p:cNvPr id="61" name="TextBox 60">
            <a:extLst>
              <a:ext uri="{FF2B5EF4-FFF2-40B4-BE49-F238E27FC236}">
                <a16:creationId xmlns:a16="http://schemas.microsoft.com/office/drawing/2014/main" id="{CF10D52A-2517-B139-3104-9A58E98DFFFB}"/>
              </a:ext>
            </a:extLst>
          </p:cNvPr>
          <p:cNvSpPr txBox="1"/>
          <p:nvPr/>
        </p:nvSpPr>
        <p:spPr>
          <a:xfrm>
            <a:off x="3138310" y="3406653"/>
            <a:ext cx="570089" cy="230832"/>
          </a:xfrm>
          <a:prstGeom prst="rect">
            <a:avLst/>
          </a:prstGeom>
          <a:noFill/>
        </p:spPr>
        <p:txBody>
          <a:bodyPr wrap="square" rtlCol="0">
            <a:spAutoFit/>
          </a:bodyPr>
          <a:lstStyle/>
          <a:p>
            <a:pPr algn="ctr"/>
            <a:r>
              <a:rPr lang="en-US" sz="900" dirty="0"/>
              <a:t>457</a:t>
            </a:r>
          </a:p>
        </p:txBody>
      </p:sp>
      <p:sp>
        <p:nvSpPr>
          <p:cNvPr id="62" name="TextBox 61">
            <a:extLst>
              <a:ext uri="{FF2B5EF4-FFF2-40B4-BE49-F238E27FC236}">
                <a16:creationId xmlns:a16="http://schemas.microsoft.com/office/drawing/2014/main" id="{AAB91D7B-12B6-325E-7748-47A81B00EFC7}"/>
              </a:ext>
            </a:extLst>
          </p:cNvPr>
          <p:cNvSpPr txBox="1"/>
          <p:nvPr/>
        </p:nvSpPr>
        <p:spPr>
          <a:xfrm>
            <a:off x="3640666" y="2905709"/>
            <a:ext cx="570089" cy="230832"/>
          </a:xfrm>
          <a:prstGeom prst="rect">
            <a:avLst/>
          </a:prstGeom>
          <a:noFill/>
        </p:spPr>
        <p:txBody>
          <a:bodyPr wrap="square" rtlCol="0">
            <a:spAutoFit/>
          </a:bodyPr>
          <a:lstStyle/>
          <a:p>
            <a:pPr algn="ctr"/>
            <a:r>
              <a:rPr lang="en-US" sz="900" dirty="0"/>
              <a:t>234567</a:t>
            </a:r>
          </a:p>
        </p:txBody>
      </p:sp>
      <p:sp>
        <p:nvSpPr>
          <p:cNvPr id="64" name="TextBox 63">
            <a:extLst>
              <a:ext uri="{FF2B5EF4-FFF2-40B4-BE49-F238E27FC236}">
                <a16:creationId xmlns:a16="http://schemas.microsoft.com/office/drawing/2014/main" id="{6A79BA1C-CF39-0D0B-A9CB-E26E1E57A5CF}"/>
              </a:ext>
            </a:extLst>
          </p:cNvPr>
          <p:cNvSpPr txBox="1"/>
          <p:nvPr/>
        </p:nvSpPr>
        <p:spPr>
          <a:xfrm>
            <a:off x="3640666" y="3406653"/>
            <a:ext cx="570089" cy="230832"/>
          </a:xfrm>
          <a:prstGeom prst="rect">
            <a:avLst/>
          </a:prstGeom>
          <a:noFill/>
        </p:spPr>
        <p:txBody>
          <a:bodyPr wrap="square" rtlCol="0">
            <a:spAutoFit/>
          </a:bodyPr>
          <a:lstStyle/>
          <a:p>
            <a:pPr algn="ctr"/>
            <a:r>
              <a:rPr lang="en-US" sz="900" dirty="0"/>
              <a:t>345</a:t>
            </a:r>
          </a:p>
        </p:txBody>
      </p:sp>
      <p:sp>
        <p:nvSpPr>
          <p:cNvPr id="66" name="TextBox 65">
            <a:extLst>
              <a:ext uri="{FF2B5EF4-FFF2-40B4-BE49-F238E27FC236}">
                <a16:creationId xmlns:a16="http://schemas.microsoft.com/office/drawing/2014/main" id="{AD6EEC6B-FA2D-491D-6E89-29DBDF22D3BA}"/>
              </a:ext>
            </a:extLst>
          </p:cNvPr>
          <p:cNvSpPr txBox="1"/>
          <p:nvPr/>
        </p:nvSpPr>
        <p:spPr>
          <a:xfrm>
            <a:off x="3640666" y="3907597"/>
            <a:ext cx="570089" cy="230832"/>
          </a:xfrm>
          <a:prstGeom prst="rect">
            <a:avLst/>
          </a:prstGeom>
          <a:noFill/>
        </p:spPr>
        <p:txBody>
          <a:bodyPr wrap="square" rtlCol="0">
            <a:spAutoFit/>
          </a:bodyPr>
          <a:lstStyle/>
          <a:p>
            <a:pPr algn="ctr"/>
            <a:r>
              <a:rPr lang="en-US" sz="900" dirty="0"/>
              <a:t>235</a:t>
            </a:r>
          </a:p>
        </p:txBody>
      </p:sp>
      <p:sp>
        <p:nvSpPr>
          <p:cNvPr id="67" name="TextBox 66">
            <a:extLst>
              <a:ext uri="{FF2B5EF4-FFF2-40B4-BE49-F238E27FC236}">
                <a16:creationId xmlns:a16="http://schemas.microsoft.com/office/drawing/2014/main" id="{530BC926-8549-79D0-DDED-840A1BAACF1A}"/>
              </a:ext>
            </a:extLst>
          </p:cNvPr>
          <p:cNvSpPr txBox="1"/>
          <p:nvPr/>
        </p:nvSpPr>
        <p:spPr>
          <a:xfrm>
            <a:off x="4143022" y="3907597"/>
            <a:ext cx="570089" cy="230832"/>
          </a:xfrm>
          <a:prstGeom prst="rect">
            <a:avLst/>
          </a:prstGeom>
          <a:noFill/>
        </p:spPr>
        <p:txBody>
          <a:bodyPr wrap="square" rtlCol="0">
            <a:spAutoFit/>
          </a:bodyPr>
          <a:lstStyle/>
          <a:p>
            <a:pPr algn="ctr"/>
            <a:r>
              <a:rPr lang="en-US" sz="900" dirty="0"/>
              <a:t>235</a:t>
            </a:r>
          </a:p>
        </p:txBody>
      </p:sp>
      <p:sp>
        <p:nvSpPr>
          <p:cNvPr id="68" name="TextBox 67">
            <a:extLst>
              <a:ext uri="{FF2B5EF4-FFF2-40B4-BE49-F238E27FC236}">
                <a16:creationId xmlns:a16="http://schemas.microsoft.com/office/drawing/2014/main" id="{74BE0518-F038-0EBD-19A0-9FBC52DB8569}"/>
              </a:ext>
            </a:extLst>
          </p:cNvPr>
          <p:cNvSpPr txBox="1"/>
          <p:nvPr/>
        </p:nvSpPr>
        <p:spPr>
          <a:xfrm>
            <a:off x="6654802" y="3907597"/>
            <a:ext cx="570089" cy="230832"/>
          </a:xfrm>
          <a:prstGeom prst="rect">
            <a:avLst/>
          </a:prstGeom>
          <a:noFill/>
        </p:spPr>
        <p:txBody>
          <a:bodyPr wrap="square" rtlCol="0">
            <a:spAutoFit/>
          </a:bodyPr>
          <a:lstStyle/>
          <a:p>
            <a:pPr algn="ctr"/>
            <a:r>
              <a:rPr lang="en-US" sz="900" dirty="0"/>
              <a:t>35</a:t>
            </a:r>
          </a:p>
        </p:txBody>
      </p:sp>
      <p:sp>
        <p:nvSpPr>
          <p:cNvPr id="69" name="TextBox 68">
            <a:extLst>
              <a:ext uri="{FF2B5EF4-FFF2-40B4-BE49-F238E27FC236}">
                <a16:creationId xmlns:a16="http://schemas.microsoft.com/office/drawing/2014/main" id="{E38CBAA5-E210-1058-DE7A-9E26E2882476}"/>
              </a:ext>
            </a:extLst>
          </p:cNvPr>
          <p:cNvSpPr txBox="1"/>
          <p:nvPr/>
        </p:nvSpPr>
        <p:spPr>
          <a:xfrm>
            <a:off x="3640666" y="4909484"/>
            <a:ext cx="570089" cy="230832"/>
          </a:xfrm>
          <a:prstGeom prst="rect">
            <a:avLst/>
          </a:prstGeom>
          <a:noFill/>
        </p:spPr>
        <p:txBody>
          <a:bodyPr wrap="square" rtlCol="0">
            <a:spAutoFit/>
          </a:bodyPr>
          <a:lstStyle/>
          <a:p>
            <a:pPr algn="ctr"/>
            <a:r>
              <a:rPr lang="en-US" sz="900" dirty="0"/>
              <a:t>3467</a:t>
            </a:r>
          </a:p>
        </p:txBody>
      </p:sp>
      <p:sp>
        <p:nvSpPr>
          <p:cNvPr id="70" name="TextBox 69">
            <a:extLst>
              <a:ext uri="{FF2B5EF4-FFF2-40B4-BE49-F238E27FC236}">
                <a16:creationId xmlns:a16="http://schemas.microsoft.com/office/drawing/2014/main" id="{32EE77CD-38E5-2F48-E084-8FF59F80147E}"/>
              </a:ext>
            </a:extLst>
          </p:cNvPr>
          <p:cNvSpPr txBox="1"/>
          <p:nvPr/>
        </p:nvSpPr>
        <p:spPr>
          <a:xfrm>
            <a:off x="4143022" y="4909484"/>
            <a:ext cx="570089" cy="230832"/>
          </a:xfrm>
          <a:prstGeom prst="rect">
            <a:avLst/>
          </a:prstGeom>
          <a:noFill/>
        </p:spPr>
        <p:txBody>
          <a:bodyPr wrap="square" rtlCol="0">
            <a:spAutoFit/>
          </a:bodyPr>
          <a:lstStyle/>
          <a:p>
            <a:pPr algn="ctr"/>
            <a:r>
              <a:rPr lang="en-US" sz="900" dirty="0"/>
              <a:t>3467</a:t>
            </a:r>
          </a:p>
        </p:txBody>
      </p:sp>
      <p:sp>
        <p:nvSpPr>
          <p:cNvPr id="71" name="TextBox 70">
            <a:extLst>
              <a:ext uri="{FF2B5EF4-FFF2-40B4-BE49-F238E27FC236}">
                <a16:creationId xmlns:a16="http://schemas.microsoft.com/office/drawing/2014/main" id="{BFDEE6C1-C0B5-F7E4-058D-3490B01E591C}"/>
              </a:ext>
            </a:extLst>
          </p:cNvPr>
          <p:cNvSpPr txBox="1"/>
          <p:nvPr/>
        </p:nvSpPr>
        <p:spPr>
          <a:xfrm>
            <a:off x="6152446" y="4909484"/>
            <a:ext cx="570089" cy="230832"/>
          </a:xfrm>
          <a:prstGeom prst="rect">
            <a:avLst/>
          </a:prstGeom>
          <a:noFill/>
        </p:spPr>
        <p:txBody>
          <a:bodyPr wrap="square" rtlCol="0">
            <a:spAutoFit/>
          </a:bodyPr>
          <a:lstStyle/>
          <a:p>
            <a:pPr algn="ctr"/>
            <a:r>
              <a:rPr lang="en-US" sz="900" dirty="0"/>
              <a:t>1347</a:t>
            </a:r>
          </a:p>
        </p:txBody>
      </p:sp>
      <p:sp>
        <p:nvSpPr>
          <p:cNvPr id="72" name="TextBox 71">
            <a:extLst>
              <a:ext uri="{FF2B5EF4-FFF2-40B4-BE49-F238E27FC236}">
                <a16:creationId xmlns:a16="http://schemas.microsoft.com/office/drawing/2014/main" id="{716AEF7D-036D-7F73-F63A-A771B89DA1D1}"/>
              </a:ext>
            </a:extLst>
          </p:cNvPr>
          <p:cNvSpPr txBox="1"/>
          <p:nvPr/>
        </p:nvSpPr>
        <p:spPr>
          <a:xfrm>
            <a:off x="6654802" y="4909484"/>
            <a:ext cx="570089" cy="230832"/>
          </a:xfrm>
          <a:prstGeom prst="rect">
            <a:avLst/>
          </a:prstGeom>
          <a:noFill/>
        </p:spPr>
        <p:txBody>
          <a:bodyPr wrap="square" rtlCol="0">
            <a:spAutoFit/>
          </a:bodyPr>
          <a:lstStyle/>
          <a:p>
            <a:pPr algn="ctr"/>
            <a:r>
              <a:rPr lang="en-US" sz="900" dirty="0"/>
              <a:t>347</a:t>
            </a:r>
          </a:p>
        </p:txBody>
      </p:sp>
      <p:sp>
        <p:nvSpPr>
          <p:cNvPr id="73" name="TextBox 72">
            <a:extLst>
              <a:ext uri="{FF2B5EF4-FFF2-40B4-BE49-F238E27FC236}">
                <a16:creationId xmlns:a16="http://schemas.microsoft.com/office/drawing/2014/main" id="{2434D12B-505E-A56C-166D-BE54D7FB4756}"/>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A5B1E75F-90E8-59FD-4A41-41E859D47E02}"/>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933E9957-7C4B-F155-3261-6F689D721D93}"/>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76" name="TextBox 75">
            <a:extLst>
              <a:ext uri="{FF2B5EF4-FFF2-40B4-BE49-F238E27FC236}">
                <a16:creationId xmlns:a16="http://schemas.microsoft.com/office/drawing/2014/main" id="{70E6248C-7D40-4D25-6BCC-EE131BE4BD0B}"/>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8FEAD366-CED0-CE44-604A-13BA7F56696B}"/>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BDF7B797-637B-1A4E-4449-049EAA861835}"/>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77D77C19-3A7D-C0AE-5435-D94ACEE9607B}"/>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39" name="TextBox 38">
            <a:extLst>
              <a:ext uri="{FF2B5EF4-FFF2-40B4-BE49-F238E27FC236}">
                <a16:creationId xmlns:a16="http://schemas.microsoft.com/office/drawing/2014/main" id="{5C58A95B-DB41-2E68-1058-52FC0A43CC97}"/>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E6D00EE7-8318-3D15-D647-ED590046989D}"/>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D2396FBD-812C-E587-0DA3-5DD7A32F9B05}"/>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7F7147B9-7C34-3882-A93F-9B3E33619DE2}"/>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422F69AC-B0E4-49EF-5409-A8AE2C9696F1}"/>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B46AA6FC-467E-E20F-CBB4-90C698018488}"/>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4173124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5995D-3E7B-1532-081A-1E2C877B325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7BBD25-92A2-C0B9-C92C-A170E6792EB9}"/>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85267E3-F1F1-8541-28A6-E63087192AF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54FED47-6938-6909-EDA8-AB9179AF53E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0FE8EFD-DF72-238D-52EF-B8A77897F1B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42BE743-E217-7324-28DB-33470FBFD74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5091641-154A-69B5-2BEE-5CCC3BBE3ED5}"/>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C141566F-9F71-537D-0846-A9FC80669772}"/>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7975246E-006D-CD0F-A26D-EB39F0C6AEAA}"/>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4623B734-281C-EB17-B4A9-222409FA7734}"/>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BD8FDBC6-EEEB-25EF-72B3-E0DF5F250174}"/>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F4BDAD4A-73E0-937D-A19B-09B985DE2ED6}"/>
              </a:ext>
            </a:extLst>
          </p:cNvPr>
          <p:cNvSpPr txBox="1"/>
          <p:nvPr/>
        </p:nvSpPr>
        <p:spPr>
          <a:xfrm>
            <a:off x="4143022" y="4408541"/>
            <a:ext cx="570089" cy="230832"/>
          </a:xfrm>
          <a:prstGeom prst="rect">
            <a:avLst/>
          </a:prstGeom>
          <a:noFill/>
        </p:spPr>
        <p:txBody>
          <a:bodyPr wrap="square" rtlCol="0">
            <a:spAutoFit/>
          </a:bodyPr>
          <a:lstStyle/>
          <a:p>
            <a:pPr algn="ctr"/>
            <a:r>
              <a:rPr lang="en-US" sz="900" dirty="0"/>
              <a:t>4578</a:t>
            </a:r>
          </a:p>
        </p:txBody>
      </p:sp>
      <p:sp>
        <p:nvSpPr>
          <p:cNvPr id="13" name="TextBox 12">
            <a:extLst>
              <a:ext uri="{FF2B5EF4-FFF2-40B4-BE49-F238E27FC236}">
                <a16:creationId xmlns:a16="http://schemas.microsoft.com/office/drawing/2014/main" id="{9EDEE4F7-6AB3-2E27-CD42-65C9ABD87CFF}"/>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81F7ED67-3720-3B9F-C7D6-9C7AC4A0039B}"/>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4676FE1C-407D-A24D-18A9-354DFB301C29}"/>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8726DF0F-7484-90B1-04BF-102F57149AC8}"/>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65565062-F8AD-133C-422E-45C47C49E874}"/>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3877CDBE-8806-D31B-B76E-F74F0F8C3C61}"/>
              </a:ext>
            </a:extLst>
          </p:cNvPr>
          <p:cNvSpPr txBox="1"/>
          <p:nvPr/>
        </p:nvSpPr>
        <p:spPr>
          <a:xfrm>
            <a:off x="4645378" y="2905709"/>
            <a:ext cx="570089" cy="230832"/>
          </a:xfrm>
          <a:prstGeom prst="rect">
            <a:avLst/>
          </a:prstGeom>
          <a:noFill/>
        </p:spPr>
        <p:txBody>
          <a:bodyPr wrap="square" rtlCol="0">
            <a:spAutoFit/>
          </a:bodyPr>
          <a:lstStyle/>
          <a:p>
            <a:pPr algn="ctr"/>
            <a:r>
              <a:rPr lang="en-US" sz="900" dirty="0"/>
              <a:t>59</a:t>
            </a:r>
          </a:p>
        </p:txBody>
      </p:sp>
      <p:sp>
        <p:nvSpPr>
          <p:cNvPr id="27" name="TextBox 26">
            <a:extLst>
              <a:ext uri="{FF2B5EF4-FFF2-40B4-BE49-F238E27FC236}">
                <a16:creationId xmlns:a16="http://schemas.microsoft.com/office/drawing/2014/main" id="{A2D625B6-A4BC-88C5-23D7-1F3DB51A8A0B}"/>
              </a:ext>
            </a:extLst>
          </p:cNvPr>
          <p:cNvSpPr txBox="1"/>
          <p:nvPr/>
        </p:nvSpPr>
        <p:spPr>
          <a:xfrm>
            <a:off x="4645378" y="3406653"/>
            <a:ext cx="570089" cy="230832"/>
          </a:xfrm>
          <a:prstGeom prst="rect">
            <a:avLst/>
          </a:prstGeom>
          <a:noFill/>
        </p:spPr>
        <p:txBody>
          <a:bodyPr wrap="square" rtlCol="0">
            <a:spAutoFit/>
          </a:bodyPr>
          <a:lstStyle/>
          <a:p>
            <a:pPr algn="ctr"/>
            <a:r>
              <a:rPr lang="en-US" sz="900" dirty="0"/>
              <a:t>95</a:t>
            </a:r>
          </a:p>
        </p:txBody>
      </p:sp>
      <p:sp>
        <p:nvSpPr>
          <p:cNvPr id="32" name="TextBox 31">
            <a:extLst>
              <a:ext uri="{FF2B5EF4-FFF2-40B4-BE49-F238E27FC236}">
                <a16:creationId xmlns:a16="http://schemas.microsoft.com/office/drawing/2014/main" id="{FAAF7AEC-F2DA-AB61-987D-73FCA5502CD3}"/>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4BAB032A-0178-86C9-2A09-F7EDB1912895}"/>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890EF1BC-B013-F58D-5937-8F17F20A58F1}"/>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4C418D65-DE0D-801A-219A-54865621725E}"/>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701E84F3-87D3-1ECB-5FF3-5B9517D312E1}"/>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7D245190-73FD-BDB1-04F9-736A9C2D26AE}"/>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2F33D938-C5B2-D640-A913-6D84992DD34C}"/>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5D51746B-13F4-C86A-7328-4D432FB2EC2D}"/>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1ADC9B3E-A014-F332-5AF8-3ED4F9054226}"/>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BFF0DA52-D36F-87E9-1A12-29B6D9E3C911}"/>
              </a:ext>
            </a:extLst>
          </p:cNvPr>
          <p:cNvSpPr txBox="1"/>
          <p:nvPr/>
        </p:nvSpPr>
        <p:spPr>
          <a:xfrm>
            <a:off x="5147734" y="2404765"/>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B7971572-1E9F-1B50-6A7E-8BB8F8D2CB1F}"/>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40" name="TextBox 39">
            <a:extLst>
              <a:ext uri="{FF2B5EF4-FFF2-40B4-BE49-F238E27FC236}">
                <a16:creationId xmlns:a16="http://schemas.microsoft.com/office/drawing/2014/main" id="{753AE898-156E-5BB5-B296-3C6DE4AA54AE}"/>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F3522DDF-CFCE-E690-C285-8DAA0F4D96EE}"/>
              </a:ext>
            </a:extLst>
          </p:cNvPr>
          <p:cNvSpPr txBox="1"/>
          <p:nvPr/>
        </p:nvSpPr>
        <p:spPr>
          <a:xfrm>
            <a:off x="4143022" y="1903821"/>
            <a:ext cx="570089" cy="230832"/>
          </a:xfrm>
          <a:prstGeom prst="rect">
            <a:avLst/>
          </a:prstGeom>
          <a:noFill/>
        </p:spPr>
        <p:txBody>
          <a:bodyPr wrap="square" rtlCol="0">
            <a:spAutoFit/>
          </a:bodyPr>
          <a:lstStyle/>
          <a:p>
            <a:pPr algn="ctr"/>
            <a:r>
              <a:rPr lang="en-US" sz="900" dirty="0"/>
              <a:t>678</a:t>
            </a:r>
          </a:p>
        </p:txBody>
      </p:sp>
      <p:sp>
        <p:nvSpPr>
          <p:cNvPr id="42" name="TextBox 41">
            <a:extLst>
              <a:ext uri="{FF2B5EF4-FFF2-40B4-BE49-F238E27FC236}">
                <a16:creationId xmlns:a16="http://schemas.microsoft.com/office/drawing/2014/main" id="{26CD4431-1891-06A5-29B8-D56B57F87C3F}"/>
              </a:ext>
            </a:extLst>
          </p:cNvPr>
          <p:cNvSpPr txBox="1"/>
          <p:nvPr/>
        </p:nvSpPr>
        <p:spPr>
          <a:xfrm>
            <a:off x="4143022" y="901933"/>
            <a:ext cx="570089" cy="230832"/>
          </a:xfrm>
          <a:prstGeom prst="rect">
            <a:avLst/>
          </a:prstGeom>
          <a:noFill/>
        </p:spPr>
        <p:txBody>
          <a:bodyPr wrap="square" rtlCol="0">
            <a:spAutoFit/>
          </a:bodyPr>
          <a:lstStyle/>
          <a:p>
            <a:pPr algn="ctr"/>
            <a:r>
              <a:rPr lang="en-US" sz="900" dirty="0"/>
              <a:t>458</a:t>
            </a:r>
          </a:p>
        </p:txBody>
      </p:sp>
      <p:sp>
        <p:nvSpPr>
          <p:cNvPr id="43" name="TextBox 42">
            <a:extLst>
              <a:ext uri="{FF2B5EF4-FFF2-40B4-BE49-F238E27FC236}">
                <a16:creationId xmlns:a16="http://schemas.microsoft.com/office/drawing/2014/main" id="{C13C1E17-5724-596E-C5B8-3DFB36DBAFE5}"/>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406EDCC7-F817-0561-161B-8AC1C80BE3D5}"/>
              </a:ext>
            </a:extLst>
          </p:cNvPr>
          <p:cNvSpPr txBox="1"/>
          <p:nvPr/>
        </p:nvSpPr>
        <p:spPr>
          <a:xfrm>
            <a:off x="6654802" y="901933"/>
            <a:ext cx="570089" cy="230832"/>
          </a:xfrm>
          <a:prstGeom prst="rect">
            <a:avLst/>
          </a:prstGeom>
          <a:noFill/>
        </p:spPr>
        <p:txBody>
          <a:bodyPr wrap="square" rtlCol="0">
            <a:spAutoFit/>
          </a:bodyPr>
          <a:lstStyle/>
          <a:p>
            <a:pPr algn="ctr"/>
            <a:r>
              <a:rPr lang="en-US" sz="900" dirty="0"/>
              <a:t>458</a:t>
            </a:r>
          </a:p>
        </p:txBody>
      </p:sp>
      <p:sp>
        <p:nvSpPr>
          <p:cNvPr id="45" name="TextBox 44">
            <a:extLst>
              <a:ext uri="{FF2B5EF4-FFF2-40B4-BE49-F238E27FC236}">
                <a16:creationId xmlns:a16="http://schemas.microsoft.com/office/drawing/2014/main" id="{B9B4726D-C4F6-1C28-796E-AD0F102B7371}"/>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13457</a:t>
            </a:r>
          </a:p>
        </p:txBody>
      </p:sp>
      <p:sp>
        <p:nvSpPr>
          <p:cNvPr id="46" name="TextBox 45">
            <a:extLst>
              <a:ext uri="{FF2B5EF4-FFF2-40B4-BE49-F238E27FC236}">
                <a16:creationId xmlns:a16="http://schemas.microsoft.com/office/drawing/2014/main" id="{B0362306-1C40-DEA9-ED54-E99D5AA36D8F}"/>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3457</a:t>
            </a:r>
          </a:p>
        </p:txBody>
      </p:sp>
      <p:sp>
        <p:nvSpPr>
          <p:cNvPr id="47" name="TextBox 46">
            <a:extLst>
              <a:ext uri="{FF2B5EF4-FFF2-40B4-BE49-F238E27FC236}">
                <a16:creationId xmlns:a16="http://schemas.microsoft.com/office/drawing/2014/main" id="{9B5EEE46-286A-0C3E-AE60-C32AB64D3D64}"/>
              </a:ext>
            </a:extLst>
          </p:cNvPr>
          <p:cNvSpPr txBox="1"/>
          <p:nvPr/>
        </p:nvSpPr>
        <p:spPr>
          <a:xfrm>
            <a:off x="6152446" y="1402877"/>
            <a:ext cx="570089" cy="230832"/>
          </a:xfrm>
          <a:prstGeom prst="rect">
            <a:avLst/>
          </a:prstGeom>
          <a:noFill/>
        </p:spPr>
        <p:txBody>
          <a:bodyPr wrap="square" rtlCol="0">
            <a:spAutoFit/>
          </a:bodyPr>
          <a:lstStyle/>
          <a:p>
            <a:pPr algn="ctr"/>
            <a:r>
              <a:rPr lang="en-US" sz="900" dirty="0"/>
              <a:t>1347</a:t>
            </a:r>
          </a:p>
        </p:txBody>
      </p:sp>
      <p:sp>
        <p:nvSpPr>
          <p:cNvPr id="48" name="TextBox 47">
            <a:extLst>
              <a:ext uri="{FF2B5EF4-FFF2-40B4-BE49-F238E27FC236}">
                <a16:creationId xmlns:a16="http://schemas.microsoft.com/office/drawing/2014/main" id="{1FAAF3F2-F484-EEC3-5B25-7964EFB92280}"/>
              </a:ext>
            </a:extLst>
          </p:cNvPr>
          <p:cNvSpPr txBox="1"/>
          <p:nvPr/>
        </p:nvSpPr>
        <p:spPr>
          <a:xfrm>
            <a:off x="7157158" y="1402877"/>
            <a:ext cx="570089" cy="230832"/>
          </a:xfrm>
          <a:prstGeom prst="rect">
            <a:avLst/>
          </a:prstGeom>
          <a:noFill/>
        </p:spPr>
        <p:txBody>
          <a:bodyPr wrap="square" rtlCol="0">
            <a:spAutoFit/>
          </a:bodyPr>
          <a:lstStyle/>
          <a:p>
            <a:pPr algn="ctr"/>
            <a:r>
              <a:rPr lang="en-US" sz="900" dirty="0"/>
              <a:t>1345</a:t>
            </a:r>
          </a:p>
        </p:txBody>
      </p:sp>
      <p:sp>
        <p:nvSpPr>
          <p:cNvPr id="49" name="TextBox 48">
            <a:extLst>
              <a:ext uri="{FF2B5EF4-FFF2-40B4-BE49-F238E27FC236}">
                <a16:creationId xmlns:a16="http://schemas.microsoft.com/office/drawing/2014/main" id="{2172EDE7-493E-27E4-F3E0-778A05306F8D}"/>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3457</a:t>
            </a:r>
          </a:p>
        </p:txBody>
      </p:sp>
      <p:sp>
        <p:nvSpPr>
          <p:cNvPr id="50" name="TextBox 49">
            <a:extLst>
              <a:ext uri="{FF2B5EF4-FFF2-40B4-BE49-F238E27FC236}">
                <a16:creationId xmlns:a16="http://schemas.microsoft.com/office/drawing/2014/main" id="{D2A6A03E-5FF3-62C3-11BE-BBB6C0348DCE}"/>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a:t>
            </a:r>
          </a:p>
        </p:txBody>
      </p:sp>
      <p:sp>
        <p:nvSpPr>
          <p:cNvPr id="51" name="TextBox 50">
            <a:extLst>
              <a:ext uri="{FF2B5EF4-FFF2-40B4-BE49-F238E27FC236}">
                <a16:creationId xmlns:a16="http://schemas.microsoft.com/office/drawing/2014/main" id="{1C8A6BA1-C0E5-C250-B685-2F767101B999}"/>
              </a:ext>
            </a:extLst>
          </p:cNvPr>
          <p:cNvSpPr txBox="1"/>
          <p:nvPr/>
        </p:nvSpPr>
        <p:spPr>
          <a:xfrm>
            <a:off x="6654802" y="1903821"/>
            <a:ext cx="570089" cy="230832"/>
          </a:xfrm>
          <a:prstGeom prst="rect">
            <a:avLst/>
          </a:prstGeom>
          <a:noFill/>
        </p:spPr>
        <p:txBody>
          <a:bodyPr wrap="square" rtlCol="0">
            <a:spAutoFit/>
          </a:bodyPr>
          <a:lstStyle/>
          <a:p>
            <a:pPr algn="ctr"/>
            <a:r>
              <a:rPr lang="en-US" sz="900" dirty="0"/>
              <a:t>378</a:t>
            </a:r>
          </a:p>
        </p:txBody>
      </p:sp>
      <p:sp>
        <p:nvSpPr>
          <p:cNvPr id="52" name="TextBox 51">
            <a:extLst>
              <a:ext uri="{FF2B5EF4-FFF2-40B4-BE49-F238E27FC236}">
                <a16:creationId xmlns:a16="http://schemas.microsoft.com/office/drawing/2014/main" id="{797F537B-6DEA-936B-F4A3-4801F92DD817}"/>
              </a:ext>
            </a:extLst>
          </p:cNvPr>
          <p:cNvSpPr txBox="1"/>
          <p:nvPr/>
        </p:nvSpPr>
        <p:spPr>
          <a:xfrm>
            <a:off x="7157158" y="1903821"/>
            <a:ext cx="570089" cy="230832"/>
          </a:xfrm>
          <a:prstGeom prst="rect">
            <a:avLst/>
          </a:prstGeom>
          <a:noFill/>
        </p:spPr>
        <p:txBody>
          <a:bodyPr wrap="square" rtlCol="0">
            <a:spAutoFit/>
          </a:bodyPr>
          <a:lstStyle/>
          <a:p>
            <a:pPr algn="ctr"/>
            <a:r>
              <a:rPr lang="en-US" sz="900" dirty="0"/>
              <a:t>13</a:t>
            </a:r>
          </a:p>
        </p:txBody>
      </p:sp>
      <p:sp>
        <p:nvSpPr>
          <p:cNvPr id="53" name="TextBox 52">
            <a:extLst>
              <a:ext uri="{FF2B5EF4-FFF2-40B4-BE49-F238E27FC236}">
                <a16:creationId xmlns:a16="http://schemas.microsoft.com/office/drawing/2014/main" id="{8940D63B-EC87-0922-EFB7-B0075E2A241F}"/>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a:t>
            </a:r>
          </a:p>
        </p:txBody>
      </p:sp>
      <p:sp>
        <p:nvSpPr>
          <p:cNvPr id="54" name="TextBox 53">
            <a:extLst>
              <a:ext uri="{FF2B5EF4-FFF2-40B4-BE49-F238E27FC236}">
                <a16:creationId xmlns:a16="http://schemas.microsoft.com/office/drawing/2014/main" id="{2A7EAFCD-90F5-DC64-D755-3331601D6859}"/>
              </a:ext>
            </a:extLst>
          </p:cNvPr>
          <p:cNvSpPr txBox="1"/>
          <p:nvPr/>
        </p:nvSpPr>
        <p:spPr>
          <a:xfrm>
            <a:off x="3640666" y="2404765"/>
            <a:ext cx="570089" cy="230832"/>
          </a:xfrm>
          <a:prstGeom prst="rect">
            <a:avLst/>
          </a:prstGeom>
          <a:noFill/>
        </p:spPr>
        <p:txBody>
          <a:bodyPr wrap="square" rtlCol="0">
            <a:spAutoFit/>
          </a:bodyPr>
          <a:lstStyle/>
          <a:p>
            <a:pPr algn="ctr"/>
            <a:r>
              <a:rPr lang="en-US" sz="900" dirty="0"/>
              <a:t>3478</a:t>
            </a:r>
          </a:p>
        </p:txBody>
      </p:sp>
      <p:sp>
        <p:nvSpPr>
          <p:cNvPr id="56" name="TextBox 55">
            <a:extLst>
              <a:ext uri="{FF2B5EF4-FFF2-40B4-BE49-F238E27FC236}">
                <a16:creationId xmlns:a16="http://schemas.microsoft.com/office/drawing/2014/main" id="{77304899-B959-00D1-7050-0BCD4AA56E2A}"/>
              </a:ext>
            </a:extLst>
          </p:cNvPr>
          <p:cNvSpPr txBox="1"/>
          <p:nvPr/>
        </p:nvSpPr>
        <p:spPr>
          <a:xfrm>
            <a:off x="7157158" y="2404765"/>
            <a:ext cx="570089" cy="230832"/>
          </a:xfrm>
          <a:prstGeom prst="rect">
            <a:avLst/>
          </a:prstGeom>
          <a:noFill/>
        </p:spPr>
        <p:txBody>
          <a:bodyPr wrap="square" rtlCol="0">
            <a:spAutoFit/>
          </a:bodyPr>
          <a:lstStyle/>
          <a:p>
            <a:pPr algn="ctr"/>
            <a:r>
              <a:rPr lang="en-US" sz="900" dirty="0"/>
              <a:t>348</a:t>
            </a:r>
          </a:p>
        </p:txBody>
      </p:sp>
      <p:sp>
        <p:nvSpPr>
          <p:cNvPr id="57" name="TextBox 56">
            <a:extLst>
              <a:ext uri="{FF2B5EF4-FFF2-40B4-BE49-F238E27FC236}">
                <a16:creationId xmlns:a16="http://schemas.microsoft.com/office/drawing/2014/main" id="{CE1273FA-A6CA-3192-56DF-40612AE01D5F}"/>
              </a:ext>
            </a:extLst>
          </p:cNvPr>
          <p:cNvSpPr txBox="1"/>
          <p:nvPr/>
        </p:nvSpPr>
        <p:spPr>
          <a:xfrm>
            <a:off x="3138310" y="2404765"/>
            <a:ext cx="570089" cy="230832"/>
          </a:xfrm>
          <a:prstGeom prst="rect">
            <a:avLst/>
          </a:prstGeom>
          <a:noFill/>
        </p:spPr>
        <p:txBody>
          <a:bodyPr wrap="square" rtlCol="0">
            <a:spAutoFit/>
          </a:bodyPr>
          <a:lstStyle/>
          <a:p>
            <a:pPr algn="ctr"/>
            <a:r>
              <a:rPr lang="en-US" sz="900" dirty="0"/>
              <a:t>478</a:t>
            </a:r>
          </a:p>
        </p:txBody>
      </p:sp>
      <p:sp>
        <p:nvSpPr>
          <p:cNvPr id="58" name="TextBox 57">
            <a:extLst>
              <a:ext uri="{FF2B5EF4-FFF2-40B4-BE49-F238E27FC236}">
                <a16:creationId xmlns:a16="http://schemas.microsoft.com/office/drawing/2014/main" id="{58E3E2B0-6E6A-F04C-283B-5618158DAEB9}"/>
              </a:ext>
            </a:extLst>
          </p:cNvPr>
          <p:cNvSpPr txBox="1"/>
          <p:nvPr/>
        </p:nvSpPr>
        <p:spPr>
          <a:xfrm>
            <a:off x="7157158" y="2905709"/>
            <a:ext cx="570089" cy="230832"/>
          </a:xfrm>
          <a:prstGeom prst="rect">
            <a:avLst/>
          </a:prstGeom>
          <a:noFill/>
        </p:spPr>
        <p:txBody>
          <a:bodyPr wrap="square" rtlCol="0">
            <a:spAutoFit/>
          </a:bodyPr>
          <a:lstStyle/>
          <a:p>
            <a:pPr algn="ctr"/>
            <a:r>
              <a:rPr lang="en-US" sz="900" dirty="0"/>
              <a:t>348</a:t>
            </a:r>
          </a:p>
        </p:txBody>
      </p:sp>
      <p:sp>
        <p:nvSpPr>
          <p:cNvPr id="59" name="TextBox 58">
            <a:extLst>
              <a:ext uri="{FF2B5EF4-FFF2-40B4-BE49-F238E27FC236}">
                <a16:creationId xmlns:a16="http://schemas.microsoft.com/office/drawing/2014/main" id="{158E6E3F-E9A0-DB6D-27A7-A6CA9C7697A5}"/>
              </a:ext>
            </a:extLst>
          </p:cNvPr>
          <p:cNvSpPr txBox="1"/>
          <p:nvPr/>
        </p:nvSpPr>
        <p:spPr>
          <a:xfrm>
            <a:off x="3138310" y="2905709"/>
            <a:ext cx="570089" cy="230832"/>
          </a:xfrm>
          <a:prstGeom prst="rect">
            <a:avLst/>
          </a:prstGeom>
          <a:noFill/>
        </p:spPr>
        <p:txBody>
          <a:bodyPr wrap="square" rtlCol="0">
            <a:spAutoFit/>
          </a:bodyPr>
          <a:lstStyle/>
          <a:p>
            <a:pPr algn="ctr"/>
            <a:r>
              <a:rPr lang="en-US" sz="900" dirty="0"/>
              <a:t>345678</a:t>
            </a:r>
          </a:p>
        </p:txBody>
      </p:sp>
      <p:sp>
        <p:nvSpPr>
          <p:cNvPr id="61" name="TextBox 60">
            <a:extLst>
              <a:ext uri="{FF2B5EF4-FFF2-40B4-BE49-F238E27FC236}">
                <a16:creationId xmlns:a16="http://schemas.microsoft.com/office/drawing/2014/main" id="{983D1A5A-27C0-DF1C-AB36-861D77FA3F30}"/>
              </a:ext>
            </a:extLst>
          </p:cNvPr>
          <p:cNvSpPr txBox="1"/>
          <p:nvPr/>
        </p:nvSpPr>
        <p:spPr>
          <a:xfrm>
            <a:off x="3138310" y="3406653"/>
            <a:ext cx="570089" cy="230832"/>
          </a:xfrm>
          <a:prstGeom prst="rect">
            <a:avLst/>
          </a:prstGeom>
          <a:noFill/>
        </p:spPr>
        <p:txBody>
          <a:bodyPr wrap="square" rtlCol="0">
            <a:spAutoFit/>
          </a:bodyPr>
          <a:lstStyle/>
          <a:p>
            <a:pPr algn="ctr"/>
            <a:r>
              <a:rPr lang="en-US" sz="900" dirty="0"/>
              <a:t>45</a:t>
            </a:r>
          </a:p>
        </p:txBody>
      </p:sp>
      <p:sp>
        <p:nvSpPr>
          <p:cNvPr id="62" name="TextBox 61">
            <a:extLst>
              <a:ext uri="{FF2B5EF4-FFF2-40B4-BE49-F238E27FC236}">
                <a16:creationId xmlns:a16="http://schemas.microsoft.com/office/drawing/2014/main" id="{B4432F8B-264C-C7C1-9062-1A70256957BF}"/>
              </a:ext>
            </a:extLst>
          </p:cNvPr>
          <p:cNvSpPr txBox="1"/>
          <p:nvPr/>
        </p:nvSpPr>
        <p:spPr>
          <a:xfrm>
            <a:off x="3640666" y="2905709"/>
            <a:ext cx="570089" cy="230832"/>
          </a:xfrm>
          <a:prstGeom prst="rect">
            <a:avLst/>
          </a:prstGeom>
          <a:noFill/>
        </p:spPr>
        <p:txBody>
          <a:bodyPr wrap="square" rtlCol="0">
            <a:spAutoFit/>
          </a:bodyPr>
          <a:lstStyle/>
          <a:p>
            <a:pPr algn="ctr"/>
            <a:r>
              <a:rPr lang="en-US" sz="900" dirty="0"/>
              <a:t>234567</a:t>
            </a:r>
          </a:p>
        </p:txBody>
      </p:sp>
      <p:sp>
        <p:nvSpPr>
          <p:cNvPr id="64" name="TextBox 63">
            <a:extLst>
              <a:ext uri="{FF2B5EF4-FFF2-40B4-BE49-F238E27FC236}">
                <a16:creationId xmlns:a16="http://schemas.microsoft.com/office/drawing/2014/main" id="{EDD488EF-2E58-9A2B-1344-591B524962D5}"/>
              </a:ext>
            </a:extLst>
          </p:cNvPr>
          <p:cNvSpPr txBox="1"/>
          <p:nvPr/>
        </p:nvSpPr>
        <p:spPr>
          <a:xfrm>
            <a:off x="3640666" y="3406653"/>
            <a:ext cx="570089" cy="230832"/>
          </a:xfrm>
          <a:prstGeom prst="rect">
            <a:avLst/>
          </a:prstGeom>
          <a:noFill/>
        </p:spPr>
        <p:txBody>
          <a:bodyPr wrap="square" rtlCol="0">
            <a:spAutoFit/>
          </a:bodyPr>
          <a:lstStyle/>
          <a:p>
            <a:pPr algn="ctr"/>
            <a:r>
              <a:rPr lang="en-US" sz="900" dirty="0"/>
              <a:t>34</a:t>
            </a:r>
          </a:p>
        </p:txBody>
      </p:sp>
      <p:sp>
        <p:nvSpPr>
          <p:cNvPr id="66" name="TextBox 65">
            <a:extLst>
              <a:ext uri="{FF2B5EF4-FFF2-40B4-BE49-F238E27FC236}">
                <a16:creationId xmlns:a16="http://schemas.microsoft.com/office/drawing/2014/main" id="{AA5D5AFA-A153-64DE-B073-21F0627A487A}"/>
              </a:ext>
            </a:extLst>
          </p:cNvPr>
          <p:cNvSpPr txBox="1"/>
          <p:nvPr/>
        </p:nvSpPr>
        <p:spPr>
          <a:xfrm>
            <a:off x="3640666" y="3907597"/>
            <a:ext cx="570089" cy="230832"/>
          </a:xfrm>
          <a:prstGeom prst="rect">
            <a:avLst/>
          </a:prstGeom>
          <a:noFill/>
        </p:spPr>
        <p:txBody>
          <a:bodyPr wrap="square" rtlCol="0">
            <a:spAutoFit/>
          </a:bodyPr>
          <a:lstStyle/>
          <a:p>
            <a:pPr algn="ctr"/>
            <a:r>
              <a:rPr lang="en-US" sz="900" dirty="0"/>
              <a:t>235</a:t>
            </a:r>
          </a:p>
        </p:txBody>
      </p:sp>
      <p:sp>
        <p:nvSpPr>
          <p:cNvPr id="67" name="TextBox 66">
            <a:extLst>
              <a:ext uri="{FF2B5EF4-FFF2-40B4-BE49-F238E27FC236}">
                <a16:creationId xmlns:a16="http://schemas.microsoft.com/office/drawing/2014/main" id="{1CD161FB-C82D-14DC-D259-BC6A33423FDA}"/>
              </a:ext>
            </a:extLst>
          </p:cNvPr>
          <p:cNvSpPr txBox="1"/>
          <p:nvPr/>
        </p:nvSpPr>
        <p:spPr>
          <a:xfrm>
            <a:off x="4143022" y="3907597"/>
            <a:ext cx="570089" cy="230832"/>
          </a:xfrm>
          <a:prstGeom prst="rect">
            <a:avLst/>
          </a:prstGeom>
          <a:noFill/>
        </p:spPr>
        <p:txBody>
          <a:bodyPr wrap="square" rtlCol="0">
            <a:spAutoFit/>
          </a:bodyPr>
          <a:lstStyle/>
          <a:p>
            <a:pPr algn="ctr"/>
            <a:r>
              <a:rPr lang="en-US" sz="900" dirty="0"/>
              <a:t>235</a:t>
            </a:r>
          </a:p>
        </p:txBody>
      </p:sp>
      <p:sp>
        <p:nvSpPr>
          <p:cNvPr id="68" name="TextBox 67">
            <a:extLst>
              <a:ext uri="{FF2B5EF4-FFF2-40B4-BE49-F238E27FC236}">
                <a16:creationId xmlns:a16="http://schemas.microsoft.com/office/drawing/2014/main" id="{60ED907A-41F6-A815-95C9-A6FC1FBDD43A}"/>
              </a:ext>
            </a:extLst>
          </p:cNvPr>
          <p:cNvSpPr txBox="1"/>
          <p:nvPr/>
        </p:nvSpPr>
        <p:spPr>
          <a:xfrm>
            <a:off x="6654802" y="3907597"/>
            <a:ext cx="570089" cy="230832"/>
          </a:xfrm>
          <a:prstGeom prst="rect">
            <a:avLst/>
          </a:prstGeom>
          <a:noFill/>
        </p:spPr>
        <p:txBody>
          <a:bodyPr wrap="square" rtlCol="0">
            <a:spAutoFit/>
          </a:bodyPr>
          <a:lstStyle/>
          <a:p>
            <a:pPr algn="ctr"/>
            <a:r>
              <a:rPr lang="en-US" sz="900" dirty="0"/>
              <a:t>35</a:t>
            </a:r>
          </a:p>
        </p:txBody>
      </p:sp>
      <p:sp>
        <p:nvSpPr>
          <p:cNvPr id="69" name="TextBox 68">
            <a:extLst>
              <a:ext uri="{FF2B5EF4-FFF2-40B4-BE49-F238E27FC236}">
                <a16:creationId xmlns:a16="http://schemas.microsoft.com/office/drawing/2014/main" id="{DE6DF974-DB07-9648-A6CD-6C2426E3D6EC}"/>
              </a:ext>
            </a:extLst>
          </p:cNvPr>
          <p:cNvSpPr txBox="1"/>
          <p:nvPr/>
        </p:nvSpPr>
        <p:spPr>
          <a:xfrm>
            <a:off x="3640666" y="4909484"/>
            <a:ext cx="570089" cy="230832"/>
          </a:xfrm>
          <a:prstGeom prst="rect">
            <a:avLst/>
          </a:prstGeom>
          <a:noFill/>
        </p:spPr>
        <p:txBody>
          <a:bodyPr wrap="square" rtlCol="0">
            <a:spAutoFit/>
          </a:bodyPr>
          <a:lstStyle/>
          <a:p>
            <a:pPr algn="ctr"/>
            <a:r>
              <a:rPr lang="en-US" sz="900" dirty="0"/>
              <a:t>3467</a:t>
            </a:r>
          </a:p>
        </p:txBody>
      </p:sp>
      <p:sp>
        <p:nvSpPr>
          <p:cNvPr id="70" name="TextBox 69">
            <a:extLst>
              <a:ext uri="{FF2B5EF4-FFF2-40B4-BE49-F238E27FC236}">
                <a16:creationId xmlns:a16="http://schemas.microsoft.com/office/drawing/2014/main" id="{E38A649F-DFBD-3DBD-2109-BE790CBCD2CA}"/>
              </a:ext>
            </a:extLst>
          </p:cNvPr>
          <p:cNvSpPr txBox="1"/>
          <p:nvPr/>
        </p:nvSpPr>
        <p:spPr>
          <a:xfrm>
            <a:off x="4143022" y="4909484"/>
            <a:ext cx="570089" cy="230832"/>
          </a:xfrm>
          <a:prstGeom prst="rect">
            <a:avLst/>
          </a:prstGeom>
          <a:noFill/>
        </p:spPr>
        <p:txBody>
          <a:bodyPr wrap="square" rtlCol="0">
            <a:spAutoFit/>
          </a:bodyPr>
          <a:lstStyle/>
          <a:p>
            <a:pPr algn="ctr"/>
            <a:r>
              <a:rPr lang="en-US" sz="900" dirty="0"/>
              <a:t>3467</a:t>
            </a:r>
          </a:p>
        </p:txBody>
      </p:sp>
      <p:sp>
        <p:nvSpPr>
          <p:cNvPr id="71" name="TextBox 70">
            <a:extLst>
              <a:ext uri="{FF2B5EF4-FFF2-40B4-BE49-F238E27FC236}">
                <a16:creationId xmlns:a16="http://schemas.microsoft.com/office/drawing/2014/main" id="{DACC67F8-9044-817C-1448-B66535D405A2}"/>
              </a:ext>
            </a:extLst>
          </p:cNvPr>
          <p:cNvSpPr txBox="1"/>
          <p:nvPr/>
        </p:nvSpPr>
        <p:spPr>
          <a:xfrm>
            <a:off x="6152446" y="4909484"/>
            <a:ext cx="570089" cy="230832"/>
          </a:xfrm>
          <a:prstGeom prst="rect">
            <a:avLst/>
          </a:prstGeom>
          <a:noFill/>
        </p:spPr>
        <p:txBody>
          <a:bodyPr wrap="square" rtlCol="0">
            <a:spAutoFit/>
          </a:bodyPr>
          <a:lstStyle/>
          <a:p>
            <a:pPr algn="ctr"/>
            <a:r>
              <a:rPr lang="en-US" sz="900" dirty="0"/>
              <a:t>1347</a:t>
            </a:r>
          </a:p>
        </p:txBody>
      </p:sp>
      <p:sp>
        <p:nvSpPr>
          <p:cNvPr id="72" name="TextBox 71">
            <a:extLst>
              <a:ext uri="{FF2B5EF4-FFF2-40B4-BE49-F238E27FC236}">
                <a16:creationId xmlns:a16="http://schemas.microsoft.com/office/drawing/2014/main" id="{00BED113-F05E-6065-71E5-4C3762AF3C44}"/>
              </a:ext>
            </a:extLst>
          </p:cNvPr>
          <p:cNvSpPr txBox="1"/>
          <p:nvPr/>
        </p:nvSpPr>
        <p:spPr>
          <a:xfrm>
            <a:off x="6654802" y="4909484"/>
            <a:ext cx="570089" cy="230832"/>
          </a:xfrm>
          <a:prstGeom prst="rect">
            <a:avLst/>
          </a:prstGeom>
          <a:noFill/>
        </p:spPr>
        <p:txBody>
          <a:bodyPr wrap="square" rtlCol="0">
            <a:spAutoFit/>
          </a:bodyPr>
          <a:lstStyle/>
          <a:p>
            <a:pPr algn="ctr"/>
            <a:r>
              <a:rPr lang="en-US" sz="900" dirty="0"/>
              <a:t>347</a:t>
            </a:r>
          </a:p>
        </p:txBody>
      </p:sp>
      <p:sp>
        <p:nvSpPr>
          <p:cNvPr id="73" name="TextBox 72">
            <a:extLst>
              <a:ext uri="{FF2B5EF4-FFF2-40B4-BE49-F238E27FC236}">
                <a16:creationId xmlns:a16="http://schemas.microsoft.com/office/drawing/2014/main" id="{1CE617C0-9278-41E0-AAE5-494603082098}"/>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4" name="TextBox 73">
            <a:extLst>
              <a:ext uri="{FF2B5EF4-FFF2-40B4-BE49-F238E27FC236}">
                <a16:creationId xmlns:a16="http://schemas.microsoft.com/office/drawing/2014/main" id="{7824BE86-C830-FAF9-5AB2-A3C927853B38}"/>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5" name="TextBox 74">
            <a:extLst>
              <a:ext uri="{FF2B5EF4-FFF2-40B4-BE49-F238E27FC236}">
                <a16:creationId xmlns:a16="http://schemas.microsoft.com/office/drawing/2014/main" id="{98A17CB3-D404-C445-6770-3A7FB8F4A6BA}"/>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76" name="TextBox 75">
            <a:extLst>
              <a:ext uri="{FF2B5EF4-FFF2-40B4-BE49-F238E27FC236}">
                <a16:creationId xmlns:a16="http://schemas.microsoft.com/office/drawing/2014/main" id="{BB45F02A-86AF-644F-22E3-6EA7169EADAE}"/>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1AA647E1-F085-23D9-E126-D8E8D4CCDF1C}"/>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F090A3B3-B727-F675-D08A-C8CAD0659C66}"/>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A9EB80D4-1467-98F8-46D6-78BD32127031}"/>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39" name="TextBox 38">
            <a:extLst>
              <a:ext uri="{FF2B5EF4-FFF2-40B4-BE49-F238E27FC236}">
                <a16:creationId xmlns:a16="http://schemas.microsoft.com/office/drawing/2014/main" id="{3714E530-6DDF-B494-5C3C-B8F4C19A2292}"/>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4519C3F7-77B0-5FE2-6346-1B912A9A3826}"/>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03BB67F4-F89E-0866-1F86-BE8C18F77C4F}"/>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FBBCF742-8E06-820E-49FA-5BFCEBD6990D}"/>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48990C93-501C-A78E-F60E-6CBE23BF27ED}"/>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BB002205-4D27-34DB-D879-8D2DF125225F}"/>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18134340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4B965-7DA6-BA18-88FD-B5E0FF2E57A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80A0763-9B0E-2581-D3EE-A5B9EE6C89A2}"/>
              </a:ext>
            </a:extLst>
          </p:cNvPr>
          <p:cNvSpPr>
            <a:spLocks noGrp="1"/>
          </p:cNvSpPr>
          <p:nvPr>
            <p:ph sz="half" idx="1"/>
          </p:nvPr>
        </p:nvSpPr>
        <p:spPr/>
        <p:txBody>
          <a:bodyPr>
            <a:normAutofit/>
          </a:bodyPr>
          <a:lstStyle/>
          <a:p>
            <a:r>
              <a:rPr lang="en-US" dirty="0"/>
              <a:t>Complete Row 7.</a:t>
            </a:r>
          </a:p>
        </p:txBody>
      </p:sp>
      <p:pic>
        <p:nvPicPr>
          <p:cNvPr id="4" name="Picture 3" descr="A grid of sudoku puzzle&#10;&#10;Description automatically generated">
            <a:extLst>
              <a:ext uri="{FF2B5EF4-FFF2-40B4-BE49-F238E27FC236}">
                <a16:creationId xmlns:a16="http://schemas.microsoft.com/office/drawing/2014/main" id="{5A106034-27E4-01A9-5DD1-16F6C6D3940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7461759-8831-B868-0BCB-D4B38ECDA69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838B545-9214-BB31-984B-A94070C047E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B627DC0-05D6-7BD6-69BE-4F3C806E71E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201204F-2E28-3F8C-4801-673041D881D4}"/>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B1CC95D9-C43C-B0B4-7D5E-165F4DB430D8}"/>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214C36B4-6527-C1B0-406F-8E34E2A0A42A}"/>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2E57DB33-D0DA-17A4-7C3F-9E0ECAB6EC16}"/>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C82F7F60-352D-ECDF-D304-17CF6ACFA519}"/>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0C24605D-234A-F304-A01E-54FA999995A1}"/>
              </a:ext>
            </a:extLst>
          </p:cNvPr>
          <p:cNvSpPr txBox="1"/>
          <p:nvPr/>
        </p:nvSpPr>
        <p:spPr>
          <a:xfrm>
            <a:off x="4143022" y="4408541"/>
            <a:ext cx="570089" cy="230832"/>
          </a:xfrm>
          <a:prstGeom prst="rect">
            <a:avLst/>
          </a:prstGeom>
          <a:noFill/>
        </p:spPr>
        <p:txBody>
          <a:bodyPr wrap="square" rtlCol="0">
            <a:spAutoFit/>
          </a:bodyPr>
          <a:lstStyle/>
          <a:p>
            <a:pPr algn="ctr"/>
            <a:r>
              <a:rPr lang="en-US" sz="900" dirty="0"/>
              <a:t>4578</a:t>
            </a:r>
          </a:p>
        </p:txBody>
      </p:sp>
      <p:sp>
        <p:nvSpPr>
          <p:cNvPr id="13" name="TextBox 12">
            <a:extLst>
              <a:ext uri="{FF2B5EF4-FFF2-40B4-BE49-F238E27FC236}">
                <a16:creationId xmlns:a16="http://schemas.microsoft.com/office/drawing/2014/main" id="{28B4DE43-C876-52C0-E3A6-11B4D06D21BB}"/>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68F1D37E-5CB7-DD44-9CB9-393D8D901F6D}"/>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5DEF2CBE-4C04-6B94-6F5C-BF4A0A7B1D74}"/>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161C4C83-A2F8-E917-E173-58085FCB3EF1}"/>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EA6DCD5D-E531-7F52-B626-A30061641C99}"/>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741088CE-A2FB-9DFA-39AF-F9D6F6EF6707}"/>
              </a:ext>
            </a:extLst>
          </p:cNvPr>
          <p:cNvSpPr txBox="1"/>
          <p:nvPr/>
        </p:nvSpPr>
        <p:spPr>
          <a:xfrm>
            <a:off x="4645378" y="2905709"/>
            <a:ext cx="570089" cy="230832"/>
          </a:xfrm>
          <a:prstGeom prst="rect">
            <a:avLst/>
          </a:prstGeom>
          <a:noFill/>
        </p:spPr>
        <p:txBody>
          <a:bodyPr wrap="square" rtlCol="0">
            <a:spAutoFit/>
          </a:bodyPr>
          <a:lstStyle/>
          <a:p>
            <a:pPr algn="ctr"/>
            <a:r>
              <a:rPr lang="en-US" sz="900" dirty="0"/>
              <a:t>59</a:t>
            </a:r>
          </a:p>
        </p:txBody>
      </p:sp>
      <p:sp>
        <p:nvSpPr>
          <p:cNvPr id="27" name="TextBox 26">
            <a:extLst>
              <a:ext uri="{FF2B5EF4-FFF2-40B4-BE49-F238E27FC236}">
                <a16:creationId xmlns:a16="http://schemas.microsoft.com/office/drawing/2014/main" id="{CCD841DE-57A5-AF93-9C91-8B5CFD69E4A1}"/>
              </a:ext>
            </a:extLst>
          </p:cNvPr>
          <p:cNvSpPr txBox="1"/>
          <p:nvPr/>
        </p:nvSpPr>
        <p:spPr>
          <a:xfrm>
            <a:off x="4645378" y="3406653"/>
            <a:ext cx="570089" cy="230832"/>
          </a:xfrm>
          <a:prstGeom prst="rect">
            <a:avLst/>
          </a:prstGeom>
          <a:noFill/>
        </p:spPr>
        <p:txBody>
          <a:bodyPr wrap="square" rtlCol="0">
            <a:spAutoFit/>
          </a:bodyPr>
          <a:lstStyle/>
          <a:p>
            <a:pPr algn="ctr"/>
            <a:r>
              <a:rPr lang="en-US" sz="900" dirty="0"/>
              <a:t>95</a:t>
            </a:r>
          </a:p>
        </p:txBody>
      </p:sp>
      <p:sp>
        <p:nvSpPr>
          <p:cNvPr id="32" name="TextBox 31">
            <a:extLst>
              <a:ext uri="{FF2B5EF4-FFF2-40B4-BE49-F238E27FC236}">
                <a16:creationId xmlns:a16="http://schemas.microsoft.com/office/drawing/2014/main" id="{DE05B543-A64B-2258-28F0-3192C82BABA3}"/>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03385525-6B9E-5A67-D876-32BBD68E0A86}"/>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F2863417-A9A7-4CD2-1E7B-8912E3E6F609}"/>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6B32EC3B-CFE6-114B-C3CE-66022BA93E06}"/>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1DD5414A-E4F1-8D1B-9728-F2A9EFCBA545}"/>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0771640A-A9A7-8E5F-2610-AC35C00554F4}"/>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19706162-383E-FBDF-FB98-73867A094469}"/>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73FC5419-CF40-D15F-4F7C-590FF021C928}"/>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77FFC475-7C41-7A90-FFC6-C84921B728A2}"/>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D429F195-4602-BF32-80D4-B2A3B5F00C9A}"/>
              </a:ext>
            </a:extLst>
          </p:cNvPr>
          <p:cNvSpPr txBox="1"/>
          <p:nvPr/>
        </p:nvSpPr>
        <p:spPr>
          <a:xfrm>
            <a:off x="5147734" y="2404765"/>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4E3D2E71-7ACA-EF42-F655-E6CB6D37A3FB}"/>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40" name="TextBox 39">
            <a:extLst>
              <a:ext uri="{FF2B5EF4-FFF2-40B4-BE49-F238E27FC236}">
                <a16:creationId xmlns:a16="http://schemas.microsoft.com/office/drawing/2014/main" id="{C5AC8865-52E2-03BB-2077-85521A2CAAE3}"/>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F6AEB58D-E9B1-4F57-2663-6CD98342F480}"/>
              </a:ext>
            </a:extLst>
          </p:cNvPr>
          <p:cNvSpPr txBox="1"/>
          <p:nvPr/>
        </p:nvSpPr>
        <p:spPr>
          <a:xfrm>
            <a:off x="4143022" y="1903821"/>
            <a:ext cx="570089" cy="230832"/>
          </a:xfrm>
          <a:prstGeom prst="rect">
            <a:avLst/>
          </a:prstGeom>
          <a:noFill/>
        </p:spPr>
        <p:txBody>
          <a:bodyPr wrap="square" rtlCol="0">
            <a:spAutoFit/>
          </a:bodyPr>
          <a:lstStyle/>
          <a:p>
            <a:pPr algn="ctr"/>
            <a:r>
              <a:rPr lang="en-US" sz="900" dirty="0"/>
              <a:t>678</a:t>
            </a:r>
          </a:p>
        </p:txBody>
      </p:sp>
      <p:sp>
        <p:nvSpPr>
          <p:cNvPr id="42" name="TextBox 41">
            <a:extLst>
              <a:ext uri="{FF2B5EF4-FFF2-40B4-BE49-F238E27FC236}">
                <a16:creationId xmlns:a16="http://schemas.microsoft.com/office/drawing/2014/main" id="{1F21D8AD-6A45-37AF-7B0B-05E0BADF9C51}"/>
              </a:ext>
            </a:extLst>
          </p:cNvPr>
          <p:cNvSpPr txBox="1"/>
          <p:nvPr/>
        </p:nvSpPr>
        <p:spPr>
          <a:xfrm>
            <a:off x="4143022" y="901933"/>
            <a:ext cx="570089" cy="230832"/>
          </a:xfrm>
          <a:prstGeom prst="rect">
            <a:avLst/>
          </a:prstGeom>
          <a:noFill/>
        </p:spPr>
        <p:txBody>
          <a:bodyPr wrap="square" rtlCol="0">
            <a:spAutoFit/>
          </a:bodyPr>
          <a:lstStyle/>
          <a:p>
            <a:pPr algn="ctr"/>
            <a:r>
              <a:rPr lang="en-US" sz="900" dirty="0"/>
              <a:t>458</a:t>
            </a:r>
          </a:p>
        </p:txBody>
      </p:sp>
      <p:sp>
        <p:nvSpPr>
          <p:cNvPr id="43" name="TextBox 42">
            <a:extLst>
              <a:ext uri="{FF2B5EF4-FFF2-40B4-BE49-F238E27FC236}">
                <a16:creationId xmlns:a16="http://schemas.microsoft.com/office/drawing/2014/main" id="{A9BC34B4-F7C3-A2D7-545B-99F98227C2D1}"/>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616F8BCE-2747-FC59-996B-44682F1CB795}"/>
              </a:ext>
            </a:extLst>
          </p:cNvPr>
          <p:cNvSpPr txBox="1"/>
          <p:nvPr/>
        </p:nvSpPr>
        <p:spPr>
          <a:xfrm>
            <a:off x="6654802" y="901933"/>
            <a:ext cx="570089" cy="230832"/>
          </a:xfrm>
          <a:prstGeom prst="rect">
            <a:avLst/>
          </a:prstGeom>
          <a:noFill/>
        </p:spPr>
        <p:txBody>
          <a:bodyPr wrap="square" rtlCol="0">
            <a:spAutoFit/>
          </a:bodyPr>
          <a:lstStyle/>
          <a:p>
            <a:pPr algn="ctr"/>
            <a:r>
              <a:rPr lang="en-US" sz="900" dirty="0"/>
              <a:t>458</a:t>
            </a:r>
          </a:p>
        </p:txBody>
      </p:sp>
      <p:sp>
        <p:nvSpPr>
          <p:cNvPr id="45" name="TextBox 44">
            <a:extLst>
              <a:ext uri="{FF2B5EF4-FFF2-40B4-BE49-F238E27FC236}">
                <a16:creationId xmlns:a16="http://schemas.microsoft.com/office/drawing/2014/main" id="{85A37ADF-AADF-D339-7BF3-B898692E5977}"/>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13457</a:t>
            </a:r>
          </a:p>
        </p:txBody>
      </p:sp>
      <p:sp>
        <p:nvSpPr>
          <p:cNvPr id="46" name="TextBox 45">
            <a:extLst>
              <a:ext uri="{FF2B5EF4-FFF2-40B4-BE49-F238E27FC236}">
                <a16:creationId xmlns:a16="http://schemas.microsoft.com/office/drawing/2014/main" id="{ED48FDFB-454B-C67C-7E20-B7C8E708C558}"/>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3457</a:t>
            </a:r>
          </a:p>
        </p:txBody>
      </p:sp>
      <p:sp>
        <p:nvSpPr>
          <p:cNvPr id="47" name="TextBox 46">
            <a:extLst>
              <a:ext uri="{FF2B5EF4-FFF2-40B4-BE49-F238E27FC236}">
                <a16:creationId xmlns:a16="http://schemas.microsoft.com/office/drawing/2014/main" id="{98C0EBDB-8663-ED5B-F004-8F80F853C33F}"/>
              </a:ext>
            </a:extLst>
          </p:cNvPr>
          <p:cNvSpPr txBox="1"/>
          <p:nvPr/>
        </p:nvSpPr>
        <p:spPr>
          <a:xfrm>
            <a:off x="6152446" y="1402877"/>
            <a:ext cx="570089" cy="230832"/>
          </a:xfrm>
          <a:prstGeom prst="rect">
            <a:avLst/>
          </a:prstGeom>
          <a:noFill/>
        </p:spPr>
        <p:txBody>
          <a:bodyPr wrap="square" rtlCol="0">
            <a:spAutoFit/>
          </a:bodyPr>
          <a:lstStyle/>
          <a:p>
            <a:pPr algn="ctr"/>
            <a:r>
              <a:rPr lang="en-US" sz="900" dirty="0"/>
              <a:t>1347</a:t>
            </a:r>
          </a:p>
        </p:txBody>
      </p:sp>
      <p:sp>
        <p:nvSpPr>
          <p:cNvPr id="48" name="TextBox 47">
            <a:extLst>
              <a:ext uri="{FF2B5EF4-FFF2-40B4-BE49-F238E27FC236}">
                <a16:creationId xmlns:a16="http://schemas.microsoft.com/office/drawing/2014/main" id="{54F1EFF5-89B9-B173-6050-19AB6B7C7330}"/>
              </a:ext>
            </a:extLst>
          </p:cNvPr>
          <p:cNvSpPr txBox="1"/>
          <p:nvPr/>
        </p:nvSpPr>
        <p:spPr>
          <a:xfrm>
            <a:off x="7157158" y="1402877"/>
            <a:ext cx="570089" cy="230832"/>
          </a:xfrm>
          <a:prstGeom prst="rect">
            <a:avLst/>
          </a:prstGeom>
          <a:noFill/>
        </p:spPr>
        <p:txBody>
          <a:bodyPr wrap="square" rtlCol="0">
            <a:spAutoFit/>
          </a:bodyPr>
          <a:lstStyle/>
          <a:p>
            <a:pPr algn="ctr"/>
            <a:r>
              <a:rPr lang="en-US" sz="900" dirty="0"/>
              <a:t>1345</a:t>
            </a:r>
          </a:p>
        </p:txBody>
      </p:sp>
      <p:sp>
        <p:nvSpPr>
          <p:cNvPr id="49" name="TextBox 48">
            <a:extLst>
              <a:ext uri="{FF2B5EF4-FFF2-40B4-BE49-F238E27FC236}">
                <a16:creationId xmlns:a16="http://schemas.microsoft.com/office/drawing/2014/main" id="{C4B161E5-B356-1BAF-90E6-6AC4B43E2F02}"/>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3457</a:t>
            </a:r>
          </a:p>
        </p:txBody>
      </p:sp>
      <p:sp>
        <p:nvSpPr>
          <p:cNvPr id="50" name="TextBox 49">
            <a:extLst>
              <a:ext uri="{FF2B5EF4-FFF2-40B4-BE49-F238E27FC236}">
                <a16:creationId xmlns:a16="http://schemas.microsoft.com/office/drawing/2014/main" id="{3BA16282-29DE-9924-F1E5-7C506FE11A1B}"/>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a:t>
            </a:r>
          </a:p>
        </p:txBody>
      </p:sp>
      <p:sp>
        <p:nvSpPr>
          <p:cNvPr id="51" name="TextBox 50">
            <a:extLst>
              <a:ext uri="{FF2B5EF4-FFF2-40B4-BE49-F238E27FC236}">
                <a16:creationId xmlns:a16="http://schemas.microsoft.com/office/drawing/2014/main" id="{85FF01D8-C07B-F948-2A06-17292E069640}"/>
              </a:ext>
            </a:extLst>
          </p:cNvPr>
          <p:cNvSpPr txBox="1"/>
          <p:nvPr/>
        </p:nvSpPr>
        <p:spPr>
          <a:xfrm>
            <a:off x="6654802" y="1903821"/>
            <a:ext cx="570089" cy="230832"/>
          </a:xfrm>
          <a:prstGeom prst="rect">
            <a:avLst/>
          </a:prstGeom>
          <a:noFill/>
        </p:spPr>
        <p:txBody>
          <a:bodyPr wrap="square" rtlCol="0">
            <a:spAutoFit/>
          </a:bodyPr>
          <a:lstStyle/>
          <a:p>
            <a:pPr algn="ctr"/>
            <a:r>
              <a:rPr lang="en-US" sz="900" dirty="0"/>
              <a:t>378</a:t>
            </a:r>
          </a:p>
        </p:txBody>
      </p:sp>
      <p:sp>
        <p:nvSpPr>
          <p:cNvPr id="52" name="TextBox 51">
            <a:extLst>
              <a:ext uri="{FF2B5EF4-FFF2-40B4-BE49-F238E27FC236}">
                <a16:creationId xmlns:a16="http://schemas.microsoft.com/office/drawing/2014/main" id="{567DD491-1DA5-172C-4708-8DF8F11319F3}"/>
              </a:ext>
            </a:extLst>
          </p:cNvPr>
          <p:cNvSpPr txBox="1"/>
          <p:nvPr/>
        </p:nvSpPr>
        <p:spPr>
          <a:xfrm>
            <a:off x="7157158" y="1903821"/>
            <a:ext cx="570089" cy="230832"/>
          </a:xfrm>
          <a:prstGeom prst="rect">
            <a:avLst/>
          </a:prstGeom>
          <a:noFill/>
        </p:spPr>
        <p:txBody>
          <a:bodyPr wrap="square" rtlCol="0">
            <a:spAutoFit/>
          </a:bodyPr>
          <a:lstStyle/>
          <a:p>
            <a:pPr algn="ctr"/>
            <a:r>
              <a:rPr lang="en-US" sz="900" dirty="0"/>
              <a:t>13</a:t>
            </a:r>
          </a:p>
        </p:txBody>
      </p:sp>
      <p:sp>
        <p:nvSpPr>
          <p:cNvPr id="53" name="TextBox 52">
            <a:extLst>
              <a:ext uri="{FF2B5EF4-FFF2-40B4-BE49-F238E27FC236}">
                <a16:creationId xmlns:a16="http://schemas.microsoft.com/office/drawing/2014/main" id="{ACF50A57-52E1-4852-A359-380AEA929023}"/>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a:t>
            </a:r>
          </a:p>
        </p:txBody>
      </p:sp>
      <p:sp>
        <p:nvSpPr>
          <p:cNvPr id="54" name="TextBox 53">
            <a:extLst>
              <a:ext uri="{FF2B5EF4-FFF2-40B4-BE49-F238E27FC236}">
                <a16:creationId xmlns:a16="http://schemas.microsoft.com/office/drawing/2014/main" id="{2A256551-69B9-98E9-752F-3C94E7C3C638}"/>
              </a:ext>
            </a:extLst>
          </p:cNvPr>
          <p:cNvSpPr txBox="1"/>
          <p:nvPr/>
        </p:nvSpPr>
        <p:spPr>
          <a:xfrm>
            <a:off x="3640666" y="2404765"/>
            <a:ext cx="570089" cy="230832"/>
          </a:xfrm>
          <a:prstGeom prst="rect">
            <a:avLst/>
          </a:prstGeom>
          <a:noFill/>
        </p:spPr>
        <p:txBody>
          <a:bodyPr wrap="square" rtlCol="0">
            <a:spAutoFit/>
          </a:bodyPr>
          <a:lstStyle/>
          <a:p>
            <a:pPr algn="ctr"/>
            <a:r>
              <a:rPr lang="en-US" sz="900" dirty="0"/>
              <a:t>3478</a:t>
            </a:r>
          </a:p>
        </p:txBody>
      </p:sp>
      <p:sp>
        <p:nvSpPr>
          <p:cNvPr id="56" name="TextBox 55">
            <a:extLst>
              <a:ext uri="{FF2B5EF4-FFF2-40B4-BE49-F238E27FC236}">
                <a16:creationId xmlns:a16="http://schemas.microsoft.com/office/drawing/2014/main" id="{A4F5F438-1F39-51E6-ECA0-51A570894FDB}"/>
              </a:ext>
            </a:extLst>
          </p:cNvPr>
          <p:cNvSpPr txBox="1"/>
          <p:nvPr/>
        </p:nvSpPr>
        <p:spPr>
          <a:xfrm>
            <a:off x="7157158" y="2404765"/>
            <a:ext cx="570089" cy="230832"/>
          </a:xfrm>
          <a:prstGeom prst="rect">
            <a:avLst/>
          </a:prstGeom>
          <a:noFill/>
        </p:spPr>
        <p:txBody>
          <a:bodyPr wrap="square" rtlCol="0">
            <a:spAutoFit/>
          </a:bodyPr>
          <a:lstStyle/>
          <a:p>
            <a:pPr algn="ctr"/>
            <a:r>
              <a:rPr lang="en-US" sz="900" dirty="0"/>
              <a:t>348</a:t>
            </a:r>
          </a:p>
        </p:txBody>
      </p:sp>
      <p:sp>
        <p:nvSpPr>
          <p:cNvPr id="57" name="TextBox 56">
            <a:extLst>
              <a:ext uri="{FF2B5EF4-FFF2-40B4-BE49-F238E27FC236}">
                <a16:creationId xmlns:a16="http://schemas.microsoft.com/office/drawing/2014/main" id="{92CCF0BC-150A-AA95-0643-28CFAC02A434}"/>
              </a:ext>
            </a:extLst>
          </p:cNvPr>
          <p:cNvSpPr txBox="1"/>
          <p:nvPr/>
        </p:nvSpPr>
        <p:spPr>
          <a:xfrm>
            <a:off x="3138310" y="2404765"/>
            <a:ext cx="570089" cy="230832"/>
          </a:xfrm>
          <a:prstGeom prst="rect">
            <a:avLst/>
          </a:prstGeom>
          <a:noFill/>
        </p:spPr>
        <p:txBody>
          <a:bodyPr wrap="square" rtlCol="0">
            <a:spAutoFit/>
          </a:bodyPr>
          <a:lstStyle/>
          <a:p>
            <a:pPr algn="ctr"/>
            <a:r>
              <a:rPr lang="en-US" sz="900" dirty="0"/>
              <a:t>478</a:t>
            </a:r>
          </a:p>
        </p:txBody>
      </p:sp>
      <p:sp>
        <p:nvSpPr>
          <p:cNvPr id="58" name="TextBox 57">
            <a:extLst>
              <a:ext uri="{FF2B5EF4-FFF2-40B4-BE49-F238E27FC236}">
                <a16:creationId xmlns:a16="http://schemas.microsoft.com/office/drawing/2014/main" id="{CD0ABC5B-BC4E-31DF-D6F4-5533A17DFCE8}"/>
              </a:ext>
            </a:extLst>
          </p:cNvPr>
          <p:cNvSpPr txBox="1"/>
          <p:nvPr/>
        </p:nvSpPr>
        <p:spPr>
          <a:xfrm>
            <a:off x="7157158" y="2905709"/>
            <a:ext cx="570089" cy="230832"/>
          </a:xfrm>
          <a:prstGeom prst="rect">
            <a:avLst/>
          </a:prstGeom>
          <a:noFill/>
        </p:spPr>
        <p:txBody>
          <a:bodyPr wrap="square" rtlCol="0">
            <a:spAutoFit/>
          </a:bodyPr>
          <a:lstStyle/>
          <a:p>
            <a:pPr algn="ctr"/>
            <a:r>
              <a:rPr lang="en-US" sz="900" dirty="0"/>
              <a:t>348</a:t>
            </a:r>
          </a:p>
        </p:txBody>
      </p:sp>
      <p:sp>
        <p:nvSpPr>
          <p:cNvPr id="59" name="TextBox 58">
            <a:extLst>
              <a:ext uri="{FF2B5EF4-FFF2-40B4-BE49-F238E27FC236}">
                <a16:creationId xmlns:a16="http://schemas.microsoft.com/office/drawing/2014/main" id="{85FFDE3E-0242-B72E-62B2-D182BCA28D19}"/>
              </a:ext>
            </a:extLst>
          </p:cNvPr>
          <p:cNvSpPr txBox="1"/>
          <p:nvPr/>
        </p:nvSpPr>
        <p:spPr>
          <a:xfrm>
            <a:off x="3138310" y="2905709"/>
            <a:ext cx="570089" cy="230832"/>
          </a:xfrm>
          <a:prstGeom prst="rect">
            <a:avLst/>
          </a:prstGeom>
          <a:noFill/>
        </p:spPr>
        <p:txBody>
          <a:bodyPr wrap="square" rtlCol="0">
            <a:spAutoFit/>
          </a:bodyPr>
          <a:lstStyle/>
          <a:p>
            <a:pPr algn="ctr"/>
            <a:r>
              <a:rPr lang="en-US" sz="900" dirty="0"/>
              <a:t>345678</a:t>
            </a:r>
          </a:p>
        </p:txBody>
      </p:sp>
      <p:sp>
        <p:nvSpPr>
          <p:cNvPr id="61" name="TextBox 60">
            <a:extLst>
              <a:ext uri="{FF2B5EF4-FFF2-40B4-BE49-F238E27FC236}">
                <a16:creationId xmlns:a16="http://schemas.microsoft.com/office/drawing/2014/main" id="{9BDCB72D-E282-90F9-3594-FBC7E872D382}"/>
              </a:ext>
            </a:extLst>
          </p:cNvPr>
          <p:cNvSpPr txBox="1"/>
          <p:nvPr/>
        </p:nvSpPr>
        <p:spPr>
          <a:xfrm>
            <a:off x="3138310" y="3406653"/>
            <a:ext cx="570089" cy="230832"/>
          </a:xfrm>
          <a:prstGeom prst="rect">
            <a:avLst/>
          </a:prstGeom>
          <a:noFill/>
        </p:spPr>
        <p:txBody>
          <a:bodyPr wrap="square" rtlCol="0">
            <a:spAutoFit/>
          </a:bodyPr>
          <a:lstStyle/>
          <a:p>
            <a:pPr algn="ctr"/>
            <a:r>
              <a:rPr lang="en-US" sz="900" dirty="0"/>
              <a:t>45</a:t>
            </a:r>
          </a:p>
        </p:txBody>
      </p:sp>
      <p:sp>
        <p:nvSpPr>
          <p:cNvPr id="62" name="TextBox 61">
            <a:extLst>
              <a:ext uri="{FF2B5EF4-FFF2-40B4-BE49-F238E27FC236}">
                <a16:creationId xmlns:a16="http://schemas.microsoft.com/office/drawing/2014/main" id="{9BF7E728-0046-28D1-5255-D4E81ED8BE59}"/>
              </a:ext>
            </a:extLst>
          </p:cNvPr>
          <p:cNvSpPr txBox="1"/>
          <p:nvPr/>
        </p:nvSpPr>
        <p:spPr>
          <a:xfrm>
            <a:off x="3640666" y="2905709"/>
            <a:ext cx="570089" cy="230832"/>
          </a:xfrm>
          <a:prstGeom prst="rect">
            <a:avLst/>
          </a:prstGeom>
          <a:noFill/>
        </p:spPr>
        <p:txBody>
          <a:bodyPr wrap="square" rtlCol="0">
            <a:spAutoFit/>
          </a:bodyPr>
          <a:lstStyle/>
          <a:p>
            <a:pPr algn="ctr"/>
            <a:r>
              <a:rPr lang="en-US" sz="900" dirty="0"/>
              <a:t>234567</a:t>
            </a:r>
          </a:p>
        </p:txBody>
      </p:sp>
      <p:sp>
        <p:nvSpPr>
          <p:cNvPr id="64" name="TextBox 63">
            <a:extLst>
              <a:ext uri="{FF2B5EF4-FFF2-40B4-BE49-F238E27FC236}">
                <a16:creationId xmlns:a16="http://schemas.microsoft.com/office/drawing/2014/main" id="{F0458130-DAD0-43DA-0CB7-BE990557AD12}"/>
              </a:ext>
            </a:extLst>
          </p:cNvPr>
          <p:cNvSpPr txBox="1"/>
          <p:nvPr/>
        </p:nvSpPr>
        <p:spPr>
          <a:xfrm>
            <a:off x="3640666" y="3406653"/>
            <a:ext cx="570089" cy="230832"/>
          </a:xfrm>
          <a:prstGeom prst="rect">
            <a:avLst/>
          </a:prstGeom>
          <a:noFill/>
        </p:spPr>
        <p:txBody>
          <a:bodyPr wrap="square" rtlCol="0">
            <a:spAutoFit/>
          </a:bodyPr>
          <a:lstStyle/>
          <a:p>
            <a:pPr algn="ctr"/>
            <a:r>
              <a:rPr lang="en-US" sz="900" dirty="0"/>
              <a:t>34</a:t>
            </a:r>
          </a:p>
        </p:txBody>
      </p:sp>
      <p:sp>
        <p:nvSpPr>
          <p:cNvPr id="66" name="TextBox 65">
            <a:extLst>
              <a:ext uri="{FF2B5EF4-FFF2-40B4-BE49-F238E27FC236}">
                <a16:creationId xmlns:a16="http://schemas.microsoft.com/office/drawing/2014/main" id="{6D67C831-56D7-31F7-3973-95DFFCD25A1C}"/>
              </a:ext>
            </a:extLst>
          </p:cNvPr>
          <p:cNvSpPr txBox="1"/>
          <p:nvPr/>
        </p:nvSpPr>
        <p:spPr>
          <a:xfrm>
            <a:off x="3640666" y="3907597"/>
            <a:ext cx="570089" cy="230832"/>
          </a:xfrm>
          <a:prstGeom prst="rect">
            <a:avLst/>
          </a:prstGeom>
          <a:noFill/>
        </p:spPr>
        <p:txBody>
          <a:bodyPr wrap="square" rtlCol="0">
            <a:spAutoFit/>
          </a:bodyPr>
          <a:lstStyle/>
          <a:p>
            <a:pPr algn="ctr"/>
            <a:r>
              <a:rPr lang="en-US" sz="900" dirty="0"/>
              <a:t>235</a:t>
            </a:r>
          </a:p>
        </p:txBody>
      </p:sp>
      <p:sp>
        <p:nvSpPr>
          <p:cNvPr id="67" name="TextBox 66">
            <a:extLst>
              <a:ext uri="{FF2B5EF4-FFF2-40B4-BE49-F238E27FC236}">
                <a16:creationId xmlns:a16="http://schemas.microsoft.com/office/drawing/2014/main" id="{3D84AAA2-A8BD-B0A4-D726-088612EA86BB}"/>
              </a:ext>
            </a:extLst>
          </p:cNvPr>
          <p:cNvSpPr txBox="1"/>
          <p:nvPr/>
        </p:nvSpPr>
        <p:spPr>
          <a:xfrm>
            <a:off x="4143022" y="3907597"/>
            <a:ext cx="570089" cy="230832"/>
          </a:xfrm>
          <a:prstGeom prst="rect">
            <a:avLst/>
          </a:prstGeom>
          <a:noFill/>
        </p:spPr>
        <p:txBody>
          <a:bodyPr wrap="square" rtlCol="0">
            <a:spAutoFit/>
          </a:bodyPr>
          <a:lstStyle/>
          <a:p>
            <a:pPr algn="ctr"/>
            <a:r>
              <a:rPr lang="en-US" sz="900" dirty="0"/>
              <a:t>235</a:t>
            </a:r>
          </a:p>
        </p:txBody>
      </p:sp>
      <p:sp>
        <p:nvSpPr>
          <p:cNvPr id="68" name="TextBox 67">
            <a:extLst>
              <a:ext uri="{FF2B5EF4-FFF2-40B4-BE49-F238E27FC236}">
                <a16:creationId xmlns:a16="http://schemas.microsoft.com/office/drawing/2014/main" id="{3CC90340-0A8C-C864-D722-DC988CD838A7}"/>
              </a:ext>
            </a:extLst>
          </p:cNvPr>
          <p:cNvSpPr txBox="1"/>
          <p:nvPr/>
        </p:nvSpPr>
        <p:spPr>
          <a:xfrm>
            <a:off x="6654802" y="3907597"/>
            <a:ext cx="570089" cy="230832"/>
          </a:xfrm>
          <a:prstGeom prst="rect">
            <a:avLst/>
          </a:prstGeom>
          <a:noFill/>
        </p:spPr>
        <p:txBody>
          <a:bodyPr wrap="square" rtlCol="0">
            <a:spAutoFit/>
          </a:bodyPr>
          <a:lstStyle/>
          <a:p>
            <a:pPr algn="ctr"/>
            <a:r>
              <a:rPr lang="en-US" sz="900" dirty="0"/>
              <a:t>35</a:t>
            </a:r>
          </a:p>
        </p:txBody>
      </p:sp>
      <p:sp>
        <p:nvSpPr>
          <p:cNvPr id="69" name="TextBox 68">
            <a:extLst>
              <a:ext uri="{FF2B5EF4-FFF2-40B4-BE49-F238E27FC236}">
                <a16:creationId xmlns:a16="http://schemas.microsoft.com/office/drawing/2014/main" id="{4806117C-53D5-FDC2-8FCA-53FAB1605A6A}"/>
              </a:ext>
            </a:extLst>
          </p:cNvPr>
          <p:cNvSpPr txBox="1"/>
          <p:nvPr/>
        </p:nvSpPr>
        <p:spPr>
          <a:xfrm>
            <a:off x="3640666" y="4909484"/>
            <a:ext cx="570089" cy="230832"/>
          </a:xfrm>
          <a:prstGeom prst="rect">
            <a:avLst/>
          </a:prstGeom>
          <a:noFill/>
        </p:spPr>
        <p:txBody>
          <a:bodyPr wrap="square" rtlCol="0">
            <a:spAutoFit/>
          </a:bodyPr>
          <a:lstStyle/>
          <a:p>
            <a:pPr algn="ctr"/>
            <a:r>
              <a:rPr lang="en-US" sz="900" dirty="0"/>
              <a:t>3467</a:t>
            </a:r>
          </a:p>
        </p:txBody>
      </p:sp>
      <p:sp>
        <p:nvSpPr>
          <p:cNvPr id="70" name="TextBox 69">
            <a:extLst>
              <a:ext uri="{FF2B5EF4-FFF2-40B4-BE49-F238E27FC236}">
                <a16:creationId xmlns:a16="http://schemas.microsoft.com/office/drawing/2014/main" id="{2C03C256-D4E1-EABE-4CF7-1038B509EC02}"/>
              </a:ext>
            </a:extLst>
          </p:cNvPr>
          <p:cNvSpPr txBox="1"/>
          <p:nvPr/>
        </p:nvSpPr>
        <p:spPr>
          <a:xfrm>
            <a:off x="4143022" y="4909484"/>
            <a:ext cx="570089" cy="230832"/>
          </a:xfrm>
          <a:prstGeom prst="rect">
            <a:avLst/>
          </a:prstGeom>
          <a:noFill/>
        </p:spPr>
        <p:txBody>
          <a:bodyPr wrap="square" rtlCol="0">
            <a:spAutoFit/>
          </a:bodyPr>
          <a:lstStyle/>
          <a:p>
            <a:pPr algn="ctr"/>
            <a:r>
              <a:rPr lang="en-US" sz="900" dirty="0"/>
              <a:t>3467</a:t>
            </a:r>
          </a:p>
        </p:txBody>
      </p:sp>
      <p:sp>
        <p:nvSpPr>
          <p:cNvPr id="71" name="TextBox 70">
            <a:extLst>
              <a:ext uri="{FF2B5EF4-FFF2-40B4-BE49-F238E27FC236}">
                <a16:creationId xmlns:a16="http://schemas.microsoft.com/office/drawing/2014/main" id="{7FDCB0EF-22E6-6B51-A5C7-1594422FD427}"/>
              </a:ext>
            </a:extLst>
          </p:cNvPr>
          <p:cNvSpPr txBox="1"/>
          <p:nvPr/>
        </p:nvSpPr>
        <p:spPr>
          <a:xfrm>
            <a:off x="6152446" y="4909484"/>
            <a:ext cx="570089" cy="230832"/>
          </a:xfrm>
          <a:prstGeom prst="rect">
            <a:avLst/>
          </a:prstGeom>
          <a:noFill/>
        </p:spPr>
        <p:txBody>
          <a:bodyPr wrap="square" rtlCol="0">
            <a:spAutoFit/>
          </a:bodyPr>
          <a:lstStyle/>
          <a:p>
            <a:pPr algn="ctr"/>
            <a:r>
              <a:rPr lang="en-US" sz="900" dirty="0"/>
              <a:t>1347</a:t>
            </a:r>
          </a:p>
        </p:txBody>
      </p:sp>
      <p:sp>
        <p:nvSpPr>
          <p:cNvPr id="72" name="TextBox 71">
            <a:extLst>
              <a:ext uri="{FF2B5EF4-FFF2-40B4-BE49-F238E27FC236}">
                <a16:creationId xmlns:a16="http://schemas.microsoft.com/office/drawing/2014/main" id="{B8F4A9D8-47B3-6E26-159A-88E6F55D2BFF}"/>
              </a:ext>
            </a:extLst>
          </p:cNvPr>
          <p:cNvSpPr txBox="1"/>
          <p:nvPr/>
        </p:nvSpPr>
        <p:spPr>
          <a:xfrm>
            <a:off x="6654802" y="4909484"/>
            <a:ext cx="570089" cy="230832"/>
          </a:xfrm>
          <a:prstGeom prst="rect">
            <a:avLst/>
          </a:prstGeom>
          <a:noFill/>
        </p:spPr>
        <p:txBody>
          <a:bodyPr wrap="square" rtlCol="0">
            <a:spAutoFit/>
          </a:bodyPr>
          <a:lstStyle/>
          <a:p>
            <a:pPr algn="ctr"/>
            <a:r>
              <a:rPr lang="en-US" sz="900" dirty="0"/>
              <a:t>347</a:t>
            </a:r>
          </a:p>
        </p:txBody>
      </p:sp>
      <p:sp>
        <p:nvSpPr>
          <p:cNvPr id="73" name="TextBox 72">
            <a:extLst>
              <a:ext uri="{FF2B5EF4-FFF2-40B4-BE49-F238E27FC236}">
                <a16:creationId xmlns:a16="http://schemas.microsoft.com/office/drawing/2014/main" id="{A0351277-929D-9896-318B-07F3363EA55D}"/>
              </a:ext>
            </a:extLst>
          </p:cNvPr>
          <p:cNvSpPr txBox="1"/>
          <p:nvPr/>
        </p:nvSpPr>
        <p:spPr>
          <a:xfrm>
            <a:off x="7157158" y="3907597"/>
            <a:ext cx="570089" cy="230832"/>
          </a:xfrm>
          <a:prstGeom prst="rect">
            <a:avLst/>
          </a:prstGeom>
          <a:noFill/>
        </p:spPr>
        <p:txBody>
          <a:bodyPr wrap="square" rtlCol="0">
            <a:spAutoFit/>
          </a:bodyPr>
          <a:lstStyle/>
          <a:p>
            <a:pPr algn="ctr"/>
            <a:r>
              <a:rPr lang="en-US" sz="900" dirty="0"/>
              <a:t>98</a:t>
            </a:r>
          </a:p>
        </p:txBody>
      </p:sp>
      <p:sp>
        <p:nvSpPr>
          <p:cNvPr id="74" name="TextBox 73">
            <a:extLst>
              <a:ext uri="{FF2B5EF4-FFF2-40B4-BE49-F238E27FC236}">
                <a16:creationId xmlns:a16="http://schemas.microsoft.com/office/drawing/2014/main" id="{1095F614-8A89-E500-E450-D3C8A170F8D9}"/>
              </a:ext>
            </a:extLst>
          </p:cNvPr>
          <p:cNvSpPr txBox="1"/>
          <p:nvPr/>
        </p:nvSpPr>
        <p:spPr>
          <a:xfrm>
            <a:off x="3138310" y="3907597"/>
            <a:ext cx="570089" cy="230832"/>
          </a:xfrm>
          <a:prstGeom prst="rect">
            <a:avLst/>
          </a:prstGeom>
          <a:noFill/>
        </p:spPr>
        <p:txBody>
          <a:bodyPr wrap="square" rtlCol="0">
            <a:spAutoFit/>
          </a:bodyPr>
          <a:lstStyle/>
          <a:p>
            <a:pPr algn="ctr"/>
            <a:r>
              <a:rPr lang="en-US" sz="900" dirty="0"/>
              <a:t>89</a:t>
            </a:r>
          </a:p>
        </p:txBody>
      </p:sp>
      <p:sp>
        <p:nvSpPr>
          <p:cNvPr id="75" name="TextBox 74">
            <a:extLst>
              <a:ext uri="{FF2B5EF4-FFF2-40B4-BE49-F238E27FC236}">
                <a16:creationId xmlns:a16="http://schemas.microsoft.com/office/drawing/2014/main" id="{6FFBDC3D-C48D-13A1-8FCA-BA95702976D2}"/>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6" name="TextBox 75">
            <a:extLst>
              <a:ext uri="{FF2B5EF4-FFF2-40B4-BE49-F238E27FC236}">
                <a16:creationId xmlns:a16="http://schemas.microsoft.com/office/drawing/2014/main" id="{E5D01E14-E7F6-98C5-7BFB-F8CD656F87F8}"/>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7" name="TextBox 76">
            <a:extLst>
              <a:ext uri="{FF2B5EF4-FFF2-40B4-BE49-F238E27FC236}">
                <a16:creationId xmlns:a16="http://schemas.microsoft.com/office/drawing/2014/main" id="{C9977C1B-3430-8D8E-E4D4-CCB505380288}"/>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3C14C944-BABE-9831-25FF-1C288CCEAE12}"/>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DC593984-8836-44B7-7A6B-60D472F69E37}"/>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BEB6476D-616B-D716-2EEF-4A47204A0722}"/>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81" name="TextBox 80">
            <a:extLst>
              <a:ext uri="{FF2B5EF4-FFF2-40B4-BE49-F238E27FC236}">
                <a16:creationId xmlns:a16="http://schemas.microsoft.com/office/drawing/2014/main" id="{6A5AE798-15DA-9C98-7B80-CDC2F7FF7D65}"/>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D1DA9FF7-8D75-C7E0-5F0A-CF876978CD95}"/>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44160F7A-6926-4A93-294E-A19E9D033BE3}"/>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C5BB5BB0-54F9-9EDD-6A3F-0935AFBD2502}"/>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85" name="TextBox 84">
            <a:extLst>
              <a:ext uri="{FF2B5EF4-FFF2-40B4-BE49-F238E27FC236}">
                <a16:creationId xmlns:a16="http://schemas.microsoft.com/office/drawing/2014/main" id="{792AC755-022A-CF4A-4F45-9AB96BA7E809}"/>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6" name="TextBox 85">
            <a:extLst>
              <a:ext uri="{FF2B5EF4-FFF2-40B4-BE49-F238E27FC236}">
                <a16:creationId xmlns:a16="http://schemas.microsoft.com/office/drawing/2014/main" id="{C848780B-7085-B3D8-5D2A-F9058361374F}"/>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13461D72-2D2B-1E59-DD28-B5C434C909B3}"/>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38760884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C0D16-D382-3EDF-7D29-BFAD43556AE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4AE3218-F496-BE49-F8FE-99F6FCE47E3A}"/>
              </a:ext>
            </a:extLst>
          </p:cNvPr>
          <p:cNvSpPr>
            <a:spLocks noGrp="1"/>
          </p:cNvSpPr>
          <p:nvPr>
            <p:ph sz="half" idx="1"/>
          </p:nvPr>
        </p:nvSpPr>
        <p:spPr/>
        <p:txBody>
          <a:bodyPr>
            <a:normAutofit/>
          </a:bodyPr>
          <a:lstStyle/>
          <a:p>
            <a:r>
              <a:rPr lang="en-US" dirty="0"/>
              <a:t>Complete Row 9.</a:t>
            </a:r>
          </a:p>
        </p:txBody>
      </p:sp>
      <p:pic>
        <p:nvPicPr>
          <p:cNvPr id="4" name="Picture 3" descr="A grid of sudoku puzzle&#10;&#10;Description automatically generated">
            <a:extLst>
              <a:ext uri="{FF2B5EF4-FFF2-40B4-BE49-F238E27FC236}">
                <a16:creationId xmlns:a16="http://schemas.microsoft.com/office/drawing/2014/main" id="{7862DF75-094F-03D1-5857-DC6A59DC244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09AEBC2-FC71-C6E5-75D7-2ADC3C05E01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AA0725B-23F3-41B2-4074-0CBF766825D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092F28A-3931-5DFA-BA28-0DC2014DD91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7A176C4-B858-8DB0-8FB1-AADEFB5E33DB}"/>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1B51C51F-9377-8C10-1E3C-72020DFFA9A6}"/>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9B316EF1-8FD1-16AD-E50D-DD02AE593717}"/>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5631C1F5-82CD-23B5-0BF0-C72A16AB8964}"/>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0B6BDFEA-9013-04EF-E7BC-B2BF3973FB82}"/>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927B71A5-D832-0EBE-87DA-E0FA7D74426D}"/>
              </a:ext>
            </a:extLst>
          </p:cNvPr>
          <p:cNvSpPr txBox="1"/>
          <p:nvPr/>
        </p:nvSpPr>
        <p:spPr>
          <a:xfrm>
            <a:off x="4143022" y="4408541"/>
            <a:ext cx="570089" cy="230832"/>
          </a:xfrm>
          <a:prstGeom prst="rect">
            <a:avLst/>
          </a:prstGeom>
          <a:noFill/>
        </p:spPr>
        <p:txBody>
          <a:bodyPr wrap="square" rtlCol="0">
            <a:spAutoFit/>
          </a:bodyPr>
          <a:lstStyle/>
          <a:p>
            <a:pPr algn="ctr"/>
            <a:r>
              <a:rPr lang="en-US" sz="900" dirty="0"/>
              <a:t>4578</a:t>
            </a:r>
          </a:p>
        </p:txBody>
      </p:sp>
      <p:sp>
        <p:nvSpPr>
          <p:cNvPr id="13" name="TextBox 12">
            <a:extLst>
              <a:ext uri="{FF2B5EF4-FFF2-40B4-BE49-F238E27FC236}">
                <a16:creationId xmlns:a16="http://schemas.microsoft.com/office/drawing/2014/main" id="{148753C2-1E59-2F99-E0D4-3CB8933EE95D}"/>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C81EAA6C-C421-772A-5A67-62D490AEEB82}"/>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AF201622-D304-EB7B-5288-88EC7EE3A6FA}"/>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0F3B6714-618D-A567-9F55-899E5CA16BE0}"/>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B41C61FC-E615-B501-9D46-2747153CC414}"/>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7F5B6664-CCE7-B1A2-25FB-09A20E811416}"/>
              </a:ext>
            </a:extLst>
          </p:cNvPr>
          <p:cNvSpPr txBox="1"/>
          <p:nvPr/>
        </p:nvSpPr>
        <p:spPr>
          <a:xfrm>
            <a:off x="4645378" y="2905709"/>
            <a:ext cx="570089" cy="230832"/>
          </a:xfrm>
          <a:prstGeom prst="rect">
            <a:avLst/>
          </a:prstGeom>
          <a:noFill/>
        </p:spPr>
        <p:txBody>
          <a:bodyPr wrap="square" rtlCol="0">
            <a:spAutoFit/>
          </a:bodyPr>
          <a:lstStyle/>
          <a:p>
            <a:pPr algn="ctr"/>
            <a:r>
              <a:rPr lang="en-US" sz="900" dirty="0"/>
              <a:t>59</a:t>
            </a:r>
          </a:p>
        </p:txBody>
      </p:sp>
      <p:sp>
        <p:nvSpPr>
          <p:cNvPr id="27" name="TextBox 26">
            <a:extLst>
              <a:ext uri="{FF2B5EF4-FFF2-40B4-BE49-F238E27FC236}">
                <a16:creationId xmlns:a16="http://schemas.microsoft.com/office/drawing/2014/main" id="{3B4A8883-C9FE-C399-FE7F-7873980A8C67}"/>
              </a:ext>
            </a:extLst>
          </p:cNvPr>
          <p:cNvSpPr txBox="1"/>
          <p:nvPr/>
        </p:nvSpPr>
        <p:spPr>
          <a:xfrm>
            <a:off x="4645378" y="3406653"/>
            <a:ext cx="570089" cy="230832"/>
          </a:xfrm>
          <a:prstGeom prst="rect">
            <a:avLst/>
          </a:prstGeom>
          <a:noFill/>
        </p:spPr>
        <p:txBody>
          <a:bodyPr wrap="square" rtlCol="0">
            <a:spAutoFit/>
          </a:bodyPr>
          <a:lstStyle/>
          <a:p>
            <a:pPr algn="ctr"/>
            <a:r>
              <a:rPr lang="en-US" sz="900" dirty="0"/>
              <a:t>95</a:t>
            </a:r>
          </a:p>
        </p:txBody>
      </p:sp>
      <p:sp>
        <p:nvSpPr>
          <p:cNvPr id="32" name="TextBox 31">
            <a:extLst>
              <a:ext uri="{FF2B5EF4-FFF2-40B4-BE49-F238E27FC236}">
                <a16:creationId xmlns:a16="http://schemas.microsoft.com/office/drawing/2014/main" id="{70C01CDD-51AB-64AA-CA36-5001B066FABA}"/>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06F547BC-E038-713C-3773-A47D31DF5845}"/>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7FE75CC7-34DB-2209-46C3-849768D1897E}"/>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8517C8C1-0D56-C3CE-2BB5-43FB697D08A3}"/>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2DD31973-BEAD-D0B7-4DD1-7BA9C7F3BDE6}"/>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9CB28D44-19AF-0D0F-0A15-E2402AF86790}"/>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E206F998-2C0D-6748-AAB7-585767B23B5A}"/>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1D4F7871-BE80-48F7-70AF-31FB896D6FB8}"/>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736D6FD0-6487-8F1A-1E50-0FA920DDE13E}"/>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CEFED050-E95E-6E4F-D199-94C5F7B9B049}"/>
              </a:ext>
            </a:extLst>
          </p:cNvPr>
          <p:cNvSpPr txBox="1"/>
          <p:nvPr/>
        </p:nvSpPr>
        <p:spPr>
          <a:xfrm>
            <a:off x="5147734" y="2404765"/>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6E65CE12-3F12-5F49-9A57-DD67D1D03624}"/>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40" name="TextBox 39">
            <a:extLst>
              <a:ext uri="{FF2B5EF4-FFF2-40B4-BE49-F238E27FC236}">
                <a16:creationId xmlns:a16="http://schemas.microsoft.com/office/drawing/2014/main" id="{C7B2EF6C-81C6-8B92-C61F-9FAEEC8AEB42}"/>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ACBFEBC6-26DB-56E8-2EFD-993A178A4E5D}"/>
              </a:ext>
            </a:extLst>
          </p:cNvPr>
          <p:cNvSpPr txBox="1"/>
          <p:nvPr/>
        </p:nvSpPr>
        <p:spPr>
          <a:xfrm>
            <a:off x="4143022" y="1903821"/>
            <a:ext cx="570089" cy="230832"/>
          </a:xfrm>
          <a:prstGeom prst="rect">
            <a:avLst/>
          </a:prstGeom>
          <a:noFill/>
        </p:spPr>
        <p:txBody>
          <a:bodyPr wrap="square" rtlCol="0">
            <a:spAutoFit/>
          </a:bodyPr>
          <a:lstStyle/>
          <a:p>
            <a:pPr algn="ctr"/>
            <a:r>
              <a:rPr lang="en-US" sz="900" dirty="0"/>
              <a:t>678</a:t>
            </a:r>
          </a:p>
        </p:txBody>
      </p:sp>
      <p:sp>
        <p:nvSpPr>
          <p:cNvPr id="42" name="TextBox 41">
            <a:extLst>
              <a:ext uri="{FF2B5EF4-FFF2-40B4-BE49-F238E27FC236}">
                <a16:creationId xmlns:a16="http://schemas.microsoft.com/office/drawing/2014/main" id="{D2D9E4CC-8947-78EB-2150-BC1FF1326396}"/>
              </a:ext>
            </a:extLst>
          </p:cNvPr>
          <p:cNvSpPr txBox="1"/>
          <p:nvPr/>
        </p:nvSpPr>
        <p:spPr>
          <a:xfrm>
            <a:off x="4143022" y="901933"/>
            <a:ext cx="570089" cy="230832"/>
          </a:xfrm>
          <a:prstGeom prst="rect">
            <a:avLst/>
          </a:prstGeom>
          <a:noFill/>
        </p:spPr>
        <p:txBody>
          <a:bodyPr wrap="square" rtlCol="0">
            <a:spAutoFit/>
          </a:bodyPr>
          <a:lstStyle/>
          <a:p>
            <a:pPr algn="ctr"/>
            <a:r>
              <a:rPr lang="en-US" sz="900" dirty="0"/>
              <a:t>458</a:t>
            </a:r>
          </a:p>
        </p:txBody>
      </p:sp>
      <p:sp>
        <p:nvSpPr>
          <p:cNvPr id="43" name="TextBox 42">
            <a:extLst>
              <a:ext uri="{FF2B5EF4-FFF2-40B4-BE49-F238E27FC236}">
                <a16:creationId xmlns:a16="http://schemas.microsoft.com/office/drawing/2014/main" id="{4BE38DD9-4478-04CE-9921-496ACFED422D}"/>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34A751FA-0778-756D-BD70-946033329528}"/>
              </a:ext>
            </a:extLst>
          </p:cNvPr>
          <p:cNvSpPr txBox="1"/>
          <p:nvPr/>
        </p:nvSpPr>
        <p:spPr>
          <a:xfrm>
            <a:off x="6654802" y="901933"/>
            <a:ext cx="570089" cy="230832"/>
          </a:xfrm>
          <a:prstGeom prst="rect">
            <a:avLst/>
          </a:prstGeom>
          <a:noFill/>
        </p:spPr>
        <p:txBody>
          <a:bodyPr wrap="square" rtlCol="0">
            <a:spAutoFit/>
          </a:bodyPr>
          <a:lstStyle/>
          <a:p>
            <a:pPr algn="ctr"/>
            <a:r>
              <a:rPr lang="en-US" sz="900" dirty="0"/>
              <a:t>458</a:t>
            </a:r>
          </a:p>
        </p:txBody>
      </p:sp>
      <p:sp>
        <p:nvSpPr>
          <p:cNvPr id="45" name="TextBox 44">
            <a:extLst>
              <a:ext uri="{FF2B5EF4-FFF2-40B4-BE49-F238E27FC236}">
                <a16:creationId xmlns:a16="http://schemas.microsoft.com/office/drawing/2014/main" id="{AD20B46C-A081-E5AE-7D7E-45CD163CFB5F}"/>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13457</a:t>
            </a:r>
          </a:p>
        </p:txBody>
      </p:sp>
      <p:sp>
        <p:nvSpPr>
          <p:cNvPr id="46" name="TextBox 45">
            <a:extLst>
              <a:ext uri="{FF2B5EF4-FFF2-40B4-BE49-F238E27FC236}">
                <a16:creationId xmlns:a16="http://schemas.microsoft.com/office/drawing/2014/main" id="{8DAA94B8-9103-C913-2A9B-01107D9A5853}"/>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3457</a:t>
            </a:r>
          </a:p>
        </p:txBody>
      </p:sp>
      <p:sp>
        <p:nvSpPr>
          <p:cNvPr id="47" name="TextBox 46">
            <a:extLst>
              <a:ext uri="{FF2B5EF4-FFF2-40B4-BE49-F238E27FC236}">
                <a16:creationId xmlns:a16="http://schemas.microsoft.com/office/drawing/2014/main" id="{63C7B44B-C2E4-4F6D-1602-3F01C851DD6C}"/>
              </a:ext>
            </a:extLst>
          </p:cNvPr>
          <p:cNvSpPr txBox="1"/>
          <p:nvPr/>
        </p:nvSpPr>
        <p:spPr>
          <a:xfrm>
            <a:off x="6152446" y="1402877"/>
            <a:ext cx="570089" cy="230832"/>
          </a:xfrm>
          <a:prstGeom prst="rect">
            <a:avLst/>
          </a:prstGeom>
          <a:noFill/>
        </p:spPr>
        <p:txBody>
          <a:bodyPr wrap="square" rtlCol="0">
            <a:spAutoFit/>
          </a:bodyPr>
          <a:lstStyle/>
          <a:p>
            <a:pPr algn="ctr"/>
            <a:r>
              <a:rPr lang="en-US" sz="900" dirty="0"/>
              <a:t>1347</a:t>
            </a:r>
          </a:p>
        </p:txBody>
      </p:sp>
      <p:sp>
        <p:nvSpPr>
          <p:cNvPr id="48" name="TextBox 47">
            <a:extLst>
              <a:ext uri="{FF2B5EF4-FFF2-40B4-BE49-F238E27FC236}">
                <a16:creationId xmlns:a16="http://schemas.microsoft.com/office/drawing/2014/main" id="{E708DD67-AF0A-6D5A-C877-184E544D774E}"/>
              </a:ext>
            </a:extLst>
          </p:cNvPr>
          <p:cNvSpPr txBox="1"/>
          <p:nvPr/>
        </p:nvSpPr>
        <p:spPr>
          <a:xfrm>
            <a:off x="7157158" y="1402877"/>
            <a:ext cx="570089" cy="230832"/>
          </a:xfrm>
          <a:prstGeom prst="rect">
            <a:avLst/>
          </a:prstGeom>
          <a:noFill/>
        </p:spPr>
        <p:txBody>
          <a:bodyPr wrap="square" rtlCol="0">
            <a:spAutoFit/>
          </a:bodyPr>
          <a:lstStyle/>
          <a:p>
            <a:pPr algn="ctr"/>
            <a:r>
              <a:rPr lang="en-US" sz="900" dirty="0"/>
              <a:t>1345</a:t>
            </a:r>
          </a:p>
        </p:txBody>
      </p:sp>
      <p:sp>
        <p:nvSpPr>
          <p:cNvPr id="49" name="TextBox 48">
            <a:extLst>
              <a:ext uri="{FF2B5EF4-FFF2-40B4-BE49-F238E27FC236}">
                <a16:creationId xmlns:a16="http://schemas.microsoft.com/office/drawing/2014/main" id="{31323FDF-7E8C-8FDF-B109-D26876570A5B}"/>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3457</a:t>
            </a:r>
          </a:p>
        </p:txBody>
      </p:sp>
      <p:sp>
        <p:nvSpPr>
          <p:cNvPr id="50" name="TextBox 49">
            <a:extLst>
              <a:ext uri="{FF2B5EF4-FFF2-40B4-BE49-F238E27FC236}">
                <a16:creationId xmlns:a16="http://schemas.microsoft.com/office/drawing/2014/main" id="{10DE446D-D066-4621-FDF7-55BDD8FD0BF2}"/>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a:t>
            </a:r>
          </a:p>
        </p:txBody>
      </p:sp>
      <p:sp>
        <p:nvSpPr>
          <p:cNvPr id="51" name="TextBox 50">
            <a:extLst>
              <a:ext uri="{FF2B5EF4-FFF2-40B4-BE49-F238E27FC236}">
                <a16:creationId xmlns:a16="http://schemas.microsoft.com/office/drawing/2014/main" id="{6B662E45-4CD0-8755-9257-D411ECF769FE}"/>
              </a:ext>
            </a:extLst>
          </p:cNvPr>
          <p:cNvSpPr txBox="1"/>
          <p:nvPr/>
        </p:nvSpPr>
        <p:spPr>
          <a:xfrm>
            <a:off x="6654802" y="1903821"/>
            <a:ext cx="570089" cy="230832"/>
          </a:xfrm>
          <a:prstGeom prst="rect">
            <a:avLst/>
          </a:prstGeom>
          <a:noFill/>
        </p:spPr>
        <p:txBody>
          <a:bodyPr wrap="square" rtlCol="0">
            <a:spAutoFit/>
          </a:bodyPr>
          <a:lstStyle/>
          <a:p>
            <a:pPr algn="ctr"/>
            <a:r>
              <a:rPr lang="en-US" sz="900" dirty="0"/>
              <a:t>378</a:t>
            </a:r>
          </a:p>
        </p:txBody>
      </p:sp>
      <p:sp>
        <p:nvSpPr>
          <p:cNvPr id="52" name="TextBox 51">
            <a:extLst>
              <a:ext uri="{FF2B5EF4-FFF2-40B4-BE49-F238E27FC236}">
                <a16:creationId xmlns:a16="http://schemas.microsoft.com/office/drawing/2014/main" id="{9A6710AB-70DE-162C-CAA7-368C4A953925}"/>
              </a:ext>
            </a:extLst>
          </p:cNvPr>
          <p:cNvSpPr txBox="1"/>
          <p:nvPr/>
        </p:nvSpPr>
        <p:spPr>
          <a:xfrm>
            <a:off x="7157158" y="1903821"/>
            <a:ext cx="570089" cy="230832"/>
          </a:xfrm>
          <a:prstGeom prst="rect">
            <a:avLst/>
          </a:prstGeom>
          <a:noFill/>
        </p:spPr>
        <p:txBody>
          <a:bodyPr wrap="square" rtlCol="0">
            <a:spAutoFit/>
          </a:bodyPr>
          <a:lstStyle/>
          <a:p>
            <a:pPr algn="ctr"/>
            <a:r>
              <a:rPr lang="en-US" sz="900" dirty="0"/>
              <a:t>13</a:t>
            </a:r>
          </a:p>
        </p:txBody>
      </p:sp>
      <p:sp>
        <p:nvSpPr>
          <p:cNvPr id="53" name="TextBox 52">
            <a:extLst>
              <a:ext uri="{FF2B5EF4-FFF2-40B4-BE49-F238E27FC236}">
                <a16:creationId xmlns:a16="http://schemas.microsoft.com/office/drawing/2014/main" id="{3B380049-C41C-0736-52F9-8B5D7206B5FC}"/>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a:t>
            </a:r>
          </a:p>
        </p:txBody>
      </p:sp>
      <p:sp>
        <p:nvSpPr>
          <p:cNvPr id="54" name="TextBox 53">
            <a:extLst>
              <a:ext uri="{FF2B5EF4-FFF2-40B4-BE49-F238E27FC236}">
                <a16:creationId xmlns:a16="http://schemas.microsoft.com/office/drawing/2014/main" id="{42AE8E13-2659-26F7-4F2E-17BF91278EDF}"/>
              </a:ext>
            </a:extLst>
          </p:cNvPr>
          <p:cNvSpPr txBox="1"/>
          <p:nvPr/>
        </p:nvSpPr>
        <p:spPr>
          <a:xfrm>
            <a:off x="3640666" y="2404765"/>
            <a:ext cx="570089" cy="230832"/>
          </a:xfrm>
          <a:prstGeom prst="rect">
            <a:avLst/>
          </a:prstGeom>
          <a:noFill/>
        </p:spPr>
        <p:txBody>
          <a:bodyPr wrap="square" rtlCol="0">
            <a:spAutoFit/>
          </a:bodyPr>
          <a:lstStyle/>
          <a:p>
            <a:pPr algn="ctr"/>
            <a:r>
              <a:rPr lang="en-US" sz="900" dirty="0"/>
              <a:t>3478</a:t>
            </a:r>
          </a:p>
        </p:txBody>
      </p:sp>
      <p:sp>
        <p:nvSpPr>
          <p:cNvPr id="56" name="TextBox 55">
            <a:extLst>
              <a:ext uri="{FF2B5EF4-FFF2-40B4-BE49-F238E27FC236}">
                <a16:creationId xmlns:a16="http://schemas.microsoft.com/office/drawing/2014/main" id="{3A2F58B0-D301-1BAE-F92A-7669C5271298}"/>
              </a:ext>
            </a:extLst>
          </p:cNvPr>
          <p:cNvSpPr txBox="1"/>
          <p:nvPr/>
        </p:nvSpPr>
        <p:spPr>
          <a:xfrm>
            <a:off x="7157158" y="2404765"/>
            <a:ext cx="570089" cy="230832"/>
          </a:xfrm>
          <a:prstGeom prst="rect">
            <a:avLst/>
          </a:prstGeom>
          <a:noFill/>
        </p:spPr>
        <p:txBody>
          <a:bodyPr wrap="square" rtlCol="0">
            <a:spAutoFit/>
          </a:bodyPr>
          <a:lstStyle/>
          <a:p>
            <a:pPr algn="ctr"/>
            <a:r>
              <a:rPr lang="en-US" sz="900" dirty="0"/>
              <a:t>348</a:t>
            </a:r>
          </a:p>
        </p:txBody>
      </p:sp>
      <p:sp>
        <p:nvSpPr>
          <p:cNvPr id="57" name="TextBox 56">
            <a:extLst>
              <a:ext uri="{FF2B5EF4-FFF2-40B4-BE49-F238E27FC236}">
                <a16:creationId xmlns:a16="http://schemas.microsoft.com/office/drawing/2014/main" id="{B43E673D-7018-06BB-20F1-214353252DE2}"/>
              </a:ext>
            </a:extLst>
          </p:cNvPr>
          <p:cNvSpPr txBox="1"/>
          <p:nvPr/>
        </p:nvSpPr>
        <p:spPr>
          <a:xfrm>
            <a:off x="3138310" y="2404765"/>
            <a:ext cx="570089" cy="230832"/>
          </a:xfrm>
          <a:prstGeom prst="rect">
            <a:avLst/>
          </a:prstGeom>
          <a:noFill/>
        </p:spPr>
        <p:txBody>
          <a:bodyPr wrap="square" rtlCol="0">
            <a:spAutoFit/>
          </a:bodyPr>
          <a:lstStyle/>
          <a:p>
            <a:pPr algn="ctr"/>
            <a:r>
              <a:rPr lang="en-US" sz="900" dirty="0"/>
              <a:t>478</a:t>
            </a:r>
          </a:p>
        </p:txBody>
      </p:sp>
      <p:sp>
        <p:nvSpPr>
          <p:cNvPr id="58" name="TextBox 57">
            <a:extLst>
              <a:ext uri="{FF2B5EF4-FFF2-40B4-BE49-F238E27FC236}">
                <a16:creationId xmlns:a16="http://schemas.microsoft.com/office/drawing/2014/main" id="{C32480A3-5BF5-88D1-BD70-8C1FFED4B308}"/>
              </a:ext>
            </a:extLst>
          </p:cNvPr>
          <p:cNvSpPr txBox="1"/>
          <p:nvPr/>
        </p:nvSpPr>
        <p:spPr>
          <a:xfrm>
            <a:off x="7157158" y="2905709"/>
            <a:ext cx="570089" cy="230832"/>
          </a:xfrm>
          <a:prstGeom prst="rect">
            <a:avLst/>
          </a:prstGeom>
          <a:noFill/>
        </p:spPr>
        <p:txBody>
          <a:bodyPr wrap="square" rtlCol="0">
            <a:spAutoFit/>
          </a:bodyPr>
          <a:lstStyle/>
          <a:p>
            <a:pPr algn="ctr"/>
            <a:r>
              <a:rPr lang="en-US" sz="900" dirty="0"/>
              <a:t>348</a:t>
            </a:r>
          </a:p>
        </p:txBody>
      </p:sp>
      <p:sp>
        <p:nvSpPr>
          <p:cNvPr id="59" name="TextBox 58">
            <a:extLst>
              <a:ext uri="{FF2B5EF4-FFF2-40B4-BE49-F238E27FC236}">
                <a16:creationId xmlns:a16="http://schemas.microsoft.com/office/drawing/2014/main" id="{16C91CED-BF22-AB94-B6BA-9DD69C56C933}"/>
              </a:ext>
            </a:extLst>
          </p:cNvPr>
          <p:cNvSpPr txBox="1"/>
          <p:nvPr/>
        </p:nvSpPr>
        <p:spPr>
          <a:xfrm>
            <a:off x="3138310" y="2905709"/>
            <a:ext cx="570089" cy="230832"/>
          </a:xfrm>
          <a:prstGeom prst="rect">
            <a:avLst/>
          </a:prstGeom>
          <a:noFill/>
        </p:spPr>
        <p:txBody>
          <a:bodyPr wrap="square" rtlCol="0">
            <a:spAutoFit/>
          </a:bodyPr>
          <a:lstStyle/>
          <a:p>
            <a:pPr algn="ctr"/>
            <a:r>
              <a:rPr lang="en-US" sz="900" dirty="0"/>
              <a:t>345678</a:t>
            </a:r>
          </a:p>
        </p:txBody>
      </p:sp>
      <p:sp>
        <p:nvSpPr>
          <p:cNvPr id="61" name="TextBox 60">
            <a:extLst>
              <a:ext uri="{FF2B5EF4-FFF2-40B4-BE49-F238E27FC236}">
                <a16:creationId xmlns:a16="http://schemas.microsoft.com/office/drawing/2014/main" id="{81D7D8F2-D339-CA68-7F42-B96CC6823946}"/>
              </a:ext>
            </a:extLst>
          </p:cNvPr>
          <p:cNvSpPr txBox="1"/>
          <p:nvPr/>
        </p:nvSpPr>
        <p:spPr>
          <a:xfrm>
            <a:off x="3138310" y="3406653"/>
            <a:ext cx="570089" cy="230832"/>
          </a:xfrm>
          <a:prstGeom prst="rect">
            <a:avLst/>
          </a:prstGeom>
          <a:noFill/>
        </p:spPr>
        <p:txBody>
          <a:bodyPr wrap="square" rtlCol="0">
            <a:spAutoFit/>
          </a:bodyPr>
          <a:lstStyle/>
          <a:p>
            <a:pPr algn="ctr"/>
            <a:r>
              <a:rPr lang="en-US" sz="900" dirty="0"/>
              <a:t>45</a:t>
            </a:r>
          </a:p>
        </p:txBody>
      </p:sp>
      <p:sp>
        <p:nvSpPr>
          <p:cNvPr id="62" name="TextBox 61">
            <a:extLst>
              <a:ext uri="{FF2B5EF4-FFF2-40B4-BE49-F238E27FC236}">
                <a16:creationId xmlns:a16="http://schemas.microsoft.com/office/drawing/2014/main" id="{F46CEC02-A448-F3C5-2830-77A2CAB093C5}"/>
              </a:ext>
            </a:extLst>
          </p:cNvPr>
          <p:cNvSpPr txBox="1"/>
          <p:nvPr/>
        </p:nvSpPr>
        <p:spPr>
          <a:xfrm>
            <a:off x="3640666" y="2905709"/>
            <a:ext cx="570089" cy="230832"/>
          </a:xfrm>
          <a:prstGeom prst="rect">
            <a:avLst/>
          </a:prstGeom>
          <a:noFill/>
        </p:spPr>
        <p:txBody>
          <a:bodyPr wrap="square" rtlCol="0">
            <a:spAutoFit/>
          </a:bodyPr>
          <a:lstStyle/>
          <a:p>
            <a:pPr algn="ctr"/>
            <a:r>
              <a:rPr lang="en-US" sz="900" dirty="0"/>
              <a:t>234567</a:t>
            </a:r>
          </a:p>
        </p:txBody>
      </p:sp>
      <p:sp>
        <p:nvSpPr>
          <p:cNvPr id="64" name="TextBox 63">
            <a:extLst>
              <a:ext uri="{FF2B5EF4-FFF2-40B4-BE49-F238E27FC236}">
                <a16:creationId xmlns:a16="http://schemas.microsoft.com/office/drawing/2014/main" id="{8BEB3FBA-A4DB-5D67-9B73-48FCBE494059}"/>
              </a:ext>
            </a:extLst>
          </p:cNvPr>
          <p:cNvSpPr txBox="1"/>
          <p:nvPr/>
        </p:nvSpPr>
        <p:spPr>
          <a:xfrm>
            <a:off x="3640666" y="3406653"/>
            <a:ext cx="570089" cy="230832"/>
          </a:xfrm>
          <a:prstGeom prst="rect">
            <a:avLst/>
          </a:prstGeom>
          <a:noFill/>
        </p:spPr>
        <p:txBody>
          <a:bodyPr wrap="square" rtlCol="0">
            <a:spAutoFit/>
          </a:bodyPr>
          <a:lstStyle/>
          <a:p>
            <a:pPr algn="ctr"/>
            <a:r>
              <a:rPr lang="en-US" sz="900" dirty="0"/>
              <a:t>34</a:t>
            </a:r>
          </a:p>
        </p:txBody>
      </p:sp>
      <p:sp>
        <p:nvSpPr>
          <p:cNvPr id="66" name="TextBox 65">
            <a:extLst>
              <a:ext uri="{FF2B5EF4-FFF2-40B4-BE49-F238E27FC236}">
                <a16:creationId xmlns:a16="http://schemas.microsoft.com/office/drawing/2014/main" id="{382840FB-9D14-8EED-BB75-41AB9A3BFE0F}"/>
              </a:ext>
            </a:extLst>
          </p:cNvPr>
          <p:cNvSpPr txBox="1"/>
          <p:nvPr/>
        </p:nvSpPr>
        <p:spPr>
          <a:xfrm>
            <a:off x="3640666" y="3907597"/>
            <a:ext cx="570089" cy="230832"/>
          </a:xfrm>
          <a:prstGeom prst="rect">
            <a:avLst/>
          </a:prstGeom>
          <a:noFill/>
        </p:spPr>
        <p:txBody>
          <a:bodyPr wrap="square" rtlCol="0">
            <a:spAutoFit/>
          </a:bodyPr>
          <a:lstStyle/>
          <a:p>
            <a:pPr algn="ctr"/>
            <a:r>
              <a:rPr lang="en-US" sz="900" dirty="0"/>
              <a:t>235</a:t>
            </a:r>
          </a:p>
        </p:txBody>
      </p:sp>
      <p:sp>
        <p:nvSpPr>
          <p:cNvPr id="67" name="TextBox 66">
            <a:extLst>
              <a:ext uri="{FF2B5EF4-FFF2-40B4-BE49-F238E27FC236}">
                <a16:creationId xmlns:a16="http://schemas.microsoft.com/office/drawing/2014/main" id="{4EAD781A-87EC-420D-0E41-35DC86CE53C6}"/>
              </a:ext>
            </a:extLst>
          </p:cNvPr>
          <p:cNvSpPr txBox="1"/>
          <p:nvPr/>
        </p:nvSpPr>
        <p:spPr>
          <a:xfrm>
            <a:off x="4143022" y="3907597"/>
            <a:ext cx="570089" cy="230832"/>
          </a:xfrm>
          <a:prstGeom prst="rect">
            <a:avLst/>
          </a:prstGeom>
          <a:noFill/>
        </p:spPr>
        <p:txBody>
          <a:bodyPr wrap="square" rtlCol="0">
            <a:spAutoFit/>
          </a:bodyPr>
          <a:lstStyle/>
          <a:p>
            <a:pPr algn="ctr"/>
            <a:r>
              <a:rPr lang="en-US" sz="900" dirty="0"/>
              <a:t>235</a:t>
            </a:r>
          </a:p>
        </p:txBody>
      </p:sp>
      <p:sp>
        <p:nvSpPr>
          <p:cNvPr id="68" name="TextBox 67">
            <a:extLst>
              <a:ext uri="{FF2B5EF4-FFF2-40B4-BE49-F238E27FC236}">
                <a16:creationId xmlns:a16="http://schemas.microsoft.com/office/drawing/2014/main" id="{CD597A90-BBED-4748-4053-7019A776D682}"/>
              </a:ext>
            </a:extLst>
          </p:cNvPr>
          <p:cNvSpPr txBox="1"/>
          <p:nvPr/>
        </p:nvSpPr>
        <p:spPr>
          <a:xfrm>
            <a:off x="6654802" y="3907597"/>
            <a:ext cx="570089" cy="230832"/>
          </a:xfrm>
          <a:prstGeom prst="rect">
            <a:avLst/>
          </a:prstGeom>
          <a:noFill/>
        </p:spPr>
        <p:txBody>
          <a:bodyPr wrap="square" rtlCol="0">
            <a:spAutoFit/>
          </a:bodyPr>
          <a:lstStyle/>
          <a:p>
            <a:pPr algn="ctr"/>
            <a:r>
              <a:rPr lang="en-US" sz="900" dirty="0"/>
              <a:t>35</a:t>
            </a:r>
          </a:p>
        </p:txBody>
      </p:sp>
      <p:sp>
        <p:nvSpPr>
          <p:cNvPr id="69" name="TextBox 68">
            <a:extLst>
              <a:ext uri="{FF2B5EF4-FFF2-40B4-BE49-F238E27FC236}">
                <a16:creationId xmlns:a16="http://schemas.microsoft.com/office/drawing/2014/main" id="{263084BA-BB06-ABB5-AD4C-08F4A7D21154}"/>
              </a:ext>
            </a:extLst>
          </p:cNvPr>
          <p:cNvSpPr txBox="1"/>
          <p:nvPr/>
        </p:nvSpPr>
        <p:spPr>
          <a:xfrm>
            <a:off x="3640666" y="4909484"/>
            <a:ext cx="570089" cy="230832"/>
          </a:xfrm>
          <a:prstGeom prst="rect">
            <a:avLst/>
          </a:prstGeom>
          <a:noFill/>
        </p:spPr>
        <p:txBody>
          <a:bodyPr wrap="square" rtlCol="0">
            <a:spAutoFit/>
          </a:bodyPr>
          <a:lstStyle/>
          <a:p>
            <a:pPr algn="ctr"/>
            <a:r>
              <a:rPr lang="en-US" sz="900" dirty="0"/>
              <a:t>3467</a:t>
            </a:r>
          </a:p>
        </p:txBody>
      </p:sp>
      <p:sp>
        <p:nvSpPr>
          <p:cNvPr id="70" name="TextBox 69">
            <a:extLst>
              <a:ext uri="{FF2B5EF4-FFF2-40B4-BE49-F238E27FC236}">
                <a16:creationId xmlns:a16="http://schemas.microsoft.com/office/drawing/2014/main" id="{5F7DF2DC-C502-496E-321A-73985D9062DA}"/>
              </a:ext>
            </a:extLst>
          </p:cNvPr>
          <p:cNvSpPr txBox="1"/>
          <p:nvPr/>
        </p:nvSpPr>
        <p:spPr>
          <a:xfrm>
            <a:off x="4143022" y="4909484"/>
            <a:ext cx="570089" cy="230832"/>
          </a:xfrm>
          <a:prstGeom prst="rect">
            <a:avLst/>
          </a:prstGeom>
          <a:noFill/>
        </p:spPr>
        <p:txBody>
          <a:bodyPr wrap="square" rtlCol="0">
            <a:spAutoFit/>
          </a:bodyPr>
          <a:lstStyle/>
          <a:p>
            <a:pPr algn="ctr"/>
            <a:r>
              <a:rPr lang="en-US" sz="900" dirty="0"/>
              <a:t>3467</a:t>
            </a:r>
          </a:p>
        </p:txBody>
      </p:sp>
      <p:sp>
        <p:nvSpPr>
          <p:cNvPr id="71" name="TextBox 70">
            <a:extLst>
              <a:ext uri="{FF2B5EF4-FFF2-40B4-BE49-F238E27FC236}">
                <a16:creationId xmlns:a16="http://schemas.microsoft.com/office/drawing/2014/main" id="{527B2D72-01C6-3B72-895A-447EB9CABC76}"/>
              </a:ext>
            </a:extLst>
          </p:cNvPr>
          <p:cNvSpPr txBox="1"/>
          <p:nvPr/>
        </p:nvSpPr>
        <p:spPr>
          <a:xfrm>
            <a:off x="6152446" y="4909484"/>
            <a:ext cx="570089" cy="230832"/>
          </a:xfrm>
          <a:prstGeom prst="rect">
            <a:avLst/>
          </a:prstGeom>
          <a:noFill/>
        </p:spPr>
        <p:txBody>
          <a:bodyPr wrap="square" rtlCol="0">
            <a:spAutoFit/>
          </a:bodyPr>
          <a:lstStyle/>
          <a:p>
            <a:pPr algn="ctr"/>
            <a:r>
              <a:rPr lang="en-US" sz="900" dirty="0"/>
              <a:t>1347</a:t>
            </a:r>
          </a:p>
        </p:txBody>
      </p:sp>
      <p:sp>
        <p:nvSpPr>
          <p:cNvPr id="72" name="TextBox 71">
            <a:extLst>
              <a:ext uri="{FF2B5EF4-FFF2-40B4-BE49-F238E27FC236}">
                <a16:creationId xmlns:a16="http://schemas.microsoft.com/office/drawing/2014/main" id="{721C7417-1ADE-1332-73D9-08FDCFB6B8DC}"/>
              </a:ext>
            </a:extLst>
          </p:cNvPr>
          <p:cNvSpPr txBox="1"/>
          <p:nvPr/>
        </p:nvSpPr>
        <p:spPr>
          <a:xfrm>
            <a:off x="6654802" y="4909484"/>
            <a:ext cx="570089" cy="230832"/>
          </a:xfrm>
          <a:prstGeom prst="rect">
            <a:avLst/>
          </a:prstGeom>
          <a:noFill/>
        </p:spPr>
        <p:txBody>
          <a:bodyPr wrap="square" rtlCol="0">
            <a:spAutoFit/>
          </a:bodyPr>
          <a:lstStyle/>
          <a:p>
            <a:pPr algn="ctr"/>
            <a:r>
              <a:rPr lang="en-US" sz="900" dirty="0"/>
              <a:t>347</a:t>
            </a:r>
          </a:p>
        </p:txBody>
      </p:sp>
      <p:sp>
        <p:nvSpPr>
          <p:cNvPr id="73" name="TextBox 72">
            <a:extLst>
              <a:ext uri="{FF2B5EF4-FFF2-40B4-BE49-F238E27FC236}">
                <a16:creationId xmlns:a16="http://schemas.microsoft.com/office/drawing/2014/main" id="{35D63635-AB9D-3D9B-C541-D918BD1188E1}"/>
              </a:ext>
            </a:extLst>
          </p:cNvPr>
          <p:cNvSpPr txBox="1"/>
          <p:nvPr/>
        </p:nvSpPr>
        <p:spPr>
          <a:xfrm>
            <a:off x="7157158" y="3907597"/>
            <a:ext cx="570089" cy="230832"/>
          </a:xfrm>
          <a:prstGeom prst="rect">
            <a:avLst/>
          </a:prstGeom>
          <a:noFill/>
        </p:spPr>
        <p:txBody>
          <a:bodyPr wrap="square" rtlCol="0">
            <a:spAutoFit/>
          </a:bodyPr>
          <a:lstStyle/>
          <a:p>
            <a:pPr algn="ctr"/>
            <a:r>
              <a:rPr lang="en-US" sz="900" dirty="0"/>
              <a:t>98</a:t>
            </a:r>
          </a:p>
        </p:txBody>
      </p:sp>
      <p:sp>
        <p:nvSpPr>
          <p:cNvPr id="74" name="TextBox 73">
            <a:extLst>
              <a:ext uri="{FF2B5EF4-FFF2-40B4-BE49-F238E27FC236}">
                <a16:creationId xmlns:a16="http://schemas.microsoft.com/office/drawing/2014/main" id="{F2E711CA-423E-29C7-7674-4C7CFE3E0C42}"/>
              </a:ext>
            </a:extLst>
          </p:cNvPr>
          <p:cNvSpPr txBox="1"/>
          <p:nvPr/>
        </p:nvSpPr>
        <p:spPr>
          <a:xfrm>
            <a:off x="3138310" y="3907597"/>
            <a:ext cx="570089" cy="230832"/>
          </a:xfrm>
          <a:prstGeom prst="rect">
            <a:avLst/>
          </a:prstGeom>
          <a:noFill/>
        </p:spPr>
        <p:txBody>
          <a:bodyPr wrap="square" rtlCol="0">
            <a:spAutoFit/>
          </a:bodyPr>
          <a:lstStyle/>
          <a:p>
            <a:pPr algn="ctr"/>
            <a:r>
              <a:rPr lang="en-US" sz="900" dirty="0"/>
              <a:t>89</a:t>
            </a:r>
          </a:p>
        </p:txBody>
      </p:sp>
      <p:sp>
        <p:nvSpPr>
          <p:cNvPr id="75" name="TextBox 74">
            <a:extLst>
              <a:ext uri="{FF2B5EF4-FFF2-40B4-BE49-F238E27FC236}">
                <a16:creationId xmlns:a16="http://schemas.microsoft.com/office/drawing/2014/main" id="{E6053D00-152B-671B-343A-3FF855B3F4A6}"/>
              </a:ext>
            </a:extLst>
          </p:cNvPr>
          <p:cNvSpPr txBox="1"/>
          <p:nvPr/>
        </p:nvSpPr>
        <p:spPr>
          <a:xfrm>
            <a:off x="7157158" y="4909484"/>
            <a:ext cx="570089" cy="230832"/>
          </a:xfrm>
          <a:prstGeom prst="rect">
            <a:avLst/>
          </a:prstGeom>
          <a:noFill/>
        </p:spPr>
        <p:txBody>
          <a:bodyPr wrap="square" rtlCol="0">
            <a:spAutoFit/>
          </a:bodyPr>
          <a:lstStyle/>
          <a:p>
            <a:pPr algn="ctr"/>
            <a:r>
              <a:rPr lang="en-US" sz="900" dirty="0"/>
              <a:t>1349</a:t>
            </a:r>
          </a:p>
        </p:txBody>
      </p:sp>
      <p:sp>
        <p:nvSpPr>
          <p:cNvPr id="76" name="TextBox 75">
            <a:extLst>
              <a:ext uri="{FF2B5EF4-FFF2-40B4-BE49-F238E27FC236}">
                <a16:creationId xmlns:a16="http://schemas.microsoft.com/office/drawing/2014/main" id="{75683BBF-966A-1BE8-5DCB-12F4BA505EA1}"/>
              </a:ext>
            </a:extLst>
          </p:cNvPr>
          <p:cNvSpPr txBox="1"/>
          <p:nvPr/>
        </p:nvSpPr>
        <p:spPr>
          <a:xfrm>
            <a:off x="3138310" y="4909484"/>
            <a:ext cx="570089" cy="230832"/>
          </a:xfrm>
          <a:prstGeom prst="rect">
            <a:avLst/>
          </a:prstGeom>
          <a:noFill/>
        </p:spPr>
        <p:txBody>
          <a:bodyPr wrap="square" rtlCol="0">
            <a:spAutoFit/>
          </a:bodyPr>
          <a:lstStyle/>
          <a:p>
            <a:pPr algn="ctr"/>
            <a:r>
              <a:rPr lang="en-US" sz="900" dirty="0"/>
              <a:t>34679</a:t>
            </a:r>
          </a:p>
        </p:txBody>
      </p:sp>
      <p:sp>
        <p:nvSpPr>
          <p:cNvPr id="77" name="TextBox 76">
            <a:extLst>
              <a:ext uri="{FF2B5EF4-FFF2-40B4-BE49-F238E27FC236}">
                <a16:creationId xmlns:a16="http://schemas.microsoft.com/office/drawing/2014/main" id="{D756D3B9-ABCB-FD33-7C1A-60ABB58A2F2D}"/>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100F4B6E-C746-A6A1-A05B-D685E4F9FEE5}"/>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9B190E0F-E9B0-B875-0380-0472DA0BF9B5}"/>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827824D6-BEEB-2BD5-8CE2-3B1274C1CA11}"/>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81" name="TextBox 80">
            <a:extLst>
              <a:ext uri="{FF2B5EF4-FFF2-40B4-BE49-F238E27FC236}">
                <a16:creationId xmlns:a16="http://schemas.microsoft.com/office/drawing/2014/main" id="{F317D197-9EF7-0E85-F5F7-F49538AB7D58}"/>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82" name="TextBox 81">
            <a:extLst>
              <a:ext uri="{FF2B5EF4-FFF2-40B4-BE49-F238E27FC236}">
                <a16:creationId xmlns:a16="http://schemas.microsoft.com/office/drawing/2014/main" id="{395FE6F5-E988-6F5F-5B78-60EADC0F0258}"/>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83" name="TextBox 82">
            <a:extLst>
              <a:ext uri="{FF2B5EF4-FFF2-40B4-BE49-F238E27FC236}">
                <a16:creationId xmlns:a16="http://schemas.microsoft.com/office/drawing/2014/main" id="{2F7EFD63-CD68-26A7-1E55-DB20685AE8AD}"/>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92DE6D2E-5749-A337-3166-4D50C2BA2310}"/>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BC758EEC-02E7-8192-EBD3-C3D0127E2779}"/>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86" name="TextBox 85">
            <a:extLst>
              <a:ext uri="{FF2B5EF4-FFF2-40B4-BE49-F238E27FC236}">
                <a16:creationId xmlns:a16="http://schemas.microsoft.com/office/drawing/2014/main" id="{8455302F-7D99-7334-E0DA-4C248EBC9D5E}"/>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87" name="TextBox 86">
            <a:extLst>
              <a:ext uri="{FF2B5EF4-FFF2-40B4-BE49-F238E27FC236}">
                <a16:creationId xmlns:a16="http://schemas.microsoft.com/office/drawing/2014/main" id="{BA30C1B5-F94A-9232-03DA-882DB884818A}"/>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8" name="TextBox 87">
            <a:extLst>
              <a:ext uri="{FF2B5EF4-FFF2-40B4-BE49-F238E27FC236}">
                <a16:creationId xmlns:a16="http://schemas.microsoft.com/office/drawing/2014/main" id="{05F0EA1A-EE0A-A8D4-F219-51B37288EC63}"/>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9" name="TextBox 88">
            <a:extLst>
              <a:ext uri="{FF2B5EF4-FFF2-40B4-BE49-F238E27FC236}">
                <a16:creationId xmlns:a16="http://schemas.microsoft.com/office/drawing/2014/main" id="{D4253A5D-1BB3-EBD6-75E2-17D2F8425D67}"/>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30098215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5ADB8-5946-0827-8ECD-5E1F315AE67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08F875-8325-DF9B-0B40-58AA67FF27AD}"/>
              </a:ext>
            </a:extLst>
          </p:cNvPr>
          <p:cNvSpPr>
            <a:spLocks noGrp="1"/>
          </p:cNvSpPr>
          <p:nvPr>
            <p:ph sz="half" idx="1"/>
          </p:nvPr>
        </p:nvSpPr>
        <p:spPr/>
        <p:txBody>
          <a:bodyPr>
            <a:normAutofit/>
          </a:bodyPr>
          <a:lstStyle/>
          <a:p>
            <a:r>
              <a:rPr lang="en-US" dirty="0"/>
              <a:t>In the bottom right block, the 5 is in Column 8.</a:t>
            </a:r>
          </a:p>
        </p:txBody>
      </p:sp>
      <p:pic>
        <p:nvPicPr>
          <p:cNvPr id="4" name="Picture 3" descr="A grid of sudoku puzzle&#10;&#10;Description automatically generated">
            <a:extLst>
              <a:ext uri="{FF2B5EF4-FFF2-40B4-BE49-F238E27FC236}">
                <a16:creationId xmlns:a16="http://schemas.microsoft.com/office/drawing/2014/main" id="{12A0D67E-D92B-D229-5CE0-DFD9BBBFD33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3A24A2B-4825-1080-E080-01E5AF34B17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7B4380E-5D70-7403-4922-6D4253755A1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96F8BCF-DB94-2F65-83A2-1B13C10AF91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90496A3-FAC4-A529-9C48-913AA977A733}"/>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F28CE25C-ED70-3D02-233D-96EC9B5302B7}"/>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75648A94-8A40-20E7-25CB-875F840D631F}"/>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B74F3E07-EDDF-9640-FD5F-FE257DFC37FF}"/>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35644C1B-98C5-336E-4290-EEE12043DB05}"/>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769D6198-9F86-83F5-FFB7-E7A5B8C2AA8D}"/>
              </a:ext>
            </a:extLst>
          </p:cNvPr>
          <p:cNvSpPr txBox="1"/>
          <p:nvPr/>
        </p:nvSpPr>
        <p:spPr>
          <a:xfrm>
            <a:off x="4143022" y="4408541"/>
            <a:ext cx="570089" cy="230832"/>
          </a:xfrm>
          <a:prstGeom prst="rect">
            <a:avLst/>
          </a:prstGeom>
          <a:noFill/>
        </p:spPr>
        <p:txBody>
          <a:bodyPr wrap="square" rtlCol="0">
            <a:spAutoFit/>
          </a:bodyPr>
          <a:lstStyle/>
          <a:p>
            <a:pPr algn="ctr"/>
            <a:r>
              <a:rPr lang="en-US" sz="900" dirty="0"/>
              <a:t>4578</a:t>
            </a:r>
          </a:p>
        </p:txBody>
      </p:sp>
      <p:sp>
        <p:nvSpPr>
          <p:cNvPr id="13" name="TextBox 12">
            <a:extLst>
              <a:ext uri="{FF2B5EF4-FFF2-40B4-BE49-F238E27FC236}">
                <a16:creationId xmlns:a16="http://schemas.microsoft.com/office/drawing/2014/main" id="{8D3BE973-2F10-2014-5985-22A31EDE6E59}"/>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C324A2DF-FBD8-23C5-36DB-5383EF0CAC93}"/>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8FB75559-19EA-48D8-4D5A-D1204D1D8F5D}"/>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B9EB5765-C183-CAC3-10DE-423C12F6FE4F}"/>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C8848FAF-D4EB-28F3-2ADE-8D57B8AE4BCA}"/>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5B020497-E8DD-E923-DB9D-E347E4160525}"/>
              </a:ext>
            </a:extLst>
          </p:cNvPr>
          <p:cNvSpPr txBox="1"/>
          <p:nvPr/>
        </p:nvSpPr>
        <p:spPr>
          <a:xfrm>
            <a:off x="4645378" y="2905709"/>
            <a:ext cx="570089" cy="230832"/>
          </a:xfrm>
          <a:prstGeom prst="rect">
            <a:avLst/>
          </a:prstGeom>
          <a:noFill/>
        </p:spPr>
        <p:txBody>
          <a:bodyPr wrap="square" rtlCol="0">
            <a:spAutoFit/>
          </a:bodyPr>
          <a:lstStyle/>
          <a:p>
            <a:pPr algn="ctr"/>
            <a:r>
              <a:rPr lang="en-US" sz="900" dirty="0"/>
              <a:t>59</a:t>
            </a:r>
          </a:p>
        </p:txBody>
      </p:sp>
      <p:sp>
        <p:nvSpPr>
          <p:cNvPr id="27" name="TextBox 26">
            <a:extLst>
              <a:ext uri="{FF2B5EF4-FFF2-40B4-BE49-F238E27FC236}">
                <a16:creationId xmlns:a16="http://schemas.microsoft.com/office/drawing/2014/main" id="{2BDF68AC-CEF5-A655-6CDB-324D0DC03A55}"/>
              </a:ext>
            </a:extLst>
          </p:cNvPr>
          <p:cNvSpPr txBox="1"/>
          <p:nvPr/>
        </p:nvSpPr>
        <p:spPr>
          <a:xfrm>
            <a:off x="4645378" y="3406653"/>
            <a:ext cx="570089" cy="230832"/>
          </a:xfrm>
          <a:prstGeom prst="rect">
            <a:avLst/>
          </a:prstGeom>
          <a:noFill/>
        </p:spPr>
        <p:txBody>
          <a:bodyPr wrap="square" rtlCol="0">
            <a:spAutoFit/>
          </a:bodyPr>
          <a:lstStyle/>
          <a:p>
            <a:pPr algn="ctr"/>
            <a:r>
              <a:rPr lang="en-US" sz="900" dirty="0"/>
              <a:t>95</a:t>
            </a:r>
          </a:p>
        </p:txBody>
      </p:sp>
      <p:sp>
        <p:nvSpPr>
          <p:cNvPr id="32" name="TextBox 31">
            <a:extLst>
              <a:ext uri="{FF2B5EF4-FFF2-40B4-BE49-F238E27FC236}">
                <a16:creationId xmlns:a16="http://schemas.microsoft.com/office/drawing/2014/main" id="{40086C8B-9B19-8412-4E73-E384FA262293}"/>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59384697-A1AE-10CE-0025-E392009B3AE0}"/>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893A32B7-6792-AEF6-49BB-C885358FBF98}"/>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02EB8389-AC71-E803-685B-DD6F357295B8}"/>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9F9B7AD6-7359-104C-D25E-9AC2387E22D7}"/>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731EB813-D454-8F36-8501-0CC364BE4F74}"/>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007087B2-2FCF-009F-E6EF-1C38F5C0C528}"/>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C18C8914-C6ED-6AFF-5C7B-828B45A04FE5}"/>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A47E2F02-CDCC-38A8-2041-ECB73FD0DA75}"/>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58A5CB75-846A-4F48-C68D-61B108EB4C12}"/>
              </a:ext>
            </a:extLst>
          </p:cNvPr>
          <p:cNvSpPr txBox="1"/>
          <p:nvPr/>
        </p:nvSpPr>
        <p:spPr>
          <a:xfrm>
            <a:off x="5147734" y="2404765"/>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09350F3E-6514-1220-157A-D0B87AB25C11}"/>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40" name="TextBox 39">
            <a:extLst>
              <a:ext uri="{FF2B5EF4-FFF2-40B4-BE49-F238E27FC236}">
                <a16:creationId xmlns:a16="http://schemas.microsoft.com/office/drawing/2014/main" id="{0CE598D9-FF0F-04C6-FA70-36ECDADD0567}"/>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4A323AF0-5E98-1683-C611-50DA97959AC4}"/>
              </a:ext>
            </a:extLst>
          </p:cNvPr>
          <p:cNvSpPr txBox="1"/>
          <p:nvPr/>
        </p:nvSpPr>
        <p:spPr>
          <a:xfrm>
            <a:off x="4143022" y="1903821"/>
            <a:ext cx="570089" cy="230832"/>
          </a:xfrm>
          <a:prstGeom prst="rect">
            <a:avLst/>
          </a:prstGeom>
          <a:noFill/>
        </p:spPr>
        <p:txBody>
          <a:bodyPr wrap="square" rtlCol="0">
            <a:spAutoFit/>
          </a:bodyPr>
          <a:lstStyle/>
          <a:p>
            <a:pPr algn="ctr"/>
            <a:r>
              <a:rPr lang="en-US" sz="900" dirty="0"/>
              <a:t>678</a:t>
            </a:r>
          </a:p>
        </p:txBody>
      </p:sp>
      <p:sp>
        <p:nvSpPr>
          <p:cNvPr id="42" name="TextBox 41">
            <a:extLst>
              <a:ext uri="{FF2B5EF4-FFF2-40B4-BE49-F238E27FC236}">
                <a16:creationId xmlns:a16="http://schemas.microsoft.com/office/drawing/2014/main" id="{56603F79-342D-548F-FDF8-71C9ED4E5198}"/>
              </a:ext>
            </a:extLst>
          </p:cNvPr>
          <p:cNvSpPr txBox="1"/>
          <p:nvPr/>
        </p:nvSpPr>
        <p:spPr>
          <a:xfrm>
            <a:off x="4143022" y="901933"/>
            <a:ext cx="570089" cy="230832"/>
          </a:xfrm>
          <a:prstGeom prst="rect">
            <a:avLst/>
          </a:prstGeom>
          <a:noFill/>
        </p:spPr>
        <p:txBody>
          <a:bodyPr wrap="square" rtlCol="0">
            <a:spAutoFit/>
          </a:bodyPr>
          <a:lstStyle/>
          <a:p>
            <a:pPr algn="ctr"/>
            <a:r>
              <a:rPr lang="en-US" sz="900" dirty="0"/>
              <a:t>458</a:t>
            </a:r>
          </a:p>
        </p:txBody>
      </p:sp>
      <p:sp>
        <p:nvSpPr>
          <p:cNvPr id="43" name="TextBox 42">
            <a:extLst>
              <a:ext uri="{FF2B5EF4-FFF2-40B4-BE49-F238E27FC236}">
                <a16:creationId xmlns:a16="http://schemas.microsoft.com/office/drawing/2014/main" id="{73609397-4414-D171-6786-8B19C265439E}"/>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AB012CB9-8372-8FCC-EA03-F4FD716B50CF}"/>
              </a:ext>
            </a:extLst>
          </p:cNvPr>
          <p:cNvSpPr txBox="1"/>
          <p:nvPr/>
        </p:nvSpPr>
        <p:spPr>
          <a:xfrm>
            <a:off x="6654802" y="901933"/>
            <a:ext cx="570089" cy="230832"/>
          </a:xfrm>
          <a:prstGeom prst="rect">
            <a:avLst/>
          </a:prstGeom>
          <a:noFill/>
        </p:spPr>
        <p:txBody>
          <a:bodyPr wrap="square" rtlCol="0">
            <a:spAutoFit/>
          </a:bodyPr>
          <a:lstStyle/>
          <a:p>
            <a:pPr algn="ctr"/>
            <a:r>
              <a:rPr lang="en-US" sz="900" dirty="0"/>
              <a:t>84</a:t>
            </a:r>
          </a:p>
        </p:txBody>
      </p:sp>
      <p:sp>
        <p:nvSpPr>
          <p:cNvPr id="45" name="TextBox 44">
            <a:extLst>
              <a:ext uri="{FF2B5EF4-FFF2-40B4-BE49-F238E27FC236}">
                <a16:creationId xmlns:a16="http://schemas.microsoft.com/office/drawing/2014/main" id="{2864F767-DFAD-5BEC-C9F7-D8AF43BF7EF4}"/>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13457</a:t>
            </a:r>
          </a:p>
        </p:txBody>
      </p:sp>
      <p:sp>
        <p:nvSpPr>
          <p:cNvPr id="46" name="TextBox 45">
            <a:extLst>
              <a:ext uri="{FF2B5EF4-FFF2-40B4-BE49-F238E27FC236}">
                <a16:creationId xmlns:a16="http://schemas.microsoft.com/office/drawing/2014/main" id="{03992622-B2CA-1901-C559-119C004FDA35}"/>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3457</a:t>
            </a:r>
          </a:p>
        </p:txBody>
      </p:sp>
      <p:sp>
        <p:nvSpPr>
          <p:cNvPr id="47" name="TextBox 46">
            <a:extLst>
              <a:ext uri="{FF2B5EF4-FFF2-40B4-BE49-F238E27FC236}">
                <a16:creationId xmlns:a16="http://schemas.microsoft.com/office/drawing/2014/main" id="{06D12D9F-E42E-A795-649A-30577EE802D2}"/>
              </a:ext>
            </a:extLst>
          </p:cNvPr>
          <p:cNvSpPr txBox="1"/>
          <p:nvPr/>
        </p:nvSpPr>
        <p:spPr>
          <a:xfrm>
            <a:off x="6152446" y="1402877"/>
            <a:ext cx="570089" cy="230832"/>
          </a:xfrm>
          <a:prstGeom prst="rect">
            <a:avLst/>
          </a:prstGeom>
          <a:noFill/>
        </p:spPr>
        <p:txBody>
          <a:bodyPr wrap="square" rtlCol="0">
            <a:spAutoFit/>
          </a:bodyPr>
          <a:lstStyle/>
          <a:p>
            <a:pPr algn="ctr"/>
            <a:r>
              <a:rPr lang="en-US" sz="900" dirty="0"/>
              <a:t>1347</a:t>
            </a:r>
          </a:p>
        </p:txBody>
      </p:sp>
      <p:sp>
        <p:nvSpPr>
          <p:cNvPr id="48" name="TextBox 47">
            <a:extLst>
              <a:ext uri="{FF2B5EF4-FFF2-40B4-BE49-F238E27FC236}">
                <a16:creationId xmlns:a16="http://schemas.microsoft.com/office/drawing/2014/main" id="{DCE779A1-807D-6B06-6B1B-7FAF8F05CA0C}"/>
              </a:ext>
            </a:extLst>
          </p:cNvPr>
          <p:cNvSpPr txBox="1"/>
          <p:nvPr/>
        </p:nvSpPr>
        <p:spPr>
          <a:xfrm>
            <a:off x="7157158" y="1402877"/>
            <a:ext cx="570089" cy="230832"/>
          </a:xfrm>
          <a:prstGeom prst="rect">
            <a:avLst/>
          </a:prstGeom>
          <a:noFill/>
        </p:spPr>
        <p:txBody>
          <a:bodyPr wrap="square" rtlCol="0">
            <a:spAutoFit/>
          </a:bodyPr>
          <a:lstStyle/>
          <a:p>
            <a:pPr algn="ctr"/>
            <a:r>
              <a:rPr lang="en-US" sz="900" dirty="0"/>
              <a:t>1345</a:t>
            </a:r>
          </a:p>
        </p:txBody>
      </p:sp>
      <p:sp>
        <p:nvSpPr>
          <p:cNvPr id="49" name="TextBox 48">
            <a:extLst>
              <a:ext uri="{FF2B5EF4-FFF2-40B4-BE49-F238E27FC236}">
                <a16:creationId xmlns:a16="http://schemas.microsoft.com/office/drawing/2014/main" id="{CE9BC8F6-678E-4AA7-2B66-0932EF2B06FC}"/>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3457</a:t>
            </a:r>
          </a:p>
        </p:txBody>
      </p:sp>
      <p:sp>
        <p:nvSpPr>
          <p:cNvPr id="50" name="TextBox 49">
            <a:extLst>
              <a:ext uri="{FF2B5EF4-FFF2-40B4-BE49-F238E27FC236}">
                <a16:creationId xmlns:a16="http://schemas.microsoft.com/office/drawing/2014/main" id="{9D701880-B0B1-FE45-53C1-92EE6EF6251D}"/>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a:t>
            </a:r>
          </a:p>
        </p:txBody>
      </p:sp>
      <p:sp>
        <p:nvSpPr>
          <p:cNvPr id="51" name="TextBox 50">
            <a:extLst>
              <a:ext uri="{FF2B5EF4-FFF2-40B4-BE49-F238E27FC236}">
                <a16:creationId xmlns:a16="http://schemas.microsoft.com/office/drawing/2014/main" id="{2342A2A1-23D0-E7B0-1E95-025FB629C017}"/>
              </a:ext>
            </a:extLst>
          </p:cNvPr>
          <p:cNvSpPr txBox="1"/>
          <p:nvPr/>
        </p:nvSpPr>
        <p:spPr>
          <a:xfrm>
            <a:off x="6654802" y="1903821"/>
            <a:ext cx="570089" cy="230832"/>
          </a:xfrm>
          <a:prstGeom prst="rect">
            <a:avLst/>
          </a:prstGeom>
          <a:noFill/>
        </p:spPr>
        <p:txBody>
          <a:bodyPr wrap="square" rtlCol="0">
            <a:spAutoFit/>
          </a:bodyPr>
          <a:lstStyle/>
          <a:p>
            <a:pPr algn="ctr"/>
            <a:r>
              <a:rPr lang="en-US" sz="900" dirty="0"/>
              <a:t>378</a:t>
            </a:r>
          </a:p>
        </p:txBody>
      </p:sp>
      <p:sp>
        <p:nvSpPr>
          <p:cNvPr id="52" name="TextBox 51">
            <a:extLst>
              <a:ext uri="{FF2B5EF4-FFF2-40B4-BE49-F238E27FC236}">
                <a16:creationId xmlns:a16="http://schemas.microsoft.com/office/drawing/2014/main" id="{23FC782C-6776-8F53-08DF-82AC9AC3820B}"/>
              </a:ext>
            </a:extLst>
          </p:cNvPr>
          <p:cNvSpPr txBox="1"/>
          <p:nvPr/>
        </p:nvSpPr>
        <p:spPr>
          <a:xfrm>
            <a:off x="7157158" y="1903821"/>
            <a:ext cx="570089" cy="230832"/>
          </a:xfrm>
          <a:prstGeom prst="rect">
            <a:avLst/>
          </a:prstGeom>
          <a:noFill/>
        </p:spPr>
        <p:txBody>
          <a:bodyPr wrap="square" rtlCol="0">
            <a:spAutoFit/>
          </a:bodyPr>
          <a:lstStyle/>
          <a:p>
            <a:pPr algn="ctr"/>
            <a:r>
              <a:rPr lang="en-US" sz="900" dirty="0"/>
              <a:t>13</a:t>
            </a:r>
          </a:p>
        </p:txBody>
      </p:sp>
      <p:sp>
        <p:nvSpPr>
          <p:cNvPr id="53" name="TextBox 52">
            <a:extLst>
              <a:ext uri="{FF2B5EF4-FFF2-40B4-BE49-F238E27FC236}">
                <a16:creationId xmlns:a16="http://schemas.microsoft.com/office/drawing/2014/main" id="{7BF26479-80B2-9A2F-EDAC-42575E0DB4FD}"/>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a:t>
            </a:r>
          </a:p>
        </p:txBody>
      </p:sp>
      <p:sp>
        <p:nvSpPr>
          <p:cNvPr id="54" name="TextBox 53">
            <a:extLst>
              <a:ext uri="{FF2B5EF4-FFF2-40B4-BE49-F238E27FC236}">
                <a16:creationId xmlns:a16="http://schemas.microsoft.com/office/drawing/2014/main" id="{A2E5AD34-EC14-D2A5-987A-CB867FFEE758}"/>
              </a:ext>
            </a:extLst>
          </p:cNvPr>
          <p:cNvSpPr txBox="1"/>
          <p:nvPr/>
        </p:nvSpPr>
        <p:spPr>
          <a:xfrm>
            <a:off x="3640666" y="2404765"/>
            <a:ext cx="570089" cy="230832"/>
          </a:xfrm>
          <a:prstGeom prst="rect">
            <a:avLst/>
          </a:prstGeom>
          <a:noFill/>
        </p:spPr>
        <p:txBody>
          <a:bodyPr wrap="square" rtlCol="0">
            <a:spAutoFit/>
          </a:bodyPr>
          <a:lstStyle/>
          <a:p>
            <a:pPr algn="ctr"/>
            <a:r>
              <a:rPr lang="en-US" sz="900" dirty="0"/>
              <a:t>3478</a:t>
            </a:r>
          </a:p>
        </p:txBody>
      </p:sp>
      <p:sp>
        <p:nvSpPr>
          <p:cNvPr id="56" name="TextBox 55">
            <a:extLst>
              <a:ext uri="{FF2B5EF4-FFF2-40B4-BE49-F238E27FC236}">
                <a16:creationId xmlns:a16="http://schemas.microsoft.com/office/drawing/2014/main" id="{6350483B-B368-E393-2B8D-669AA3C4136A}"/>
              </a:ext>
            </a:extLst>
          </p:cNvPr>
          <p:cNvSpPr txBox="1"/>
          <p:nvPr/>
        </p:nvSpPr>
        <p:spPr>
          <a:xfrm>
            <a:off x="7157158" y="2404765"/>
            <a:ext cx="570089" cy="230832"/>
          </a:xfrm>
          <a:prstGeom prst="rect">
            <a:avLst/>
          </a:prstGeom>
          <a:noFill/>
        </p:spPr>
        <p:txBody>
          <a:bodyPr wrap="square" rtlCol="0">
            <a:spAutoFit/>
          </a:bodyPr>
          <a:lstStyle/>
          <a:p>
            <a:pPr algn="ctr"/>
            <a:r>
              <a:rPr lang="en-US" sz="900" dirty="0"/>
              <a:t>348</a:t>
            </a:r>
          </a:p>
        </p:txBody>
      </p:sp>
      <p:sp>
        <p:nvSpPr>
          <p:cNvPr id="57" name="TextBox 56">
            <a:extLst>
              <a:ext uri="{FF2B5EF4-FFF2-40B4-BE49-F238E27FC236}">
                <a16:creationId xmlns:a16="http://schemas.microsoft.com/office/drawing/2014/main" id="{EAF76D0D-0AAB-92A9-16A1-6217E40AF009}"/>
              </a:ext>
            </a:extLst>
          </p:cNvPr>
          <p:cNvSpPr txBox="1"/>
          <p:nvPr/>
        </p:nvSpPr>
        <p:spPr>
          <a:xfrm>
            <a:off x="3138310" y="2404765"/>
            <a:ext cx="570089" cy="230832"/>
          </a:xfrm>
          <a:prstGeom prst="rect">
            <a:avLst/>
          </a:prstGeom>
          <a:noFill/>
        </p:spPr>
        <p:txBody>
          <a:bodyPr wrap="square" rtlCol="0">
            <a:spAutoFit/>
          </a:bodyPr>
          <a:lstStyle/>
          <a:p>
            <a:pPr algn="ctr"/>
            <a:r>
              <a:rPr lang="en-US" sz="900" dirty="0"/>
              <a:t>478</a:t>
            </a:r>
          </a:p>
        </p:txBody>
      </p:sp>
      <p:sp>
        <p:nvSpPr>
          <p:cNvPr id="58" name="TextBox 57">
            <a:extLst>
              <a:ext uri="{FF2B5EF4-FFF2-40B4-BE49-F238E27FC236}">
                <a16:creationId xmlns:a16="http://schemas.microsoft.com/office/drawing/2014/main" id="{9437F0AB-F4EE-5E4A-00A8-73FF5369FCF3}"/>
              </a:ext>
            </a:extLst>
          </p:cNvPr>
          <p:cNvSpPr txBox="1"/>
          <p:nvPr/>
        </p:nvSpPr>
        <p:spPr>
          <a:xfrm>
            <a:off x="7157158" y="2905709"/>
            <a:ext cx="570089" cy="230832"/>
          </a:xfrm>
          <a:prstGeom prst="rect">
            <a:avLst/>
          </a:prstGeom>
          <a:noFill/>
        </p:spPr>
        <p:txBody>
          <a:bodyPr wrap="square" rtlCol="0">
            <a:spAutoFit/>
          </a:bodyPr>
          <a:lstStyle/>
          <a:p>
            <a:pPr algn="ctr"/>
            <a:r>
              <a:rPr lang="en-US" sz="900" dirty="0"/>
              <a:t>348</a:t>
            </a:r>
          </a:p>
        </p:txBody>
      </p:sp>
      <p:sp>
        <p:nvSpPr>
          <p:cNvPr id="59" name="TextBox 58">
            <a:extLst>
              <a:ext uri="{FF2B5EF4-FFF2-40B4-BE49-F238E27FC236}">
                <a16:creationId xmlns:a16="http://schemas.microsoft.com/office/drawing/2014/main" id="{894D3F14-A3F2-CA4B-C4AD-59640CA60B71}"/>
              </a:ext>
            </a:extLst>
          </p:cNvPr>
          <p:cNvSpPr txBox="1"/>
          <p:nvPr/>
        </p:nvSpPr>
        <p:spPr>
          <a:xfrm>
            <a:off x="3138310" y="2905709"/>
            <a:ext cx="570089" cy="230832"/>
          </a:xfrm>
          <a:prstGeom prst="rect">
            <a:avLst/>
          </a:prstGeom>
          <a:noFill/>
        </p:spPr>
        <p:txBody>
          <a:bodyPr wrap="square" rtlCol="0">
            <a:spAutoFit/>
          </a:bodyPr>
          <a:lstStyle/>
          <a:p>
            <a:pPr algn="ctr"/>
            <a:r>
              <a:rPr lang="en-US" sz="900" dirty="0"/>
              <a:t>345678</a:t>
            </a:r>
          </a:p>
        </p:txBody>
      </p:sp>
      <p:sp>
        <p:nvSpPr>
          <p:cNvPr id="61" name="TextBox 60">
            <a:extLst>
              <a:ext uri="{FF2B5EF4-FFF2-40B4-BE49-F238E27FC236}">
                <a16:creationId xmlns:a16="http://schemas.microsoft.com/office/drawing/2014/main" id="{E64E0DD4-48C8-1CDD-B882-D20ADACB1FEE}"/>
              </a:ext>
            </a:extLst>
          </p:cNvPr>
          <p:cNvSpPr txBox="1"/>
          <p:nvPr/>
        </p:nvSpPr>
        <p:spPr>
          <a:xfrm>
            <a:off x="3138310" y="3406653"/>
            <a:ext cx="570089" cy="230832"/>
          </a:xfrm>
          <a:prstGeom prst="rect">
            <a:avLst/>
          </a:prstGeom>
          <a:noFill/>
        </p:spPr>
        <p:txBody>
          <a:bodyPr wrap="square" rtlCol="0">
            <a:spAutoFit/>
          </a:bodyPr>
          <a:lstStyle/>
          <a:p>
            <a:pPr algn="ctr"/>
            <a:r>
              <a:rPr lang="en-US" sz="900" dirty="0"/>
              <a:t>45</a:t>
            </a:r>
          </a:p>
        </p:txBody>
      </p:sp>
      <p:sp>
        <p:nvSpPr>
          <p:cNvPr id="62" name="TextBox 61">
            <a:extLst>
              <a:ext uri="{FF2B5EF4-FFF2-40B4-BE49-F238E27FC236}">
                <a16:creationId xmlns:a16="http://schemas.microsoft.com/office/drawing/2014/main" id="{71CD9643-9E0E-9231-F535-D67B0D15FC23}"/>
              </a:ext>
            </a:extLst>
          </p:cNvPr>
          <p:cNvSpPr txBox="1"/>
          <p:nvPr/>
        </p:nvSpPr>
        <p:spPr>
          <a:xfrm>
            <a:off x="3640666" y="2905709"/>
            <a:ext cx="570089" cy="230832"/>
          </a:xfrm>
          <a:prstGeom prst="rect">
            <a:avLst/>
          </a:prstGeom>
          <a:noFill/>
        </p:spPr>
        <p:txBody>
          <a:bodyPr wrap="square" rtlCol="0">
            <a:spAutoFit/>
          </a:bodyPr>
          <a:lstStyle/>
          <a:p>
            <a:pPr algn="ctr"/>
            <a:r>
              <a:rPr lang="en-US" sz="900" dirty="0"/>
              <a:t>234567</a:t>
            </a:r>
          </a:p>
        </p:txBody>
      </p:sp>
      <p:sp>
        <p:nvSpPr>
          <p:cNvPr id="64" name="TextBox 63">
            <a:extLst>
              <a:ext uri="{FF2B5EF4-FFF2-40B4-BE49-F238E27FC236}">
                <a16:creationId xmlns:a16="http://schemas.microsoft.com/office/drawing/2014/main" id="{82494B82-AA6A-161C-12F2-9E2F4125D8F9}"/>
              </a:ext>
            </a:extLst>
          </p:cNvPr>
          <p:cNvSpPr txBox="1"/>
          <p:nvPr/>
        </p:nvSpPr>
        <p:spPr>
          <a:xfrm>
            <a:off x="3640666" y="3406653"/>
            <a:ext cx="570089" cy="230832"/>
          </a:xfrm>
          <a:prstGeom prst="rect">
            <a:avLst/>
          </a:prstGeom>
          <a:noFill/>
        </p:spPr>
        <p:txBody>
          <a:bodyPr wrap="square" rtlCol="0">
            <a:spAutoFit/>
          </a:bodyPr>
          <a:lstStyle/>
          <a:p>
            <a:pPr algn="ctr"/>
            <a:r>
              <a:rPr lang="en-US" sz="900" dirty="0"/>
              <a:t>34</a:t>
            </a:r>
          </a:p>
        </p:txBody>
      </p:sp>
      <p:sp>
        <p:nvSpPr>
          <p:cNvPr id="66" name="TextBox 65">
            <a:extLst>
              <a:ext uri="{FF2B5EF4-FFF2-40B4-BE49-F238E27FC236}">
                <a16:creationId xmlns:a16="http://schemas.microsoft.com/office/drawing/2014/main" id="{2F24995C-E3B2-0BE0-22AD-869CA789A4EE}"/>
              </a:ext>
            </a:extLst>
          </p:cNvPr>
          <p:cNvSpPr txBox="1"/>
          <p:nvPr/>
        </p:nvSpPr>
        <p:spPr>
          <a:xfrm>
            <a:off x="3640666" y="3907597"/>
            <a:ext cx="570089" cy="230832"/>
          </a:xfrm>
          <a:prstGeom prst="rect">
            <a:avLst/>
          </a:prstGeom>
          <a:noFill/>
        </p:spPr>
        <p:txBody>
          <a:bodyPr wrap="square" rtlCol="0">
            <a:spAutoFit/>
          </a:bodyPr>
          <a:lstStyle/>
          <a:p>
            <a:pPr algn="ctr"/>
            <a:r>
              <a:rPr lang="en-US" sz="900" dirty="0"/>
              <a:t>235</a:t>
            </a:r>
          </a:p>
        </p:txBody>
      </p:sp>
      <p:sp>
        <p:nvSpPr>
          <p:cNvPr id="67" name="TextBox 66">
            <a:extLst>
              <a:ext uri="{FF2B5EF4-FFF2-40B4-BE49-F238E27FC236}">
                <a16:creationId xmlns:a16="http://schemas.microsoft.com/office/drawing/2014/main" id="{162E2A14-6553-3888-88D0-E444A039E3B6}"/>
              </a:ext>
            </a:extLst>
          </p:cNvPr>
          <p:cNvSpPr txBox="1"/>
          <p:nvPr/>
        </p:nvSpPr>
        <p:spPr>
          <a:xfrm>
            <a:off x="4143022" y="3907597"/>
            <a:ext cx="570089" cy="230832"/>
          </a:xfrm>
          <a:prstGeom prst="rect">
            <a:avLst/>
          </a:prstGeom>
          <a:noFill/>
        </p:spPr>
        <p:txBody>
          <a:bodyPr wrap="square" rtlCol="0">
            <a:spAutoFit/>
          </a:bodyPr>
          <a:lstStyle/>
          <a:p>
            <a:pPr algn="ctr"/>
            <a:r>
              <a:rPr lang="en-US" sz="900" dirty="0"/>
              <a:t>235</a:t>
            </a:r>
          </a:p>
        </p:txBody>
      </p:sp>
      <p:sp>
        <p:nvSpPr>
          <p:cNvPr id="68" name="TextBox 67">
            <a:extLst>
              <a:ext uri="{FF2B5EF4-FFF2-40B4-BE49-F238E27FC236}">
                <a16:creationId xmlns:a16="http://schemas.microsoft.com/office/drawing/2014/main" id="{EB16C611-805C-0AE0-9F1E-50D7E7435B56}"/>
              </a:ext>
            </a:extLst>
          </p:cNvPr>
          <p:cNvSpPr txBox="1"/>
          <p:nvPr/>
        </p:nvSpPr>
        <p:spPr>
          <a:xfrm>
            <a:off x="6654802" y="3907597"/>
            <a:ext cx="570089" cy="230832"/>
          </a:xfrm>
          <a:prstGeom prst="rect">
            <a:avLst/>
          </a:prstGeom>
          <a:noFill/>
        </p:spPr>
        <p:txBody>
          <a:bodyPr wrap="square" rtlCol="0">
            <a:spAutoFit/>
          </a:bodyPr>
          <a:lstStyle/>
          <a:p>
            <a:pPr algn="ctr"/>
            <a:r>
              <a:rPr lang="en-US" sz="900" dirty="0"/>
              <a:t>35</a:t>
            </a:r>
          </a:p>
        </p:txBody>
      </p:sp>
      <p:sp>
        <p:nvSpPr>
          <p:cNvPr id="69" name="TextBox 68">
            <a:extLst>
              <a:ext uri="{FF2B5EF4-FFF2-40B4-BE49-F238E27FC236}">
                <a16:creationId xmlns:a16="http://schemas.microsoft.com/office/drawing/2014/main" id="{8CED3733-FF67-662D-FC15-262B0A162147}"/>
              </a:ext>
            </a:extLst>
          </p:cNvPr>
          <p:cNvSpPr txBox="1"/>
          <p:nvPr/>
        </p:nvSpPr>
        <p:spPr>
          <a:xfrm>
            <a:off x="3640666" y="4909484"/>
            <a:ext cx="570089" cy="230832"/>
          </a:xfrm>
          <a:prstGeom prst="rect">
            <a:avLst/>
          </a:prstGeom>
          <a:noFill/>
        </p:spPr>
        <p:txBody>
          <a:bodyPr wrap="square" rtlCol="0">
            <a:spAutoFit/>
          </a:bodyPr>
          <a:lstStyle/>
          <a:p>
            <a:pPr algn="ctr"/>
            <a:r>
              <a:rPr lang="en-US" sz="900" dirty="0"/>
              <a:t>3467</a:t>
            </a:r>
          </a:p>
        </p:txBody>
      </p:sp>
      <p:sp>
        <p:nvSpPr>
          <p:cNvPr id="70" name="TextBox 69">
            <a:extLst>
              <a:ext uri="{FF2B5EF4-FFF2-40B4-BE49-F238E27FC236}">
                <a16:creationId xmlns:a16="http://schemas.microsoft.com/office/drawing/2014/main" id="{D28EDE67-7D69-8FB4-B983-2C5A1F733A5C}"/>
              </a:ext>
            </a:extLst>
          </p:cNvPr>
          <p:cNvSpPr txBox="1"/>
          <p:nvPr/>
        </p:nvSpPr>
        <p:spPr>
          <a:xfrm>
            <a:off x="4143022" y="4909484"/>
            <a:ext cx="570089" cy="230832"/>
          </a:xfrm>
          <a:prstGeom prst="rect">
            <a:avLst/>
          </a:prstGeom>
          <a:noFill/>
        </p:spPr>
        <p:txBody>
          <a:bodyPr wrap="square" rtlCol="0">
            <a:spAutoFit/>
          </a:bodyPr>
          <a:lstStyle/>
          <a:p>
            <a:pPr algn="ctr"/>
            <a:r>
              <a:rPr lang="en-US" sz="900" dirty="0"/>
              <a:t>3467</a:t>
            </a:r>
          </a:p>
        </p:txBody>
      </p:sp>
      <p:sp>
        <p:nvSpPr>
          <p:cNvPr id="71" name="TextBox 70">
            <a:extLst>
              <a:ext uri="{FF2B5EF4-FFF2-40B4-BE49-F238E27FC236}">
                <a16:creationId xmlns:a16="http://schemas.microsoft.com/office/drawing/2014/main" id="{8185556C-C3FD-4B3B-BB7F-0ECA74183DF9}"/>
              </a:ext>
            </a:extLst>
          </p:cNvPr>
          <p:cNvSpPr txBox="1"/>
          <p:nvPr/>
        </p:nvSpPr>
        <p:spPr>
          <a:xfrm>
            <a:off x="6152446" y="4909484"/>
            <a:ext cx="570089" cy="230832"/>
          </a:xfrm>
          <a:prstGeom prst="rect">
            <a:avLst/>
          </a:prstGeom>
          <a:noFill/>
        </p:spPr>
        <p:txBody>
          <a:bodyPr wrap="square" rtlCol="0">
            <a:spAutoFit/>
          </a:bodyPr>
          <a:lstStyle/>
          <a:p>
            <a:pPr algn="ctr"/>
            <a:r>
              <a:rPr lang="en-US" sz="900" dirty="0"/>
              <a:t>1347</a:t>
            </a:r>
          </a:p>
        </p:txBody>
      </p:sp>
      <p:sp>
        <p:nvSpPr>
          <p:cNvPr id="72" name="TextBox 71">
            <a:extLst>
              <a:ext uri="{FF2B5EF4-FFF2-40B4-BE49-F238E27FC236}">
                <a16:creationId xmlns:a16="http://schemas.microsoft.com/office/drawing/2014/main" id="{BE0BCB43-7C71-6FB2-B6EF-F692EF620CE7}"/>
              </a:ext>
            </a:extLst>
          </p:cNvPr>
          <p:cNvSpPr txBox="1"/>
          <p:nvPr/>
        </p:nvSpPr>
        <p:spPr>
          <a:xfrm>
            <a:off x="6654802" y="4909484"/>
            <a:ext cx="570089" cy="230832"/>
          </a:xfrm>
          <a:prstGeom prst="rect">
            <a:avLst/>
          </a:prstGeom>
          <a:noFill/>
        </p:spPr>
        <p:txBody>
          <a:bodyPr wrap="square" rtlCol="0">
            <a:spAutoFit/>
          </a:bodyPr>
          <a:lstStyle/>
          <a:p>
            <a:pPr algn="ctr"/>
            <a:r>
              <a:rPr lang="en-US" sz="900" dirty="0"/>
              <a:t>347</a:t>
            </a:r>
          </a:p>
        </p:txBody>
      </p:sp>
      <p:sp>
        <p:nvSpPr>
          <p:cNvPr id="73" name="TextBox 72">
            <a:extLst>
              <a:ext uri="{FF2B5EF4-FFF2-40B4-BE49-F238E27FC236}">
                <a16:creationId xmlns:a16="http://schemas.microsoft.com/office/drawing/2014/main" id="{979A6529-CF65-A111-0E4A-93AF5D230ABD}"/>
              </a:ext>
            </a:extLst>
          </p:cNvPr>
          <p:cNvSpPr txBox="1"/>
          <p:nvPr/>
        </p:nvSpPr>
        <p:spPr>
          <a:xfrm>
            <a:off x="7157158" y="3907597"/>
            <a:ext cx="570089" cy="230832"/>
          </a:xfrm>
          <a:prstGeom prst="rect">
            <a:avLst/>
          </a:prstGeom>
          <a:noFill/>
        </p:spPr>
        <p:txBody>
          <a:bodyPr wrap="square" rtlCol="0">
            <a:spAutoFit/>
          </a:bodyPr>
          <a:lstStyle/>
          <a:p>
            <a:pPr algn="ctr"/>
            <a:r>
              <a:rPr lang="en-US" sz="900" dirty="0"/>
              <a:t>98</a:t>
            </a:r>
          </a:p>
        </p:txBody>
      </p:sp>
      <p:sp>
        <p:nvSpPr>
          <p:cNvPr id="74" name="TextBox 73">
            <a:extLst>
              <a:ext uri="{FF2B5EF4-FFF2-40B4-BE49-F238E27FC236}">
                <a16:creationId xmlns:a16="http://schemas.microsoft.com/office/drawing/2014/main" id="{1EAE52FC-0B2A-2129-3848-BAC937FCA954}"/>
              </a:ext>
            </a:extLst>
          </p:cNvPr>
          <p:cNvSpPr txBox="1"/>
          <p:nvPr/>
        </p:nvSpPr>
        <p:spPr>
          <a:xfrm>
            <a:off x="3138310" y="3907597"/>
            <a:ext cx="570089" cy="230832"/>
          </a:xfrm>
          <a:prstGeom prst="rect">
            <a:avLst/>
          </a:prstGeom>
          <a:noFill/>
        </p:spPr>
        <p:txBody>
          <a:bodyPr wrap="square" rtlCol="0">
            <a:spAutoFit/>
          </a:bodyPr>
          <a:lstStyle/>
          <a:p>
            <a:pPr algn="ctr"/>
            <a:r>
              <a:rPr lang="en-US" sz="900" dirty="0"/>
              <a:t>89</a:t>
            </a:r>
          </a:p>
        </p:txBody>
      </p:sp>
      <p:sp>
        <p:nvSpPr>
          <p:cNvPr id="75" name="TextBox 74">
            <a:extLst>
              <a:ext uri="{FF2B5EF4-FFF2-40B4-BE49-F238E27FC236}">
                <a16:creationId xmlns:a16="http://schemas.microsoft.com/office/drawing/2014/main" id="{61542A22-DC9C-FF6E-DED3-1243E9787CB5}"/>
              </a:ext>
            </a:extLst>
          </p:cNvPr>
          <p:cNvSpPr txBox="1"/>
          <p:nvPr/>
        </p:nvSpPr>
        <p:spPr>
          <a:xfrm>
            <a:off x="7157158" y="4909484"/>
            <a:ext cx="570089" cy="230832"/>
          </a:xfrm>
          <a:prstGeom prst="rect">
            <a:avLst/>
          </a:prstGeom>
          <a:noFill/>
        </p:spPr>
        <p:txBody>
          <a:bodyPr wrap="square" rtlCol="0">
            <a:spAutoFit/>
          </a:bodyPr>
          <a:lstStyle/>
          <a:p>
            <a:pPr algn="ctr"/>
            <a:r>
              <a:rPr lang="en-US" sz="900" dirty="0"/>
              <a:t>1349</a:t>
            </a:r>
          </a:p>
        </p:txBody>
      </p:sp>
      <p:sp>
        <p:nvSpPr>
          <p:cNvPr id="76" name="TextBox 75">
            <a:extLst>
              <a:ext uri="{FF2B5EF4-FFF2-40B4-BE49-F238E27FC236}">
                <a16:creationId xmlns:a16="http://schemas.microsoft.com/office/drawing/2014/main" id="{2C9B0B77-05F1-5621-0A35-9F240A67A973}"/>
              </a:ext>
            </a:extLst>
          </p:cNvPr>
          <p:cNvSpPr txBox="1"/>
          <p:nvPr/>
        </p:nvSpPr>
        <p:spPr>
          <a:xfrm>
            <a:off x="3138310" y="4909484"/>
            <a:ext cx="570089" cy="230832"/>
          </a:xfrm>
          <a:prstGeom prst="rect">
            <a:avLst/>
          </a:prstGeom>
          <a:noFill/>
        </p:spPr>
        <p:txBody>
          <a:bodyPr wrap="square" rtlCol="0">
            <a:spAutoFit/>
          </a:bodyPr>
          <a:lstStyle/>
          <a:p>
            <a:pPr algn="ctr"/>
            <a:r>
              <a:rPr lang="en-US" sz="900" dirty="0"/>
              <a:t>34679</a:t>
            </a:r>
          </a:p>
        </p:txBody>
      </p:sp>
      <p:sp>
        <p:nvSpPr>
          <p:cNvPr id="77" name="TextBox 76">
            <a:extLst>
              <a:ext uri="{FF2B5EF4-FFF2-40B4-BE49-F238E27FC236}">
                <a16:creationId xmlns:a16="http://schemas.microsoft.com/office/drawing/2014/main" id="{3A14D756-BEAB-B124-B565-DE8A4E9C0DA9}"/>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1DA4EF7D-E99D-BE4E-75D5-F5AFBA677176}"/>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ED05C6C0-08C2-7D28-03BF-D3525609483D}"/>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B65B4DE4-5CD7-6463-C16A-B53BFD9577D6}"/>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89C3B281-7E01-8083-FF0A-C77370F8A73F}"/>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E1319765-A2A4-489F-9599-C740B1271018}"/>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BF6BC844-2974-1762-A9AD-23C0EC97E785}"/>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39" name="TextBox 38">
            <a:extLst>
              <a:ext uri="{FF2B5EF4-FFF2-40B4-BE49-F238E27FC236}">
                <a16:creationId xmlns:a16="http://schemas.microsoft.com/office/drawing/2014/main" id="{D1F2193B-93EE-60AB-0D65-59AB5C13C793}"/>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81" name="TextBox 80">
            <a:extLst>
              <a:ext uri="{FF2B5EF4-FFF2-40B4-BE49-F238E27FC236}">
                <a16:creationId xmlns:a16="http://schemas.microsoft.com/office/drawing/2014/main" id="{C908BDF1-77B9-728A-83D0-95ACAE3A2E1D}"/>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82" name="TextBox 81">
            <a:extLst>
              <a:ext uri="{FF2B5EF4-FFF2-40B4-BE49-F238E27FC236}">
                <a16:creationId xmlns:a16="http://schemas.microsoft.com/office/drawing/2014/main" id="{A0FE5843-54DB-A0FC-8C8A-D00873022AD3}"/>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407BF8ED-5637-F130-70D7-61E18259CCFC}"/>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4" name="TextBox 83">
            <a:extLst>
              <a:ext uri="{FF2B5EF4-FFF2-40B4-BE49-F238E27FC236}">
                <a16:creationId xmlns:a16="http://schemas.microsoft.com/office/drawing/2014/main" id="{2229CF6A-E4CA-8958-8B4B-7F825DD90204}"/>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5" name="TextBox 84">
            <a:extLst>
              <a:ext uri="{FF2B5EF4-FFF2-40B4-BE49-F238E27FC236}">
                <a16:creationId xmlns:a16="http://schemas.microsoft.com/office/drawing/2014/main" id="{BCA8F17E-C7CF-1CA9-836A-54A13A235EB3}"/>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34547819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E576F-8072-4405-4027-B8CA44C6F24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1B0D7C0-C54A-DC96-B84E-5894172F34CD}"/>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D1904F9-C346-E191-17DA-6C52D6AC419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12C5C46-13EE-25BF-0C32-7BED3948AA5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45C0174-C46F-6871-21F3-6AF0E16CAE7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457BECE-B734-8B90-2EE2-3F8088FAFEB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BF794BE-1B96-E5DD-CEB1-ED2CCF0049CA}"/>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65F5B6B2-3031-9FC9-BA86-EA727521F704}"/>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0B7800AC-D96F-8D35-4217-FD1FB465154D}"/>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E20D5E7D-488A-1B5D-FCAD-2F5A270C6B5A}"/>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AEBD821C-6273-CAB5-8C0F-287B53595BF4}"/>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236E3292-3E80-DE9E-E149-1CC10261056B}"/>
              </a:ext>
            </a:extLst>
          </p:cNvPr>
          <p:cNvSpPr txBox="1"/>
          <p:nvPr/>
        </p:nvSpPr>
        <p:spPr>
          <a:xfrm>
            <a:off x="4143022" y="4408541"/>
            <a:ext cx="570089" cy="230832"/>
          </a:xfrm>
          <a:prstGeom prst="rect">
            <a:avLst/>
          </a:prstGeom>
          <a:noFill/>
        </p:spPr>
        <p:txBody>
          <a:bodyPr wrap="square" rtlCol="0">
            <a:spAutoFit/>
          </a:bodyPr>
          <a:lstStyle/>
          <a:p>
            <a:pPr algn="ctr"/>
            <a:r>
              <a:rPr lang="en-US" sz="900" dirty="0"/>
              <a:t>4578</a:t>
            </a:r>
          </a:p>
        </p:txBody>
      </p:sp>
      <p:sp>
        <p:nvSpPr>
          <p:cNvPr id="13" name="TextBox 12">
            <a:extLst>
              <a:ext uri="{FF2B5EF4-FFF2-40B4-BE49-F238E27FC236}">
                <a16:creationId xmlns:a16="http://schemas.microsoft.com/office/drawing/2014/main" id="{34BBB3DB-FC0C-49B2-D0DC-6D5DF171F694}"/>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61966E43-DEA9-30CC-3F3E-1406090B0707}"/>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052B5D77-7B7C-4F02-C386-92E289D4FA51}"/>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91D632BE-7B25-83DB-8BD8-A96B0822469A}"/>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F799A879-7F4E-CCCA-A27C-29B66A16AF5D}"/>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70420BAB-1C76-9E28-C6A6-A897F750C1CF}"/>
              </a:ext>
            </a:extLst>
          </p:cNvPr>
          <p:cNvSpPr txBox="1"/>
          <p:nvPr/>
        </p:nvSpPr>
        <p:spPr>
          <a:xfrm>
            <a:off x="4645378" y="2905709"/>
            <a:ext cx="570089" cy="230832"/>
          </a:xfrm>
          <a:prstGeom prst="rect">
            <a:avLst/>
          </a:prstGeom>
          <a:noFill/>
        </p:spPr>
        <p:txBody>
          <a:bodyPr wrap="square" rtlCol="0">
            <a:spAutoFit/>
          </a:bodyPr>
          <a:lstStyle/>
          <a:p>
            <a:pPr algn="ctr"/>
            <a:r>
              <a:rPr lang="en-US" sz="900" dirty="0"/>
              <a:t>59</a:t>
            </a:r>
          </a:p>
        </p:txBody>
      </p:sp>
      <p:sp>
        <p:nvSpPr>
          <p:cNvPr id="27" name="TextBox 26">
            <a:extLst>
              <a:ext uri="{FF2B5EF4-FFF2-40B4-BE49-F238E27FC236}">
                <a16:creationId xmlns:a16="http://schemas.microsoft.com/office/drawing/2014/main" id="{42BB2C93-B3BF-EEDC-D8C9-CAAE795F095A}"/>
              </a:ext>
            </a:extLst>
          </p:cNvPr>
          <p:cNvSpPr txBox="1"/>
          <p:nvPr/>
        </p:nvSpPr>
        <p:spPr>
          <a:xfrm>
            <a:off x="4645378" y="3406653"/>
            <a:ext cx="570089" cy="230832"/>
          </a:xfrm>
          <a:prstGeom prst="rect">
            <a:avLst/>
          </a:prstGeom>
          <a:noFill/>
        </p:spPr>
        <p:txBody>
          <a:bodyPr wrap="square" rtlCol="0">
            <a:spAutoFit/>
          </a:bodyPr>
          <a:lstStyle/>
          <a:p>
            <a:pPr algn="ctr"/>
            <a:r>
              <a:rPr lang="en-US" sz="900" dirty="0"/>
              <a:t>95</a:t>
            </a:r>
          </a:p>
        </p:txBody>
      </p:sp>
      <p:sp>
        <p:nvSpPr>
          <p:cNvPr id="32" name="TextBox 31">
            <a:extLst>
              <a:ext uri="{FF2B5EF4-FFF2-40B4-BE49-F238E27FC236}">
                <a16:creationId xmlns:a16="http://schemas.microsoft.com/office/drawing/2014/main" id="{8C07E80B-927E-D524-2F07-0D90C146FB48}"/>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8760DA9F-1246-9E33-5E1E-714238C6BFA4}"/>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5FC60FF2-5C61-F78C-6857-A114B56A391F}"/>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91952D1B-8DBC-E7BF-57FC-93F87EB08D9B}"/>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485A15F4-DA06-EEF6-369C-CE2E67A1C594}"/>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312466AB-2EB4-D3EB-E406-FB76A8B7D811}"/>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83933C82-DEBC-4326-A7D4-0D94355DF543}"/>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9B92C434-4E84-A034-63F4-0690ADC6A92E}"/>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BCE160BF-57A1-41D6-4D38-E36D92E5308B}"/>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01D87BA8-B840-B02F-A9D5-5598567060B5}"/>
              </a:ext>
            </a:extLst>
          </p:cNvPr>
          <p:cNvSpPr txBox="1"/>
          <p:nvPr/>
        </p:nvSpPr>
        <p:spPr>
          <a:xfrm>
            <a:off x="5147734" y="2404765"/>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1EE2E025-EC30-2728-8373-4D625FDBAD5D}"/>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40" name="TextBox 39">
            <a:extLst>
              <a:ext uri="{FF2B5EF4-FFF2-40B4-BE49-F238E27FC236}">
                <a16:creationId xmlns:a16="http://schemas.microsoft.com/office/drawing/2014/main" id="{41EC512B-A70F-AD0D-8029-CF751C0EB031}"/>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295BCF2E-C63E-C823-B64B-EE95F74DD1CB}"/>
              </a:ext>
            </a:extLst>
          </p:cNvPr>
          <p:cNvSpPr txBox="1"/>
          <p:nvPr/>
        </p:nvSpPr>
        <p:spPr>
          <a:xfrm>
            <a:off x="4143022" y="1903821"/>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7B8D3398-C175-B3E0-1A7D-AD905FB7DE8D}"/>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A6169B50-B940-331A-9833-464A8D09B643}"/>
              </a:ext>
            </a:extLst>
          </p:cNvPr>
          <p:cNvSpPr txBox="1"/>
          <p:nvPr/>
        </p:nvSpPr>
        <p:spPr>
          <a:xfrm>
            <a:off x="6654802" y="901933"/>
            <a:ext cx="570089" cy="230832"/>
          </a:xfrm>
          <a:prstGeom prst="rect">
            <a:avLst/>
          </a:prstGeom>
          <a:noFill/>
        </p:spPr>
        <p:txBody>
          <a:bodyPr wrap="square" rtlCol="0">
            <a:spAutoFit/>
          </a:bodyPr>
          <a:lstStyle/>
          <a:p>
            <a:pPr algn="ctr"/>
            <a:r>
              <a:rPr lang="en-US" sz="900" dirty="0"/>
              <a:t>84</a:t>
            </a:r>
          </a:p>
        </p:txBody>
      </p:sp>
      <p:sp>
        <p:nvSpPr>
          <p:cNvPr id="45" name="TextBox 44">
            <a:extLst>
              <a:ext uri="{FF2B5EF4-FFF2-40B4-BE49-F238E27FC236}">
                <a16:creationId xmlns:a16="http://schemas.microsoft.com/office/drawing/2014/main" id="{B2538418-96CF-D743-54D3-BA6263F9C0B0}"/>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13457</a:t>
            </a:r>
          </a:p>
        </p:txBody>
      </p:sp>
      <p:sp>
        <p:nvSpPr>
          <p:cNvPr id="46" name="TextBox 45">
            <a:extLst>
              <a:ext uri="{FF2B5EF4-FFF2-40B4-BE49-F238E27FC236}">
                <a16:creationId xmlns:a16="http://schemas.microsoft.com/office/drawing/2014/main" id="{BE8AF75A-86E4-3992-1853-845BA7576891}"/>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3457</a:t>
            </a:r>
          </a:p>
        </p:txBody>
      </p:sp>
      <p:sp>
        <p:nvSpPr>
          <p:cNvPr id="47" name="TextBox 46">
            <a:extLst>
              <a:ext uri="{FF2B5EF4-FFF2-40B4-BE49-F238E27FC236}">
                <a16:creationId xmlns:a16="http://schemas.microsoft.com/office/drawing/2014/main" id="{52338936-D2F7-8960-A074-066B3A518500}"/>
              </a:ext>
            </a:extLst>
          </p:cNvPr>
          <p:cNvSpPr txBox="1"/>
          <p:nvPr/>
        </p:nvSpPr>
        <p:spPr>
          <a:xfrm>
            <a:off x="6152446" y="1402877"/>
            <a:ext cx="570089" cy="230832"/>
          </a:xfrm>
          <a:prstGeom prst="rect">
            <a:avLst/>
          </a:prstGeom>
          <a:noFill/>
        </p:spPr>
        <p:txBody>
          <a:bodyPr wrap="square" rtlCol="0">
            <a:spAutoFit/>
          </a:bodyPr>
          <a:lstStyle/>
          <a:p>
            <a:pPr algn="ctr"/>
            <a:r>
              <a:rPr lang="en-US" sz="900" dirty="0"/>
              <a:t>137</a:t>
            </a:r>
          </a:p>
        </p:txBody>
      </p:sp>
      <p:sp>
        <p:nvSpPr>
          <p:cNvPr id="48" name="TextBox 47">
            <a:extLst>
              <a:ext uri="{FF2B5EF4-FFF2-40B4-BE49-F238E27FC236}">
                <a16:creationId xmlns:a16="http://schemas.microsoft.com/office/drawing/2014/main" id="{911D83E2-29C5-86A4-0BBB-503C57534306}"/>
              </a:ext>
            </a:extLst>
          </p:cNvPr>
          <p:cNvSpPr txBox="1"/>
          <p:nvPr/>
        </p:nvSpPr>
        <p:spPr>
          <a:xfrm>
            <a:off x="7157158" y="1402877"/>
            <a:ext cx="570089" cy="230832"/>
          </a:xfrm>
          <a:prstGeom prst="rect">
            <a:avLst/>
          </a:prstGeom>
          <a:noFill/>
        </p:spPr>
        <p:txBody>
          <a:bodyPr wrap="square" rtlCol="0">
            <a:spAutoFit/>
          </a:bodyPr>
          <a:lstStyle/>
          <a:p>
            <a:pPr algn="ctr"/>
            <a:r>
              <a:rPr lang="en-US" sz="900" dirty="0"/>
              <a:t>135</a:t>
            </a:r>
          </a:p>
        </p:txBody>
      </p:sp>
      <p:sp>
        <p:nvSpPr>
          <p:cNvPr id="49" name="TextBox 48">
            <a:extLst>
              <a:ext uri="{FF2B5EF4-FFF2-40B4-BE49-F238E27FC236}">
                <a16:creationId xmlns:a16="http://schemas.microsoft.com/office/drawing/2014/main" id="{2A7288FB-D9C9-3673-429B-14D386A5D760}"/>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3457</a:t>
            </a:r>
          </a:p>
        </p:txBody>
      </p:sp>
      <p:sp>
        <p:nvSpPr>
          <p:cNvPr id="50" name="TextBox 49">
            <a:extLst>
              <a:ext uri="{FF2B5EF4-FFF2-40B4-BE49-F238E27FC236}">
                <a16:creationId xmlns:a16="http://schemas.microsoft.com/office/drawing/2014/main" id="{B4C14DBF-6A43-B70B-2528-BCC054862F43}"/>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a:t>
            </a:r>
          </a:p>
        </p:txBody>
      </p:sp>
      <p:sp>
        <p:nvSpPr>
          <p:cNvPr id="51" name="TextBox 50">
            <a:extLst>
              <a:ext uri="{FF2B5EF4-FFF2-40B4-BE49-F238E27FC236}">
                <a16:creationId xmlns:a16="http://schemas.microsoft.com/office/drawing/2014/main" id="{FE4D1BD1-6250-16FB-1B5E-13321ED8D823}"/>
              </a:ext>
            </a:extLst>
          </p:cNvPr>
          <p:cNvSpPr txBox="1"/>
          <p:nvPr/>
        </p:nvSpPr>
        <p:spPr>
          <a:xfrm>
            <a:off x="6654802" y="1903821"/>
            <a:ext cx="570089" cy="230832"/>
          </a:xfrm>
          <a:prstGeom prst="rect">
            <a:avLst/>
          </a:prstGeom>
          <a:noFill/>
        </p:spPr>
        <p:txBody>
          <a:bodyPr wrap="square" rtlCol="0">
            <a:spAutoFit/>
          </a:bodyPr>
          <a:lstStyle/>
          <a:p>
            <a:pPr algn="ctr"/>
            <a:r>
              <a:rPr lang="en-US" sz="900" dirty="0"/>
              <a:t>37</a:t>
            </a:r>
          </a:p>
        </p:txBody>
      </p:sp>
      <p:sp>
        <p:nvSpPr>
          <p:cNvPr id="52" name="TextBox 51">
            <a:extLst>
              <a:ext uri="{FF2B5EF4-FFF2-40B4-BE49-F238E27FC236}">
                <a16:creationId xmlns:a16="http://schemas.microsoft.com/office/drawing/2014/main" id="{AD2B790E-1886-255C-E4DA-29B5B6B7463D}"/>
              </a:ext>
            </a:extLst>
          </p:cNvPr>
          <p:cNvSpPr txBox="1"/>
          <p:nvPr/>
        </p:nvSpPr>
        <p:spPr>
          <a:xfrm>
            <a:off x="7157158" y="1903821"/>
            <a:ext cx="570089" cy="230832"/>
          </a:xfrm>
          <a:prstGeom prst="rect">
            <a:avLst/>
          </a:prstGeom>
          <a:noFill/>
        </p:spPr>
        <p:txBody>
          <a:bodyPr wrap="square" rtlCol="0">
            <a:spAutoFit/>
          </a:bodyPr>
          <a:lstStyle/>
          <a:p>
            <a:pPr algn="ctr"/>
            <a:r>
              <a:rPr lang="en-US" sz="900" dirty="0"/>
              <a:t>13</a:t>
            </a:r>
          </a:p>
        </p:txBody>
      </p:sp>
      <p:sp>
        <p:nvSpPr>
          <p:cNvPr id="53" name="TextBox 52">
            <a:extLst>
              <a:ext uri="{FF2B5EF4-FFF2-40B4-BE49-F238E27FC236}">
                <a16:creationId xmlns:a16="http://schemas.microsoft.com/office/drawing/2014/main" id="{569F1276-2152-01FA-4B38-802EDCE067C4}"/>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a:t>
            </a:r>
          </a:p>
        </p:txBody>
      </p:sp>
      <p:sp>
        <p:nvSpPr>
          <p:cNvPr id="54" name="TextBox 53">
            <a:extLst>
              <a:ext uri="{FF2B5EF4-FFF2-40B4-BE49-F238E27FC236}">
                <a16:creationId xmlns:a16="http://schemas.microsoft.com/office/drawing/2014/main" id="{9DFC7706-97AA-3996-65DD-0DCC510CEBE9}"/>
              </a:ext>
            </a:extLst>
          </p:cNvPr>
          <p:cNvSpPr txBox="1"/>
          <p:nvPr/>
        </p:nvSpPr>
        <p:spPr>
          <a:xfrm>
            <a:off x="3640666" y="2404765"/>
            <a:ext cx="570089" cy="230832"/>
          </a:xfrm>
          <a:prstGeom prst="rect">
            <a:avLst/>
          </a:prstGeom>
          <a:noFill/>
        </p:spPr>
        <p:txBody>
          <a:bodyPr wrap="square" rtlCol="0">
            <a:spAutoFit/>
          </a:bodyPr>
          <a:lstStyle/>
          <a:p>
            <a:pPr algn="ctr"/>
            <a:r>
              <a:rPr lang="en-US" sz="900" dirty="0"/>
              <a:t>3478</a:t>
            </a:r>
          </a:p>
        </p:txBody>
      </p:sp>
      <p:sp>
        <p:nvSpPr>
          <p:cNvPr id="56" name="TextBox 55">
            <a:extLst>
              <a:ext uri="{FF2B5EF4-FFF2-40B4-BE49-F238E27FC236}">
                <a16:creationId xmlns:a16="http://schemas.microsoft.com/office/drawing/2014/main" id="{826E1991-30A0-0D59-D759-E316BE20A61D}"/>
              </a:ext>
            </a:extLst>
          </p:cNvPr>
          <p:cNvSpPr txBox="1"/>
          <p:nvPr/>
        </p:nvSpPr>
        <p:spPr>
          <a:xfrm>
            <a:off x="7157158" y="2404765"/>
            <a:ext cx="570089" cy="230832"/>
          </a:xfrm>
          <a:prstGeom prst="rect">
            <a:avLst/>
          </a:prstGeom>
          <a:noFill/>
        </p:spPr>
        <p:txBody>
          <a:bodyPr wrap="square" rtlCol="0">
            <a:spAutoFit/>
          </a:bodyPr>
          <a:lstStyle/>
          <a:p>
            <a:pPr algn="ctr"/>
            <a:r>
              <a:rPr lang="en-US" sz="900" dirty="0"/>
              <a:t>348</a:t>
            </a:r>
          </a:p>
        </p:txBody>
      </p:sp>
      <p:sp>
        <p:nvSpPr>
          <p:cNvPr id="57" name="TextBox 56">
            <a:extLst>
              <a:ext uri="{FF2B5EF4-FFF2-40B4-BE49-F238E27FC236}">
                <a16:creationId xmlns:a16="http://schemas.microsoft.com/office/drawing/2014/main" id="{D55AB1DA-0925-D2BE-4E6F-643CA1E30509}"/>
              </a:ext>
            </a:extLst>
          </p:cNvPr>
          <p:cNvSpPr txBox="1"/>
          <p:nvPr/>
        </p:nvSpPr>
        <p:spPr>
          <a:xfrm>
            <a:off x="3138310" y="2404765"/>
            <a:ext cx="570089" cy="230832"/>
          </a:xfrm>
          <a:prstGeom prst="rect">
            <a:avLst/>
          </a:prstGeom>
          <a:noFill/>
        </p:spPr>
        <p:txBody>
          <a:bodyPr wrap="square" rtlCol="0">
            <a:spAutoFit/>
          </a:bodyPr>
          <a:lstStyle/>
          <a:p>
            <a:pPr algn="ctr"/>
            <a:r>
              <a:rPr lang="en-US" sz="900" dirty="0"/>
              <a:t>478</a:t>
            </a:r>
          </a:p>
        </p:txBody>
      </p:sp>
      <p:sp>
        <p:nvSpPr>
          <p:cNvPr id="58" name="TextBox 57">
            <a:extLst>
              <a:ext uri="{FF2B5EF4-FFF2-40B4-BE49-F238E27FC236}">
                <a16:creationId xmlns:a16="http://schemas.microsoft.com/office/drawing/2014/main" id="{AE920550-37B7-5046-EAF9-2E5F71F45772}"/>
              </a:ext>
            </a:extLst>
          </p:cNvPr>
          <p:cNvSpPr txBox="1"/>
          <p:nvPr/>
        </p:nvSpPr>
        <p:spPr>
          <a:xfrm>
            <a:off x="7157158" y="2905709"/>
            <a:ext cx="570089" cy="230832"/>
          </a:xfrm>
          <a:prstGeom prst="rect">
            <a:avLst/>
          </a:prstGeom>
          <a:noFill/>
        </p:spPr>
        <p:txBody>
          <a:bodyPr wrap="square" rtlCol="0">
            <a:spAutoFit/>
          </a:bodyPr>
          <a:lstStyle/>
          <a:p>
            <a:pPr algn="ctr"/>
            <a:r>
              <a:rPr lang="en-US" sz="900" dirty="0"/>
              <a:t>348</a:t>
            </a:r>
          </a:p>
        </p:txBody>
      </p:sp>
      <p:sp>
        <p:nvSpPr>
          <p:cNvPr id="59" name="TextBox 58">
            <a:extLst>
              <a:ext uri="{FF2B5EF4-FFF2-40B4-BE49-F238E27FC236}">
                <a16:creationId xmlns:a16="http://schemas.microsoft.com/office/drawing/2014/main" id="{309D3FA3-F3CE-6E27-D167-1A140C773E22}"/>
              </a:ext>
            </a:extLst>
          </p:cNvPr>
          <p:cNvSpPr txBox="1"/>
          <p:nvPr/>
        </p:nvSpPr>
        <p:spPr>
          <a:xfrm>
            <a:off x="3138310" y="2905709"/>
            <a:ext cx="570089" cy="230832"/>
          </a:xfrm>
          <a:prstGeom prst="rect">
            <a:avLst/>
          </a:prstGeom>
          <a:noFill/>
        </p:spPr>
        <p:txBody>
          <a:bodyPr wrap="square" rtlCol="0">
            <a:spAutoFit/>
          </a:bodyPr>
          <a:lstStyle/>
          <a:p>
            <a:pPr algn="ctr"/>
            <a:r>
              <a:rPr lang="en-US" sz="900" dirty="0"/>
              <a:t>345678</a:t>
            </a:r>
          </a:p>
        </p:txBody>
      </p:sp>
      <p:sp>
        <p:nvSpPr>
          <p:cNvPr id="61" name="TextBox 60">
            <a:extLst>
              <a:ext uri="{FF2B5EF4-FFF2-40B4-BE49-F238E27FC236}">
                <a16:creationId xmlns:a16="http://schemas.microsoft.com/office/drawing/2014/main" id="{6A3A35CB-F3CA-F6F1-D077-AB673B9DA9B0}"/>
              </a:ext>
            </a:extLst>
          </p:cNvPr>
          <p:cNvSpPr txBox="1"/>
          <p:nvPr/>
        </p:nvSpPr>
        <p:spPr>
          <a:xfrm>
            <a:off x="3138310" y="3406653"/>
            <a:ext cx="570089" cy="230832"/>
          </a:xfrm>
          <a:prstGeom prst="rect">
            <a:avLst/>
          </a:prstGeom>
          <a:noFill/>
        </p:spPr>
        <p:txBody>
          <a:bodyPr wrap="square" rtlCol="0">
            <a:spAutoFit/>
          </a:bodyPr>
          <a:lstStyle/>
          <a:p>
            <a:pPr algn="ctr"/>
            <a:r>
              <a:rPr lang="en-US" sz="900" dirty="0"/>
              <a:t>45</a:t>
            </a:r>
          </a:p>
        </p:txBody>
      </p:sp>
      <p:sp>
        <p:nvSpPr>
          <p:cNvPr id="62" name="TextBox 61">
            <a:extLst>
              <a:ext uri="{FF2B5EF4-FFF2-40B4-BE49-F238E27FC236}">
                <a16:creationId xmlns:a16="http://schemas.microsoft.com/office/drawing/2014/main" id="{B9C5F2F0-7CF2-0CD6-BE5D-660E47E92080}"/>
              </a:ext>
            </a:extLst>
          </p:cNvPr>
          <p:cNvSpPr txBox="1"/>
          <p:nvPr/>
        </p:nvSpPr>
        <p:spPr>
          <a:xfrm>
            <a:off x="3640666" y="2905709"/>
            <a:ext cx="570089" cy="230832"/>
          </a:xfrm>
          <a:prstGeom prst="rect">
            <a:avLst/>
          </a:prstGeom>
          <a:noFill/>
        </p:spPr>
        <p:txBody>
          <a:bodyPr wrap="square" rtlCol="0">
            <a:spAutoFit/>
          </a:bodyPr>
          <a:lstStyle/>
          <a:p>
            <a:pPr algn="ctr"/>
            <a:r>
              <a:rPr lang="en-US" sz="900" dirty="0"/>
              <a:t>234567</a:t>
            </a:r>
          </a:p>
        </p:txBody>
      </p:sp>
      <p:sp>
        <p:nvSpPr>
          <p:cNvPr id="64" name="TextBox 63">
            <a:extLst>
              <a:ext uri="{FF2B5EF4-FFF2-40B4-BE49-F238E27FC236}">
                <a16:creationId xmlns:a16="http://schemas.microsoft.com/office/drawing/2014/main" id="{EC1000FB-BCCA-34A7-80D8-F8D7E4961B68}"/>
              </a:ext>
            </a:extLst>
          </p:cNvPr>
          <p:cNvSpPr txBox="1"/>
          <p:nvPr/>
        </p:nvSpPr>
        <p:spPr>
          <a:xfrm>
            <a:off x="3640666" y="3406653"/>
            <a:ext cx="570089" cy="230832"/>
          </a:xfrm>
          <a:prstGeom prst="rect">
            <a:avLst/>
          </a:prstGeom>
          <a:noFill/>
        </p:spPr>
        <p:txBody>
          <a:bodyPr wrap="square" rtlCol="0">
            <a:spAutoFit/>
          </a:bodyPr>
          <a:lstStyle/>
          <a:p>
            <a:pPr algn="ctr"/>
            <a:r>
              <a:rPr lang="en-US" sz="900" dirty="0"/>
              <a:t>34</a:t>
            </a:r>
          </a:p>
        </p:txBody>
      </p:sp>
      <p:sp>
        <p:nvSpPr>
          <p:cNvPr id="66" name="TextBox 65">
            <a:extLst>
              <a:ext uri="{FF2B5EF4-FFF2-40B4-BE49-F238E27FC236}">
                <a16:creationId xmlns:a16="http://schemas.microsoft.com/office/drawing/2014/main" id="{F03EC1E7-A98F-8D84-DC0B-7CD5A27B73BD}"/>
              </a:ext>
            </a:extLst>
          </p:cNvPr>
          <p:cNvSpPr txBox="1"/>
          <p:nvPr/>
        </p:nvSpPr>
        <p:spPr>
          <a:xfrm>
            <a:off x="3640666" y="3907597"/>
            <a:ext cx="570089" cy="230832"/>
          </a:xfrm>
          <a:prstGeom prst="rect">
            <a:avLst/>
          </a:prstGeom>
          <a:noFill/>
        </p:spPr>
        <p:txBody>
          <a:bodyPr wrap="square" rtlCol="0">
            <a:spAutoFit/>
          </a:bodyPr>
          <a:lstStyle/>
          <a:p>
            <a:pPr algn="ctr"/>
            <a:r>
              <a:rPr lang="en-US" sz="900" dirty="0"/>
              <a:t>235</a:t>
            </a:r>
          </a:p>
        </p:txBody>
      </p:sp>
      <p:sp>
        <p:nvSpPr>
          <p:cNvPr id="67" name="TextBox 66">
            <a:extLst>
              <a:ext uri="{FF2B5EF4-FFF2-40B4-BE49-F238E27FC236}">
                <a16:creationId xmlns:a16="http://schemas.microsoft.com/office/drawing/2014/main" id="{61621D1A-4386-E799-0A84-743ABE3DA872}"/>
              </a:ext>
            </a:extLst>
          </p:cNvPr>
          <p:cNvSpPr txBox="1"/>
          <p:nvPr/>
        </p:nvSpPr>
        <p:spPr>
          <a:xfrm>
            <a:off x="4143022" y="3907597"/>
            <a:ext cx="570089" cy="230832"/>
          </a:xfrm>
          <a:prstGeom prst="rect">
            <a:avLst/>
          </a:prstGeom>
          <a:noFill/>
        </p:spPr>
        <p:txBody>
          <a:bodyPr wrap="square" rtlCol="0">
            <a:spAutoFit/>
          </a:bodyPr>
          <a:lstStyle/>
          <a:p>
            <a:pPr algn="ctr"/>
            <a:r>
              <a:rPr lang="en-US" sz="900" dirty="0"/>
              <a:t>235</a:t>
            </a:r>
          </a:p>
        </p:txBody>
      </p:sp>
      <p:sp>
        <p:nvSpPr>
          <p:cNvPr id="68" name="TextBox 67">
            <a:extLst>
              <a:ext uri="{FF2B5EF4-FFF2-40B4-BE49-F238E27FC236}">
                <a16:creationId xmlns:a16="http://schemas.microsoft.com/office/drawing/2014/main" id="{F41D8C63-4B75-A8E3-5B27-22FA5852CFEB}"/>
              </a:ext>
            </a:extLst>
          </p:cNvPr>
          <p:cNvSpPr txBox="1"/>
          <p:nvPr/>
        </p:nvSpPr>
        <p:spPr>
          <a:xfrm>
            <a:off x="6654802" y="3907597"/>
            <a:ext cx="570089" cy="230832"/>
          </a:xfrm>
          <a:prstGeom prst="rect">
            <a:avLst/>
          </a:prstGeom>
          <a:noFill/>
        </p:spPr>
        <p:txBody>
          <a:bodyPr wrap="square" rtlCol="0">
            <a:spAutoFit/>
          </a:bodyPr>
          <a:lstStyle/>
          <a:p>
            <a:pPr algn="ctr"/>
            <a:r>
              <a:rPr lang="en-US" sz="900" dirty="0"/>
              <a:t>35</a:t>
            </a:r>
          </a:p>
        </p:txBody>
      </p:sp>
      <p:sp>
        <p:nvSpPr>
          <p:cNvPr id="69" name="TextBox 68">
            <a:extLst>
              <a:ext uri="{FF2B5EF4-FFF2-40B4-BE49-F238E27FC236}">
                <a16:creationId xmlns:a16="http://schemas.microsoft.com/office/drawing/2014/main" id="{891AACEA-69F7-5A22-DA7B-F7D0BFFB84EF}"/>
              </a:ext>
            </a:extLst>
          </p:cNvPr>
          <p:cNvSpPr txBox="1"/>
          <p:nvPr/>
        </p:nvSpPr>
        <p:spPr>
          <a:xfrm>
            <a:off x="3640666" y="4909484"/>
            <a:ext cx="570089" cy="230832"/>
          </a:xfrm>
          <a:prstGeom prst="rect">
            <a:avLst/>
          </a:prstGeom>
          <a:noFill/>
        </p:spPr>
        <p:txBody>
          <a:bodyPr wrap="square" rtlCol="0">
            <a:spAutoFit/>
          </a:bodyPr>
          <a:lstStyle/>
          <a:p>
            <a:pPr algn="ctr"/>
            <a:r>
              <a:rPr lang="en-US" sz="900" dirty="0"/>
              <a:t>3467</a:t>
            </a:r>
          </a:p>
        </p:txBody>
      </p:sp>
      <p:sp>
        <p:nvSpPr>
          <p:cNvPr id="70" name="TextBox 69">
            <a:extLst>
              <a:ext uri="{FF2B5EF4-FFF2-40B4-BE49-F238E27FC236}">
                <a16:creationId xmlns:a16="http://schemas.microsoft.com/office/drawing/2014/main" id="{F483EBCF-317E-8743-3D06-4AFF1478D37E}"/>
              </a:ext>
            </a:extLst>
          </p:cNvPr>
          <p:cNvSpPr txBox="1"/>
          <p:nvPr/>
        </p:nvSpPr>
        <p:spPr>
          <a:xfrm>
            <a:off x="4143022" y="4909484"/>
            <a:ext cx="570089" cy="230832"/>
          </a:xfrm>
          <a:prstGeom prst="rect">
            <a:avLst/>
          </a:prstGeom>
          <a:noFill/>
        </p:spPr>
        <p:txBody>
          <a:bodyPr wrap="square" rtlCol="0">
            <a:spAutoFit/>
          </a:bodyPr>
          <a:lstStyle/>
          <a:p>
            <a:pPr algn="ctr"/>
            <a:r>
              <a:rPr lang="en-US" sz="900" dirty="0"/>
              <a:t>3467</a:t>
            </a:r>
          </a:p>
        </p:txBody>
      </p:sp>
      <p:sp>
        <p:nvSpPr>
          <p:cNvPr id="71" name="TextBox 70">
            <a:extLst>
              <a:ext uri="{FF2B5EF4-FFF2-40B4-BE49-F238E27FC236}">
                <a16:creationId xmlns:a16="http://schemas.microsoft.com/office/drawing/2014/main" id="{9E2A7605-1C4C-E3D7-4B41-ED1DEBC811C5}"/>
              </a:ext>
            </a:extLst>
          </p:cNvPr>
          <p:cNvSpPr txBox="1"/>
          <p:nvPr/>
        </p:nvSpPr>
        <p:spPr>
          <a:xfrm>
            <a:off x="6152446" y="4909484"/>
            <a:ext cx="570089" cy="230832"/>
          </a:xfrm>
          <a:prstGeom prst="rect">
            <a:avLst/>
          </a:prstGeom>
          <a:noFill/>
        </p:spPr>
        <p:txBody>
          <a:bodyPr wrap="square" rtlCol="0">
            <a:spAutoFit/>
          </a:bodyPr>
          <a:lstStyle/>
          <a:p>
            <a:pPr algn="ctr"/>
            <a:r>
              <a:rPr lang="en-US" sz="900" dirty="0"/>
              <a:t>1347</a:t>
            </a:r>
          </a:p>
        </p:txBody>
      </p:sp>
      <p:sp>
        <p:nvSpPr>
          <p:cNvPr id="72" name="TextBox 71">
            <a:extLst>
              <a:ext uri="{FF2B5EF4-FFF2-40B4-BE49-F238E27FC236}">
                <a16:creationId xmlns:a16="http://schemas.microsoft.com/office/drawing/2014/main" id="{4235C6B8-F693-6DE6-913D-BD9CD23D5A4E}"/>
              </a:ext>
            </a:extLst>
          </p:cNvPr>
          <p:cNvSpPr txBox="1"/>
          <p:nvPr/>
        </p:nvSpPr>
        <p:spPr>
          <a:xfrm>
            <a:off x="6654802" y="4909484"/>
            <a:ext cx="570089" cy="230832"/>
          </a:xfrm>
          <a:prstGeom prst="rect">
            <a:avLst/>
          </a:prstGeom>
          <a:noFill/>
        </p:spPr>
        <p:txBody>
          <a:bodyPr wrap="square" rtlCol="0">
            <a:spAutoFit/>
          </a:bodyPr>
          <a:lstStyle/>
          <a:p>
            <a:pPr algn="ctr"/>
            <a:r>
              <a:rPr lang="en-US" sz="900" dirty="0"/>
              <a:t>347</a:t>
            </a:r>
          </a:p>
        </p:txBody>
      </p:sp>
      <p:sp>
        <p:nvSpPr>
          <p:cNvPr id="73" name="TextBox 72">
            <a:extLst>
              <a:ext uri="{FF2B5EF4-FFF2-40B4-BE49-F238E27FC236}">
                <a16:creationId xmlns:a16="http://schemas.microsoft.com/office/drawing/2014/main" id="{F91CF9FC-2B10-74FB-D2F0-C2E7A85A1E91}"/>
              </a:ext>
            </a:extLst>
          </p:cNvPr>
          <p:cNvSpPr txBox="1"/>
          <p:nvPr/>
        </p:nvSpPr>
        <p:spPr>
          <a:xfrm>
            <a:off x="7157158" y="3907597"/>
            <a:ext cx="570089" cy="230832"/>
          </a:xfrm>
          <a:prstGeom prst="rect">
            <a:avLst/>
          </a:prstGeom>
          <a:noFill/>
        </p:spPr>
        <p:txBody>
          <a:bodyPr wrap="square" rtlCol="0">
            <a:spAutoFit/>
          </a:bodyPr>
          <a:lstStyle/>
          <a:p>
            <a:pPr algn="ctr"/>
            <a:r>
              <a:rPr lang="en-US" sz="900" dirty="0"/>
              <a:t>98</a:t>
            </a:r>
          </a:p>
        </p:txBody>
      </p:sp>
      <p:sp>
        <p:nvSpPr>
          <p:cNvPr id="74" name="TextBox 73">
            <a:extLst>
              <a:ext uri="{FF2B5EF4-FFF2-40B4-BE49-F238E27FC236}">
                <a16:creationId xmlns:a16="http://schemas.microsoft.com/office/drawing/2014/main" id="{A26D6CF8-0BB6-A056-696C-2D886BDD71E5}"/>
              </a:ext>
            </a:extLst>
          </p:cNvPr>
          <p:cNvSpPr txBox="1"/>
          <p:nvPr/>
        </p:nvSpPr>
        <p:spPr>
          <a:xfrm>
            <a:off x="3138310" y="3907597"/>
            <a:ext cx="570089" cy="230832"/>
          </a:xfrm>
          <a:prstGeom prst="rect">
            <a:avLst/>
          </a:prstGeom>
          <a:noFill/>
        </p:spPr>
        <p:txBody>
          <a:bodyPr wrap="square" rtlCol="0">
            <a:spAutoFit/>
          </a:bodyPr>
          <a:lstStyle/>
          <a:p>
            <a:pPr algn="ctr"/>
            <a:r>
              <a:rPr lang="en-US" sz="900" dirty="0"/>
              <a:t>89</a:t>
            </a:r>
          </a:p>
        </p:txBody>
      </p:sp>
      <p:sp>
        <p:nvSpPr>
          <p:cNvPr id="75" name="TextBox 74">
            <a:extLst>
              <a:ext uri="{FF2B5EF4-FFF2-40B4-BE49-F238E27FC236}">
                <a16:creationId xmlns:a16="http://schemas.microsoft.com/office/drawing/2014/main" id="{1B2D2218-957F-8FF2-21D8-2B001FBB0778}"/>
              </a:ext>
            </a:extLst>
          </p:cNvPr>
          <p:cNvSpPr txBox="1"/>
          <p:nvPr/>
        </p:nvSpPr>
        <p:spPr>
          <a:xfrm>
            <a:off x="7157158" y="4909484"/>
            <a:ext cx="570089" cy="230832"/>
          </a:xfrm>
          <a:prstGeom prst="rect">
            <a:avLst/>
          </a:prstGeom>
          <a:noFill/>
        </p:spPr>
        <p:txBody>
          <a:bodyPr wrap="square" rtlCol="0">
            <a:spAutoFit/>
          </a:bodyPr>
          <a:lstStyle/>
          <a:p>
            <a:pPr algn="ctr"/>
            <a:r>
              <a:rPr lang="en-US" sz="900" dirty="0"/>
              <a:t>1349</a:t>
            </a:r>
          </a:p>
        </p:txBody>
      </p:sp>
      <p:sp>
        <p:nvSpPr>
          <p:cNvPr id="76" name="TextBox 75">
            <a:extLst>
              <a:ext uri="{FF2B5EF4-FFF2-40B4-BE49-F238E27FC236}">
                <a16:creationId xmlns:a16="http://schemas.microsoft.com/office/drawing/2014/main" id="{7C2C4E99-261E-946D-21F8-EA6867B8FE6E}"/>
              </a:ext>
            </a:extLst>
          </p:cNvPr>
          <p:cNvSpPr txBox="1"/>
          <p:nvPr/>
        </p:nvSpPr>
        <p:spPr>
          <a:xfrm>
            <a:off x="3138310" y="4909484"/>
            <a:ext cx="570089" cy="230832"/>
          </a:xfrm>
          <a:prstGeom prst="rect">
            <a:avLst/>
          </a:prstGeom>
          <a:noFill/>
        </p:spPr>
        <p:txBody>
          <a:bodyPr wrap="square" rtlCol="0">
            <a:spAutoFit/>
          </a:bodyPr>
          <a:lstStyle/>
          <a:p>
            <a:pPr algn="ctr"/>
            <a:r>
              <a:rPr lang="en-US" sz="900" dirty="0"/>
              <a:t>34679</a:t>
            </a:r>
          </a:p>
        </p:txBody>
      </p:sp>
      <p:sp>
        <p:nvSpPr>
          <p:cNvPr id="77" name="TextBox 76">
            <a:extLst>
              <a:ext uri="{FF2B5EF4-FFF2-40B4-BE49-F238E27FC236}">
                <a16:creationId xmlns:a16="http://schemas.microsoft.com/office/drawing/2014/main" id="{A318C6E0-7999-1698-9CA8-3070A2487AFC}"/>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4F40309F-8B06-C58F-05C8-2ED02876E6F1}"/>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D4A74225-53E7-F2A6-D439-5CFEB3CC0047}"/>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0E5E92B9-9EFC-7F7D-23D1-122B56A4B46C}"/>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02F18537-4F82-B35C-BBD9-6CB79005FA65}"/>
              </a:ext>
            </a:extLst>
          </p:cNvPr>
          <p:cNvSpPr txBox="1"/>
          <p:nvPr/>
        </p:nvSpPr>
        <p:spPr>
          <a:xfrm>
            <a:off x="4216401" y="721216"/>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283FFC76-83F3-5165-856B-8FD4098F6363}"/>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29EE1734-D0A2-55D8-9CF3-1AF16DDD2AE5}"/>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DE5ED903-B075-B7E0-FD9E-0E5167FA79A9}"/>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81" name="TextBox 80">
            <a:extLst>
              <a:ext uri="{FF2B5EF4-FFF2-40B4-BE49-F238E27FC236}">
                <a16:creationId xmlns:a16="http://schemas.microsoft.com/office/drawing/2014/main" id="{DB7FBD3E-3422-2FC2-F9BD-783AA30EF1CB}"/>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82" name="TextBox 81">
            <a:extLst>
              <a:ext uri="{FF2B5EF4-FFF2-40B4-BE49-F238E27FC236}">
                <a16:creationId xmlns:a16="http://schemas.microsoft.com/office/drawing/2014/main" id="{49262D35-44D7-C4C7-7C0B-D3E02740718C}"/>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83" name="TextBox 82">
            <a:extLst>
              <a:ext uri="{FF2B5EF4-FFF2-40B4-BE49-F238E27FC236}">
                <a16:creationId xmlns:a16="http://schemas.microsoft.com/office/drawing/2014/main" id="{1A508ACF-1E1C-EFD6-79EE-1BA893AE0F3D}"/>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A4C9DA0D-238F-F1E1-9202-F3B7EEC6BD97}"/>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677AEFC3-E86E-FF17-6988-6F64D19825F1}"/>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6" name="TextBox 85">
            <a:extLst>
              <a:ext uri="{FF2B5EF4-FFF2-40B4-BE49-F238E27FC236}">
                <a16:creationId xmlns:a16="http://schemas.microsoft.com/office/drawing/2014/main" id="{CE6AA6E3-DADD-E777-607C-BBC6292FE29A}"/>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15658149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9A110-4C65-1618-45A3-096E189F53F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DFFA90-8A59-6CD6-6EB4-13D01E7CF0E7}"/>
              </a:ext>
            </a:extLst>
          </p:cNvPr>
          <p:cNvSpPr>
            <a:spLocks noGrp="1"/>
          </p:cNvSpPr>
          <p:nvPr>
            <p:ph sz="half" idx="1"/>
          </p:nvPr>
        </p:nvSpPr>
        <p:spPr/>
        <p:txBody>
          <a:bodyPr>
            <a:normAutofit/>
          </a:bodyPr>
          <a:lstStyle/>
          <a:p>
            <a:r>
              <a:rPr lang="en-US" dirty="0"/>
              <a:t>Reduce. (Note last 8 in Row 3.)</a:t>
            </a:r>
          </a:p>
        </p:txBody>
      </p:sp>
      <p:pic>
        <p:nvPicPr>
          <p:cNvPr id="4" name="Picture 3" descr="A grid of sudoku puzzle&#10;&#10;Description automatically generated">
            <a:extLst>
              <a:ext uri="{FF2B5EF4-FFF2-40B4-BE49-F238E27FC236}">
                <a16:creationId xmlns:a16="http://schemas.microsoft.com/office/drawing/2014/main" id="{33D3866B-AF3C-2B90-4F68-B5D35C80AE9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08C8D47-3AB6-B90F-7F3F-465209D2082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4F3F660-C218-68E1-6A5B-B60DE293904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806047D-EB33-30F2-1F69-6F1377A23D1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C9B28C0-8BD5-FEB9-7BAC-CB474F3B4F97}"/>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200C2CA3-DBAA-743E-51BA-179E9A74AE26}"/>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A252086A-EAE0-8FD2-5535-DA9E35A1195B}"/>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AB3560F2-52E0-B921-C63D-50A1A2278663}"/>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E5915C3A-E3C7-AC47-5934-51F389125666}"/>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5595E246-DE79-FA40-953F-B7D431DD1057}"/>
              </a:ext>
            </a:extLst>
          </p:cNvPr>
          <p:cNvSpPr txBox="1"/>
          <p:nvPr/>
        </p:nvSpPr>
        <p:spPr>
          <a:xfrm>
            <a:off x="4143022" y="4408541"/>
            <a:ext cx="570089" cy="230832"/>
          </a:xfrm>
          <a:prstGeom prst="rect">
            <a:avLst/>
          </a:prstGeom>
          <a:noFill/>
        </p:spPr>
        <p:txBody>
          <a:bodyPr wrap="square" rtlCol="0">
            <a:spAutoFit/>
          </a:bodyPr>
          <a:lstStyle/>
          <a:p>
            <a:pPr algn="ctr"/>
            <a:r>
              <a:rPr lang="en-US" sz="900" dirty="0"/>
              <a:t>478</a:t>
            </a:r>
          </a:p>
        </p:txBody>
      </p:sp>
      <p:sp>
        <p:nvSpPr>
          <p:cNvPr id="13" name="TextBox 12">
            <a:extLst>
              <a:ext uri="{FF2B5EF4-FFF2-40B4-BE49-F238E27FC236}">
                <a16:creationId xmlns:a16="http://schemas.microsoft.com/office/drawing/2014/main" id="{8CFA082A-96C2-CFFF-EAF4-FD4174BC6E92}"/>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49854F9B-C175-5108-331A-88295A812508}"/>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1FD55F2E-D5CE-4B09-1B2A-E55149F5F47A}"/>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C667D379-E971-2FD2-FF9F-7EA2148A4D80}"/>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61CD1F50-79D4-C92F-BC33-BF74D36D04FA}"/>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A7BF3CAF-5D86-A356-C567-B1D3A5875D69}"/>
              </a:ext>
            </a:extLst>
          </p:cNvPr>
          <p:cNvSpPr txBox="1"/>
          <p:nvPr/>
        </p:nvSpPr>
        <p:spPr>
          <a:xfrm>
            <a:off x="4645378" y="2905709"/>
            <a:ext cx="570089" cy="230832"/>
          </a:xfrm>
          <a:prstGeom prst="rect">
            <a:avLst/>
          </a:prstGeom>
          <a:noFill/>
        </p:spPr>
        <p:txBody>
          <a:bodyPr wrap="square" rtlCol="0">
            <a:spAutoFit/>
          </a:bodyPr>
          <a:lstStyle/>
          <a:p>
            <a:pPr algn="ctr"/>
            <a:r>
              <a:rPr lang="en-US" sz="900" dirty="0"/>
              <a:t>59</a:t>
            </a:r>
          </a:p>
        </p:txBody>
      </p:sp>
      <p:sp>
        <p:nvSpPr>
          <p:cNvPr id="27" name="TextBox 26">
            <a:extLst>
              <a:ext uri="{FF2B5EF4-FFF2-40B4-BE49-F238E27FC236}">
                <a16:creationId xmlns:a16="http://schemas.microsoft.com/office/drawing/2014/main" id="{E2EE1BA1-1FEB-05D2-6614-11D09DDDB41A}"/>
              </a:ext>
            </a:extLst>
          </p:cNvPr>
          <p:cNvSpPr txBox="1"/>
          <p:nvPr/>
        </p:nvSpPr>
        <p:spPr>
          <a:xfrm>
            <a:off x="4645378" y="3406653"/>
            <a:ext cx="570089" cy="230832"/>
          </a:xfrm>
          <a:prstGeom prst="rect">
            <a:avLst/>
          </a:prstGeom>
          <a:noFill/>
        </p:spPr>
        <p:txBody>
          <a:bodyPr wrap="square" rtlCol="0">
            <a:spAutoFit/>
          </a:bodyPr>
          <a:lstStyle/>
          <a:p>
            <a:pPr algn="ctr"/>
            <a:r>
              <a:rPr lang="en-US" sz="900" dirty="0"/>
              <a:t>95</a:t>
            </a:r>
          </a:p>
        </p:txBody>
      </p:sp>
      <p:sp>
        <p:nvSpPr>
          <p:cNvPr id="32" name="TextBox 31">
            <a:extLst>
              <a:ext uri="{FF2B5EF4-FFF2-40B4-BE49-F238E27FC236}">
                <a16:creationId xmlns:a16="http://schemas.microsoft.com/office/drawing/2014/main" id="{45BF8C96-F802-FD72-62EB-A00B6D1B8859}"/>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E1268DC1-7405-770A-A6AF-B5C4A31D274A}"/>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E31A24CF-6682-313B-79D7-E4BF5467CA76}"/>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E01CBFD9-C8B6-3E78-7675-0EA88441E4AC}"/>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EFE7B83B-E6E7-BF77-7792-43FCAED6056D}"/>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7BE39596-0F60-A232-6223-0E218BE96BA1}"/>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BA9124BD-DBDC-1D62-D06B-C110D8A5635A}"/>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A9B5806A-C1EB-1DFD-8731-CADEB4114A94}"/>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74F6B192-BB4B-3685-9436-8EDDA967E556}"/>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93DBF711-2059-27AF-6243-FE27714086DE}"/>
              </a:ext>
            </a:extLst>
          </p:cNvPr>
          <p:cNvSpPr txBox="1"/>
          <p:nvPr/>
        </p:nvSpPr>
        <p:spPr>
          <a:xfrm>
            <a:off x="5147734" y="2404765"/>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A176EC9E-7387-86CC-9D46-933DE01947D3}"/>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40" name="TextBox 39">
            <a:extLst>
              <a:ext uri="{FF2B5EF4-FFF2-40B4-BE49-F238E27FC236}">
                <a16:creationId xmlns:a16="http://schemas.microsoft.com/office/drawing/2014/main" id="{C212012A-F44D-EED9-620A-67DC32829107}"/>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42FB3F0B-E9AB-264C-CC66-8ACC003D5FF4}"/>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61FC0B32-0ACE-5E2C-0527-526BA69442CD}"/>
              </a:ext>
            </a:extLst>
          </p:cNvPr>
          <p:cNvSpPr txBox="1"/>
          <p:nvPr/>
        </p:nvSpPr>
        <p:spPr>
          <a:xfrm>
            <a:off x="6654802" y="901933"/>
            <a:ext cx="570089" cy="230832"/>
          </a:xfrm>
          <a:prstGeom prst="rect">
            <a:avLst/>
          </a:prstGeom>
          <a:noFill/>
        </p:spPr>
        <p:txBody>
          <a:bodyPr wrap="square" rtlCol="0">
            <a:spAutoFit/>
          </a:bodyPr>
          <a:lstStyle/>
          <a:p>
            <a:pPr algn="ctr"/>
            <a:r>
              <a:rPr lang="en-US" sz="900" dirty="0"/>
              <a:t>84</a:t>
            </a:r>
          </a:p>
        </p:txBody>
      </p:sp>
      <p:sp>
        <p:nvSpPr>
          <p:cNvPr id="45" name="TextBox 44">
            <a:extLst>
              <a:ext uri="{FF2B5EF4-FFF2-40B4-BE49-F238E27FC236}">
                <a16:creationId xmlns:a16="http://schemas.microsoft.com/office/drawing/2014/main" id="{DA5E812B-73F1-0E32-D416-F907A744982C}"/>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1347</a:t>
            </a:r>
          </a:p>
        </p:txBody>
      </p:sp>
      <p:sp>
        <p:nvSpPr>
          <p:cNvPr id="46" name="TextBox 45">
            <a:extLst>
              <a:ext uri="{FF2B5EF4-FFF2-40B4-BE49-F238E27FC236}">
                <a16:creationId xmlns:a16="http://schemas.microsoft.com/office/drawing/2014/main" id="{26B5A6F2-ED82-55FE-E33A-F93235BF0CD2}"/>
              </a:ext>
            </a:extLst>
          </p:cNvPr>
          <p:cNvSpPr txBox="1"/>
          <p:nvPr/>
        </p:nvSpPr>
        <p:spPr>
          <a:xfrm>
            <a:off x="4143022" y="1402877"/>
            <a:ext cx="570089" cy="230832"/>
          </a:xfrm>
          <a:prstGeom prst="rect">
            <a:avLst/>
          </a:prstGeom>
          <a:noFill/>
        </p:spPr>
        <p:txBody>
          <a:bodyPr wrap="square" rtlCol="0">
            <a:spAutoFit/>
          </a:bodyPr>
          <a:lstStyle/>
          <a:p>
            <a:pPr algn="ctr"/>
            <a:r>
              <a:rPr lang="en-US" sz="900" dirty="0"/>
              <a:t>347</a:t>
            </a:r>
          </a:p>
        </p:txBody>
      </p:sp>
      <p:sp>
        <p:nvSpPr>
          <p:cNvPr id="47" name="TextBox 46">
            <a:extLst>
              <a:ext uri="{FF2B5EF4-FFF2-40B4-BE49-F238E27FC236}">
                <a16:creationId xmlns:a16="http://schemas.microsoft.com/office/drawing/2014/main" id="{F870956D-4EC1-99CA-B5BD-3AA6685CFBA4}"/>
              </a:ext>
            </a:extLst>
          </p:cNvPr>
          <p:cNvSpPr txBox="1"/>
          <p:nvPr/>
        </p:nvSpPr>
        <p:spPr>
          <a:xfrm>
            <a:off x="6152446" y="1402877"/>
            <a:ext cx="570089" cy="230832"/>
          </a:xfrm>
          <a:prstGeom prst="rect">
            <a:avLst/>
          </a:prstGeom>
          <a:noFill/>
        </p:spPr>
        <p:txBody>
          <a:bodyPr wrap="square" rtlCol="0">
            <a:spAutoFit/>
          </a:bodyPr>
          <a:lstStyle/>
          <a:p>
            <a:pPr algn="ctr"/>
            <a:r>
              <a:rPr lang="en-US" sz="900" dirty="0"/>
              <a:t>137</a:t>
            </a:r>
          </a:p>
        </p:txBody>
      </p:sp>
      <p:sp>
        <p:nvSpPr>
          <p:cNvPr id="49" name="TextBox 48">
            <a:extLst>
              <a:ext uri="{FF2B5EF4-FFF2-40B4-BE49-F238E27FC236}">
                <a16:creationId xmlns:a16="http://schemas.microsoft.com/office/drawing/2014/main" id="{157C2510-2220-C40D-4047-EB4E770F8706}"/>
              </a:ext>
            </a:extLst>
          </p:cNvPr>
          <p:cNvSpPr txBox="1"/>
          <p:nvPr/>
        </p:nvSpPr>
        <p:spPr>
          <a:xfrm>
            <a:off x="3138310" y="1402877"/>
            <a:ext cx="570089" cy="230832"/>
          </a:xfrm>
          <a:prstGeom prst="rect">
            <a:avLst/>
          </a:prstGeom>
          <a:noFill/>
        </p:spPr>
        <p:txBody>
          <a:bodyPr wrap="square" rtlCol="0">
            <a:spAutoFit/>
          </a:bodyPr>
          <a:lstStyle/>
          <a:p>
            <a:pPr algn="ctr"/>
            <a:r>
              <a:rPr lang="en-US" sz="900" dirty="0"/>
              <a:t>347</a:t>
            </a:r>
          </a:p>
        </p:txBody>
      </p:sp>
      <p:sp>
        <p:nvSpPr>
          <p:cNvPr id="50" name="TextBox 49">
            <a:extLst>
              <a:ext uri="{FF2B5EF4-FFF2-40B4-BE49-F238E27FC236}">
                <a16:creationId xmlns:a16="http://schemas.microsoft.com/office/drawing/2014/main" id="{EC0B0610-19E6-0836-6676-9036D8846365}"/>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a:t>
            </a:r>
          </a:p>
        </p:txBody>
      </p:sp>
      <p:sp>
        <p:nvSpPr>
          <p:cNvPr id="51" name="TextBox 50">
            <a:extLst>
              <a:ext uri="{FF2B5EF4-FFF2-40B4-BE49-F238E27FC236}">
                <a16:creationId xmlns:a16="http://schemas.microsoft.com/office/drawing/2014/main" id="{E8247C99-AF65-24A2-A9E0-7209673388CB}"/>
              </a:ext>
            </a:extLst>
          </p:cNvPr>
          <p:cNvSpPr txBox="1"/>
          <p:nvPr/>
        </p:nvSpPr>
        <p:spPr>
          <a:xfrm>
            <a:off x="6654802" y="1903821"/>
            <a:ext cx="570089" cy="230832"/>
          </a:xfrm>
          <a:prstGeom prst="rect">
            <a:avLst/>
          </a:prstGeom>
          <a:noFill/>
        </p:spPr>
        <p:txBody>
          <a:bodyPr wrap="square" rtlCol="0">
            <a:spAutoFit/>
          </a:bodyPr>
          <a:lstStyle/>
          <a:p>
            <a:pPr algn="ctr"/>
            <a:r>
              <a:rPr lang="en-US" sz="900" dirty="0"/>
              <a:t>37</a:t>
            </a:r>
          </a:p>
        </p:txBody>
      </p:sp>
      <p:sp>
        <p:nvSpPr>
          <p:cNvPr id="52" name="TextBox 51">
            <a:extLst>
              <a:ext uri="{FF2B5EF4-FFF2-40B4-BE49-F238E27FC236}">
                <a16:creationId xmlns:a16="http://schemas.microsoft.com/office/drawing/2014/main" id="{01C3B0AD-A403-AA6E-6D51-BC5B2FE1A86E}"/>
              </a:ext>
            </a:extLst>
          </p:cNvPr>
          <p:cNvSpPr txBox="1"/>
          <p:nvPr/>
        </p:nvSpPr>
        <p:spPr>
          <a:xfrm>
            <a:off x="7157158" y="1903821"/>
            <a:ext cx="570089" cy="230832"/>
          </a:xfrm>
          <a:prstGeom prst="rect">
            <a:avLst/>
          </a:prstGeom>
          <a:noFill/>
        </p:spPr>
        <p:txBody>
          <a:bodyPr wrap="square" rtlCol="0">
            <a:spAutoFit/>
          </a:bodyPr>
          <a:lstStyle/>
          <a:p>
            <a:pPr algn="ctr"/>
            <a:r>
              <a:rPr lang="en-US" sz="900" dirty="0"/>
              <a:t>13</a:t>
            </a:r>
          </a:p>
        </p:txBody>
      </p:sp>
      <p:sp>
        <p:nvSpPr>
          <p:cNvPr id="53" name="TextBox 52">
            <a:extLst>
              <a:ext uri="{FF2B5EF4-FFF2-40B4-BE49-F238E27FC236}">
                <a16:creationId xmlns:a16="http://schemas.microsoft.com/office/drawing/2014/main" id="{99AE077D-F92C-A45F-8F3F-80EECE47BC3F}"/>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a:t>
            </a:r>
          </a:p>
        </p:txBody>
      </p:sp>
      <p:sp>
        <p:nvSpPr>
          <p:cNvPr id="54" name="TextBox 53">
            <a:extLst>
              <a:ext uri="{FF2B5EF4-FFF2-40B4-BE49-F238E27FC236}">
                <a16:creationId xmlns:a16="http://schemas.microsoft.com/office/drawing/2014/main" id="{DC10988D-F48E-5A4B-7DCE-217909BA6304}"/>
              </a:ext>
            </a:extLst>
          </p:cNvPr>
          <p:cNvSpPr txBox="1"/>
          <p:nvPr/>
        </p:nvSpPr>
        <p:spPr>
          <a:xfrm>
            <a:off x="3640666" y="2404765"/>
            <a:ext cx="570089" cy="230832"/>
          </a:xfrm>
          <a:prstGeom prst="rect">
            <a:avLst/>
          </a:prstGeom>
          <a:noFill/>
        </p:spPr>
        <p:txBody>
          <a:bodyPr wrap="square" rtlCol="0">
            <a:spAutoFit/>
          </a:bodyPr>
          <a:lstStyle/>
          <a:p>
            <a:pPr algn="ctr"/>
            <a:r>
              <a:rPr lang="en-US" sz="900" dirty="0"/>
              <a:t>3478</a:t>
            </a:r>
          </a:p>
        </p:txBody>
      </p:sp>
      <p:sp>
        <p:nvSpPr>
          <p:cNvPr id="56" name="TextBox 55">
            <a:extLst>
              <a:ext uri="{FF2B5EF4-FFF2-40B4-BE49-F238E27FC236}">
                <a16:creationId xmlns:a16="http://schemas.microsoft.com/office/drawing/2014/main" id="{B37BB30E-D34B-498B-6D2D-F39F28CC4F20}"/>
              </a:ext>
            </a:extLst>
          </p:cNvPr>
          <p:cNvSpPr txBox="1"/>
          <p:nvPr/>
        </p:nvSpPr>
        <p:spPr>
          <a:xfrm>
            <a:off x="7157158" y="2404765"/>
            <a:ext cx="570089" cy="230832"/>
          </a:xfrm>
          <a:prstGeom prst="rect">
            <a:avLst/>
          </a:prstGeom>
          <a:noFill/>
        </p:spPr>
        <p:txBody>
          <a:bodyPr wrap="square" rtlCol="0">
            <a:spAutoFit/>
          </a:bodyPr>
          <a:lstStyle/>
          <a:p>
            <a:pPr algn="ctr"/>
            <a:r>
              <a:rPr lang="en-US" sz="900" dirty="0"/>
              <a:t>348</a:t>
            </a:r>
          </a:p>
        </p:txBody>
      </p:sp>
      <p:sp>
        <p:nvSpPr>
          <p:cNvPr id="57" name="TextBox 56">
            <a:extLst>
              <a:ext uri="{FF2B5EF4-FFF2-40B4-BE49-F238E27FC236}">
                <a16:creationId xmlns:a16="http://schemas.microsoft.com/office/drawing/2014/main" id="{D420A4F7-BE7D-25DF-1B47-D265A6B1CA78}"/>
              </a:ext>
            </a:extLst>
          </p:cNvPr>
          <p:cNvSpPr txBox="1"/>
          <p:nvPr/>
        </p:nvSpPr>
        <p:spPr>
          <a:xfrm>
            <a:off x="3138310" y="2404765"/>
            <a:ext cx="570089" cy="230832"/>
          </a:xfrm>
          <a:prstGeom prst="rect">
            <a:avLst/>
          </a:prstGeom>
          <a:noFill/>
        </p:spPr>
        <p:txBody>
          <a:bodyPr wrap="square" rtlCol="0">
            <a:spAutoFit/>
          </a:bodyPr>
          <a:lstStyle/>
          <a:p>
            <a:pPr algn="ctr"/>
            <a:r>
              <a:rPr lang="en-US" sz="900" dirty="0"/>
              <a:t>478</a:t>
            </a:r>
          </a:p>
        </p:txBody>
      </p:sp>
      <p:sp>
        <p:nvSpPr>
          <p:cNvPr id="58" name="TextBox 57">
            <a:extLst>
              <a:ext uri="{FF2B5EF4-FFF2-40B4-BE49-F238E27FC236}">
                <a16:creationId xmlns:a16="http://schemas.microsoft.com/office/drawing/2014/main" id="{C7DF7657-A9F5-45C7-1DA4-2D4DD7AC5E9F}"/>
              </a:ext>
            </a:extLst>
          </p:cNvPr>
          <p:cNvSpPr txBox="1"/>
          <p:nvPr/>
        </p:nvSpPr>
        <p:spPr>
          <a:xfrm>
            <a:off x="7157158" y="2905709"/>
            <a:ext cx="570089" cy="230832"/>
          </a:xfrm>
          <a:prstGeom prst="rect">
            <a:avLst/>
          </a:prstGeom>
          <a:noFill/>
        </p:spPr>
        <p:txBody>
          <a:bodyPr wrap="square" rtlCol="0">
            <a:spAutoFit/>
          </a:bodyPr>
          <a:lstStyle/>
          <a:p>
            <a:pPr algn="ctr"/>
            <a:r>
              <a:rPr lang="en-US" sz="900" dirty="0"/>
              <a:t>348</a:t>
            </a:r>
          </a:p>
        </p:txBody>
      </p:sp>
      <p:sp>
        <p:nvSpPr>
          <p:cNvPr id="59" name="TextBox 58">
            <a:extLst>
              <a:ext uri="{FF2B5EF4-FFF2-40B4-BE49-F238E27FC236}">
                <a16:creationId xmlns:a16="http://schemas.microsoft.com/office/drawing/2014/main" id="{8E38D522-54C7-F73A-BB54-E20407EBAD75}"/>
              </a:ext>
            </a:extLst>
          </p:cNvPr>
          <p:cNvSpPr txBox="1"/>
          <p:nvPr/>
        </p:nvSpPr>
        <p:spPr>
          <a:xfrm>
            <a:off x="3138310" y="2905709"/>
            <a:ext cx="570089" cy="230832"/>
          </a:xfrm>
          <a:prstGeom prst="rect">
            <a:avLst/>
          </a:prstGeom>
          <a:noFill/>
        </p:spPr>
        <p:txBody>
          <a:bodyPr wrap="square" rtlCol="0">
            <a:spAutoFit/>
          </a:bodyPr>
          <a:lstStyle/>
          <a:p>
            <a:pPr algn="ctr"/>
            <a:r>
              <a:rPr lang="en-US" sz="900" dirty="0"/>
              <a:t>345678</a:t>
            </a:r>
          </a:p>
        </p:txBody>
      </p:sp>
      <p:sp>
        <p:nvSpPr>
          <p:cNvPr id="61" name="TextBox 60">
            <a:extLst>
              <a:ext uri="{FF2B5EF4-FFF2-40B4-BE49-F238E27FC236}">
                <a16:creationId xmlns:a16="http://schemas.microsoft.com/office/drawing/2014/main" id="{3433E398-1020-9FED-F08C-67B94F9F7D4F}"/>
              </a:ext>
            </a:extLst>
          </p:cNvPr>
          <p:cNvSpPr txBox="1"/>
          <p:nvPr/>
        </p:nvSpPr>
        <p:spPr>
          <a:xfrm>
            <a:off x="3138310" y="3406653"/>
            <a:ext cx="570089" cy="230832"/>
          </a:xfrm>
          <a:prstGeom prst="rect">
            <a:avLst/>
          </a:prstGeom>
          <a:noFill/>
        </p:spPr>
        <p:txBody>
          <a:bodyPr wrap="square" rtlCol="0">
            <a:spAutoFit/>
          </a:bodyPr>
          <a:lstStyle/>
          <a:p>
            <a:pPr algn="ctr"/>
            <a:r>
              <a:rPr lang="en-US" sz="900" dirty="0"/>
              <a:t>45</a:t>
            </a:r>
          </a:p>
        </p:txBody>
      </p:sp>
      <p:sp>
        <p:nvSpPr>
          <p:cNvPr id="62" name="TextBox 61">
            <a:extLst>
              <a:ext uri="{FF2B5EF4-FFF2-40B4-BE49-F238E27FC236}">
                <a16:creationId xmlns:a16="http://schemas.microsoft.com/office/drawing/2014/main" id="{F7272E72-B265-4817-42C8-C48803C0AF2D}"/>
              </a:ext>
            </a:extLst>
          </p:cNvPr>
          <p:cNvSpPr txBox="1"/>
          <p:nvPr/>
        </p:nvSpPr>
        <p:spPr>
          <a:xfrm>
            <a:off x="3640666" y="2905709"/>
            <a:ext cx="570089" cy="230832"/>
          </a:xfrm>
          <a:prstGeom prst="rect">
            <a:avLst/>
          </a:prstGeom>
          <a:noFill/>
        </p:spPr>
        <p:txBody>
          <a:bodyPr wrap="square" rtlCol="0">
            <a:spAutoFit/>
          </a:bodyPr>
          <a:lstStyle/>
          <a:p>
            <a:pPr algn="ctr"/>
            <a:r>
              <a:rPr lang="en-US" sz="900" dirty="0"/>
              <a:t>234567</a:t>
            </a:r>
          </a:p>
        </p:txBody>
      </p:sp>
      <p:sp>
        <p:nvSpPr>
          <p:cNvPr id="64" name="TextBox 63">
            <a:extLst>
              <a:ext uri="{FF2B5EF4-FFF2-40B4-BE49-F238E27FC236}">
                <a16:creationId xmlns:a16="http://schemas.microsoft.com/office/drawing/2014/main" id="{EB8FC01D-713C-C57E-5163-0DFA740AE0EA}"/>
              </a:ext>
            </a:extLst>
          </p:cNvPr>
          <p:cNvSpPr txBox="1"/>
          <p:nvPr/>
        </p:nvSpPr>
        <p:spPr>
          <a:xfrm>
            <a:off x="3640666" y="3406653"/>
            <a:ext cx="570089" cy="230832"/>
          </a:xfrm>
          <a:prstGeom prst="rect">
            <a:avLst/>
          </a:prstGeom>
          <a:noFill/>
        </p:spPr>
        <p:txBody>
          <a:bodyPr wrap="square" rtlCol="0">
            <a:spAutoFit/>
          </a:bodyPr>
          <a:lstStyle/>
          <a:p>
            <a:pPr algn="ctr"/>
            <a:r>
              <a:rPr lang="en-US" sz="900" dirty="0"/>
              <a:t>34</a:t>
            </a:r>
          </a:p>
        </p:txBody>
      </p:sp>
      <p:sp>
        <p:nvSpPr>
          <p:cNvPr id="66" name="TextBox 65">
            <a:extLst>
              <a:ext uri="{FF2B5EF4-FFF2-40B4-BE49-F238E27FC236}">
                <a16:creationId xmlns:a16="http://schemas.microsoft.com/office/drawing/2014/main" id="{FD0CE8F3-3086-5FF1-3EF7-9770DD3BACF9}"/>
              </a:ext>
            </a:extLst>
          </p:cNvPr>
          <p:cNvSpPr txBox="1"/>
          <p:nvPr/>
        </p:nvSpPr>
        <p:spPr>
          <a:xfrm>
            <a:off x="3640666" y="3907597"/>
            <a:ext cx="570089" cy="230832"/>
          </a:xfrm>
          <a:prstGeom prst="rect">
            <a:avLst/>
          </a:prstGeom>
          <a:noFill/>
        </p:spPr>
        <p:txBody>
          <a:bodyPr wrap="square" rtlCol="0">
            <a:spAutoFit/>
          </a:bodyPr>
          <a:lstStyle/>
          <a:p>
            <a:pPr algn="ctr"/>
            <a:r>
              <a:rPr lang="en-US" sz="900" dirty="0"/>
              <a:t>235</a:t>
            </a:r>
          </a:p>
        </p:txBody>
      </p:sp>
      <p:sp>
        <p:nvSpPr>
          <p:cNvPr id="67" name="TextBox 66">
            <a:extLst>
              <a:ext uri="{FF2B5EF4-FFF2-40B4-BE49-F238E27FC236}">
                <a16:creationId xmlns:a16="http://schemas.microsoft.com/office/drawing/2014/main" id="{60F80B23-0DC9-6D4D-2317-AB9426ABC8DD}"/>
              </a:ext>
            </a:extLst>
          </p:cNvPr>
          <p:cNvSpPr txBox="1"/>
          <p:nvPr/>
        </p:nvSpPr>
        <p:spPr>
          <a:xfrm>
            <a:off x="4143022" y="3907597"/>
            <a:ext cx="570089" cy="230832"/>
          </a:xfrm>
          <a:prstGeom prst="rect">
            <a:avLst/>
          </a:prstGeom>
          <a:noFill/>
        </p:spPr>
        <p:txBody>
          <a:bodyPr wrap="square" rtlCol="0">
            <a:spAutoFit/>
          </a:bodyPr>
          <a:lstStyle/>
          <a:p>
            <a:pPr algn="ctr"/>
            <a:r>
              <a:rPr lang="en-US" sz="900" dirty="0"/>
              <a:t>23</a:t>
            </a:r>
          </a:p>
        </p:txBody>
      </p:sp>
      <p:sp>
        <p:nvSpPr>
          <p:cNvPr id="68" name="TextBox 67">
            <a:extLst>
              <a:ext uri="{FF2B5EF4-FFF2-40B4-BE49-F238E27FC236}">
                <a16:creationId xmlns:a16="http://schemas.microsoft.com/office/drawing/2014/main" id="{A435DB98-6046-724C-8359-9D4CF5856E91}"/>
              </a:ext>
            </a:extLst>
          </p:cNvPr>
          <p:cNvSpPr txBox="1"/>
          <p:nvPr/>
        </p:nvSpPr>
        <p:spPr>
          <a:xfrm>
            <a:off x="6654802" y="3907597"/>
            <a:ext cx="570089" cy="230832"/>
          </a:xfrm>
          <a:prstGeom prst="rect">
            <a:avLst/>
          </a:prstGeom>
          <a:noFill/>
        </p:spPr>
        <p:txBody>
          <a:bodyPr wrap="square" rtlCol="0">
            <a:spAutoFit/>
          </a:bodyPr>
          <a:lstStyle/>
          <a:p>
            <a:pPr algn="ctr"/>
            <a:r>
              <a:rPr lang="en-US" sz="900" dirty="0"/>
              <a:t>35</a:t>
            </a:r>
          </a:p>
        </p:txBody>
      </p:sp>
      <p:sp>
        <p:nvSpPr>
          <p:cNvPr id="69" name="TextBox 68">
            <a:extLst>
              <a:ext uri="{FF2B5EF4-FFF2-40B4-BE49-F238E27FC236}">
                <a16:creationId xmlns:a16="http://schemas.microsoft.com/office/drawing/2014/main" id="{28590F2E-477F-CB04-D6BB-F47AFB228DDE}"/>
              </a:ext>
            </a:extLst>
          </p:cNvPr>
          <p:cNvSpPr txBox="1"/>
          <p:nvPr/>
        </p:nvSpPr>
        <p:spPr>
          <a:xfrm>
            <a:off x="3640666" y="4909484"/>
            <a:ext cx="570089" cy="230832"/>
          </a:xfrm>
          <a:prstGeom prst="rect">
            <a:avLst/>
          </a:prstGeom>
          <a:noFill/>
        </p:spPr>
        <p:txBody>
          <a:bodyPr wrap="square" rtlCol="0">
            <a:spAutoFit/>
          </a:bodyPr>
          <a:lstStyle/>
          <a:p>
            <a:pPr algn="ctr"/>
            <a:r>
              <a:rPr lang="en-US" sz="900" dirty="0"/>
              <a:t>3467</a:t>
            </a:r>
          </a:p>
        </p:txBody>
      </p:sp>
      <p:sp>
        <p:nvSpPr>
          <p:cNvPr id="70" name="TextBox 69">
            <a:extLst>
              <a:ext uri="{FF2B5EF4-FFF2-40B4-BE49-F238E27FC236}">
                <a16:creationId xmlns:a16="http://schemas.microsoft.com/office/drawing/2014/main" id="{7672EC9D-7372-CB84-42BF-AD8AB7996331}"/>
              </a:ext>
            </a:extLst>
          </p:cNvPr>
          <p:cNvSpPr txBox="1"/>
          <p:nvPr/>
        </p:nvSpPr>
        <p:spPr>
          <a:xfrm>
            <a:off x="4143022" y="4909484"/>
            <a:ext cx="570089" cy="230832"/>
          </a:xfrm>
          <a:prstGeom prst="rect">
            <a:avLst/>
          </a:prstGeom>
          <a:noFill/>
        </p:spPr>
        <p:txBody>
          <a:bodyPr wrap="square" rtlCol="0">
            <a:spAutoFit/>
          </a:bodyPr>
          <a:lstStyle/>
          <a:p>
            <a:pPr algn="ctr"/>
            <a:r>
              <a:rPr lang="en-US" sz="900" dirty="0"/>
              <a:t>3467</a:t>
            </a:r>
          </a:p>
        </p:txBody>
      </p:sp>
      <p:sp>
        <p:nvSpPr>
          <p:cNvPr id="71" name="TextBox 70">
            <a:extLst>
              <a:ext uri="{FF2B5EF4-FFF2-40B4-BE49-F238E27FC236}">
                <a16:creationId xmlns:a16="http://schemas.microsoft.com/office/drawing/2014/main" id="{96EC9499-B45F-5F06-C122-4DE3AECAE064}"/>
              </a:ext>
            </a:extLst>
          </p:cNvPr>
          <p:cNvSpPr txBox="1"/>
          <p:nvPr/>
        </p:nvSpPr>
        <p:spPr>
          <a:xfrm>
            <a:off x="6152446" y="4909484"/>
            <a:ext cx="570089" cy="230832"/>
          </a:xfrm>
          <a:prstGeom prst="rect">
            <a:avLst/>
          </a:prstGeom>
          <a:noFill/>
        </p:spPr>
        <p:txBody>
          <a:bodyPr wrap="square" rtlCol="0">
            <a:spAutoFit/>
          </a:bodyPr>
          <a:lstStyle/>
          <a:p>
            <a:pPr algn="ctr"/>
            <a:r>
              <a:rPr lang="en-US" sz="900" dirty="0"/>
              <a:t>1347</a:t>
            </a:r>
          </a:p>
        </p:txBody>
      </p:sp>
      <p:sp>
        <p:nvSpPr>
          <p:cNvPr id="72" name="TextBox 71">
            <a:extLst>
              <a:ext uri="{FF2B5EF4-FFF2-40B4-BE49-F238E27FC236}">
                <a16:creationId xmlns:a16="http://schemas.microsoft.com/office/drawing/2014/main" id="{C31028F7-1CAC-9725-2351-E42A24B96946}"/>
              </a:ext>
            </a:extLst>
          </p:cNvPr>
          <p:cNvSpPr txBox="1"/>
          <p:nvPr/>
        </p:nvSpPr>
        <p:spPr>
          <a:xfrm>
            <a:off x="6654802" y="4909484"/>
            <a:ext cx="570089" cy="230832"/>
          </a:xfrm>
          <a:prstGeom prst="rect">
            <a:avLst/>
          </a:prstGeom>
          <a:noFill/>
        </p:spPr>
        <p:txBody>
          <a:bodyPr wrap="square" rtlCol="0">
            <a:spAutoFit/>
          </a:bodyPr>
          <a:lstStyle/>
          <a:p>
            <a:pPr algn="ctr"/>
            <a:r>
              <a:rPr lang="en-US" sz="900" dirty="0"/>
              <a:t>347</a:t>
            </a:r>
          </a:p>
        </p:txBody>
      </p:sp>
      <p:sp>
        <p:nvSpPr>
          <p:cNvPr id="73" name="TextBox 72">
            <a:extLst>
              <a:ext uri="{FF2B5EF4-FFF2-40B4-BE49-F238E27FC236}">
                <a16:creationId xmlns:a16="http://schemas.microsoft.com/office/drawing/2014/main" id="{82321A6B-DD65-5709-0939-AD7B69FFF3AF}"/>
              </a:ext>
            </a:extLst>
          </p:cNvPr>
          <p:cNvSpPr txBox="1"/>
          <p:nvPr/>
        </p:nvSpPr>
        <p:spPr>
          <a:xfrm>
            <a:off x="7157158" y="3907597"/>
            <a:ext cx="570089" cy="230832"/>
          </a:xfrm>
          <a:prstGeom prst="rect">
            <a:avLst/>
          </a:prstGeom>
          <a:noFill/>
        </p:spPr>
        <p:txBody>
          <a:bodyPr wrap="square" rtlCol="0">
            <a:spAutoFit/>
          </a:bodyPr>
          <a:lstStyle/>
          <a:p>
            <a:pPr algn="ctr"/>
            <a:r>
              <a:rPr lang="en-US" sz="900" dirty="0"/>
              <a:t>98</a:t>
            </a:r>
          </a:p>
        </p:txBody>
      </p:sp>
      <p:sp>
        <p:nvSpPr>
          <p:cNvPr id="74" name="TextBox 73">
            <a:extLst>
              <a:ext uri="{FF2B5EF4-FFF2-40B4-BE49-F238E27FC236}">
                <a16:creationId xmlns:a16="http://schemas.microsoft.com/office/drawing/2014/main" id="{AC5BB568-08E7-9E71-8230-072B29DA71A1}"/>
              </a:ext>
            </a:extLst>
          </p:cNvPr>
          <p:cNvSpPr txBox="1"/>
          <p:nvPr/>
        </p:nvSpPr>
        <p:spPr>
          <a:xfrm>
            <a:off x="3138310" y="3907597"/>
            <a:ext cx="570089" cy="230832"/>
          </a:xfrm>
          <a:prstGeom prst="rect">
            <a:avLst/>
          </a:prstGeom>
          <a:noFill/>
        </p:spPr>
        <p:txBody>
          <a:bodyPr wrap="square" rtlCol="0">
            <a:spAutoFit/>
          </a:bodyPr>
          <a:lstStyle/>
          <a:p>
            <a:pPr algn="ctr"/>
            <a:r>
              <a:rPr lang="en-US" sz="900" dirty="0"/>
              <a:t>89</a:t>
            </a:r>
          </a:p>
        </p:txBody>
      </p:sp>
      <p:sp>
        <p:nvSpPr>
          <p:cNvPr id="75" name="TextBox 74">
            <a:extLst>
              <a:ext uri="{FF2B5EF4-FFF2-40B4-BE49-F238E27FC236}">
                <a16:creationId xmlns:a16="http://schemas.microsoft.com/office/drawing/2014/main" id="{E4979261-0726-4336-C66A-F782DF8BD84F}"/>
              </a:ext>
            </a:extLst>
          </p:cNvPr>
          <p:cNvSpPr txBox="1"/>
          <p:nvPr/>
        </p:nvSpPr>
        <p:spPr>
          <a:xfrm>
            <a:off x="7157158" y="4909484"/>
            <a:ext cx="570089" cy="230832"/>
          </a:xfrm>
          <a:prstGeom prst="rect">
            <a:avLst/>
          </a:prstGeom>
          <a:noFill/>
        </p:spPr>
        <p:txBody>
          <a:bodyPr wrap="square" rtlCol="0">
            <a:spAutoFit/>
          </a:bodyPr>
          <a:lstStyle/>
          <a:p>
            <a:pPr algn="ctr"/>
            <a:r>
              <a:rPr lang="en-US" sz="900" dirty="0"/>
              <a:t>1349</a:t>
            </a:r>
          </a:p>
        </p:txBody>
      </p:sp>
      <p:sp>
        <p:nvSpPr>
          <p:cNvPr id="76" name="TextBox 75">
            <a:extLst>
              <a:ext uri="{FF2B5EF4-FFF2-40B4-BE49-F238E27FC236}">
                <a16:creationId xmlns:a16="http://schemas.microsoft.com/office/drawing/2014/main" id="{CAF6118A-61B4-4A15-3B3D-52C1971FA1F4}"/>
              </a:ext>
            </a:extLst>
          </p:cNvPr>
          <p:cNvSpPr txBox="1"/>
          <p:nvPr/>
        </p:nvSpPr>
        <p:spPr>
          <a:xfrm>
            <a:off x="3138310" y="4909484"/>
            <a:ext cx="570089" cy="230832"/>
          </a:xfrm>
          <a:prstGeom prst="rect">
            <a:avLst/>
          </a:prstGeom>
          <a:noFill/>
        </p:spPr>
        <p:txBody>
          <a:bodyPr wrap="square" rtlCol="0">
            <a:spAutoFit/>
          </a:bodyPr>
          <a:lstStyle/>
          <a:p>
            <a:pPr algn="ctr"/>
            <a:r>
              <a:rPr lang="en-US" sz="900" dirty="0"/>
              <a:t>34679</a:t>
            </a:r>
          </a:p>
        </p:txBody>
      </p:sp>
      <p:sp>
        <p:nvSpPr>
          <p:cNvPr id="77" name="TextBox 76">
            <a:extLst>
              <a:ext uri="{FF2B5EF4-FFF2-40B4-BE49-F238E27FC236}">
                <a16:creationId xmlns:a16="http://schemas.microsoft.com/office/drawing/2014/main" id="{68DA74B7-BF6B-B8C2-038E-682FEB62D0D4}"/>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0F3B1D52-2B6A-03D6-E9B0-D13FD9EA929C}"/>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21C11F90-F5B9-0352-F3E4-FDB7259AE973}"/>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FCAC09B7-EDF7-AA09-C2D9-E7F7D09C6989}"/>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CF889067-25E9-E965-5320-B20EE5550BAC}"/>
              </a:ext>
            </a:extLst>
          </p:cNvPr>
          <p:cNvSpPr txBox="1"/>
          <p:nvPr/>
        </p:nvSpPr>
        <p:spPr>
          <a:xfrm>
            <a:off x="4216401" y="721216"/>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C8693666-AAB5-C8DE-F506-3B35E11B490A}"/>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444CED02-057F-5EE3-279E-5AD3538F4D1F}"/>
              </a:ext>
            </a:extLst>
          </p:cNvPr>
          <p:cNvSpPr txBox="1"/>
          <p:nvPr/>
        </p:nvSpPr>
        <p:spPr>
          <a:xfrm>
            <a:off x="4216401" y="1727886"/>
            <a:ext cx="462845" cy="584775"/>
          </a:xfrm>
          <a:prstGeom prst="rect">
            <a:avLst/>
          </a:prstGeom>
          <a:noFill/>
        </p:spPr>
        <p:txBody>
          <a:bodyPr wrap="square" rtlCol="0">
            <a:spAutoFit/>
          </a:bodyPr>
          <a:lstStyle/>
          <a:p>
            <a:pPr algn="ctr"/>
            <a:r>
              <a:rPr lang="en-US" sz="3200" dirty="0"/>
              <a:t>8</a:t>
            </a:r>
          </a:p>
        </p:txBody>
      </p:sp>
      <p:sp>
        <p:nvSpPr>
          <p:cNvPr id="39" name="TextBox 38">
            <a:extLst>
              <a:ext uri="{FF2B5EF4-FFF2-40B4-BE49-F238E27FC236}">
                <a16:creationId xmlns:a16="http://schemas.microsoft.com/office/drawing/2014/main" id="{F443DBC2-FFA8-C67C-53A2-C616A64B5C4D}"/>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2FC09757-5E8E-BBAA-2EA9-C19D5815176E}"/>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81" name="TextBox 80">
            <a:extLst>
              <a:ext uri="{FF2B5EF4-FFF2-40B4-BE49-F238E27FC236}">
                <a16:creationId xmlns:a16="http://schemas.microsoft.com/office/drawing/2014/main" id="{1D5F19CB-5200-8E68-AF72-5CDC8C0E3430}"/>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D09D72F7-67C9-458E-5523-F15EA8F998DD}"/>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AEF1BB81-30D4-72CB-62BA-38C1AD3D5244}"/>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60821643-D756-1E88-EB07-DF7D40E82FD2}"/>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85" name="TextBox 84">
            <a:extLst>
              <a:ext uri="{FF2B5EF4-FFF2-40B4-BE49-F238E27FC236}">
                <a16:creationId xmlns:a16="http://schemas.microsoft.com/office/drawing/2014/main" id="{8F591962-FB52-6D0C-CC3E-AA26B6840C91}"/>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6" name="TextBox 85">
            <a:extLst>
              <a:ext uri="{FF2B5EF4-FFF2-40B4-BE49-F238E27FC236}">
                <a16:creationId xmlns:a16="http://schemas.microsoft.com/office/drawing/2014/main" id="{E36F918C-890B-B071-437C-98DE333DB6AD}"/>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8ACD093E-892A-CBB0-B5E2-3DBDE72F8A62}"/>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36239508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38423-C7EE-3801-B107-2C6CAF9C93F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9BF5FE-2388-4883-AF5D-1185EF13E881}"/>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18D501A-9EA6-4755-983C-84115FFB7A0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BCFD6E3-AC8B-4ADA-75A7-3DFD725932E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30CEA12-508D-9900-6297-A44EB39F018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E2DDBE9-0944-5507-7409-68C58E7208F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CE84434-7099-0606-B70D-4446C33374BD}"/>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8683E74E-665C-A6E0-60AC-AFDF3FFFC214}"/>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9115BB84-D673-3296-D508-FAF545A76870}"/>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572E220E-8DBB-5A91-5316-455AB892EFEA}"/>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59029801-AE82-884F-7B72-ABE306BB90FE}"/>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7CA09FC5-CC62-83C8-BC2E-4F12772AE2AA}"/>
              </a:ext>
            </a:extLst>
          </p:cNvPr>
          <p:cNvSpPr txBox="1"/>
          <p:nvPr/>
        </p:nvSpPr>
        <p:spPr>
          <a:xfrm>
            <a:off x="4143022" y="4408541"/>
            <a:ext cx="570089" cy="230832"/>
          </a:xfrm>
          <a:prstGeom prst="rect">
            <a:avLst/>
          </a:prstGeom>
          <a:noFill/>
        </p:spPr>
        <p:txBody>
          <a:bodyPr wrap="square" rtlCol="0">
            <a:spAutoFit/>
          </a:bodyPr>
          <a:lstStyle/>
          <a:p>
            <a:pPr algn="ctr"/>
            <a:r>
              <a:rPr lang="en-US" sz="900" dirty="0"/>
              <a:t>47</a:t>
            </a:r>
          </a:p>
        </p:txBody>
      </p:sp>
      <p:sp>
        <p:nvSpPr>
          <p:cNvPr id="13" name="TextBox 12">
            <a:extLst>
              <a:ext uri="{FF2B5EF4-FFF2-40B4-BE49-F238E27FC236}">
                <a16:creationId xmlns:a16="http://schemas.microsoft.com/office/drawing/2014/main" id="{1404D80C-164C-3B8D-1FB0-D2D637923D5C}"/>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53B7CEA7-B9FA-36CC-8C77-AC15FB646F3B}"/>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853899C6-B3F1-CE45-3B88-FDB961AAF2D1}"/>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14AC7564-DDDB-E2EA-A38C-0D74D7476E2C}"/>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15855FBE-18D4-60A1-07C9-9EA8DD2F4493}"/>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1D725B3D-A4B5-7125-B53D-D0F97DA48F25}"/>
              </a:ext>
            </a:extLst>
          </p:cNvPr>
          <p:cNvSpPr txBox="1"/>
          <p:nvPr/>
        </p:nvSpPr>
        <p:spPr>
          <a:xfrm>
            <a:off x="4645378" y="2905709"/>
            <a:ext cx="570089" cy="230832"/>
          </a:xfrm>
          <a:prstGeom prst="rect">
            <a:avLst/>
          </a:prstGeom>
          <a:noFill/>
        </p:spPr>
        <p:txBody>
          <a:bodyPr wrap="square" rtlCol="0">
            <a:spAutoFit/>
          </a:bodyPr>
          <a:lstStyle/>
          <a:p>
            <a:pPr algn="ctr"/>
            <a:r>
              <a:rPr lang="en-US" sz="900" dirty="0"/>
              <a:t>59</a:t>
            </a:r>
          </a:p>
        </p:txBody>
      </p:sp>
      <p:sp>
        <p:nvSpPr>
          <p:cNvPr id="27" name="TextBox 26">
            <a:extLst>
              <a:ext uri="{FF2B5EF4-FFF2-40B4-BE49-F238E27FC236}">
                <a16:creationId xmlns:a16="http://schemas.microsoft.com/office/drawing/2014/main" id="{0CBCF140-9554-5AD1-B75C-B9B7E62AAFDF}"/>
              </a:ext>
            </a:extLst>
          </p:cNvPr>
          <p:cNvSpPr txBox="1"/>
          <p:nvPr/>
        </p:nvSpPr>
        <p:spPr>
          <a:xfrm>
            <a:off x="4645378" y="3406653"/>
            <a:ext cx="570089" cy="230832"/>
          </a:xfrm>
          <a:prstGeom prst="rect">
            <a:avLst/>
          </a:prstGeom>
          <a:noFill/>
        </p:spPr>
        <p:txBody>
          <a:bodyPr wrap="square" rtlCol="0">
            <a:spAutoFit/>
          </a:bodyPr>
          <a:lstStyle/>
          <a:p>
            <a:pPr algn="ctr"/>
            <a:r>
              <a:rPr lang="en-US" sz="900" dirty="0"/>
              <a:t>95</a:t>
            </a:r>
          </a:p>
        </p:txBody>
      </p:sp>
      <p:sp>
        <p:nvSpPr>
          <p:cNvPr id="32" name="TextBox 31">
            <a:extLst>
              <a:ext uri="{FF2B5EF4-FFF2-40B4-BE49-F238E27FC236}">
                <a16:creationId xmlns:a16="http://schemas.microsoft.com/office/drawing/2014/main" id="{691E27D1-0FAD-FDDF-9240-B3986759B845}"/>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919714AB-D9E4-4407-40C0-65D9A46AEB39}"/>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3B7AB9BA-B8AC-E7D5-418E-95D1C5FA2BAB}"/>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C5E3177C-5F06-1CCE-69CE-B062961BE968}"/>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F021E6F0-6F98-0D90-B9A9-D136659105DB}"/>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AEC92203-79CF-937B-6BC0-5EA7E9ED5318}"/>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B43CA78D-0C5E-2935-D9F4-C95C152588B4}"/>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F4A51C9A-CD77-EF1F-8579-38784663BFB0}"/>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75F42BDF-1D5D-0FCF-10CE-EDA187DD7BE9}"/>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B6E5BF00-B227-A225-7698-9EA0CF580073}"/>
              </a:ext>
            </a:extLst>
          </p:cNvPr>
          <p:cNvSpPr txBox="1"/>
          <p:nvPr/>
        </p:nvSpPr>
        <p:spPr>
          <a:xfrm>
            <a:off x="5147734" y="2404765"/>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82F0B133-5469-28C6-94A5-5BAA0E4A15D0}"/>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40" name="TextBox 39">
            <a:extLst>
              <a:ext uri="{FF2B5EF4-FFF2-40B4-BE49-F238E27FC236}">
                <a16:creationId xmlns:a16="http://schemas.microsoft.com/office/drawing/2014/main" id="{C987D004-BC24-1CBF-96D3-CBF107D8CD24}"/>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76B4D5E4-442F-C3AB-1079-F38803858971}"/>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64A1E86C-995F-F37A-7239-F714590E7C75}"/>
              </a:ext>
            </a:extLst>
          </p:cNvPr>
          <p:cNvSpPr txBox="1"/>
          <p:nvPr/>
        </p:nvSpPr>
        <p:spPr>
          <a:xfrm>
            <a:off x="6654802" y="901933"/>
            <a:ext cx="570089" cy="230832"/>
          </a:xfrm>
          <a:prstGeom prst="rect">
            <a:avLst/>
          </a:prstGeom>
          <a:noFill/>
        </p:spPr>
        <p:txBody>
          <a:bodyPr wrap="square" rtlCol="0">
            <a:spAutoFit/>
          </a:bodyPr>
          <a:lstStyle/>
          <a:p>
            <a:pPr algn="ctr"/>
            <a:r>
              <a:rPr lang="en-US" sz="900" dirty="0"/>
              <a:t>84</a:t>
            </a:r>
          </a:p>
        </p:txBody>
      </p:sp>
      <p:sp>
        <p:nvSpPr>
          <p:cNvPr id="45" name="TextBox 44">
            <a:extLst>
              <a:ext uri="{FF2B5EF4-FFF2-40B4-BE49-F238E27FC236}">
                <a16:creationId xmlns:a16="http://schemas.microsoft.com/office/drawing/2014/main" id="{6DB59D18-9446-F6DD-9778-8D0F2D8FD85B}"/>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1347</a:t>
            </a:r>
          </a:p>
        </p:txBody>
      </p:sp>
      <p:sp>
        <p:nvSpPr>
          <p:cNvPr id="46" name="TextBox 45">
            <a:extLst>
              <a:ext uri="{FF2B5EF4-FFF2-40B4-BE49-F238E27FC236}">
                <a16:creationId xmlns:a16="http://schemas.microsoft.com/office/drawing/2014/main" id="{3F0B533B-A16A-C73A-F2BC-4841D29FF6F6}"/>
              </a:ext>
            </a:extLst>
          </p:cNvPr>
          <p:cNvSpPr txBox="1"/>
          <p:nvPr/>
        </p:nvSpPr>
        <p:spPr>
          <a:xfrm>
            <a:off x="4143022" y="1402877"/>
            <a:ext cx="570089" cy="230832"/>
          </a:xfrm>
          <a:prstGeom prst="rect">
            <a:avLst/>
          </a:prstGeom>
          <a:noFill/>
        </p:spPr>
        <p:txBody>
          <a:bodyPr wrap="square" rtlCol="0">
            <a:spAutoFit/>
          </a:bodyPr>
          <a:lstStyle/>
          <a:p>
            <a:pPr algn="ctr"/>
            <a:r>
              <a:rPr lang="en-US" sz="900" dirty="0"/>
              <a:t>347</a:t>
            </a:r>
          </a:p>
        </p:txBody>
      </p:sp>
      <p:sp>
        <p:nvSpPr>
          <p:cNvPr id="47" name="TextBox 46">
            <a:extLst>
              <a:ext uri="{FF2B5EF4-FFF2-40B4-BE49-F238E27FC236}">
                <a16:creationId xmlns:a16="http://schemas.microsoft.com/office/drawing/2014/main" id="{8868EE79-E66A-225E-79DF-A5ADBC44D98C}"/>
              </a:ext>
            </a:extLst>
          </p:cNvPr>
          <p:cNvSpPr txBox="1"/>
          <p:nvPr/>
        </p:nvSpPr>
        <p:spPr>
          <a:xfrm>
            <a:off x="6152446" y="1402877"/>
            <a:ext cx="570089" cy="230832"/>
          </a:xfrm>
          <a:prstGeom prst="rect">
            <a:avLst/>
          </a:prstGeom>
          <a:noFill/>
        </p:spPr>
        <p:txBody>
          <a:bodyPr wrap="square" rtlCol="0">
            <a:spAutoFit/>
          </a:bodyPr>
          <a:lstStyle/>
          <a:p>
            <a:pPr algn="ctr"/>
            <a:r>
              <a:rPr lang="en-US" sz="900" dirty="0"/>
              <a:t>137</a:t>
            </a:r>
          </a:p>
        </p:txBody>
      </p:sp>
      <p:sp>
        <p:nvSpPr>
          <p:cNvPr id="49" name="TextBox 48">
            <a:extLst>
              <a:ext uri="{FF2B5EF4-FFF2-40B4-BE49-F238E27FC236}">
                <a16:creationId xmlns:a16="http://schemas.microsoft.com/office/drawing/2014/main" id="{B28C2828-992C-5D0F-3F27-5A385ACDE446}"/>
              </a:ext>
            </a:extLst>
          </p:cNvPr>
          <p:cNvSpPr txBox="1"/>
          <p:nvPr/>
        </p:nvSpPr>
        <p:spPr>
          <a:xfrm>
            <a:off x="3138310" y="1402877"/>
            <a:ext cx="570089" cy="230832"/>
          </a:xfrm>
          <a:prstGeom prst="rect">
            <a:avLst/>
          </a:prstGeom>
          <a:noFill/>
        </p:spPr>
        <p:txBody>
          <a:bodyPr wrap="square" rtlCol="0">
            <a:spAutoFit/>
          </a:bodyPr>
          <a:lstStyle/>
          <a:p>
            <a:pPr algn="ctr"/>
            <a:r>
              <a:rPr lang="en-US" sz="900" dirty="0"/>
              <a:t>347</a:t>
            </a:r>
          </a:p>
        </p:txBody>
      </p:sp>
      <p:sp>
        <p:nvSpPr>
          <p:cNvPr id="50" name="TextBox 49">
            <a:extLst>
              <a:ext uri="{FF2B5EF4-FFF2-40B4-BE49-F238E27FC236}">
                <a16:creationId xmlns:a16="http://schemas.microsoft.com/office/drawing/2014/main" id="{9DB3CE6D-FE54-A5D9-A547-17373AF2916A}"/>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a:t>
            </a:r>
          </a:p>
        </p:txBody>
      </p:sp>
      <p:sp>
        <p:nvSpPr>
          <p:cNvPr id="51" name="TextBox 50">
            <a:extLst>
              <a:ext uri="{FF2B5EF4-FFF2-40B4-BE49-F238E27FC236}">
                <a16:creationId xmlns:a16="http://schemas.microsoft.com/office/drawing/2014/main" id="{6050CB25-72E5-AC1B-CF79-B0ACE305AD3C}"/>
              </a:ext>
            </a:extLst>
          </p:cNvPr>
          <p:cNvSpPr txBox="1"/>
          <p:nvPr/>
        </p:nvSpPr>
        <p:spPr>
          <a:xfrm>
            <a:off x="6654802" y="1903821"/>
            <a:ext cx="570089" cy="230832"/>
          </a:xfrm>
          <a:prstGeom prst="rect">
            <a:avLst/>
          </a:prstGeom>
          <a:noFill/>
        </p:spPr>
        <p:txBody>
          <a:bodyPr wrap="square" rtlCol="0">
            <a:spAutoFit/>
          </a:bodyPr>
          <a:lstStyle/>
          <a:p>
            <a:pPr algn="ctr"/>
            <a:r>
              <a:rPr lang="en-US" sz="900" dirty="0"/>
              <a:t>37</a:t>
            </a:r>
          </a:p>
        </p:txBody>
      </p:sp>
      <p:sp>
        <p:nvSpPr>
          <p:cNvPr id="52" name="TextBox 51">
            <a:extLst>
              <a:ext uri="{FF2B5EF4-FFF2-40B4-BE49-F238E27FC236}">
                <a16:creationId xmlns:a16="http://schemas.microsoft.com/office/drawing/2014/main" id="{F1D28A57-73F1-6EC3-B30C-776D625F0AF5}"/>
              </a:ext>
            </a:extLst>
          </p:cNvPr>
          <p:cNvSpPr txBox="1"/>
          <p:nvPr/>
        </p:nvSpPr>
        <p:spPr>
          <a:xfrm>
            <a:off x="7157158" y="1903821"/>
            <a:ext cx="570089" cy="230832"/>
          </a:xfrm>
          <a:prstGeom prst="rect">
            <a:avLst/>
          </a:prstGeom>
          <a:noFill/>
        </p:spPr>
        <p:txBody>
          <a:bodyPr wrap="square" rtlCol="0">
            <a:spAutoFit/>
          </a:bodyPr>
          <a:lstStyle/>
          <a:p>
            <a:pPr algn="ctr"/>
            <a:r>
              <a:rPr lang="en-US" sz="900" dirty="0"/>
              <a:t>13</a:t>
            </a:r>
          </a:p>
        </p:txBody>
      </p:sp>
      <p:sp>
        <p:nvSpPr>
          <p:cNvPr id="53" name="TextBox 52">
            <a:extLst>
              <a:ext uri="{FF2B5EF4-FFF2-40B4-BE49-F238E27FC236}">
                <a16:creationId xmlns:a16="http://schemas.microsoft.com/office/drawing/2014/main" id="{FF956117-E8B6-E997-0F71-2D5CCD2F8387}"/>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a:t>
            </a:r>
          </a:p>
        </p:txBody>
      </p:sp>
      <p:sp>
        <p:nvSpPr>
          <p:cNvPr id="54" name="TextBox 53">
            <a:extLst>
              <a:ext uri="{FF2B5EF4-FFF2-40B4-BE49-F238E27FC236}">
                <a16:creationId xmlns:a16="http://schemas.microsoft.com/office/drawing/2014/main" id="{E7842EDF-4AEF-AA77-70B6-9978E8765622}"/>
              </a:ext>
            </a:extLst>
          </p:cNvPr>
          <p:cNvSpPr txBox="1"/>
          <p:nvPr/>
        </p:nvSpPr>
        <p:spPr>
          <a:xfrm>
            <a:off x="3640666" y="2404765"/>
            <a:ext cx="570089" cy="230832"/>
          </a:xfrm>
          <a:prstGeom prst="rect">
            <a:avLst/>
          </a:prstGeom>
          <a:noFill/>
        </p:spPr>
        <p:txBody>
          <a:bodyPr wrap="square" rtlCol="0">
            <a:spAutoFit/>
          </a:bodyPr>
          <a:lstStyle/>
          <a:p>
            <a:pPr algn="ctr"/>
            <a:r>
              <a:rPr lang="en-US" sz="900" dirty="0"/>
              <a:t>3478</a:t>
            </a:r>
          </a:p>
        </p:txBody>
      </p:sp>
      <p:sp>
        <p:nvSpPr>
          <p:cNvPr id="56" name="TextBox 55">
            <a:extLst>
              <a:ext uri="{FF2B5EF4-FFF2-40B4-BE49-F238E27FC236}">
                <a16:creationId xmlns:a16="http://schemas.microsoft.com/office/drawing/2014/main" id="{467B8F20-EF20-2946-066C-8906758441F0}"/>
              </a:ext>
            </a:extLst>
          </p:cNvPr>
          <p:cNvSpPr txBox="1"/>
          <p:nvPr/>
        </p:nvSpPr>
        <p:spPr>
          <a:xfrm>
            <a:off x="7157158" y="2404765"/>
            <a:ext cx="570089" cy="230832"/>
          </a:xfrm>
          <a:prstGeom prst="rect">
            <a:avLst/>
          </a:prstGeom>
          <a:noFill/>
        </p:spPr>
        <p:txBody>
          <a:bodyPr wrap="square" rtlCol="0">
            <a:spAutoFit/>
          </a:bodyPr>
          <a:lstStyle/>
          <a:p>
            <a:pPr algn="ctr"/>
            <a:r>
              <a:rPr lang="en-US" sz="900" dirty="0"/>
              <a:t>348</a:t>
            </a:r>
          </a:p>
        </p:txBody>
      </p:sp>
      <p:sp>
        <p:nvSpPr>
          <p:cNvPr id="57" name="TextBox 56">
            <a:extLst>
              <a:ext uri="{FF2B5EF4-FFF2-40B4-BE49-F238E27FC236}">
                <a16:creationId xmlns:a16="http://schemas.microsoft.com/office/drawing/2014/main" id="{AD300228-B04A-4476-86BC-D333AFC06DC6}"/>
              </a:ext>
            </a:extLst>
          </p:cNvPr>
          <p:cNvSpPr txBox="1"/>
          <p:nvPr/>
        </p:nvSpPr>
        <p:spPr>
          <a:xfrm>
            <a:off x="3138310" y="2404765"/>
            <a:ext cx="570089" cy="230832"/>
          </a:xfrm>
          <a:prstGeom prst="rect">
            <a:avLst/>
          </a:prstGeom>
          <a:noFill/>
        </p:spPr>
        <p:txBody>
          <a:bodyPr wrap="square" rtlCol="0">
            <a:spAutoFit/>
          </a:bodyPr>
          <a:lstStyle/>
          <a:p>
            <a:pPr algn="ctr"/>
            <a:r>
              <a:rPr lang="en-US" sz="900" dirty="0"/>
              <a:t>478</a:t>
            </a:r>
          </a:p>
        </p:txBody>
      </p:sp>
      <p:sp>
        <p:nvSpPr>
          <p:cNvPr id="58" name="TextBox 57">
            <a:extLst>
              <a:ext uri="{FF2B5EF4-FFF2-40B4-BE49-F238E27FC236}">
                <a16:creationId xmlns:a16="http://schemas.microsoft.com/office/drawing/2014/main" id="{6535AB42-AABC-322E-7ED4-725C5A26DF74}"/>
              </a:ext>
            </a:extLst>
          </p:cNvPr>
          <p:cNvSpPr txBox="1"/>
          <p:nvPr/>
        </p:nvSpPr>
        <p:spPr>
          <a:xfrm>
            <a:off x="7157158" y="2905709"/>
            <a:ext cx="570089" cy="230832"/>
          </a:xfrm>
          <a:prstGeom prst="rect">
            <a:avLst/>
          </a:prstGeom>
          <a:noFill/>
        </p:spPr>
        <p:txBody>
          <a:bodyPr wrap="square" rtlCol="0">
            <a:spAutoFit/>
          </a:bodyPr>
          <a:lstStyle/>
          <a:p>
            <a:pPr algn="ctr"/>
            <a:r>
              <a:rPr lang="en-US" sz="900" dirty="0"/>
              <a:t>348</a:t>
            </a:r>
          </a:p>
        </p:txBody>
      </p:sp>
      <p:sp>
        <p:nvSpPr>
          <p:cNvPr id="59" name="TextBox 58">
            <a:extLst>
              <a:ext uri="{FF2B5EF4-FFF2-40B4-BE49-F238E27FC236}">
                <a16:creationId xmlns:a16="http://schemas.microsoft.com/office/drawing/2014/main" id="{63D0254F-39F2-6FC3-7BF1-FA296874F7F9}"/>
              </a:ext>
            </a:extLst>
          </p:cNvPr>
          <p:cNvSpPr txBox="1"/>
          <p:nvPr/>
        </p:nvSpPr>
        <p:spPr>
          <a:xfrm>
            <a:off x="3138310" y="2905709"/>
            <a:ext cx="570089" cy="230832"/>
          </a:xfrm>
          <a:prstGeom prst="rect">
            <a:avLst/>
          </a:prstGeom>
          <a:noFill/>
        </p:spPr>
        <p:txBody>
          <a:bodyPr wrap="square" rtlCol="0">
            <a:spAutoFit/>
          </a:bodyPr>
          <a:lstStyle/>
          <a:p>
            <a:pPr algn="ctr"/>
            <a:r>
              <a:rPr lang="en-US" sz="900" dirty="0"/>
              <a:t>345678</a:t>
            </a:r>
          </a:p>
        </p:txBody>
      </p:sp>
      <p:sp>
        <p:nvSpPr>
          <p:cNvPr id="61" name="TextBox 60">
            <a:extLst>
              <a:ext uri="{FF2B5EF4-FFF2-40B4-BE49-F238E27FC236}">
                <a16:creationId xmlns:a16="http://schemas.microsoft.com/office/drawing/2014/main" id="{1D4B1F6F-52BB-0423-E4CC-76B03E65019B}"/>
              </a:ext>
            </a:extLst>
          </p:cNvPr>
          <p:cNvSpPr txBox="1"/>
          <p:nvPr/>
        </p:nvSpPr>
        <p:spPr>
          <a:xfrm>
            <a:off x="3138310" y="3406653"/>
            <a:ext cx="570089" cy="230832"/>
          </a:xfrm>
          <a:prstGeom prst="rect">
            <a:avLst/>
          </a:prstGeom>
          <a:noFill/>
        </p:spPr>
        <p:txBody>
          <a:bodyPr wrap="square" rtlCol="0">
            <a:spAutoFit/>
          </a:bodyPr>
          <a:lstStyle/>
          <a:p>
            <a:pPr algn="ctr"/>
            <a:r>
              <a:rPr lang="en-US" sz="900" dirty="0"/>
              <a:t>45</a:t>
            </a:r>
          </a:p>
        </p:txBody>
      </p:sp>
      <p:sp>
        <p:nvSpPr>
          <p:cNvPr id="62" name="TextBox 61">
            <a:extLst>
              <a:ext uri="{FF2B5EF4-FFF2-40B4-BE49-F238E27FC236}">
                <a16:creationId xmlns:a16="http://schemas.microsoft.com/office/drawing/2014/main" id="{96942864-0DF3-7926-787E-8A6B5CF61BE1}"/>
              </a:ext>
            </a:extLst>
          </p:cNvPr>
          <p:cNvSpPr txBox="1"/>
          <p:nvPr/>
        </p:nvSpPr>
        <p:spPr>
          <a:xfrm>
            <a:off x="3640666" y="2905709"/>
            <a:ext cx="570089" cy="230832"/>
          </a:xfrm>
          <a:prstGeom prst="rect">
            <a:avLst/>
          </a:prstGeom>
          <a:noFill/>
        </p:spPr>
        <p:txBody>
          <a:bodyPr wrap="square" rtlCol="0">
            <a:spAutoFit/>
          </a:bodyPr>
          <a:lstStyle/>
          <a:p>
            <a:pPr algn="ctr"/>
            <a:r>
              <a:rPr lang="en-US" sz="900" dirty="0"/>
              <a:t>234567</a:t>
            </a:r>
          </a:p>
        </p:txBody>
      </p:sp>
      <p:sp>
        <p:nvSpPr>
          <p:cNvPr id="64" name="TextBox 63">
            <a:extLst>
              <a:ext uri="{FF2B5EF4-FFF2-40B4-BE49-F238E27FC236}">
                <a16:creationId xmlns:a16="http://schemas.microsoft.com/office/drawing/2014/main" id="{A56CA2FD-E153-A748-9C84-177D683F8A50}"/>
              </a:ext>
            </a:extLst>
          </p:cNvPr>
          <p:cNvSpPr txBox="1"/>
          <p:nvPr/>
        </p:nvSpPr>
        <p:spPr>
          <a:xfrm>
            <a:off x="3640666" y="3406653"/>
            <a:ext cx="570089" cy="230832"/>
          </a:xfrm>
          <a:prstGeom prst="rect">
            <a:avLst/>
          </a:prstGeom>
          <a:noFill/>
        </p:spPr>
        <p:txBody>
          <a:bodyPr wrap="square" rtlCol="0">
            <a:spAutoFit/>
          </a:bodyPr>
          <a:lstStyle/>
          <a:p>
            <a:pPr algn="ctr"/>
            <a:r>
              <a:rPr lang="en-US" sz="900" dirty="0"/>
              <a:t>34</a:t>
            </a:r>
          </a:p>
        </p:txBody>
      </p:sp>
      <p:sp>
        <p:nvSpPr>
          <p:cNvPr id="66" name="TextBox 65">
            <a:extLst>
              <a:ext uri="{FF2B5EF4-FFF2-40B4-BE49-F238E27FC236}">
                <a16:creationId xmlns:a16="http://schemas.microsoft.com/office/drawing/2014/main" id="{AED0E55A-3B88-EC10-BED1-AC11326EFE8E}"/>
              </a:ext>
            </a:extLst>
          </p:cNvPr>
          <p:cNvSpPr txBox="1"/>
          <p:nvPr/>
        </p:nvSpPr>
        <p:spPr>
          <a:xfrm>
            <a:off x="3640666" y="3907597"/>
            <a:ext cx="570089" cy="230832"/>
          </a:xfrm>
          <a:prstGeom prst="rect">
            <a:avLst/>
          </a:prstGeom>
          <a:noFill/>
        </p:spPr>
        <p:txBody>
          <a:bodyPr wrap="square" rtlCol="0">
            <a:spAutoFit/>
          </a:bodyPr>
          <a:lstStyle/>
          <a:p>
            <a:pPr algn="ctr"/>
            <a:r>
              <a:rPr lang="en-US" sz="900" dirty="0"/>
              <a:t>235</a:t>
            </a:r>
          </a:p>
        </p:txBody>
      </p:sp>
      <p:sp>
        <p:nvSpPr>
          <p:cNvPr id="67" name="TextBox 66">
            <a:extLst>
              <a:ext uri="{FF2B5EF4-FFF2-40B4-BE49-F238E27FC236}">
                <a16:creationId xmlns:a16="http://schemas.microsoft.com/office/drawing/2014/main" id="{DE4A9BBD-ED6F-77EE-B278-D7671F71C6E5}"/>
              </a:ext>
            </a:extLst>
          </p:cNvPr>
          <p:cNvSpPr txBox="1"/>
          <p:nvPr/>
        </p:nvSpPr>
        <p:spPr>
          <a:xfrm>
            <a:off x="4143022" y="3907597"/>
            <a:ext cx="570089" cy="230832"/>
          </a:xfrm>
          <a:prstGeom prst="rect">
            <a:avLst/>
          </a:prstGeom>
          <a:noFill/>
        </p:spPr>
        <p:txBody>
          <a:bodyPr wrap="square" rtlCol="0">
            <a:spAutoFit/>
          </a:bodyPr>
          <a:lstStyle/>
          <a:p>
            <a:pPr algn="ctr"/>
            <a:r>
              <a:rPr lang="en-US" sz="900" dirty="0"/>
              <a:t>23</a:t>
            </a:r>
          </a:p>
        </p:txBody>
      </p:sp>
      <p:sp>
        <p:nvSpPr>
          <p:cNvPr id="68" name="TextBox 67">
            <a:extLst>
              <a:ext uri="{FF2B5EF4-FFF2-40B4-BE49-F238E27FC236}">
                <a16:creationId xmlns:a16="http://schemas.microsoft.com/office/drawing/2014/main" id="{92084224-6708-BB0B-7C22-2500420C3482}"/>
              </a:ext>
            </a:extLst>
          </p:cNvPr>
          <p:cNvSpPr txBox="1"/>
          <p:nvPr/>
        </p:nvSpPr>
        <p:spPr>
          <a:xfrm>
            <a:off x="6654802" y="3907597"/>
            <a:ext cx="570089" cy="230832"/>
          </a:xfrm>
          <a:prstGeom prst="rect">
            <a:avLst/>
          </a:prstGeom>
          <a:noFill/>
        </p:spPr>
        <p:txBody>
          <a:bodyPr wrap="square" rtlCol="0">
            <a:spAutoFit/>
          </a:bodyPr>
          <a:lstStyle/>
          <a:p>
            <a:pPr algn="ctr"/>
            <a:r>
              <a:rPr lang="en-US" sz="900" dirty="0"/>
              <a:t>35</a:t>
            </a:r>
          </a:p>
        </p:txBody>
      </p:sp>
      <p:sp>
        <p:nvSpPr>
          <p:cNvPr id="69" name="TextBox 68">
            <a:extLst>
              <a:ext uri="{FF2B5EF4-FFF2-40B4-BE49-F238E27FC236}">
                <a16:creationId xmlns:a16="http://schemas.microsoft.com/office/drawing/2014/main" id="{5951F567-4E38-4186-7CC3-AD323E8698B8}"/>
              </a:ext>
            </a:extLst>
          </p:cNvPr>
          <p:cNvSpPr txBox="1"/>
          <p:nvPr/>
        </p:nvSpPr>
        <p:spPr>
          <a:xfrm>
            <a:off x="3640666" y="4909484"/>
            <a:ext cx="570089" cy="230832"/>
          </a:xfrm>
          <a:prstGeom prst="rect">
            <a:avLst/>
          </a:prstGeom>
          <a:noFill/>
        </p:spPr>
        <p:txBody>
          <a:bodyPr wrap="square" rtlCol="0">
            <a:spAutoFit/>
          </a:bodyPr>
          <a:lstStyle/>
          <a:p>
            <a:pPr algn="ctr"/>
            <a:r>
              <a:rPr lang="en-US" sz="900" dirty="0"/>
              <a:t>3467</a:t>
            </a:r>
          </a:p>
        </p:txBody>
      </p:sp>
      <p:sp>
        <p:nvSpPr>
          <p:cNvPr id="70" name="TextBox 69">
            <a:extLst>
              <a:ext uri="{FF2B5EF4-FFF2-40B4-BE49-F238E27FC236}">
                <a16:creationId xmlns:a16="http://schemas.microsoft.com/office/drawing/2014/main" id="{F9586C0D-0ED8-D7C0-D206-78BC2556A73A}"/>
              </a:ext>
            </a:extLst>
          </p:cNvPr>
          <p:cNvSpPr txBox="1"/>
          <p:nvPr/>
        </p:nvSpPr>
        <p:spPr>
          <a:xfrm>
            <a:off x="4143022" y="4909484"/>
            <a:ext cx="570089" cy="230832"/>
          </a:xfrm>
          <a:prstGeom prst="rect">
            <a:avLst/>
          </a:prstGeom>
          <a:noFill/>
        </p:spPr>
        <p:txBody>
          <a:bodyPr wrap="square" rtlCol="0">
            <a:spAutoFit/>
          </a:bodyPr>
          <a:lstStyle/>
          <a:p>
            <a:pPr algn="ctr"/>
            <a:r>
              <a:rPr lang="en-US" sz="900" dirty="0"/>
              <a:t>346</a:t>
            </a:r>
          </a:p>
        </p:txBody>
      </p:sp>
      <p:sp>
        <p:nvSpPr>
          <p:cNvPr id="71" name="TextBox 70">
            <a:extLst>
              <a:ext uri="{FF2B5EF4-FFF2-40B4-BE49-F238E27FC236}">
                <a16:creationId xmlns:a16="http://schemas.microsoft.com/office/drawing/2014/main" id="{278C33AB-BE17-3DC5-4C6B-77E436B85D9F}"/>
              </a:ext>
            </a:extLst>
          </p:cNvPr>
          <p:cNvSpPr txBox="1"/>
          <p:nvPr/>
        </p:nvSpPr>
        <p:spPr>
          <a:xfrm>
            <a:off x="6152446" y="4909484"/>
            <a:ext cx="570089" cy="230832"/>
          </a:xfrm>
          <a:prstGeom prst="rect">
            <a:avLst/>
          </a:prstGeom>
          <a:noFill/>
        </p:spPr>
        <p:txBody>
          <a:bodyPr wrap="square" rtlCol="0">
            <a:spAutoFit/>
          </a:bodyPr>
          <a:lstStyle/>
          <a:p>
            <a:pPr algn="ctr"/>
            <a:r>
              <a:rPr lang="en-US" sz="900" dirty="0"/>
              <a:t>1347</a:t>
            </a:r>
          </a:p>
        </p:txBody>
      </p:sp>
      <p:sp>
        <p:nvSpPr>
          <p:cNvPr id="72" name="TextBox 71">
            <a:extLst>
              <a:ext uri="{FF2B5EF4-FFF2-40B4-BE49-F238E27FC236}">
                <a16:creationId xmlns:a16="http://schemas.microsoft.com/office/drawing/2014/main" id="{3F628A1E-CD6B-DFEC-3671-5F1C4B0F675D}"/>
              </a:ext>
            </a:extLst>
          </p:cNvPr>
          <p:cNvSpPr txBox="1"/>
          <p:nvPr/>
        </p:nvSpPr>
        <p:spPr>
          <a:xfrm>
            <a:off x="6654802" y="4909484"/>
            <a:ext cx="570089" cy="230832"/>
          </a:xfrm>
          <a:prstGeom prst="rect">
            <a:avLst/>
          </a:prstGeom>
          <a:noFill/>
        </p:spPr>
        <p:txBody>
          <a:bodyPr wrap="square" rtlCol="0">
            <a:spAutoFit/>
          </a:bodyPr>
          <a:lstStyle/>
          <a:p>
            <a:pPr algn="ctr"/>
            <a:r>
              <a:rPr lang="en-US" sz="900" dirty="0"/>
              <a:t>347</a:t>
            </a:r>
          </a:p>
        </p:txBody>
      </p:sp>
      <p:sp>
        <p:nvSpPr>
          <p:cNvPr id="73" name="TextBox 72">
            <a:extLst>
              <a:ext uri="{FF2B5EF4-FFF2-40B4-BE49-F238E27FC236}">
                <a16:creationId xmlns:a16="http://schemas.microsoft.com/office/drawing/2014/main" id="{4CD8488D-FA0C-5765-9A11-940B7805D807}"/>
              </a:ext>
            </a:extLst>
          </p:cNvPr>
          <p:cNvSpPr txBox="1"/>
          <p:nvPr/>
        </p:nvSpPr>
        <p:spPr>
          <a:xfrm>
            <a:off x="7157158" y="3907597"/>
            <a:ext cx="570089" cy="230832"/>
          </a:xfrm>
          <a:prstGeom prst="rect">
            <a:avLst/>
          </a:prstGeom>
          <a:noFill/>
        </p:spPr>
        <p:txBody>
          <a:bodyPr wrap="square" rtlCol="0">
            <a:spAutoFit/>
          </a:bodyPr>
          <a:lstStyle/>
          <a:p>
            <a:pPr algn="ctr"/>
            <a:r>
              <a:rPr lang="en-US" sz="900" dirty="0"/>
              <a:t>98</a:t>
            </a:r>
          </a:p>
        </p:txBody>
      </p:sp>
      <p:sp>
        <p:nvSpPr>
          <p:cNvPr id="74" name="TextBox 73">
            <a:extLst>
              <a:ext uri="{FF2B5EF4-FFF2-40B4-BE49-F238E27FC236}">
                <a16:creationId xmlns:a16="http://schemas.microsoft.com/office/drawing/2014/main" id="{04895471-068E-8FE7-692B-EA46CCC20BF5}"/>
              </a:ext>
            </a:extLst>
          </p:cNvPr>
          <p:cNvSpPr txBox="1"/>
          <p:nvPr/>
        </p:nvSpPr>
        <p:spPr>
          <a:xfrm>
            <a:off x="3138310" y="3907597"/>
            <a:ext cx="570089" cy="230832"/>
          </a:xfrm>
          <a:prstGeom prst="rect">
            <a:avLst/>
          </a:prstGeom>
          <a:noFill/>
        </p:spPr>
        <p:txBody>
          <a:bodyPr wrap="square" rtlCol="0">
            <a:spAutoFit/>
          </a:bodyPr>
          <a:lstStyle/>
          <a:p>
            <a:pPr algn="ctr"/>
            <a:r>
              <a:rPr lang="en-US" sz="900" dirty="0"/>
              <a:t>89</a:t>
            </a:r>
          </a:p>
        </p:txBody>
      </p:sp>
      <p:sp>
        <p:nvSpPr>
          <p:cNvPr id="75" name="TextBox 74">
            <a:extLst>
              <a:ext uri="{FF2B5EF4-FFF2-40B4-BE49-F238E27FC236}">
                <a16:creationId xmlns:a16="http://schemas.microsoft.com/office/drawing/2014/main" id="{B695861F-303E-36A8-02E6-252B551D0F8F}"/>
              </a:ext>
            </a:extLst>
          </p:cNvPr>
          <p:cNvSpPr txBox="1"/>
          <p:nvPr/>
        </p:nvSpPr>
        <p:spPr>
          <a:xfrm>
            <a:off x="7157158" y="4909484"/>
            <a:ext cx="570089" cy="230832"/>
          </a:xfrm>
          <a:prstGeom prst="rect">
            <a:avLst/>
          </a:prstGeom>
          <a:noFill/>
        </p:spPr>
        <p:txBody>
          <a:bodyPr wrap="square" rtlCol="0">
            <a:spAutoFit/>
          </a:bodyPr>
          <a:lstStyle/>
          <a:p>
            <a:pPr algn="ctr"/>
            <a:r>
              <a:rPr lang="en-US" sz="900" dirty="0"/>
              <a:t>1349</a:t>
            </a:r>
          </a:p>
        </p:txBody>
      </p:sp>
      <p:sp>
        <p:nvSpPr>
          <p:cNvPr id="76" name="TextBox 75">
            <a:extLst>
              <a:ext uri="{FF2B5EF4-FFF2-40B4-BE49-F238E27FC236}">
                <a16:creationId xmlns:a16="http://schemas.microsoft.com/office/drawing/2014/main" id="{551C0A53-85F5-ABE0-453C-E0D01D682102}"/>
              </a:ext>
            </a:extLst>
          </p:cNvPr>
          <p:cNvSpPr txBox="1"/>
          <p:nvPr/>
        </p:nvSpPr>
        <p:spPr>
          <a:xfrm>
            <a:off x="3138310" y="4909484"/>
            <a:ext cx="570089" cy="230832"/>
          </a:xfrm>
          <a:prstGeom prst="rect">
            <a:avLst/>
          </a:prstGeom>
          <a:noFill/>
        </p:spPr>
        <p:txBody>
          <a:bodyPr wrap="square" rtlCol="0">
            <a:spAutoFit/>
          </a:bodyPr>
          <a:lstStyle/>
          <a:p>
            <a:pPr algn="ctr"/>
            <a:r>
              <a:rPr lang="en-US" sz="900" dirty="0"/>
              <a:t>34679</a:t>
            </a:r>
          </a:p>
        </p:txBody>
      </p:sp>
      <p:sp>
        <p:nvSpPr>
          <p:cNvPr id="77" name="TextBox 76">
            <a:extLst>
              <a:ext uri="{FF2B5EF4-FFF2-40B4-BE49-F238E27FC236}">
                <a16:creationId xmlns:a16="http://schemas.microsoft.com/office/drawing/2014/main" id="{998F144F-2CF9-BE02-E688-14A0E17F531C}"/>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C29FB095-0951-1342-B3AA-A42663EFCABC}"/>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67CA0A8E-D70E-4C60-668B-A6B6FB26D9AD}"/>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8D96FC20-51B5-55F5-C165-CA2B81B83961}"/>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EB43C106-6129-D61A-0C01-5F56436DA91C}"/>
              </a:ext>
            </a:extLst>
          </p:cNvPr>
          <p:cNvSpPr txBox="1"/>
          <p:nvPr/>
        </p:nvSpPr>
        <p:spPr>
          <a:xfrm>
            <a:off x="4216401" y="721216"/>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097E1A1B-EA4C-A7C3-58FB-22102557B149}"/>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EF129E5B-F5D0-B2DC-C304-09A7E729B25D}"/>
              </a:ext>
            </a:extLst>
          </p:cNvPr>
          <p:cNvSpPr txBox="1"/>
          <p:nvPr/>
        </p:nvSpPr>
        <p:spPr>
          <a:xfrm>
            <a:off x="4216401" y="1727886"/>
            <a:ext cx="462845" cy="584775"/>
          </a:xfrm>
          <a:prstGeom prst="rect">
            <a:avLst/>
          </a:prstGeom>
          <a:noFill/>
        </p:spPr>
        <p:txBody>
          <a:bodyPr wrap="square" rtlCol="0">
            <a:spAutoFit/>
          </a:bodyPr>
          <a:lstStyle/>
          <a:p>
            <a:pPr algn="ctr"/>
            <a:r>
              <a:rPr lang="en-US" sz="3200" dirty="0"/>
              <a:t>8</a:t>
            </a:r>
          </a:p>
        </p:txBody>
      </p:sp>
      <p:sp>
        <p:nvSpPr>
          <p:cNvPr id="39" name="TextBox 38">
            <a:extLst>
              <a:ext uri="{FF2B5EF4-FFF2-40B4-BE49-F238E27FC236}">
                <a16:creationId xmlns:a16="http://schemas.microsoft.com/office/drawing/2014/main" id="{096596CD-EA8D-D5F5-B3A9-F8819A2A7122}"/>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38E00BDE-C760-0B9E-81AA-F5DC83F8C226}"/>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42" name="TextBox 41">
            <a:extLst>
              <a:ext uri="{FF2B5EF4-FFF2-40B4-BE49-F238E27FC236}">
                <a16:creationId xmlns:a16="http://schemas.microsoft.com/office/drawing/2014/main" id="{248C6C1F-5B57-8A95-01CB-7181C4164C48}"/>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2285A793-AE33-31F4-DDB7-57E168F02D19}"/>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81" name="TextBox 80">
            <a:extLst>
              <a:ext uri="{FF2B5EF4-FFF2-40B4-BE49-F238E27FC236}">
                <a16:creationId xmlns:a16="http://schemas.microsoft.com/office/drawing/2014/main" id="{B3A1B973-8AEB-679F-4A06-7252E58F3FEF}"/>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82" name="TextBox 81">
            <a:extLst>
              <a:ext uri="{FF2B5EF4-FFF2-40B4-BE49-F238E27FC236}">
                <a16:creationId xmlns:a16="http://schemas.microsoft.com/office/drawing/2014/main" id="{F829A02C-2674-9A12-713B-CE5520BAF334}"/>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2640C9E2-C53D-7E5B-D383-AA3CDDCE6EE5}"/>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4" name="TextBox 83">
            <a:extLst>
              <a:ext uri="{FF2B5EF4-FFF2-40B4-BE49-F238E27FC236}">
                <a16:creationId xmlns:a16="http://schemas.microsoft.com/office/drawing/2014/main" id="{711581E1-1812-DCFD-A65D-1A1CF38CFAD2}"/>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5" name="TextBox 84">
            <a:extLst>
              <a:ext uri="{FF2B5EF4-FFF2-40B4-BE49-F238E27FC236}">
                <a16:creationId xmlns:a16="http://schemas.microsoft.com/office/drawing/2014/main" id="{FE90A13B-F00D-5C2E-9EE7-140D033896B1}"/>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16033759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35E33-519D-B552-4FA3-39169EC9D15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BFF11CA-AAE1-64B3-222F-BEF1B070E4A4}"/>
              </a:ext>
            </a:extLst>
          </p:cNvPr>
          <p:cNvSpPr>
            <a:spLocks noGrp="1"/>
          </p:cNvSpPr>
          <p:nvPr>
            <p:ph sz="half" idx="1"/>
          </p:nvPr>
        </p:nvSpPr>
        <p:spPr/>
        <p:txBody>
          <a:bodyPr>
            <a:normAutofit/>
          </a:bodyPr>
          <a:lstStyle/>
          <a:p>
            <a:r>
              <a:rPr lang="en-US" dirty="0"/>
              <a:t>In the bottom left block, the 5 is in Column 2.</a:t>
            </a:r>
          </a:p>
        </p:txBody>
      </p:sp>
      <p:pic>
        <p:nvPicPr>
          <p:cNvPr id="4" name="Picture 3" descr="A grid of sudoku puzzle&#10;&#10;Description automatically generated">
            <a:extLst>
              <a:ext uri="{FF2B5EF4-FFF2-40B4-BE49-F238E27FC236}">
                <a16:creationId xmlns:a16="http://schemas.microsoft.com/office/drawing/2014/main" id="{7E78E80F-3994-8C3F-5906-9BD6A41D4FA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F94C4B7-A024-3A34-D0C9-1C8F1B5A855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991D943-D6EF-56AA-8F18-AE1E69B3147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4B63A33-C0C2-FA87-1821-8B1BE28A8B8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FA94E2A-520A-9B5D-E314-C3BD40BFD37C}"/>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1F1ADFF8-4F13-D2C4-D608-1D2352B02F6D}"/>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AB42036D-48D2-87DA-841C-09372B9F8522}"/>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E9A41C3F-9C65-DA62-5E2B-D4B253C60D70}"/>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E0EF4FEA-FB1A-00CA-280C-E9FDD3190F22}"/>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C11849AE-331D-D471-2EF3-53B8C48A98C9}"/>
              </a:ext>
            </a:extLst>
          </p:cNvPr>
          <p:cNvSpPr txBox="1"/>
          <p:nvPr/>
        </p:nvSpPr>
        <p:spPr>
          <a:xfrm>
            <a:off x="4143022" y="4408541"/>
            <a:ext cx="570089" cy="230832"/>
          </a:xfrm>
          <a:prstGeom prst="rect">
            <a:avLst/>
          </a:prstGeom>
          <a:noFill/>
        </p:spPr>
        <p:txBody>
          <a:bodyPr wrap="square" rtlCol="0">
            <a:spAutoFit/>
          </a:bodyPr>
          <a:lstStyle/>
          <a:p>
            <a:pPr algn="ctr"/>
            <a:r>
              <a:rPr lang="en-US" sz="900" dirty="0"/>
              <a:t>47</a:t>
            </a:r>
          </a:p>
        </p:txBody>
      </p:sp>
      <p:sp>
        <p:nvSpPr>
          <p:cNvPr id="13" name="TextBox 12">
            <a:extLst>
              <a:ext uri="{FF2B5EF4-FFF2-40B4-BE49-F238E27FC236}">
                <a16:creationId xmlns:a16="http://schemas.microsoft.com/office/drawing/2014/main" id="{C12C2AC1-41A1-0426-A8E4-15FB3B092615}"/>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0BE9F901-18DF-EDA0-87B9-1AB036807CEF}"/>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933385DA-86E5-6D2A-F6B2-4543FA291443}"/>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2449B415-4227-8F80-EC93-0C3E09B38DAF}"/>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58728B34-B1C3-2F61-FB16-BD865895909F}"/>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3F01AE75-082D-513E-9501-BC02D993D093}"/>
              </a:ext>
            </a:extLst>
          </p:cNvPr>
          <p:cNvSpPr txBox="1"/>
          <p:nvPr/>
        </p:nvSpPr>
        <p:spPr>
          <a:xfrm>
            <a:off x="4645378" y="2905709"/>
            <a:ext cx="570089" cy="230832"/>
          </a:xfrm>
          <a:prstGeom prst="rect">
            <a:avLst/>
          </a:prstGeom>
          <a:noFill/>
        </p:spPr>
        <p:txBody>
          <a:bodyPr wrap="square" rtlCol="0">
            <a:spAutoFit/>
          </a:bodyPr>
          <a:lstStyle/>
          <a:p>
            <a:pPr algn="ctr"/>
            <a:r>
              <a:rPr lang="en-US" sz="900" dirty="0"/>
              <a:t>59</a:t>
            </a:r>
          </a:p>
        </p:txBody>
      </p:sp>
      <p:sp>
        <p:nvSpPr>
          <p:cNvPr id="27" name="TextBox 26">
            <a:extLst>
              <a:ext uri="{FF2B5EF4-FFF2-40B4-BE49-F238E27FC236}">
                <a16:creationId xmlns:a16="http://schemas.microsoft.com/office/drawing/2014/main" id="{24B84A16-72D3-F0FE-6426-D1346B534DA4}"/>
              </a:ext>
            </a:extLst>
          </p:cNvPr>
          <p:cNvSpPr txBox="1"/>
          <p:nvPr/>
        </p:nvSpPr>
        <p:spPr>
          <a:xfrm>
            <a:off x="4645378" y="3406653"/>
            <a:ext cx="570089" cy="230832"/>
          </a:xfrm>
          <a:prstGeom prst="rect">
            <a:avLst/>
          </a:prstGeom>
          <a:noFill/>
        </p:spPr>
        <p:txBody>
          <a:bodyPr wrap="square" rtlCol="0">
            <a:spAutoFit/>
          </a:bodyPr>
          <a:lstStyle/>
          <a:p>
            <a:pPr algn="ctr"/>
            <a:r>
              <a:rPr lang="en-US" sz="900" dirty="0"/>
              <a:t>95</a:t>
            </a:r>
          </a:p>
        </p:txBody>
      </p:sp>
      <p:sp>
        <p:nvSpPr>
          <p:cNvPr id="32" name="TextBox 31">
            <a:extLst>
              <a:ext uri="{FF2B5EF4-FFF2-40B4-BE49-F238E27FC236}">
                <a16:creationId xmlns:a16="http://schemas.microsoft.com/office/drawing/2014/main" id="{60A58DB5-F7D4-9232-147D-F4F819BD6B72}"/>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0A738356-5FF7-2F5A-DF4F-6EA136E7F3EC}"/>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68C315A1-C70F-E773-C149-3F3F1ADCFF7E}"/>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81E29F91-AD87-3A07-E773-41F47460EEBE}"/>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3FCBFEFA-E081-777B-CB69-C017A0AC330A}"/>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D1912459-626B-1A78-BC48-5220C81B8B3E}"/>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CE41AAA5-9C4D-5C04-A3EB-A29AEA50C9F3}"/>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89E970D8-80BA-DD47-DC9A-955E153A22C8}"/>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45088C37-7011-5E4A-05BA-0E294CEB1A45}"/>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32A9A5B1-537F-5AE8-D0DA-8ADCD5727AC7}"/>
              </a:ext>
            </a:extLst>
          </p:cNvPr>
          <p:cNvSpPr txBox="1"/>
          <p:nvPr/>
        </p:nvSpPr>
        <p:spPr>
          <a:xfrm>
            <a:off x="5147734" y="2404765"/>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6278ACBE-67AC-3541-C9E8-B87392D8236A}"/>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40" name="TextBox 39">
            <a:extLst>
              <a:ext uri="{FF2B5EF4-FFF2-40B4-BE49-F238E27FC236}">
                <a16:creationId xmlns:a16="http://schemas.microsoft.com/office/drawing/2014/main" id="{7E22D899-640D-41BA-8A20-7B903723AA72}"/>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BA14833C-5CDF-5F1C-8472-9ED811231BED}"/>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21CA563B-1843-3D03-A1C3-C4C14C78FB0F}"/>
              </a:ext>
            </a:extLst>
          </p:cNvPr>
          <p:cNvSpPr txBox="1"/>
          <p:nvPr/>
        </p:nvSpPr>
        <p:spPr>
          <a:xfrm>
            <a:off x="6654802" y="901933"/>
            <a:ext cx="570089" cy="230832"/>
          </a:xfrm>
          <a:prstGeom prst="rect">
            <a:avLst/>
          </a:prstGeom>
          <a:noFill/>
        </p:spPr>
        <p:txBody>
          <a:bodyPr wrap="square" rtlCol="0">
            <a:spAutoFit/>
          </a:bodyPr>
          <a:lstStyle/>
          <a:p>
            <a:pPr algn="ctr"/>
            <a:r>
              <a:rPr lang="en-US" sz="900" dirty="0"/>
              <a:t>84</a:t>
            </a:r>
          </a:p>
        </p:txBody>
      </p:sp>
      <p:sp>
        <p:nvSpPr>
          <p:cNvPr id="45" name="TextBox 44">
            <a:extLst>
              <a:ext uri="{FF2B5EF4-FFF2-40B4-BE49-F238E27FC236}">
                <a16:creationId xmlns:a16="http://schemas.microsoft.com/office/drawing/2014/main" id="{2F2B5AEA-A03D-3BDE-EBF6-7AD325F2E113}"/>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1347</a:t>
            </a:r>
          </a:p>
        </p:txBody>
      </p:sp>
      <p:sp>
        <p:nvSpPr>
          <p:cNvPr id="46" name="TextBox 45">
            <a:extLst>
              <a:ext uri="{FF2B5EF4-FFF2-40B4-BE49-F238E27FC236}">
                <a16:creationId xmlns:a16="http://schemas.microsoft.com/office/drawing/2014/main" id="{CDE22DE0-5B59-D225-B487-BE8B014789E8}"/>
              </a:ext>
            </a:extLst>
          </p:cNvPr>
          <p:cNvSpPr txBox="1"/>
          <p:nvPr/>
        </p:nvSpPr>
        <p:spPr>
          <a:xfrm>
            <a:off x="4143022" y="1402877"/>
            <a:ext cx="570089" cy="230832"/>
          </a:xfrm>
          <a:prstGeom prst="rect">
            <a:avLst/>
          </a:prstGeom>
          <a:noFill/>
        </p:spPr>
        <p:txBody>
          <a:bodyPr wrap="square" rtlCol="0">
            <a:spAutoFit/>
          </a:bodyPr>
          <a:lstStyle/>
          <a:p>
            <a:pPr algn="ctr"/>
            <a:r>
              <a:rPr lang="en-US" sz="900" dirty="0"/>
              <a:t>347</a:t>
            </a:r>
          </a:p>
        </p:txBody>
      </p:sp>
      <p:sp>
        <p:nvSpPr>
          <p:cNvPr id="47" name="TextBox 46">
            <a:extLst>
              <a:ext uri="{FF2B5EF4-FFF2-40B4-BE49-F238E27FC236}">
                <a16:creationId xmlns:a16="http://schemas.microsoft.com/office/drawing/2014/main" id="{2D60A5F3-6C72-6A8C-A6F1-46A02608FBC1}"/>
              </a:ext>
            </a:extLst>
          </p:cNvPr>
          <p:cNvSpPr txBox="1"/>
          <p:nvPr/>
        </p:nvSpPr>
        <p:spPr>
          <a:xfrm>
            <a:off x="6152446" y="1402877"/>
            <a:ext cx="570089" cy="230832"/>
          </a:xfrm>
          <a:prstGeom prst="rect">
            <a:avLst/>
          </a:prstGeom>
          <a:noFill/>
        </p:spPr>
        <p:txBody>
          <a:bodyPr wrap="square" rtlCol="0">
            <a:spAutoFit/>
          </a:bodyPr>
          <a:lstStyle/>
          <a:p>
            <a:pPr algn="ctr"/>
            <a:r>
              <a:rPr lang="en-US" sz="900" dirty="0"/>
              <a:t>137</a:t>
            </a:r>
          </a:p>
        </p:txBody>
      </p:sp>
      <p:sp>
        <p:nvSpPr>
          <p:cNvPr id="49" name="TextBox 48">
            <a:extLst>
              <a:ext uri="{FF2B5EF4-FFF2-40B4-BE49-F238E27FC236}">
                <a16:creationId xmlns:a16="http://schemas.microsoft.com/office/drawing/2014/main" id="{36E09DFF-4984-B6A4-590A-3C30226A6971}"/>
              </a:ext>
            </a:extLst>
          </p:cNvPr>
          <p:cNvSpPr txBox="1"/>
          <p:nvPr/>
        </p:nvSpPr>
        <p:spPr>
          <a:xfrm>
            <a:off x="3138310" y="1402877"/>
            <a:ext cx="570089" cy="230832"/>
          </a:xfrm>
          <a:prstGeom prst="rect">
            <a:avLst/>
          </a:prstGeom>
          <a:noFill/>
        </p:spPr>
        <p:txBody>
          <a:bodyPr wrap="square" rtlCol="0">
            <a:spAutoFit/>
          </a:bodyPr>
          <a:lstStyle/>
          <a:p>
            <a:pPr algn="ctr"/>
            <a:r>
              <a:rPr lang="en-US" sz="900" dirty="0"/>
              <a:t>347</a:t>
            </a:r>
          </a:p>
        </p:txBody>
      </p:sp>
      <p:sp>
        <p:nvSpPr>
          <p:cNvPr id="50" name="TextBox 49">
            <a:extLst>
              <a:ext uri="{FF2B5EF4-FFF2-40B4-BE49-F238E27FC236}">
                <a16:creationId xmlns:a16="http://schemas.microsoft.com/office/drawing/2014/main" id="{6E76DFCF-3356-A390-90C8-E8F4DBCF39CC}"/>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a:t>
            </a:r>
          </a:p>
        </p:txBody>
      </p:sp>
      <p:sp>
        <p:nvSpPr>
          <p:cNvPr id="51" name="TextBox 50">
            <a:extLst>
              <a:ext uri="{FF2B5EF4-FFF2-40B4-BE49-F238E27FC236}">
                <a16:creationId xmlns:a16="http://schemas.microsoft.com/office/drawing/2014/main" id="{A172DDD9-4AF5-89CE-1BD4-15C82592C3E2}"/>
              </a:ext>
            </a:extLst>
          </p:cNvPr>
          <p:cNvSpPr txBox="1"/>
          <p:nvPr/>
        </p:nvSpPr>
        <p:spPr>
          <a:xfrm>
            <a:off x="6654802" y="1903821"/>
            <a:ext cx="570089" cy="230832"/>
          </a:xfrm>
          <a:prstGeom prst="rect">
            <a:avLst/>
          </a:prstGeom>
          <a:noFill/>
        </p:spPr>
        <p:txBody>
          <a:bodyPr wrap="square" rtlCol="0">
            <a:spAutoFit/>
          </a:bodyPr>
          <a:lstStyle/>
          <a:p>
            <a:pPr algn="ctr"/>
            <a:r>
              <a:rPr lang="en-US" sz="900" dirty="0"/>
              <a:t>37</a:t>
            </a:r>
          </a:p>
        </p:txBody>
      </p:sp>
      <p:sp>
        <p:nvSpPr>
          <p:cNvPr id="52" name="TextBox 51">
            <a:extLst>
              <a:ext uri="{FF2B5EF4-FFF2-40B4-BE49-F238E27FC236}">
                <a16:creationId xmlns:a16="http://schemas.microsoft.com/office/drawing/2014/main" id="{14007AED-5DD0-7469-CA1B-9B37CEBC43A5}"/>
              </a:ext>
            </a:extLst>
          </p:cNvPr>
          <p:cNvSpPr txBox="1"/>
          <p:nvPr/>
        </p:nvSpPr>
        <p:spPr>
          <a:xfrm>
            <a:off x="7157158" y="1903821"/>
            <a:ext cx="570089" cy="230832"/>
          </a:xfrm>
          <a:prstGeom prst="rect">
            <a:avLst/>
          </a:prstGeom>
          <a:noFill/>
        </p:spPr>
        <p:txBody>
          <a:bodyPr wrap="square" rtlCol="0">
            <a:spAutoFit/>
          </a:bodyPr>
          <a:lstStyle/>
          <a:p>
            <a:pPr algn="ctr"/>
            <a:r>
              <a:rPr lang="en-US" sz="900" dirty="0"/>
              <a:t>13</a:t>
            </a:r>
          </a:p>
        </p:txBody>
      </p:sp>
      <p:sp>
        <p:nvSpPr>
          <p:cNvPr id="53" name="TextBox 52">
            <a:extLst>
              <a:ext uri="{FF2B5EF4-FFF2-40B4-BE49-F238E27FC236}">
                <a16:creationId xmlns:a16="http://schemas.microsoft.com/office/drawing/2014/main" id="{B62033F1-DE2A-CC8B-4AB7-ABCA400A1FB2}"/>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a:t>
            </a:r>
          </a:p>
        </p:txBody>
      </p:sp>
      <p:sp>
        <p:nvSpPr>
          <p:cNvPr id="54" name="TextBox 53">
            <a:extLst>
              <a:ext uri="{FF2B5EF4-FFF2-40B4-BE49-F238E27FC236}">
                <a16:creationId xmlns:a16="http://schemas.microsoft.com/office/drawing/2014/main" id="{D10F1D5D-7FC2-7D69-CAC3-E98D54F86761}"/>
              </a:ext>
            </a:extLst>
          </p:cNvPr>
          <p:cNvSpPr txBox="1"/>
          <p:nvPr/>
        </p:nvSpPr>
        <p:spPr>
          <a:xfrm>
            <a:off x="3640666" y="2404765"/>
            <a:ext cx="570089" cy="230832"/>
          </a:xfrm>
          <a:prstGeom prst="rect">
            <a:avLst/>
          </a:prstGeom>
          <a:noFill/>
        </p:spPr>
        <p:txBody>
          <a:bodyPr wrap="square" rtlCol="0">
            <a:spAutoFit/>
          </a:bodyPr>
          <a:lstStyle/>
          <a:p>
            <a:pPr algn="ctr"/>
            <a:r>
              <a:rPr lang="en-US" sz="900" dirty="0"/>
              <a:t>3478</a:t>
            </a:r>
          </a:p>
        </p:txBody>
      </p:sp>
      <p:sp>
        <p:nvSpPr>
          <p:cNvPr id="56" name="TextBox 55">
            <a:extLst>
              <a:ext uri="{FF2B5EF4-FFF2-40B4-BE49-F238E27FC236}">
                <a16:creationId xmlns:a16="http://schemas.microsoft.com/office/drawing/2014/main" id="{09F52A03-2A46-62C9-65F2-2F4EA4D44838}"/>
              </a:ext>
            </a:extLst>
          </p:cNvPr>
          <p:cNvSpPr txBox="1"/>
          <p:nvPr/>
        </p:nvSpPr>
        <p:spPr>
          <a:xfrm>
            <a:off x="7157158" y="2404765"/>
            <a:ext cx="570089" cy="230832"/>
          </a:xfrm>
          <a:prstGeom prst="rect">
            <a:avLst/>
          </a:prstGeom>
          <a:noFill/>
        </p:spPr>
        <p:txBody>
          <a:bodyPr wrap="square" rtlCol="0">
            <a:spAutoFit/>
          </a:bodyPr>
          <a:lstStyle/>
          <a:p>
            <a:pPr algn="ctr"/>
            <a:r>
              <a:rPr lang="en-US" sz="900" dirty="0"/>
              <a:t>348</a:t>
            </a:r>
          </a:p>
        </p:txBody>
      </p:sp>
      <p:sp>
        <p:nvSpPr>
          <p:cNvPr id="57" name="TextBox 56">
            <a:extLst>
              <a:ext uri="{FF2B5EF4-FFF2-40B4-BE49-F238E27FC236}">
                <a16:creationId xmlns:a16="http://schemas.microsoft.com/office/drawing/2014/main" id="{C256AE82-B634-D458-A5BB-74D73A185C7E}"/>
              </a:ext>
            </a:extLst>
          </p:cNvPr>
          <p:cNvSpPr txBox="1"/>
          <p:nvPr/>
        </p:nvSpPr>
        <p:spPr>
          <a:xfrm>
            <a:off x="3138310" y="2404765"/>
            <a:ext cx="570089" cy="230832"/>
          </a:xfrm>
          <a:prstGeom prst="rect">
            <a:avLst/>
          </a:prstGeom>
          <a:noFill/>
        </p:spPr>
        <p:txBody>
          <a:bodyPr wrap="square" rtlCol="0">
            <a:spAutoFit/>
          </a:bodyPr>
          <a:lstStyle/>
          <a:p>
            <a:pPr algn="ctr"/>
            <a:r>
              <a:rPr lang="en-US" sz="900" dirty="0"/>
              <a:t>478</a:t>
            </a:r>
          </a:p>
        </p:txBody>
      </p:sp>
      <p:sp>
        <p:nvSpPr>
          <p:cNvPr id="58" name="TextBox 57">
            <a:extLst>
              <a:ext uri="{FF2B5EF4-FFF2-40B4-BE49-F238E27FC236}">
                <a16:creationId xmlns:a16="http://schemas.microsoft.com/office/drawing/2014/main" id="{F494FE0D-17D3-CA58-3D57-E04A4419591E}"/>
              </a:ext>
            </a:extLst>
          </p:cNvPr>
          <p:cNvSpPr txBox="1"/>
          <p:nvPr/>
        </p:nvSpPr>
        <p:spPr>
          <a:xfrm>
            <a:off x="7157158" y="2905709"/>
            <a:ext cx="570089" cy="230832"/>
          </a:xfrm>
          <a:prstGeom prst="rect">
            <a:avLst/>
          </a:prstGeom>
          <a:noFill/>
        </p:spPr>
        <p:txBody>
          <a:bodyPr wrap="square" rtlCol="0">
            <a:spAutoFit/>
          </a:bodyPr>
          <a:lstStyle/>
          <a:p>
            <a:pPr algn="ctr"/>
            <a:r>
              <a:rPr lang="en-US" sz="900" dirty="0"/>
              <a:t>348</a:t>
            </a:r>
          </a:p>
        </p:txBody>
      </p:sp>
      <p:sp>
        <p:nvSpPr>
          <p:cNvPr id="59" name="TextBox 58">
            <a:extLst>
              <a:ext uri="{FF2B5EF4-FFF2-40B4-BE49-F238E27FC236}">
                <a16:creationId xmlns:a16="http://schemas.microsoft.com/office/drawing/2014/main" id="{66E177A6-DE04-6991-D965-DAE4BDD9AC5F}"/>
              </a:ext>
            </a:extLst>
          </p:cNvPr>
          <p:cNvSpPr txBox="1"/>
          <p:nvPr/>
        </p:nvSpPr>
        <p:spPr>
          <a:xfrm>
            <a:off x="3138310" y="2905709"/>
            <a:ext cx="570089" cy="230832"/>
          </a:xfrm>
          <a:prstGeom prst="rect">
            <a:avLst/>
          </a:prstGeom>
          <a:noFill/>
        </p:spPr>
        <p:txBody>
          <a:bodyPr wrap="square" rtlCol="0">
            <a:spAutoFit/>
          </a:bodyPr>
          <a:lstStyle/>
          <a:p>
            <a:pPr algn="ctr"/>
            <a:r>
              <a:rPr lang="en-US" sz="900" dirty="0"/>
              <a:t>345678</a:t>
            </a:r>
          </a:p>
        </p:txBody>
      </p:sp>
      <p:sp>
        <p:nvSpPr>
          <p:cNvPr id="61" name="TextBox 60">
            <a:extLst>
              <a:ext uri="{FF2B5EF4-FFF2-40B4-BE49-F238E27FC236}">
                <a16:creationId xmlns:a16="http://schemas.microsoft.com/office/drawing/2014/main" id="{6FB1601E-0713-589F-9D4E-99E3A1D26DD6}"/>
              </a:ext>
            </a:extLst>
          </p:cNvPr>
          <p:cNvSpPr txBox="1"/>
          <p:nvPr/>
        </p:nvSpPr>
        <p:spPr>
          <a:xfrm>
            <a:off x="3138310" y="3406653"/>
            <a:ext cx="570089" cy="230832"/>
          </a:xfrm>
          <a:prstGeom prst="rect">
            <a:avLst/>
          </a:prstGeom>
          <a:noFill/>
        </p:spPr>
        <p:txBody>
          <a:bodyPr wrap="square" rtlCol="0">
            <a:spAutoFit/>
          </a:bodyPr>
          <a:lstStyle/>
          <a:p>
            <a:pPr algn="ctr"/>
            <a:r>
              <a:rPr lang="en-US" sz="900" dirty="0"/>
              <a:t>45</a:t>
            </a:r>
          </a:p>
        </p:txBody>
      </p:sp>
      <p:sp>
        <p:nvSpPr>
          <p:cNvPr id="62" name="TextBox 61">
            <a:extLst>
              <a:ext uri="{FF2B5EF4-FFF2-40B4-BE49-F238E27FC236}">
                <a16:creationId xmlns:a16="http://schemas.microsoft.com/office/drawing/2014/main" id="{9E2E25D6-7808-FA91-6F7E-00F91BD19077}"/>
              </a:ext>
            </a:extLst>
          </p:cNvPr>
          <p:cNvSpPr txBox="1"/>
          <p:nvPr/>
        </p:nvSpPr>
        <p:spPr>
          <a:xfrm>
            <a:off x="3640666" y="2905709"/>
            <a:ext cx="570089" cy="230832"/>
          </a:xfrm>
          <a:prstGeom prst="rect">
            <a:avLst/>
          </a:prstGeom>
          <a:noFill/>
        </p:spPr>
        <p:txBody>
          <a:bodyPr wrap="square" rtlCol="0">
            <a:spAutoFit/>
          </a:bodyPr>
          <a:lstStyle/>
          <a:p>
            <a:pPr algn="ctr"/>
            <a:r>
              <a:rPr lang="en-US" sz="900" dirty="0"/>
              <a:t>23467</a:t>
            </a:r>
          </a:p>
        </p:txBody>
      </p:sp>
      <p:sp>
        <p:nvSpPr>
          <p:cNvPr id="64" name="TextBox 63">
            <a:extLst>
              <a:ext uri="{FF2B5EF4-FFF2-40B4-BE49-F238E27FC236}">
                <a16:creationId xmlns:a16="http://schemas.microsoft.com/office/drawing/2014/main" id="{9ECDD32E-4A56-04EB-EC23-103F60B5DF44}"/>
              </a:ext>
            </a:extLst>
          </p:cNvPr>
          <p:cNvSpPr txBox="1"/>
          <p:nvPr/>
        </p:nvSpPr>
        <p:spPr>
          <a:xfrm>
            <a:off x="3640666" y="3406653"/>
            <a:ext cx="570089" cy="230832"/>
          </a:xfrm>
          <a:prstGeom prst="rect">
            <a:avLst/>
          </a:prstGeom>
          <a:noFill/>
        </p:spPr>
        <p:txBody>
          <a:bodyPr wrap="square" rtlCol="0">
            <a:spAutoFit/>
          </a:bodyPr>
          <a:lstStyle/>
          <a:p>
            <a:pPr algn="ctr"/>
            <a:r>
              <a:rPr lang="en-US" sz="900" dirty="0"/>
              <a:t>34</a:t>
            </a:r>
          </a:p>
        </p:txBody>
      </p:sp>
      <p:sp>
        <p:nvSpPr>
          <p:cNvPr id="66" name="TextBox 65">
            <a:extLst>
              <a:ext uri="{FF2B5EF4-FFF2-40B4-BE49-F238E27FC236}">
                <a16:creationId xmlns:a16="http://schemas.microsoft.com/office/drawing/2014/main" id="{CAA572F5-3382-5490-67B4-8D450BA88594}"/>
              </a:ext>
            </a:extLst>
          </p:cNvPr>
          <p:cNvSpPr txBox="1"/>
          <p:nvPr/>
        </p:nvSpPr>
        <p:spPr>
          <a:xfrm>
            <a:off x="3640666" y="3907597"/>
            <a:ext cx="570089" cy="230832"/>
          </a:xfrm>
          <a:prstGeom prst="rect">
            <a:avLst/>
          </a:prstGeom>
          <a:noFill/>
        </p:spPr>
        <p:txBody>
          <a:bodyPr wrap="square" rtlCol="0">
            <a:spAutoFit/>
          </a:bodyPr>
          <a:lstStyle/>
          <a:p>
            <a:pPr algn="ctr"/>
            <a:r>
              <a:rPr lang="en-US" sz="900" dirty="0"/>
              <a:t>235</a:t>
            </a:r>
          </a:p>
        </p:txBody>
      </p:sp>
      <p:sp>
        <p:nvSpPr>
          <p:cNvPr id="67" name="TextBox 66">
            <a:extLst>
              <a:ext uri="{FF2B5EF4-FFF2-40B4-BE49-F238E27FC236}">
                <a16:creationId xmlns:a16="http://schemas.microsoft.com/office/drawing/2014/main" id="{0F0FA911-E8D6-3342-FFA8-F0B9494FC8CD}"/>
              </a:ext>
            </a:extLst>
          </p:cNvPr>
          <p:cNvSpPr txBox="1"/>
          <p:nvPr/>
        </p:nvSpPr>
        <p:spPr>
          <a:xfrm>
            <a:off x="4143022" y="3907597"/>
            <a:ext cx="570089" cy="230832"/>
          </a:xfrm>
          <a:prstGeom prst="rect">
            <a:avLst/>
          </a:prstGeom>
          <a:noFill/>
        </p:spPr>
        <p:txBody>
          <a:bodyPr wrap="square" rtlCol="0">
            <a:spAutoFit/>
          </a:bodyPr>
          <a:lstStyle/>
          <a:p>
            <a:pPr algn="ctr"/>
            <a:r>
              <a:rPr lang="en-US" sz="900" dirty="0"/>
              <a:t>23</a:t>
            </a:r>
          </a:p>
        </p:txBody>
      </p:sp>
      <p:sp>
        <p:nvSpPr>
          <p:cNvPr id="68" name="TextBox 67">
            <a:extLst>
              <a:ext uri="{FF2B5EF4-FFF2-40B4-BE49-F238E27FC236}">
                <a16:creationId xmlns:a16="http://schemas.microsoft.com/office/drawing/2014/main" id="{A35796C6-46C5-13B8-9E76-B96E0286C6ED}"/>
              </a:ext>
            </a:extLst>
          </p:cNvPr>
          <p:cNvSpPr txBox="1"/>
          <p:nvPr/>
        </p:nvSpPr>
        <p:spPr>
          <a:xfrm>
            <a:off x="6654802" y="3907597"/>
            <a:ext cx="570089" cy="230832"/>
          </a:xfrm>
          <a:prstGeom prst="rect">
            <a:avLst/>
          </a:prstGeom>
          <a:noFill/>
        </p:spPr>
        <p:txBody>
          <a:bodyPr wrap="square" rtlCol="0">
            <a:spAutoFit/>
          </a:bodyPr>
          <a:lstStyle/>
          <a:p>
            <a:pPr algn="ctr"/>
            <a:r>
              <a:rPr lang="en-US" sz="900" dirty="0"/>
              <a:t>35</a:t>
            </a:r>
          </a:p>
        </p:txBody>
      </p:sp>
      <p:sp>
        <p:nvSpPr>
          <p:cNvPr id="69" name="TextBox 68">
            <a:extLst>
              <a:ext uri="{FF2B5EF4-FFF2-40B4-BE49-F238E27FC236}">
                <a16:creationId xmlns:a16="http://schemas.microsoft.com/office/drawing/2014/main" id="{7783E53D-8C53-D460-3657-C175951C60E0}"/>
              </a:ext>
            </a:extLst>
          </p:cNvPr>
          <p:cNvSpPr txBox="1"/>
          <p:nvPr/>
        </p:nvSpPr>
        <p:spPr>
          <a:xfrm>
            <a:off x="3640666" y="4909484"/>
            <a:ext cx="570089" cy="230832"/>
          </a:xfrm>
          <a:prstGeom prst="rect">
            <a:avLst/>
          </a:prstGeom>
          <a:noFill/>
        </p:spPr>
        <p:txBody>
          <a:bodyPr wrap="square" rtlCol="0">
            <a:spAutoFit/>
          </a:bodyPr>
          <a:lstStyle/>
          <a:p>
            <a:pPr algn="ctr"/>
            <a:r>
              <a:rPr lang="en-US" sz="900" dirty="0"/>
              <a:t>3467</a:t>
            </a:r>
          </a:p>
        </p:txBody>
      </p:sp>
      <p:sp>
        <p:nvSpPr>
          <p:cNvPr id="70" name="TextBox 69">
            <a:extLst>
              <a:ext uri="{FF2B5EF4-FFF2-40B4-BE49-F238E27FC236}">
                <a16:creationId xmlns:a16="http://schemas.microsoft.com/office/drawing/2014/main" id="{06DFC184-2A7C-2544-ECA4-331B981A47F4}"/>
              </a:ext>
            </a:extLst>
          </p:cNvPr>
          <p:cNvSpPr txBox="1"/>
          <p:nvPr/>
        </p:nvSpPr>
        <p:spPr>
          <a:xfrm>
            <a:off x="4143022" y="4909484"/>
            <a:ext cx="570089" cy="230832"/>
          </a:xfrm>
          <a:prstGeom prst="rect">
            <a:avLst/>
          </a:prstGeom>
          <a:noFill/>
        </p:spPr>
        <p:txBody>
          <a:bodyPr wrap="square" rtlCol="0">
            <a:spAutoFit/>
          </a:bodyPr>
          <a:lstStyle/>
          <a:p>
            <a:pPr algn="ctr"/>
            <a:r>
              <a:rPr lang="en-US" sz="900" dirty="0"/>
              <a:t>346</a:t>
            </a:r>
          </a:p>
        </p:txBody>
      </p:sp>
      <p:sp>
        <p:nvSpPr>
          <p:cNvPr id="71" name="TextBox 70">
            <a:extLst>
              <a:ext uri="{FF2B5EF4-FFF2-40B4-BE49-F238E27FC236}">
                <a16:creationId xmlns:a16="http://schemas.microsoft.com/office/drawing/2014/main" id="{7F76B7D4-850E-CC4C-D0FD-6BE3F853E324}"/>
              </a:ext>
            </a:extLst>
          </p:cNvPr>
          <p:cNvSpPr txBox="1"/>
          <p:nvPr/>
        </p:nvSpPr>
        <p:spPr>
          <a:xfrm>
            <a:off x="6152446" y="4909484"/>
            <a:ext cx="570089" cy="230832"/>
          </a:xfrm>
          <a:prstGeom prst="rect">
            <a:avLst/>
          </a:prstGeom>
          <a:noFill/>
        </p:spPr>
        <p:txBody>
          <a:bodyPr wrap="square" rtlCol="0">
            <a:spAutoFit/>
          </a:bodyPr>
          <a:lstStyle/>
          <a:p>
            <a:pPr algn="ctr"/>
            <a:r>
              <a:rPr lang="en-US" sz="900" dirty="0"/>
              <a:t>1347</a:t>
            </a:r>
          </a:p>
        </p:txBody>
      </p:sp>
      <p:sp>
        <p:nvSpPr>
          <p:cNvPr id="72" name="TextBox 71">
            <a:extLst>
              <a:ext uri="{FF2B5EF4-FFF2-40B4-BE49-F238E27FC236}">
                <a16:creationId xmlns:a16="http://schemas.microsoft.com/office/drawing/2014/main" id="{CE955D4E-3773-08B3-62AA-CBCBA1A78308}"/>
              </a:ext>
            </a:extLst>
          </p:cNvPr>
          <p:cNvSpPr txBox="1"/>
          <p:nvPr/>
        </p:nvSpPr>
        <p:spPr>
          <a:xfrm>
            <a:off x="6654802" y="4909484"/>
            <a:ext cx="570089" cy="230832"/>
          </a:xfrm>
          <a:prstGeom prst="rect">
            <a:avLst/>
          </a:prstGeom>
          <a:noFill/>
        </p:spPr>
        <p:txBody>
          <a:bodyPr wrap="square" rtlCol="0">
            <a:spAutoFit/>
          </a:bodyPr>
          <a:lstStyle/>
          <a:p>
            <a:pPr algn="ctr"/>
            <a:r>
              <a:rPr lang="en-US" sz="900" dirty="0"/>
              <a:t>347</a:t>
            </a:r>
          </a:p>
        </p:txBody>
      </p:sp>
      <p:sp>
        <p:nvSpPr>
          <p:cNvPr id="73" name="TextBox 72">
            <a:extLst>
              <a:ext uri="{FF2B5EF4-FFF2-40B4-BE49-F238E27FC236}">
                <a16:creationId xmlns:a16="http://schemas.microsoft.com/office/drawing/2014/main" id="{E2029F6E-4063-785B-3EF0-B6F51D5F204A}"/>
              </a:ext>
            </a:extLst>
          </p:cNvPr>
          <p:cNvSpPr txBox="1"/>
          <p:nvPr/>
        </p:nvSpPr>
        <p:spPr>
          <a:xfrm>
            <a:off x="7157158" y="3907597"/>
            <a:ext cx="570089" cy="230832"/>
          </a:xfrm>
          <a:prstGeom prst="rect">
            <a:avLst/>
          </a:prstGeom>
          <a:noFill/>
        </p:spPr>
        <p:txBody>
          <a:bodyPr wrap="square" rtlCol="0">
            <a:spAutoFit/>
          </a:bodyPr>
          <a:lstStyle/>
          <a:p>
            <a:pPr algn="ctr"/>
            <a:r>
              <a:rPr lang="en-US" sz="900" dirty="0"/>
              <a:t>98</a:t>
            </a:r>
          </a:p>
        </p:txBody>
      </p:sp>
      <p:sp>
        <p:nvSpPr>
          <p:cNvPr id="74" name="TextBox 73">
            <a:extLst>
              <a:ext uri="{FF2B5EF4-FFF2-40B4-BE49-F238E27FC236}">
                <a16:creationId xmlns:a16="http://schemas.microsoft.com/office/drawing/2014/main" id="{FD6AC5F2-C679-0CFE-EEEB-EA61F34A7628}"/>
              </a:ext>
            </a:extLst>
          </p:cNvPr>
          <p:cNvSpPr txBox="1"/>
          <p:nvPr/>
        </p:nvSpPr>
        <p:spPr>
          <a:xfrm>
            <a:off x="3138310" y="3907597"/>
            <a:ext cx="570089" cy="230832"/>
          </a:xfrm>
          <a:prstGeom prst="rect">
            <a:avLst/>
          </a:prstGeom>
          <a:noFill/>
        </p:spPr>
        <p:txBody>
          <a:bodyPr wrap="square" rtlCol="0">
            <a:spAutoFit/>
          </a:bodyPr>
          <a:lstStyle/>
          <a:p>
            <a:pPr algn="ctr"/>
            <a:r>
              <a:rPr lang="en-US" sz="900" dirty="0"/>
              <a:t>89</a:t>
            </a:r>
          </a:p>
        </p:txBody>
      </p:sp>
      <p:sp>
        <p:nvSpPr>
          <p:cNvPr id="75" name="TextBox 74">
            <a:extLst>
              <a:ext uri="{FF2B5EF4-FFF2-40B4-BE49-F238E27FC236}">
                <a16:creationId xmlns:a16="http://schemas.microsoft.com/office/drawing/2014/main" id="{F40EA62B-DF4E-BA91-CA26-5FC5570C41EA}"/>
              </a:ext>
            </a:extLst>
          </p:cNvPr>
          <p:cNvSpPr txBox="1"/>
          <p:nvPr/>
        </p:nvSpPr>
        <p:spPr>
          <a:xfrm>
            <a:off x="7157158" y="4909484"/>
            <a:ext cx="570089" cy="230832"/>
          </a:xfrm>
          <a:prstGeom prst="rect">
            <a:avLst/>
          </a:prstGeom>
          <a:noFill/>
        </p:spPr>
        <p:txBody>
          <a:bodyPr wrap="square" rtlCol="0">
            <a:spAutoFit/>
          </a:bodyPr>
          <a:lstStyle/>
          <a:p>
            <a:pPr algn="ctr"/>
            <a:r>
              <a:rPr lang="en-US" sz="900" dirty="0"/>
              <a:t>1349</a:t>
            </a:r>
          </a:p>
        </p:txBody>
      </p:sp>
      <p:sp>
        <p:nvSpPr>
          <p:cNvPr id="76" name="TextBox 75">
            <a:extLst>
              <a:ext uri="{FF2B5EF4-FFF2-40B4-BE49-F238E27FC236}">
                <a16:creationId xmlns:a16="http://schemas.microsoft.com/office/drawing/2014/main" id="{103D7727-01FF-9504-D8CE-71F352CFAAEA}"/>
              </a:ext>
            </a:extLst>
          </p:cNvPr>
          <p:cNvSpPr txBox="1"/>
          <p:nvPr/>
        </p:nvSpPr>
        <p:spPr>
          <a:xfrm>
            <a:off x="3138310" y="4909484"/>
            <a:ext cx="570089" cy="230832"/>
          </a:xfrm>
          <a:prstGeom prst="rect">
            <a:avLst/>
          </a:prstGeom>
          <a:noFill/>
        </p:spPr>
        <p:txBody>
          <a:bodyPr wrap="square" rtlCol="0">
            <a:spAutoFit/>
          </a:bodyPr>
          <a:lstStyle/>
          <a:p>
            <a:pPr algn="ctr"/>
            <a:r>
              <a:rPr lang="en-US" sz="900" dirty="0"/>
              <a:t>34679</a:t>
            </a:r>
          </a:p>
        </p:txBody>
      </p:sp>
      <p:sp>
        <p:nvSpPr>
          <p:cNvPr id="77" name="TextBox 76">
            <a:extLst>
              <a:ext uri="{FF2B5EF4-FFF2-40B4-BE49-F238E27FC236}">
                <a16:creationId xmlns:a16="http://schemas.microsoft.com/office/drawing/2014/main" id="{C1229AE7-738F-104E-0A37-59C1EBB10225}"/>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01A7CDCF-1C1A-0717-36B3-46609C967047}"/>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D24766DA-0F7A-6401-9101-18D0D7E23A2E}"/>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7F0B1F24-327B-92A5-9EAE-6DE39CD5BBC5}"/>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EF445AEF-5519-81DF-60F4-51B31758B7C9}"/>
              </a:ext>
            </a:extLst>
          </p:cNvPr>
          <p:cNvSpPr txBox="1"/>
          <p:nvPr/>
        </p:nvSpPr>
        <p:spPr>
          <a:xfrm>
            <a:off x="4216401" y="721216"/>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727C3ED6-78A6-B10E-73A8-FD77E55147E9}"/>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CB4F5C10-282F-347F-1C6A-2CD97FE30121}"/>
              </a:ext>
            </a:extLst>
          </p:cNvPr>
          <p:cNvSpPr txBox="1"/>
          <p:nvPr/>
        </p:nvSpPr>
        <p:spPr>
          <a:xfrm>
            <a:off x="4216401" y="1727886"/>
            <a:ext cx="462845" cy="584775"/>
          </a:xfrm>
          <a:prstGeom prst="rect">
            <a:avLst/>
          </a:prstGeom>
          <a:noFill/>
        </p:spPr>
        <p:txBody>
          <a:bodyPr wrap="square" rtlCol="0">
            <a:spAutoFit/>
          </a:bodyPr>
          <a:lstStyle/>
          <a:p>
            <a:pPr algn="ctr"/>
            <a:r>
              <a:rPr lang="en-US" sz="3200" dirty="0"/>
              <a:t>8</a:t>
            </a:r>
          </a:p>
        </p:txBody>
      </p:sp>
      <p:sp>
        <p:nvSpPr>
          <p:cNvPr id="39" name="TextBox 38">
            <a:extLst>
              <a:ext uri="{FF2B5EF4-FFF2-40B4-BE49-F238E27FC236}">
                <a16:creationId xmlns:a16="http://schemas.microsoft.com/office/drawing/2014/main" id="{38F789B3-EF1D-F59E-5C4E-19456D2AACEA}"/>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A10112F6-A75C-89CA-6741-1B1CA280B97E}"/>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48" name="TextBox 47">
            <a:extLst>
              <a:ext uri="{FF2B5EF4-FFF2-40B4-BE49-F238E27FC236}">
                <a16:creationId xmlns:a16="http://schemas.microsoft.com/office/drawing/2014/main" id="{3F700931-ADF2-BBE3-16B2-E3FFB5EBD4A1}"/>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81" name="TextBox 80">
            <a:extLst>
              <a:ext uri="{FF2B5EF4-FFF2-40B4-BE49-F238E27FC236}">
                <a16:creationId xmlns:a16="http://schemas.microsoft.com/office/drawing/2014/main" id="{851BF22E-FCF6-4C16-857E-EB7D5B5082FE}"/>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82" name="TextBox 81">
            <a:extLst>
              <a:ext uri="{FF2B5EF4-FFF2-40B4-BE49-F238E27FC236}">
                <a16:creationId xmlns:a16="http://schemas.microsoft.com/office/drawing/2014/main" id="{20BA79E7-BD7E-3A9D-D590-40367B0B6BAC}"/>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83" name="TextBox 82">
            <a:extLst>
              <a:ext uri="{FF2B5EF4-FFF2-40B4-BE49-F238E27FC236}">
                <a16:creationId xmlns:a16="http://schemas.microsoft.com/office/drawing/2014/main" id="{D0B265E6-309F-F6DE-75DD-1D384FE23851}"/>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27DB9C07-0749-A421-8BEA-B60481FB9E25}"/>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07BE81B5-9CDF-4C25-8887-2F9F1A025017}"/>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6" name="TextBox 85">
            <a:extLst>
              <a:ext uri="{FF2B5EF4-FFF2-40B4-BE49-F238E27FC236}">
                <a16:creationId xmlns:a16="http://schemas.microsoft.com/office/drawing/2014/main" id="{C6A3941D-E554-1019-F1B8-7945C2B38FD8}"/>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19119051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A1C12-B451-3572-7E33-D86028106EB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91475A8-3129-7663-B525-097E6E9B267F}"/>
              </a:ext>
            </a:extLst>
          </p:cNvPr>
          <p:cNvSpPr>
            <a:spLocks noGrp="1"/>
          </p:cNvSpPr>
          <p:nvPr>
            <p:ph sz="half" idx="1"/>
          </p:nvPr>
        </p:nvSpPr>
        <p:spPr/>
        <p:txBody>
          <a:bodyPr>
            <a:normAutofit/>
          </a:bodyPr>
          <a:lstStyle/>
          <a:p>
            <a:r>
              <a:rPr lang="en-US" dirty="0"/>
              <a:t>Finish Columns 3 and 7.</a:t>
            </a:r>
          </a:p>
        </p:txBody>
      </p:sp>
      <p:pic>
        <p:nvPicPr>
          <p:cNvPr id="4" name="Picture 3" descr="A grid of sudoku puzzle&#10;&#10;Description automatically generated">
            <a:extLst>
              <a:ext uri="{FF2B5EF4-FFF2-40B4-BE49-F238E27FC236}">
                <a16:creationId xmlns:a16="http://schemas.microsoft.com/office/drawing/2014/main" id="{E27F1E59-54DD-B7FB-F10E-7FF5FB13A10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E95B451-1A4A-7988-637F-BDB3271DFA1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DE29EC4-1B48-6691-1AFA-2AA2DD70899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5A82098-10C5-762C-343E-DB7DA1CFE42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A5B059B-52B5-ADE8-80DC-A1EAB0BD9DEC}"/>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E7A765E1-C550-5161-3110-40833A370C20}"/>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AA0EFBD4-C08B-2EE3-2CA9-D080A2EEE3B1}"/>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915A261D-B53B-199E-281C-FD8EC05A3A2A}"/>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ADA44602-AD0E-F8E5-5FAC-7B880DBB2412}"/>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31BB2511-EDCC-33CA-57D5-C6A0C84CDECA}"/>
              </a:ext>
            </a:extLst>
          </p:cNvPr>
          <p:cNvSpPr txBox="1"/>
          <p:nvPr/>
        </p:nvSpPr>
        <p:spPr>
          <a:xfrm>
            <a:off x="4143022" y="4408541"/>
            <a:ext cx="570089" cy="230832"/>
          </a:xfrm>
          <a:prstGeom prst="rect">
            <a:avLst/>
          </a:prstGeom>
          <a:noFill/>
        </p:spPr>
        <p:txBody>
          <a:bodyPr wrap="square" rtlCol="0">
            <a:spAutoFit/>
          </a:bodyPr>
          <a:lstStyle/>
          <a:p>
            <a:pPr algn="ctr"/>
            <a:r>
              <a:rPr lang="en-US" sz="900" dirty="0"/>
              <a:t>47</a:t>
            </a:r>
          </a:p>
        </p:txBody>
      </p:sp>
      <p:sp>
        <p:nvSpPr>
          <p:cNvPr id="13" name="TextBox 12">
            <a:extLst>
              <a:ext uri="{FF2B5EF4-FFF2-40B4-BE49-F238E27FC236}">
                <a16:creationId xmlns:a16="http://schemas.microsoft.com/office/drawing/2014/main" id="{EDA8C4B3-0910-2EE0-C319-8B74961BA157}"/>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DB15E46B-3A76-9C94-605C-FA773B51A7CF}"/>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77925BFC-88D7-CCA9-894D-A3F9AB314B02}"/>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DDCECCE4-3B0B-728F-810E-55D5F26F30AF}"/>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6ECA7D3F-5D35-EA9D-C19C-8DFF9394202E}"/>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67B115E4-484F-92F8-76B4-14639F57D19A}"/>
              </a:ext>
            </a:extLst>
          </p:cNvPr>
          <p:cNvSpPr txBox="1"/>
          <p:nvPr/>
        </p:nvSpPr>
        <p:spPr>
          <a:xfrm>
            <a:off x="4645378" y="2905709"/>
            <a:ext cx="570089" cy="230832"/>
          </a:xfrm>
          <a:prstGeom prst="rect">
            <a:avLst/>
          </a:prstGeom>
          <a:noFill/>
        </p:spPr>
        <p:txBody>
          <a:bodyPr wrap="square" rtlCol="0">
            <a:spAutoFit/>
          </a:bodyPr>
          <a:lstStyle/>
          <a:p>
            <a:pPr algn="ctr"/>
            <a:r>
              <a:rPr lang="en-US" sz="900" dirty="0"/>
              <a:t>59</a:t>
            </a:r>
          </a:p>
        </p:txBody>
      </p:sp>
      <p:sp>
        <p:nvSpPr>
          <p:cNvPr id="27" name="TextBox 26">
            <a:extLst>
              <a:ext uri="{FF2B5EF4-FFF2-40B4-BE49-F238E27FC236}">
                <a16:creationId xmlns:a16="http://schemas.microsoft.com/office/drawing/2014/main" id="{52741380-0D04-54D3-907D-F13A06142922}"/>
              </a:ext>
            </a:extLst>
          </p:cNvPr>
          <p:cNvSpPr txBox="1"/>
          <p:nvPr/>
        </p:nvSpPr>
        <p:spPr>
          <a:xfrm>
            <a:off x="4645378" y="3406653"/>
            <a:ext cx="570089" cy="230832"/>
          </a:xfrm>
          <a:prstGeom prst="rect">
            <a:avLst/>
          </a:prstGeom>
          <a:noFill/>
        </p:spPr>
        <p:txBody>
          <a:bodyPr wrap="square" rtlCol="0">
            <a:spAutoFit/>
          </a:bodyPr>
          <a:lstStyle/>
          <a:p>
            <a:pPr algn="ctr"/>
            <a:r>
              <a:rPr lang="en-US" sz="900" dirty="0"/>
              <a:t>95</a:t>
            </a:r>
          </a:p>
        </p:txBody>
      </p:sp>
      <p:sp>
        <p:nvSpPr>
          <p:cNvPr id="32" name="TextBox 31">
            <a:extLst>
              <a:ext uri="{FF2B5EF4-FFF2-40B4-BE49-F238E27FC236}">
                <a16:creationId xmlns:a16="http://schemas.microsoft.com/office/drawing/2014/main" id="{5018C485-D600-58BE-78CD-79265EC97D2D}"/>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A3A0C9F8-39CF-04B8-E853-FBBE802F340F}"/>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3E47C557-001A-0C5B-C5EF-BA75B7A80153}"/>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FB96A142-B422-7A1F-464E-F382DBBD214A}"/>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50548969-CA5F-F9EB-5B78-7190D188A38D}"/>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EBCFED21-921E-053D-50F7-23A47303C226}"/>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AD244AEE-52F4-3CB5-1E9F-E48112A516BC}"/>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0553A562-AC4B-327F-3F73-2700181909A7}"/>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AA37FA54-456E-609A-242C-4E03664BCAE3}"/>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BF07DEC2-DDCD-B631-3DE7-FE2D06B9EBC1}"/>
              </a:ext>
            </a:extLst>
          </p:cNvPr>
          <p:cNvSpPr txBox="1"/>
          <p:nvPr/>
        </p:nvSpPr>
        <p:spPr>
          <a:xfrm>
            <a:off x="5147734" y="2404765"/>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4261874E-1EB6-A747-2869-C0F639BC4814}"/>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40" name="TextBox 39">
            <a:extLst>
              <a:ext uri="{FF2B5EF4-FFF2-40B4-BE49-F238E27FC236}">
                <a16:creationId xmlns:a16="http://schemas.microsoft.com/office/drawing/2014/main" id="{7E8807E6-C631-A372-A452-15E2C0DCED72}"/>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647A2960-BF8B-ADFA-887B-BACD3F877F11}"/>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9D72B118-9AC5-A962-AFB2-BE3DB5C770EA}"/>
              </a:ext>
            </a:extLst>
          </p:cNvPr>
          <p:cNvSpPr txBox="1"/>
          <p:nvPr/>
        </p:nvSpPr>
        <p:spPr>
          <a:xfrm>
            <a:off x="6654802" y="901933"/>
            <a:ext cx="570089" cy="230832"/>
          </a:xfrm>
          <a:prstGeom prst="rect">
            <a:avLst/>
          </a:prstGeom>
          <a:noFill/>
        </p:spPr>
        <p:txBody>
          <a:bodyPr wrap="square" rtlCol="0">
            <a:spAutoFit/>
          </a:bodyPr>
          <a:lstStyle/>
          <a:p>
            <a:pPr algn="ctr"/>
            <a:r>
              <a:rPr lang="en-US" sz="900" dirty="0"/>
              <a:t>84</a:t>
            </a:r>
          </a:p>
        </p:txBody>
      </p:sp>
      <p:sp>
        <p:nvSpPr>
          <p:cNvPr id="45" name="TextBox 44">
            <a:extLst>
              <a:ext uri="{FF2B5EF4-FFF2-40B4-BE49-F238E27FC236}">
                <a16:creationId xmlns:a16="http://schemas.microsoft.com/office/drawing/2014/main" id="{6340E224-B090-8C39-8A1D-D1203FE6D5FE}"/>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1347</a:t>
            </a:r>
          </a:p>
        </p:txBody>
      </p:sp>
      <p:sp>
        <p:nvSpPr>
          <p:cNvPr id="46" name="TextBox 45">
            <a:extLst>
              <a:ext uri="{FF2B5EF4-FFF2-40B4-BE49-F238E27FC236}">
                <a16:creationId xmlns:a16="http://schemas.microsoft.com/office/drawing/2014/main" id="{1DD5F4F7-5D14-6877-7F7A-8C64AECDA814}"/>
              </a:ext>
            </a:extLst>
          </p:cNvPr>
          <p:cNvSpPr txBox="1"/>
          <p:nvPr/>
        </p:nvSpPr>
        <p:spPr>
          <a:xfrm>
            <a:off x="4143022" y="1402877"/>
            <a:ext cx="570089" cy="230832"/>
          </a:xfrm>
          <a:prstGeom prst="rect">
            <a:avLst/>
          </a:prstGeom>
          <a:noFill/>
        </p:spPr>
        <p:txBody>
          <a:bodyPr wrap="square" rtlCol="0">
            <a:spAutoFit/>
          </a:bodyPr>
          <a:lstStyle/>
          <a:p>
            <a:pPr algn="ctr"/>
            <a:r>
              <a:rPr lang="en-US" sz="900" dirty="0"/>
              <a:t>347</a:t>
            </a:r>
          </a:p>
        </p:txBody>
      </p:sp>
      <p:sp>
        <p:nvSpPr>
          <p:cNvPr id="47" name="TextBox 46">
            <a:extLst>
              <a:ext uri="{FF2B5EF4-FFF2-40B4-BE49-F238E27FC236}">
                <a16:creationId xmlns:a16="http://schemas.microsoft.com/office/drawing/2014/main" id="{418D11EE-0AD9-DD6F-199F-A958928D9CE2}"/>
              </a:ext>
            </a:extLst>
          </p:cNvPr>
          <p:cNvSpPr txBox="1"/>
          <p:nvPr/>
        </p:nvSpPr>
        <p:spPr>
          <a:xfrm>
            <a:off x="6152446" y="1402877"/>
            <a:ext cx="570089" cy="230832"/>
          </a:xfrm>
          <a:prstGeom prst="rect">
            <a:avLst/>
          </a:prstGeom>
          <a:noFill/>
        </p:spPr>
        <p:txBody>
          <a:bodyPr wrap="square" rtlCol="0">
            <a:spAutoFit/>
          </a:bodyPr>
          <a:lstStyle/>
          <a:p>
            <a:pPr algn="ctr"/>
            <a:r>
              <a:rPr lang="en-US" sz="900" dirty="0"/>
              <a:t>137</a:t>
            </a:r>
          </a:p>
        </p:txBody>
      </p:sp>
      <p:sp>
        <p:nvSpPr>
          <p:cNvPr id="49" name="TextBox 48">
            <a:extLst>
              <a:ext uri="{FF2B5EF4-FFF2-40B4-BE49-F238E27FC236}">
                <a16:creationId xmlns:a16="http://schemas.microsoft.com/office/drawing/2014/main" id="{F73F064D-8310-A040-6395-4947404F67C0}"/>
              </a:ext>
            </a:extLst>
          </p:cNvPr>
          <p:cNvSpPr txBox="1"/>
          <p:nvPr/>
        </p:nvSpPr>
        <p:spPr>
          <a:xfrm>
            <a:off x="3138310" y="1402877"/>
            <a:ext cx="570089" cy="230832"/>
          </a:xfrm>
          <a:prstGeom prst="rect">
            <a:avLst/>
          </a:prstGeom>
          <a:noFill/>
        </p:spPr>
        <p:txBody>
          <a:bodyPr wrap="square" rtlCol="0">
            <a:spAutoFit/>
          </a:bodyPr>
          <a:lstStyle/>
          <a:p>
            <a:pPr algn="ctr"/>
            <a:r>
              <a:rPr lang="en-US" sz="900" dirty="0"/>
              <a:t>347</a:t>
            </a:r>
          </a:p>
        </p:txBody>
      </p:sp>
      <p:sp>
        <p:nvSpPr>
          <p:cNvPr id="50" name="TextBox 49">
            <a:extLst>
              <a:ext uri="{FF2B5EF4-FFF2-40B4-BE49-F238E27FC236}">
                <a16:creationId xmlns:a16="http://schemas.microsoft.com/office/drawing/2014/main" id="{26A8849B-0240-384D-D9C9-92CA8850CADC}"/>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a:t>
            </a:r>
          </a:p>
        </p:txBody>
      </p:sp>
      <p:sp>
        <p:nvSpPr>
          <p:cNvPr id="51" name="TextBox 50">
            <a:extLst>
              <a:ext uri="{FF2B5EF4-FFF2-40B4-BE49-F238E27FC236}">
                <a16:creationId xmlns:a16="http://schemas.microsoft.com/office/drawing/2014/main" id="{E8637F86-41D6-4E81-81CB-7F525274FF7E}"/>
              </a:ext>
            </a:extLst>
          </p:cNvPr>
          <p:cNvSpPr txBox="1"/>
          <p:nvPr/>
        </p:nvSpPr>
        <p:spPr>
          <a:xfrm>
            <a:off x="6654802" y="1903821"/>
            <a:ext cx="570089" cy="230832"/>
          </a:xfrm>
          <a:prstGeom prst="rect">
            <a:avLst/>
          </a:prstGeom>
          <a:noFill/>
        </p:spPr>
        <p:txBody>
          <a:bodyPr wrap="square" rtlCol="0">
            <a:spAutoFit/>
          </a:bodyPr>
          <a:lstStyle/>
          <a:p>
            <a:pPr algn="ctr"/>
            <a:r>
              <a:rPr lang="en-US" sz="900" dirty="0"/>
              <a:t>37</a:t>
            </a:r>
          </a:p>
        </p:txBody>
      </p:sp>
      <p:sp>
        <p:nvSpPr>
          <p:cNvPr id="52" name="TextBox 51">
            <a:extLst>
              <a:ext uri="{FF2B5EF4-FFF2-40B4-BE49-F238E27FC236}">
                <a16:creationId xmlns:a16="http://schemas.microsoft.com/office/drawing/2014/main" id="{8BE3619E-B65A-AEAF-303D-91B04EEC637F}"/>
              </a:ext>
            </a:extLst>
          </p:cNvPr>
          <p:cNvSpPr txBox="1"/>
          <p:nvPr/>
        </p:nvSpPr>
        <p:spPr>
          <a:xfrm>
            <a:off x="7157158" y="1903821"/>
            <a:ext cx="570089" cy="230832"/>
          </a:xfrm>
          <a:prstGeom prst="rect">
            <a:avLst/>
          </a:prstGeom>
          <a:noFill/>
        </p:spPr>
        <p:txBody>
          <a:bodyPr wrap="square" rtlCol="0">
            <a:spAutoFit/>
          </a:bodyPr>
          <a:lstStyle/>
          <a:p>
            <a:pPr algn="ctr"/>
            <a:r>
              <a:rPr lang="en-US" sz="900" dirty="0"/>
              <a:t>13</a:t>
            </a:r>
          </a:p>
        </p:txBody>
      </p:sp>
      <p:sp>
        <p:nvSpPr>
          <p:cNvPr id="53" name="TextBox 52">
            <a:extLst>
              <a:ext uri="{FF2B5EF4-FFF2-40B4-BE49-F238E27FC236}">
                <a16:creationId xmlns:a16="http://schemas.microsoft.com/office/drawing/2014/main" id="{A128B4F5-AF8E-C6EF-7C23-7EFF6F9A0307}"/>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a:t>
            </a:r>
          </a:p>
        </p:txBody>
      </p:sp>
      <p:sp>
        <p:nvSpPr>
          <p:cNvPr id="54" name="TextBox 53">
            <a:extLst>
              <a:ext uri="{FF2B5EF4-FFF2-40B4-BE49-F238E27FC236}">
                <a16:creationId xmlns:a16="http://schemas.microsoft.com/office/drawing/2014/main" id="{27F6DE28-1275-7557-08A9-A9C8D77B26B9}"/>
              </a:ext>
            </a:extLst>
          </p:cNvPr>
          <p:cNvSpPr txBox="1"/>
          <p:nvPr/>
        </p:nvSpPr>
        <p:spPr>
          <a:xfrm>
            <a:off x="3640666" y="2404765"/>
            <a:ext cx="570089" cy="230832"/>
          </a:xfrm>
          <a:prstGeom prst="rect">
            <a:avLst/>
          </a:prstGeom>
          <a:noFill/>
        </p:spPr>
        <p:txBody>
          <a:bodyPr wrap="square" rtlCol="0">
            <a:spAutoFit/>
          </a:bodyPr>
          <a:lstStyle/>
          <a:p>
            <a:pPr algn="ctr"/>
            <a:r>
              <a:rPr lang="en-US" sz="900" dirty="0"/>
              <a:t>3478</a:t>
            </a:r>
          </a:p>
        </p:txBody>
      </p:sp>
      <p:sp>
        <p:nvSpPr>
          <p:cNvPr id="56" name="TextBox 55">
            <a:extLst>
              <a:ext uri="{FF2B5EF4-FFF2-40B4-BE49-F238E27FC236}">
                <a16:creationId xmlns:a16="http://schemas.microsoft.com/office/drawing/2014/main" id="{C35758E7-C750-2CF5-18C8-8445842F8B69}"/>
              </a:ext>
            </a:extLst>
          </p:cNvPr>
          <p:cNvSpPr txBox="1"/>
          <p:nvPr/>
        </p:nvSpPr>
        <p:spPr>
          <a:xfrm>
            <a:off x="7157158" y="2404765"/>
            <a:ext cx="570089" cy="230832"/>
          </a:xfrm>
          <a:prstGeom prst="rect">
            <a:avLst/>
          </a:prstGeom>
          <a:noFill/>
        </p:spPr>
        <p:txBody>
          <a:bodyPr wrap="square" rtlCol="0">
            <a:spAutoFit/>
          </a:bodyPr>
          <a:lstStyle/>
          <a:p>
            <a:pPr algn="ctr"/>
            <a:r>
              <a:rPr lang="en-US" sz="900" dirty="0"/>
              <a:t>348</a:t>
            </a:r>
          </a:p>
        </p:txBody>
      </p:sp>
      <p:sp>
        <p:nvSpPr>
          <p:cNvPr id="57" name="TextBox 56">
            <a:extLst>
              <a:ext uri="{FF2B5EF4-FFF2-40B4-BE49-F238E27FC236}">
                <a16:creationId xmlns:a16="http://schemas.microsoft.com/office/drawing/2014/main" id="{479A75F0-80F9-6ACE-F319-8E1E34B67843}"/>
              </a:ext>
            </a:extLst>
          </p:cNvPr>
          <p:cNvSpPr txBox="1"/>
          <p:nvPr/>
        </p:nvSpPr>
        <p:spPr>
          <a:xfrm>
            <a:off x="3138310" y="2404765"/>
            <a:ext cx="570089" cy="230832"/>
          </a:xfrm>
          <a:prstGeom prst="rect">
            <a:avLst/>
          </a:prstGeom>
          <a:noFill/>
        </p:spPr>
        <p:txBody>
          <a:bodyPr wrap="square" rtlCol="0">
            <a:spAutoFit/>
          </a:bodyPr>
          <a:lstStyle/>
          <a:p>
            <a:pPr algn="ctr"/>
            <a:r>
              <a:rPr lang="en-US" sz="900" dirty="0"/>
              <a:t>478</a:t>
            </a:r>
          </a:p>
        </p:txBody>
      </p:sp>
      <p:sp>
        <p:nvSpPr>
          <p:cNvPr id="58" name="TextBox 57">
            <a:extLst>
              <a:ext uri="{FF2B5EF4-FFF2-40B4-BE49-F238E27FC236}">
                <a16:creationId xmlns:a16="http://schemas.microsoft.com/office/drawing/2014/main" id="{B9E5B89A-CF71-C30B-17AE-A5DB8D9F83E6}"/>
              </a:ext>
            </a:extLst>
          </p:cNvPr>
          <p:cNvSpPr txBox="1"/>
          <p:nvPr/>
        </p:nvSpPr>
        <p:spPr>
          <a:xfrm>
            <a:off x="7157158" y="2905709"/>
            <a:ext cx="570089" cy="230832"/>
          </a:xfrm>
          <a:prstGeom prst="rect">
            <a:avLst/>
          </a:prstGeom>
          <a:noFill/>
        </p:spPr>
        <p:txBody>
          <a:bodyPr wrap="square" rtlCol="0">
            <a:spAutoFit/>
          </a:bodyPr>
          <a:lstStyle/>
          <a:p>
            <a:pPr algn="ctr"/>
            <a:r>
              <a:rPr lang="en-US" sz="900" dirty="0"/>
              <a:t>348</a:t>
            </a:r>
          </a:p>
        </p:txBody>
      </p:sp>
      <p:sp>
        <p:nvSpPr>
          <p:cNvPr id="59" name="TextBox 58">
            <a:extLst>
              <a:ext uri="{FF2B5EF4-FFF2-40B4-BE49-F238E27FC236}">
                <a16:creationId xmlns:a16="http://schemas.microsoft.com/office/drawing/2014/main" id="{4CCBF5EE-C06B-7664-48A1-80A50F99AC4E}"/>
              </a:ext>
            </a:extLst>
          </p:cNvPr>
          <p:cNvSpPr txBox="1"/>
          <p:nvPr/>
        </p:nvSpPr>
        <p:spPr>
          <a:xfrm>
            <a:off x="3138310" y="2905709"/>
            <a:ext cx="570089" cy="230832"/>
          </a:xfrm>
          <a:prstGeom prst="rect">
            <a:avLst/>
          </a:prstGeom>
          <a:noFill/>
        </p:spPr>
        <p:txBody>
          <a:bodyPr wrap="square" rtlCol="0">
            <a:spAutoFit/>
          </a:bodyPr>
          <a:lstStyle/>
          <a:p>
            <a:pPr algn="ctr"/>
            <a:r>
              <a:rPr lang="en-US" sz="900" dirty="0"/>
              <a:t>345678</a:t>
            </a:r>
          </a:p>
        </p:txBody>
      </p:sp>
      <p:sp>
        <p:nvSpPr>
          <p:cNvPr id="61" name="TextBox 60">
            <a:extLst>
              <a:ext uri="{FF2B5EF4-FFF2-40B4-BE49-F238E27FC236}">
                <a16:creationId xmlns:a16="http://schemas.microsoft.com/office/drawing/2014/main" id="{5973FF28-7F92-8329-AC67-9C273AE3A556}"/>
              </a:ext>
            </a:extLst>
          </p:cNvPr>
          <p:cNvSpPr txBox="1"/>
          <p:nvPr/>
        </p:nvSpPr>
        <p:spPr>
          <a:xfrm>
            <a:off x="3138310" y="3406653"/>
            <a:ext cx="570089" cy="230832"/>
          </a:xfrm>
          <a:prstGeom prst="rect">
            <a:avLst/>
          </a:prstGeom>
          <a:noFill/>
        </p:spPr>
        <p:txBody>
          <a:bodyPr wrap="square" rtlCol="0">
            <a:spAutoFit/>
          </a:bodyPr>
          <a:lstStyle/>
          <a:p>
            <a:pPr algn="ctr"/>
            <a:r>
              <a:rPr lang="en-US" sz="900" dirty="0"/>
              <a:t>45</a:t>
            </a:r>
          </a:p>
        </p:txBody>
      </p:sp>
      <p:sp>
        <p:nvSpPr>
          <p:cNvPr id="62" name="TextBox 61">
            <a:extLst>
              <a:ext uri="{FF2B5EF4-FFF2-40B4-BE49-F238E27FC236}">
                <a16:creationId xmlns:a16="http://schemas.microsoft.com/office/drawing/2014/main" id="{B4159AB9-F123-E9C7-4BAB-5CA60019EA6F}"/>
              </a:ext>
            </a:extLst>
          </p:cNvPr>
          <p:cNvSpPr txBox="1"/>
          <p:nvPr/>
        </p:nvSpPr>
        <p:spPr>
          <a:xfrm>
            <a:off x="3640666" y="2905709"/>
            <a:ext cx="570089" cy="230832"/>
          </a:xfrm>
          <a:prstGeom prst="rect">
            <a:avLst/>
          </a:prstGeom>
          <a:noFill/>
        </p:spPr>
        <p:txBody>
          <a:bodyPr wrap="square" rtlCol="0">
            <a:spAutoFit/>
          </a:bodyPr>
          <a:lstStyle/>
          <a:p>
            <a:pPr algn="ctr"/>
            <a:r>
              <a:rPr lang="en-US" sz="900" dirty="0"/>
              <a:t>23467</a:t>
            </a:r>
          </a:p>
        </p:txBody>
      </p:sp>
      <p:sp>
        <p:nvSpPr>
          <p:cNvPr id="64" name="TextBox 63">
            <a:extLst>
              <a:ext uri="{FF2B5EF4-FFF2-40B4-BE49-F238E27FC236}">
                <a16:creationId xmlns:a16="http://schemas.microsoft.com/office/drawing/2014/main" id="{EB209711-4039-B138-66E3-8EAE62CF0DD1}"/>
              </a:ext>
            </a:extLst>
          </p:cNvPr>
          <p:cNvSpPr txBox="1"/>
          <p:nvPr/>
        </p:nvSpPr>
        <p:spPr>
          <a:xfrm>
            <a:off x="3640666" y="3406653"/>
            <a:ext cx="570089" cy="230832"/>
          </a:xfrm>
          <a:prstGeom prst="rect">
            <a:avLst/>
          </a:prstGeom>
          <a:noFill/>
        </p:spPr>
        <p:txBody>
          <a:bodyPr wrap="square" rtlCol="0">
            <a:spAutoFit/>
          </a:bodyPr>
          <a:lstStyle/>
          <a:p>
            <a:pPr algn="ctr"/>
            <a:r>
              <a:rPr lang="en-US" sz="900" dirty="0"/>
              <a:t>34</a:t>
            </a:r>
          </a:p>
        </p:txBody>
      </p:sp>
      <p:sp>
        <p:nvSpPr>
          <p:cNvPr id="66" name="TextBox 65">
            <a:extLst>
              <a:ext uri="{FF2B5EF4-FFF2-40B4-BE49-F238E27FC236}">
                <a16:creationId xmlns:a16="http://schemas.microsoft.com/office/drawing/2014/main" id="{A5806BC6-B8B5-665C-70B9-16F4CA674960}"/>
              </a:ext>
            </a:extLst>
          </p:cNvPr>
          <p:cNvSpPr txBox="1"/>
          <p:nvPr/>
        </p:nvSpPr>
        <p:spPr>
          <a:xfrm>
            <a:off x="3640666" y="3907597"/>
            <a:ext cx="570089" cy="230832"/>
          </a:xfrm>
          <a:prstGeom prst="rect">
            <a:avLst/>
          </a:prstGeom>
          <a:noFill/>
        </p:spPr>
        <p:txBody>
          <a:bodyPr wrap="square" rtlCol="0">
            <a:spAutoFit/>
          </a:bodyPr>
          <a:lstStyle/>
          <a:p>
            <a:pPr algn="ctr"/>
            <a:r>
              <a:rPr lang="en-US" sz="900" dirty="0"/>
              <a:t>235</a:t>
            </a:r>
          </a:p>
        </p:txBody>
      </p:sp>
      <p:sp>
        <p:nvSpPr>
          <p:cNvPr id="67" name="TextBox 66">
            <a:extLst>
              <a:ext uri="{FF2B5EF4-FFF2-40B4-BE49-F238E27FC236}">
                <a16:creationId xmlns:a16="http://schemas.microsoft.com/office/drawing/2014/main" id="{F1F76020-6AB6-3149-5F7C-1209DFE084E9}"/>
              </a:ext>
            </a:extLst>
          </p:cNvPr>
          <p:cNvSpPr txBox="1"/>
          <p:nvPr/>
        </p:nvSpPr>
        <p:spPr>
          <a:xfrm>
            <a:off x="4143022" y="3907597"/>
            <a:ext cx="570089" cy="230832"/>
          </a:xfrm>
          <a:prstGeom prst="rect">
            <a:avLst/>
          </a:prstGeom>
          <a:noFill/>
        </p:spPr>
        <p:txBody>
          <a:bodyPr wrap="square" rtlCol="0">
            <a:spAutoFit/>
          </a:bodyPr>
          <a:lstStyle/>
          <a:p>
            <a:pPr algn="ctr"/>
            <a:r>
              <a:rPr lang="en-US" sz="900" dirty="0"/>
              <a:t>23</a:t>
            </a:r>
          </a:p>
        </p:txBody>
      </p:sp>
      <p:sp>
        <p:nvSpPr>
          <p:cNvPr id="68" name="TextBox 67">
            <a:extLst>
              <a:ext uri="{FF2B5EF4-FFF2-40B4-BE49-F238E27FC236}">
                <a16:creationId xmlns:a16="http://schemas.microsoft.com/office/drawing/2014/main" id="{949A8792-76FD-2B32-C113-30B0440599A5}"/>
              </a:ext>
            </a:extLst>
          </p:cNvPr>
          <p:cNvSpPr txBox="1"/>
          <p:nvPr/>
        </p:nvSpPr>
        <p:spPr>
          <a:xfrm>
            <a:off x="6654802" y="3907597"/>
            <a:ext cx="570089" cy="230832"/>
          </a:xfrm>
          <a:prstGeom prst="rect">
            <a:avLst/>
          </a:prstGeom>
          <a:noFill/>
        </p:spPr>
        <p:txBody>
          <a:bodyPr wrap="square" rtlCol="0">
            <a:spAutoFit/>
          </a:bodyPr>
          <a:lstStyle/>
          <a:p>
            <a:pPr algn="ctr"/>
            <a:r>
              <a:rPr lang="en-US" sz="900" dirty="0"/>
              <a:t>35</a:t>
            </a:r>
          </a:p>
        </p:txBody>
      </p:sp>
      <p:sp>
        <p:nvSpPr>
          <p:cNvPr id="69" name="TextBox 68">
            <a:extLst>
              <a:ext uri="{FF2B5EF4-FFF2-40B4-BE49-F238E27FC236}">
                <a16:creationId xmlns:a16="http://schemas.microsoft.com/office/drawing/2014/main" id="{2E617406-41DA-029E-75F5-EA1F72D4FAB7}"/>
              </a:ext>
            </a:extLst>
          </p:cNvPr>
          <p:cNvSpPr txBox="1"/>
          <p:nvPr/>
        </p:nvSpPr>
        <p:spPr>
          <a:xfrm>
            <a:off x="3640666" y="4909484"/>
            <a:ext cx="570089" cy="230832"/>
          </a:xfrm>
          <a:prstGeom prst="rect">
            <a:avLst/>
          </a:prstGeom>
          <a:noFill/>
        </p:spPr>
        <p:txBody>
          <a:bodyPr wrap="square" rtlCol="0">
            <a:spAutoFit/>
          </a:bodyPr>
          <a:lstStyle/>
          <a:p>
            <a:pPr algn="ctr"/>
            <a:r>
              <a:rPr lang="en-US" sz="900" dirty="0"/>
              <a:t>3467</a:t>
            </a:r>
          </a:p>
        </p:txBody>
      </p:sp>
      <p:sp>
        <p:nvSpPr>
          <p:cNvPr id="70" name="TextBox 69">
            <a:extLst>
              <a:ext uri="{FF2B5EF4-FFF2-40B4-BE49-F238E27FC236}">
                <a16:creationId xmlns:a16="http://schemas.microsoft.com/office/drawing/2014/main" id="{7D6ECF2C-FCFB-DB4B-AFD1-03C092E9B835}"/>
              </a:ext>
            </a:extLst>
          </p:cNvPr>
          <p:cNvSpPr txBox="1"/>
          <p:nvPr/>
        </p:nvSpPr>
        <p:spPr>
          <a:xfrm>
            <a:off x="4143022" y="4909484"/>
            <a:ext cx="570089" cy="230832"/>
          </a:xfrm>
          <a:prstGeom prst="rect">
            <a:avLst/>
          </a:prstGeom>
          <a:noFill/>
        </p:spPr>
        <p:txBody>
          <a:bodyPr wrap="square" rtlCol="0">
            <a:spAutoFit/>
          </a:bodyPr>
          <a:lstStyle/>
          <a:p>
            <a:pPr algn="ctr"/>
            <a:r>
              <a:rPr lang="en-US" sz="900" dirty="0"/>
              <a:t>346</a:t>
            </a:r>
          </a:p>
        </p:txBody>
      </p:sp>
      <p:sp>
        <p:nvSpPr>
          <p:cNvPr id="71" name="TextBox 70">
            <a:extLst>
              <a:ext uri="{FF2B5EF4-FFF2-40B4-BE49-F238E27FC236}">
                <a16:creationId xmlns:a16="http://schemas.microsoft.com/office/drawing/2014/main" id="{631302D4-F0D8-47E8-825D-8BD614718BFD}"/>
              </a:ext>
            </a:extLst>
          </p:cNvPr>
          <p:cNvSpPr txBox="1"/>
          <p:nvPr/>
        </p:nvSpPr>
        <p:spPr>
          <a:xfrm>
            <a:off x="6152446" y="4909484"/>
            <a:ext cx="570089" cy="230832"/>
          </a:xfrm>
          <a:prstGeom prst="rect">
            <a:avLst/>
          </a:prstGeom>
          <a:noFill/>
        </p:spPr>
        <p:txBody>
          <a:bodyPr wrap="square" rtlCol="0">
            <a:spAutoFit/>
          </a:bodyPr>
          <a:lstStyle/>
          <a:p>
            <a:pPr algn="ctr"/>
            <a:r>
              <a:rPr lang="en-US" sz="900" dirty="0"/>
              <a:t>1347</a:t>
            </a:r>
          </a:p>
        </p:txBody>
      </p:sp>
      <p:sp>
        <p:nvSpPr>
          <p:cNvPr id="72" name="TextBox 71">
            <a:extLst>
              <a:ext uri="{FF2B5EF4-FFF2-40B4-BE49-F238E27FC236}">
                <a16:creationId xmlns:a16="http://schemas.microsoft.com/office/drawing/2014/main" id="{367F1D11-644E-29CB-B81E-CE4B62805CA6}"/>
              </a:ext>
            </a:extLst>
          </p:cNvPr>
          <p:cNvSpPr txBox="1"/>
          <p:nvPr/>
        </p:nvSpPr>
        <p:spPr>
          <a:xfrm>
            <a:off x="6654802" y="4909484"/>
            <a:ext cx="570089" cy="230832"/>
          </a:xfrm>
          <a:prstGeom prst="rect">
            <a:avLst/>
          </a:prstGeom>
          <a:noFill/>
        </p:spPr>
        <p:txBody>
          <a:bodyPr wrap="square" rtlCol="0">
            <a:spAutoFit/>
          </a:bodyPr>
          <a:lstStyle/>
          <a:p>
            <a:pPr algn="ctr"/>
            <a:r>
              <a:rPr lang="en-US" sz="900" dirty="0"/>
              <a:t>347</a:t>
            </a:r>
          </a:p>
        </p:txBody>
      </p:sp>
      <p:sp>
        <p:nvSpPr>
          <p:cNvPr id="73" name="TextBox 72">
            <a:extLst>
              <a:ext uri="{FF2B5EF4-FFF2-40B4-BE49-F238E27FC236}">
                <a16:creationId xmlns:a16="http://schemas.microsoft.com/office/drawing/2014/main" id="{BEB9C562-3E31-977D-9814-5583B713ED27}"/>
              </a:ext>
            </a:extLst>
          </p:cNvPr>
          <p:cNvSpPr txBox="1"/>
          <p:nvPr/>
        </p:nvSpPr>
        <p:spPr>
          <a:xfrm>
            <a:off x="7157158" y="3907597"/>
            <a:ext cx="570089" cy="230832"/>
          </a:xfrm>
          <a:prstGeom prst="rect">
            <a:avLst/>
          </a:prstGeom>
          <a:noFill/>
        </p:spPr>
        <p:txBody>
          <a:bodyPr wrap="square" rtlCol="0">
            <a:spAutoFit/>
          </a:bodyPr>
          <a:lstStyle/>
          <a:p>
            <a:pPr algn="ctr"/>
            <a:r>
              <a:rPr lang="en-US" sz="900" dirty="0"/>
              <a:t>98</a:t>
            </a:r>
          </a:p>
        </p:txBody>
      </p:sp>
      <p:sp>
        <p:nvSpPr>
          <p:cNvPr id="74" name="TextBox 73">
            <a:extLst>
              <a:ext uri="{FF2B5EF4-FFF2-40B4-BE49-F238E27FC236}">
                <a16:creationId xmlns:a16="http://schemas.microsoft.com/office/drawing/2014/main" id="{D4451D74-3E73-B010-B470-5A63B9EAD3AE}"/>
              </a:ext>
            </a:extLst>
          </p:cNvPr>
          <p:cNvSpPr txBox="1"/>
          <p:nvPr/>
        </p:nvSpPr>
        <p:spPr>
          <a:xfrm>
            <a:off x="3138310" y="3907597"/>
            <a:ext cx="570089" cy="230832"/>
          </a:xfrm>
          <a:prstGeom prst="rect">
            <a:avLst/>
          </a:prstGeom>
          <a:noFill/>
        </p:spPr>
        <p:txBody>
          <a:bodyPr wrap="square" rtlCol="0">
            <a:spAutoFit/>
          </a:bodyPr>
          <a:lstStyle/>
          <a:p>
            <a:pPr algn="ctr"/>
            <a:r>
              <a:rPr lang="en-US" sz="900" dirty="0"/>
              <a:t>89</a:t>
            </a:r>
          </a:p>
        </p:txBody>
      </p:sp>
      <p:sp>
        <p:nvSpPr>
          <p:cNvPr id="75" name="TextBox 74">
            <a:extLst>
              <a:ext uri="{FF2B5EF4-FFF2-40B4-BE49-F238E27FC236}">
                <a16:creationId xmlns:a16="http://schemas.microsoft.com/office/drawing/2014/main" id="{2D406615-BED2-0E34-C76D-681B5F500354}"/>
              </a:ext>
            </a:extLst>
          </p:cNvPr>
          <p:cNvSpPr txBox="1"/>
          <p:nvPr/>
        </p:nvSpPr>
        <p:spPr>
          <a:xfrm>
            <a:off x="7157158" y="4909484"/>
            <a:ext cx="570089" cy="230832"/>
          </a:xfrm>
          <a:prstGeom prst="rect">
            <a:avLst/>
          </a:prstGeom>
          <a:noFill/>
        </p:spPr>
        <p:txBody>
          <a:bodyPr wrap="square" rtlCol="0">
            <a:spAutoFit/>
          </a:bodyPr>
          <a:lstStyle/>
          <a:p>
            <a:pPr algn="ctr"/>
            <a:r>
              <a:rPr lang="en-US" sz="900" dirty="0"/>
              <a:t>1349</a:t>
            </a:r>
          </a:p>
        </p:txBody>
      </p:sp>
      <p:sp>
        <p:nvSpPr>
          <p:cNvPr id="76" name="TextBox 75">
            <a:extLst>
              <a:ext uri="{FF2B5EF4-FFF2-40B4-BE49-F238E27FC236}">
                <a16:creationId xmlns:a16="http://schemas.microsoft.com/office/drawing/2014/main" id="{8DE56C5D-AF2C-9BE2-504A-C8BDB7427820}"/>
              </a:ext>
            </a:extLst>
          </p:cNvPr>
          <p:cNvSpPr txBox="1"/>
          <p:nvPr/>
        </p:nvSpPr>
        <p:spPr>
          <a:xfrm>
            <a:off x="3138310" y="4909484"/>
            <a:ext cx="570089" cy="230832"/>
          </a:xfrm>
          <a:prstGeom prst="rect">
            <a:avLst/>
          </a:prstGeom>
          <a:noFill/>
        </p:spPr>
        <p:txBody>
          <a:bodyPr wrap="square" rtlCol="0">
            <a:spAutoFit/>
          </a:bodyPr>
          <a:lstStyle/>
          <a:p>
            <a:pPr algn="ctr"/>
            <a:r>
              <a:rPr lang="en-US" sz="900" dirty="0"/>
              <a:t>34679</a:t>
            </a:r>
          </a:p>
        </p:txBody>
      </p:sp>
      <p:sp>
        <p:nvSpPr>
          <p:cNvPr id="77" name="TextBox 76">
            <a:extLst>
              <a:ext uri="{FF2B5EF4-FFF2-40B4-BE49-F238E27FC236}">
                <a16:creationId xmlns:a16="http://schemas.microsoft.com/office/drawing/2014/main" id="{0D758CAB-810D-78DD-0A45-AFB46EA05335}"/>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EA9E0574-3AE2-2B91-A924-B63CA5C27FA4}"/>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BC84CEC4-904B-1205-3776-4FC15A5826FF}"/>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498FA2FA-F0E9-4435-F57C-3428796348B4}"/>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59ADCE55-813A-6331-66F6-1CA3BB9C7E88}"/>
              </a:ext>
            </a:extLst>
          </p:cNvPr>
          <p:cNvSpPr txBox="1"/>
          <p:nvPr/>
        </p:nvSpPr>
        <p:spPr>
          <a:xfrm>
            <a:off x="4216401" y="721216"/>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FDFFAB05-882E-2382-667D-BE8EEB0501E7}"/>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5F0381A0-7B4F-AF7D-0690-33DBAE85B5E2}"/>
              </a:ext>
            </a:extLst>
          </p:cNvPr>
          <p:cNvSpPr txBox="1"/>
          <p:nvPr/>
        </p:nvSpPr>
        <p:spPr>
          <a:xfrm>
            <a:off x="6152446" y="2905709"/>
            <a:ext cx="570089" cy="230832"/>
          </a:xfrm>
          <a:prstGeom prst="rect">
            <a:avLst/>
          </a:prstGeom>
          <a:noFill/>
        </p:spPr>
        <p:txBody>
          <a:bodyPr wrap="square" rtlCol="0">
            <a:spAutoFit/>
          </a:bodyPr>
          <a:lstStyle/>
          <a:p>
            <a:pPr algn="ctr"/>
            <a:r>
              <a:rPr lang="en-US" sz="900" dirty="0"/>
              <a:t>348</a:t>
            </a:r>
          </a:p>
        </p:txBody>
      </p:sp>
      <p:sp>
        <p:nvSpPr>
          <p:cNvPr id="39" name="TextBox 38">
            <a:extLst>
              <a:ext uri="{FF2B5EF4-FFF2-40B4-BE49-F238E27FC236}">
                <a16:creationId xmlns:a16="http://schemas.microsoft.com/office/drawing/2014/main" id="{4616446F-78FF-A4B9-50E8-7F697AA8D809}"/>
              </a:ext>
            </a:extLst>
          </p:cNvPr>
          <p:cNvSpPr txBox="1"/>
          <p:nvPr/>
        </p:nvSpPr>
        <p:spPr>
          <a:xfrm>
            <a:off x="4216401" y="1727886"/>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23D3CFE0-6A98-988B-EED6-77E6536D23CE}"/>
              </a:ext>
            </a:extLst>
          </p:cNvPr>
          <p:cNvSpPr txBox="1"/>
          <p:nvPr/>
        </p:nvSpPr>
        <p:spPr>
          <a:xfrm>
            <a:off x="4143022" y="2905709"/>
            <a:ext cx="570089" cy="230832"/>
          </a:xfrm>
          <a:prstGeom prst="rect">
            <a:avLst/>
          </a:prstGeom>
          <a:noFill/>
        </p:spPr>
        <p:txBody>
          <a:bodyPr wrap="square" rtlCol="0">
            <a:spAutoFit/>
          </a:bodyPr>
          <a:lstStyle/>
          <a:p>
            <a:pPr algn="ctr"/>
            <a:r>
              <a:rPr lang="en-US" sz="900" dirty="0"/>
              <a:t>234679</a:t>
            </a:r>
          </a:p>
        </p:txBody>
      </p:sp>
      <p:sp>
        <p:nvSpPr>
          <p:cNvPr id="48" name="TextBox 47">
            <a:extLst>
              <a:ext uri="{FF2B5EF4-FFF2-40B4-BE49-F238E27FC236}">
                <a16:creationId xmlns:a16="http://schemas.microsoft.com/office/drawing/2014/main" id="{9BC6023B-A7CA-3CA0-5162-A7D21DBCD9AB}"/>
              </a:ext>
            </a:extLst>
          </p:cNvPr>
          <p:cNvSpPr txBox="1"/>
          <p:nvPr/>
        </p:nvSpPr>
        <p:spPr>
          <a:xfrm>
            <a:off x="4143022" y="3406653"/>
            <a:ext cx="570089" cy="230832"/>
          </a:xfrm>
          <a:prstGeom prst="rect">
            <a:avLst/>
          </a:prstGeom>
          <a:noFill/>
        </p:spPr>
        <p:txBody>
          <a:bodyPr wrap="square" rtlCol="0">
            <a:spAutoFit/>
          </a:bodyPr>
          <a:lstStyle/>
          <a:p>
            <a:pPr algn="ctr"/>
            <a:r>
              <a:rPr lang="en-US" sz="900" dirty="0"/>
              <a:t>349</a:t>
            </a:r>
          </a:p>
        </p:txBody>
      </p:sp>
      <p:sp>
        <p:nvSpPr>
          <p:cNvPr id="81" name="TextBox 80">
            <a:extLst>
              <a:ext uri="{FF2B5EF4-FFF2-40B4-BE49-F238E27FC236}">
                <a16:creationId xmlns:a16="http://schemas.microsoft.com/office/drawing/2014/main" id="{E565DDC1-62DA-5862-0DBA-223F93886844}"/>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82" name="TextBox 81">
            <a:extLst>
              <a:ext uri="{FF2B5EF4-FFF2-40B4-BE49-F238E27FC236}">
                <a16:creationId xmlns:a16="http://schemas.microsoft.com/office/drawing/2014/main" id="{5EBE34D8-CDA5-2A65-85F5-E124A2BA6674}"/>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83" name="TextBox 82">
            <a:extLst>
              <a:ext uri="{FF2B5EF4-FFF2-40B4-BE49-F238E27FC236}">
                <a16:creationId xmlns:a16="http://schemas.microsoft.com/office/drawing/2014/main" id="{05896751-7DD2-402E-A67C-9E1F829AB875}"/>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13DEED77-6293-BE60-A800-D6536D3E3CAF}"/>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704BF392-1ABA-ACE8-70CA-5FCD322E94AA}"/>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86" name="TextBox 85">
            <a:extLst>
              <a:ext uri="{FF2B5EF4-FFF2-40B4-BE49-F238E27FC236}">
                <a16:creationId xmlns:a16="http://schemas.microsoft.com/office/drawing/2014/main" id="{DE5E5003-50FD-D1F1-3E29-7B9B90765DC9}"/>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87" name="TextBox 86">
            <a:extLst>
              <a:ext uri="{FF2B5EF4-FFF2-40B4-BE49-F238E27FC236}">
                <a16:creationId xmlns:a16="http://schemas.microsoft.com/office/drawing/2014/main" id="{462A2D46-9597-FBBF-E1FE-E03D7A3B19EC}"/>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8" name="TextBox 87">
            <a:extLst>
              <a:ext uri="{FF2B5EF4-FFF2-40B4-BE49-F238E27FC236}">
                <a16:creationId xmlns:a16="http://schemas.microsoft.com/office/drawing/2014/main" id="{3D78E317-E013-8745-246E-AB6512B518D8}"/>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9" name="TextBox 88">
            <a:extLst>
              <a:ext uri="{FF2B5EF4-FFF2-40B4-BE49-F238E27FC236}">
                <a16:creationId xmlns:a16="http://schemas.microsoft.com/office/drawing/2014/main" id="{47FD378F-4B7B-48D0-3A55-86DCE82808E0}"/>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6069347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35037-99D2-A0AB-37D7-337CCBFF20F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09557FB-099E-9451-37C4-5279799ADB99}"/>
              </a:ext>
            </a:extLst>
          </p:cNvPr>
          <p:cNvSpPr>
            <a:spLocks noGrp="1"/>
          </p:cNvSpPr>
          <p:nvPr>
            <p:ph sz="half" idx="1"/>
          </p:nvPr>
        </p:nvSpPr>
        <p:spPr/>
        <p:txBody>
          <a:bodyPr>
            <a:normAutofit/>
          </a:bodyPr>
          <a:lstStyle/>
          <a:p>
            <a:r>
              <a:rPr lang="en-US" dirty="0"/>
              <a:t>In the left center block, 3 and 4 are in Row 6.</a:t>
            </a:r>
          </a:p>
        </p:txBody>
      </p:sp>
      <p:pic>
        <p:nvPicPr>
          <p:cNvPr id="4" name="Picture 3" descr="A grid of sudoku puzzle&#10;&#10;Description automatically generated">
            <a:extLst>
              <a:ext uri="{FF2B5EF4-FFF2-40B4-BE49-F238E27FC236}">
                <a16:creationId xmlns:a16="http://schemas.microsoft.com/office/drawing/2014/main" id="{832C888C-A5E4-3460-6771-E76534048D0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C9C9B3E-882E-4CA7-EF4B-D47F5CA37A6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42F2CBC-7574-98D8-ED32-6F5CC67445C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D2767F5-260B-67BB-6AEF-CE6CAB54FEC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E94DD08-2709-02AD-34A5-13724466E66C}"/>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FC796645-29CF-EEAD-B1A6-709165188211}"/>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39D9FEEB-3B6B-BB87-2AFF-FB870D1CEBEF}"/>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8A3A948E-DEB9-73D9-79DA-3A4DB286F889}"/>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7A8ABBF0-8ED8-36EB-3176-68750469A2F3}"/>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E9489660-A295-0848-5A21-C8AEB904DF95}"/>
              </a:ext>
            </a:extLst>
          </p:cNvPr>
          <p:cNvSpPr txBox="1"/>
          <p:nvPr/>
        </p:nvSpPr>
        <p:spPr>
          <a:xfrm>
            <a:off x="4143022" y="4408541"/>
            <a:ext cx="570089" cy="230832"/>
          </a:xfrm>
          <a:prstGeom prst="rect">
            <a:avLst/>
          </a:prstGeom>
          <a:noFill/>
        </p:spPr>
        <p:txBody>
          <a:bodyPr wrap="square" rtlCol="0">
            <a:spAutoFit/>
          </a:bodyPr>
          <a:lstStyle/>
          <a:p>
            <a:pPr algn="ctr"/>
            <a:r>
              <a:rPr lang="en-US" sz="900" dirty="0"/>
              <a:t>47</a:t>
            </a:r>
          </a:p>
        </p:txBody>
      </p:sp>
      <p:sp>
        <p:nvSpPr>
          <p:cNvPr id="13" name="TextBox 12">
            <a:extLst>
              <a:ext uri="{FF2B5EF4-FFF2-40B4-BE49-F238E27FC236}">
                <a16:creationId xmlns:a16="http://schemas.microsoft.com/office/drawing/2014/main" id="{CE944CEE-B490-8960-0A51-1D70A189F0A0}"/>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CE2BF991-2E33-260A-06B9-F96803B1FC53}"/>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35554ED4-7033-35DE-C3B6-9330B4D80853}"/>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FD1557BA-D8B3-9278-7A68-A3A06C4DDDFD}"/>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2D55396B-A2CA-E76F-4CAB-CE9473504F6F}"/>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8F58759B-204C-947C-F980-EBFA1F0F2156}"/>
              </a:ext>
            </a:extLst>
          </p:cNvPr>
          <p:cNvSpPr txBox="1"/>
          <p:nvPr/>
        </p:nvSpPr>
        <p:spPr>
          <a:xfrm>
            <a:off x="4645378" y="2905709"/>
            <a:ext cx="570089" cy="230832"/>
          </a:xfrm>
          <a:prstGeom prst="rect">
            <a:avLst/>
          </a:prstGeom>
          <a:noFill/>
        </p:spPr>
        <p:txBody>
          <a:bodyPr wrap="square" rtlCol="0">
            <a:spAutoFit/>
          </a:bodyPr>
          <a:lstStyle/>
          <a:p>
            <a:pPr algn="ctr"/>
            <a:r>
              <a:rPr lang="en-US" sz="900" dirty="0"/>
              <a:t>59</a:t>
            </a:r>
          </a:p>
        </p:txBody>
      </p:sp>
      <p:sp>
        <p:nvSpPr>
          <p:cNvPr id="27" name="TextBox 26">
            <a:extLst>
              <a:ext uri="{FF2B5EF4-FFF2-40B4-BE49-F238E27FC236}">
                <a16:creationId xmlns:a16="http://schemas.microsoft.com/office/drawing/2014/main" id="{6FE4981D-E0FE-C71D-545C-D9DEC14972A9}"/>
              </a:ext>
            </a:extLst>
          </p:cNvPr>
          <p:cNvSpPr txBox="1"/>
          <p:nvPr/>
        </p:nvSpPr>
        <p:spPr>
          <a:xfrm>
            <a:off x="4645378" y="3406653"/>
            <a:ext cx="570089" cy="230832"/>
          </a:xfrm>
          <a:prstGeom prst="rect">
            <a:avLst/>
          </a:prstGeom>
          <a:noFill/>
        </p:spPr>
        <p:txBody>
          <a:bodyPr wrap="square" rtlCol="0">
            <a:spAutoFit/>
          </a:bodyPr>
          <a:lstStyle/>
          <a:p>
            <a:pPr algn="ctr"/>
            <a:r>
              <a:rPr lang="en-US" sz="900" dirty="0"/>
              <a:t>95</a:t>
            </a:r>
          </a:p>
        </p:txBody>
      </p:sp>
      <p:sp>
        <p:nvSpPr>
          <p:cNvPr id="32" name="TextBox 31">
            <a:extLst>
              <a:ext uri="{FF2B5EF4-FFF2-40B4-BE49-F238E27FC236}">
                <a16:creationId xmlns:a16="http://schemas.microsoft.com/office/drawing/2014/main" id="{043C5356-9F06-836B-A9F8-46746A9DA964}"/>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F9BCBF72-0837-097E-D0E3-7A0973E71589}"/>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FF17479A-5956-94CE-40A1-2C2192B76D01}"/>
              </a:ext>
            </a:extLst>
          </p:cNvPr>
          <p:cNvSpPr txBox="1"/>
          <p:nvPr/>
        </p:nvSpPr>
        <p:spPr>
          <a:xfrm>
            <a:off x="5650090" y="2404765"/>
            <a:ext cx="570089" cy="230832"/>
          </a:xfrm>
          <a:prstGeom prst="rect">
            <a:avLst/>
          </a:prstGeom>
          <a:noFill/>
        </p:spPr>
        <p:txBody>
          <a:bodyPr wrap="square" rtlCol="0">
            <a:spAutoFit/>
          </a:bodyPr>
          <a:lstStyle/>
          <a:p>
            <a:pPr algn="ctr"/>
            <a:r>
              <a:rPr lang="en-US" sz="900" dirty="0"/>
              <a:t>37</a:t>
            </a:r>
          </a:p>
        </p:txBody>
      </p:sp>
      <p:sp>
        <p:nvSpPr>
          <p:cNvPr id="31" name="TextBox 30">
            <a:extLst>
              <a:ext uri="{FF2B5EF4-FFF2-40B4-BE49-F238E27FC236}">
                <a16:creationId xmlns:a16="http://schemas.microsoft.com/office/drawing/2014/main" id="{1C6DF833-CCB6-E37E-17C3-C1ED3F8E7635}"/>
              </a:ext>
            </a:extLst>
          </p:cNvPr>
          <p:cNvSpPr txBox="1"/>
          <p:nvPr/>
        </p:nvSpPr>
        <p:spPr>
          <a:xfrm>
            <a:off x="5650090" y="2905709"/>
            <a:ext cx="570089" cy="230832"/>
          </a:xfrm>
          <a:prstGeom prst="rect">
            <a:avLst/>
          </a:prstGeom>
          <a:noFill/>
        </p:spPr>
        <p:txBody>
          <a:bodyPr wrap="square" rtlCol="0">
            <a:spAutoFit/>
          </a:bodyPr>
          <a:lstStyle/>
          <a:p>
            <a:pPr algn="ctr"/>
            <a:r>
              <a:rPr lang="en-US" sz="900" dirty="0"/>
              <a:t>73</a:t>
            </a:r>
          </a:p>
        </p:txBody>
      </p:sp>
      <p:sp>
        <p:nvSpPr>
          <p:cNvPr id="34" name="TextBox 33">
            <a:extLst>
              <a:ext uri="{FF2B5EF4-FFF2-40B4-BE49-F238E27FC236}">
                <a16:creationId xmlns:a16="http://schemas.microsoft.com/office/drawing/2014/main" id="{C3795DF6-312A-A1FD-51EA-295115074D4E}"/>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328542DD-D1D2-9E99-6785-62E17F15421F}"/>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A38DAD66-54EE-62C9-7506-5F85DFEA3D42}"/>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652E3FC7-21E0-A788-FEB0-D334807F6FB5}"/>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2091945F-D0A8-337F-ADC7-3715E0227C38}"/>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736B90D4-725F-1D80-B5DF-C1F4ACBFB4C1}"/>
              </a:ext>
            </a:extLst>
          </p:cNvPr>
          <p:cNvSpPr txBox="1"/>
          <p:nvPr/>
        </p:nvSpPr>
        <p:spPr>
          <a:xfrm>
            <a:off x="5147734" y="2404765"/>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739F7650-0007-7D4B-6A17-087A92FCCF3D}"/>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40" name="TextBox 39">
            <a:extLst>
              <a:ext uri="{FF2B5EF4-FFF2-40B4-BE49-F238E27FC236}">
                <a16:creationId xmlns:a16="http://schemas.microsoft.com/office/drawing/2014/main" id="{2F308FF3-911D-EE7C-E4B8-C739A2598B1A}"/>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C704634E-9299-30B0-8AFB-D7508FAB94B6}"/>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F8B7C674-212D-D3B5-9198-D19C92A7C80D}"/>
              </a:ext>
            </a:extLst>
          </p:cNvPr>
          <p:cNvSpPr txBox="1"/>
          <p:nvPr/>
        </p:nvSpPr>
        <p:spPr>
          <a:xfrm>
            <a:off x="6654802" y="901933"/>
            <a:ext cx="570089" cy="230832"/>
          </a:xfrm>
          <a:prstGeom prst="rect">
            <a:avLst/>
          </a:prstGeom>
          <a:noFill/>
        </p:spPr>
        <p:txBody>
          <a:bodyPr wrap="square" rtlCol="0">
            <a:spAutoFit/>
          </a:bodyPr>
          <a:lstStyle/>
          <a:p>
            <a:pPr algn="ctr"/>
            <a:r>
              <a:rPr lang="en-US" sz="900" dirty="0"/>
              <a:t>84</a:t>
            </a:r>
          </a:p>
        </p:txBody>
      </p:sp>
      <p:sp>
        <p:nvSpPr>
          <p:cNvPr id="45" name="TextBox 44">
            <a:extLst>
              <a:ext uri="{FF2B5EF4-FFF2-40B4-BE49-F238E27FC236}">
                <a16:creationId xmlns:a16="http://schemas.microsoft.com/office/drawing/2014/main" id="{C3B802DC-B849-A076-F403-DCD39A3BC82E}"/>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1347</a:t>
            </a:r>
          </a:p>
        </p:txBody>
      </p:sp>
      <p:sp>
        <p:nvSpPr>
          <p:cNvPr id="46" name="TextBox 45">
            <a:extLst>
              <a:ext uri="{FF2B5EF4-FFF2-40B4-BE49-F238E27FC236}">
                <a16:creationId xmlns:a16="http://schemas.microsoft.com/office/drawing/2014/main" id="{DDFF0C18-7AB9-FDE7-AD33-DD615BDAE078}"/>
              </a:ext>
            </a:extLst>
          </p:cNvPr>
          <p:cNvSpPr txBox="1"/>
          <p:nvPr/>
        </p:nvSpPr>
        <p:spPr>
          <a:xfrm>
            <a:off x="4143022" y="1402877"/>
            <a:ext cx="570089" cy="230832"/>
          </a:xfrm>
          <a:prstGeom prst="rect">
            <a:avLst/>
          </a:prstGeom>
          <a:noFill/>
        </p:spPr>
        <p:txBody>
          <a:bodyPr wrap="square" rtlCol="0">
            <a:spAutoFit/>
          </a:bodyPr>
          <a:lstStyle/>
          <a:p>
            <a:pPr algn="ctr"/>
            <a:r>
              <a:rPr lang="en-US" sz="900" dirty="0"/>
              <a:t>347</a:t>
            </a:r>
          </a:p>
        </p:txBody>
      </p:sp>
      <p:sp>
        <p:nvSpPr>
          <p:cNvPr id="47" name="TextBox 46">
            <a:extLst>
              <a:ext uri="{FF2B5EF4-FFF2-40B4-BE49-F238E27FC236}">
                <a16:creationId xmlns:a16="http://schemas.microsoft.com/office/drawing/2014/main" id="{600946CC-D670-86B2-B091-7A74E564F570}"/>
              </a:ext>
            </a:extLst>
          </p:cNvPr>
          <p:cNvSpPr txBox="1"/>
          <p:nvPr/>
        </p:nvSpPr>
        <p:spPr>
          <a:xfrm>
            <a:off x="6152446" y="1402877"/>
            <a:ext cx="570089" cy="230832"/>
          </a:xfrm>
          <a:prstGeom prst="rect">
            <a:avLst/>
          </a:prstGeom>
          <a:noFill/>
        </p:spPr>
        <p:txBody>
          <a:bodyPr wrap="square" rtlCol="0">
            <a:spAutoFit/>
          </a:bodyPr>
          <a:lstStyle/>
          <a:p>
            <a:pPr algn="ctr"/>
            <a:r>
              <a:rPr lang="en-US" sz="900" dirty="0"/>
              <a:t>137</a:t>
            </a:r>
          </a:p>
        </p:txBody>
      </p:sp>
      <p:sp>
        <p:nvSpPr>
          <p:cNvPr id="49" name="TextBox 48">
            <a:extLst>
              <a:ext uri="{FF2B5EF4-FFF2-40B4-BE49-F238E27FC236}">
                <a16:creationId xmlns:a16="http://schemas.microsoft.com/office/drawing/2014/main" id="{28F80519-5322-50CE-DB9A-D26A77C64FFE}"/>
              </a:ext>
            </a:extLst>
          </p:cNvPr>
          <p:cNvSpPr txBox="1"/>
          <p:nvPr/>
        </p:nvSpPr>
        <p:spPr>
          <a:xfrm>
            <a:off x="3138310" y="1402877"/>
            <a:ext cx="570089" cy="230832"/>
          </a:xfrm>
          <a:prstGeom prst="rect">
            <a:avLst/>
          </a:prstGeom>
          <a:noFill/>
        </p:spPr>
        <p:txBody>
          <a:bodyPr wrap="square" rtlCol="0">
            <a:spAutoFit/>
          </a:bodyPr>
          <a:lstStyle/>
          <a:p>
            <a:pPr algn="ctr"/>
            <a:r>
              <a:rPr lang="en-US" sz="900" dirty="0"/>
              <a:t>347</a:t>
            </a:r>
          </a:p>
        </p:txBody>
      </p:sp>
      <p:sp>
        <p:nvSpPr>
          <p:cNvPr id="50" name="TextBox 49">
            <a:extLst>
              <a:ext uri="{FF2B5EF4-FFF2-40B4-BE49-F238E27FC236}">
                <a16:creationId xmlns:a16="http://schemas.microsoft.com/office/drawing/2014/main" id="{621C4ACD-3ABC-4416-4378-7CC23CDBAF36}"/>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a:t>
            </a:r>
          </a:p>
        </p:txBody>
      </p:sp>
      <p:sp>
        <p:nvSpPr>
          <p:cNvPr id="51" name="TextBox 50">
            <a:extLst>
              <a:ext uri="{FF2B5EF4-FFF2-40B4-BE49-F238E27FC236}">
                <a16:creationId xmlns:a16="http://schemas.microsoft.com/office/drawing/2014/main" id="{E6D0A58C-7F7F-4503-18C2-CFAA802EAB10}"/>
              </a:ext>
            </a:extLst>
          </p:cNvPr>
          <p:cNvSpPr txBox="1"/>
          <p:nvPr/>
        </p:nvSpPr>
        <p:spPr>
          <a:xfrm>
            <a:off x="6654802" y="1903821"/>
            <a:ext cx="570089" cy="230832"/>
          </a:xfrm>
          <a:prstGeom prst="rect">
            <a:avLst/>
          </a:prstGeom>
          <a:noFill/>
        </p:spPr>
        <p:txBody>
          <a:bodyPr wrap="square" rtlCol="0">
            <a:spAutoFit/>
          </a:bodyPr>
          <a:lstStyle/>
          <a:p>
            <a:pPr algn="ctr"/>
            <a:r>
              <a:rPr lang="en-US" sz="900" dirty="0"/>
              <a:t>37</a:t>
            </a:r>
          </a:p>
        </p:txBody>
      </p:sp>
      <p:sp>
        <p:nvSpPr>
          <p:cNvPr id="52" name="TextBox 51">
            <a:extLst>
              <a:ext uri="{FF2B5EF4-FFF2-40B4-BE49-F238E27FC236}">
                <a16:creationId xmlns:a16="http://schemas.microsoft.com/office/drawing/2014/main" id="{71D767B4-E1AC-8EFA-6332-31C434E9B53E}"/>
              </a:ext>
            </a:extLst>
          </p:cNvPr>
          <p:cNvSpPr txBox="1"/>
          <p:nvPr/>
        </p:nvSpPr>
        <p:spPr>
          <a:xfrm>
            <a:off x="7157158" y="1903821"/>
            <a:ext cx="570089" cy="230832"/>
          </a:xfrm>
          <a:prstGeom prst="rect">
            <a:avLst/>
          </a:prstGeom>
          <a:noFill/>
        </p:spPr>
        <p:txBody>
          <a:bodyPr wrap="square" rtlCol="0">
            <a:spAutoFit/>
          </a:bodyPr>
          <a:lstStyle/>
          <a:p>
            <a:pPr algn="ctr"/>
            <a:r>
              <a:rPr lang="en-US" sz="900" dirty="0"/>
              <a:t>13</a:t>
            </a:r>
          </a:p>
        </p:txBody>
      </p:sp>
      <p:sp>
        <p:nvSpPr>
          <p:cNvPr id="53" name="TextBox 52">
            <a:extLst>
              <a:ext uri="{FF2B5EF4-FFF2-40B4-BE49-F238E27FC236}">
                <a16:creationId xmlns:a16="http://schemas.microsoft.com/office/drawing/2014/main" id="{09211BF6-5CB1-C033-5141-348240428815}"/>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a:t>
            </a:r>
          </a:p>
        </p:txBody>
      </p:sp>
      <p:sp>
        <p:nvSpPr>
          <p:cNvPr id="54" name="TextBox 53">
            <a:extLst>
              <a:ext uri="{FF2B5EF4-FFF2-40B4-BE49-F238E27FC236}">
                <a16:creationId xmlns:a16="http://schemas.microsoft.com/office/drawing/2014/main" id="{632B4911-5865-6D05-374B-812B21659188}"/>
              </a:ext>
            </a:extLst>
          </p:cNvPr>
          <p:cNvSpPr txBox="1"/>
          <p:nvPr/>
        </p:nvSpPr>
        <p:spPr>
          <a:xfrm>
            <a:off x="3640666" y="2404765"/>
            <a:ext cx="570089" cy="230832"/>
          </a:xfrm>
          <a:prstGeom prst="rect">
            <a:avLst/>
          </a:prstGeom>
          <a:noFill/>
        </p:spPr>
        <p:txBody>
          <a:bodyPr wrap="square" rtlCol="0">
            <a:spAutoFit/>
          </a:bodyPr>
          <a:lstStyle/>
          <a:p>
            <a:pPr algn="ctr"/>
            <a:r>
              <a:rPr lang="en-US" sz="900" dirty="0"/>
              <a:t>87</a:t>
            </a:r>
          </a:p>
        </p:txBody>
      </p:sp>
      <p:sp>
        <p:nvSpPr>
          <p:cNvPr id="56" name="TextBox 55">
            <a:extLst>
              <a:ext uri="{FF2B5EF4-FFF2-40B4-BE49-F238E27FC236}">
                <a16:creationId xmlns:a16="http://schemas.microsoft.com/office/drawing/2014/main" id="{B2A7E5A8-952E-D99C-CCD0-C4E292AE0BDD}"/>
              </a:ext>
            </a:extLst>
          </p:cNvPr>
          <p:cNvSpPr txBox="1"/>
          <p:nvPr/>
        </p:nvSpPr>
        <p:spPr>
          <a:xfrm>
            <a:off x="7157158" y="2404765"/>
            <a:ext cx="570089" cy="230832"/>
          </a:xfrm>
          <a:prstGeom prst="rect">
            <a:avLst/>
          </a:prstGeom>
          <a:noFill/>
        </p:spPr>
        <p:txBody>
          <a:bodyPr wrap="square" rtlCol="0">
            <a:spAutoFit/>
          </a:bodyPr>
          <a:lstStyle/>
          <a:p>
            <a:pPr algn="ctr"/>
            <a:r>
              <a:rPr lang="en-US" sz="900" dirty="0"/>
              <a:t>348</a:t>
            </a:r>
          </a:p>
        </p:txBody>
      </p:sp>
      <p:sp>
        <p:nvSpPr>
          <p:cNvPr id="57" name="TextBox 56">
            <a:extLst>
              <a:ext uri="{FF2B5EF4-FFF2-40B4-BE49-F238E27FC236}">
                <a16:creationId xmlns:a16="http://schemas.microsoft.com/office/drawing/2014/main" id="{D6EF715D-9EDA-800C-662D-AC1B3D693E6B}"/>
              </a:ext>
            </a:extLst>
          </p:cNvPr>
          <p:cNvSpPr txBox="1"/>
          <p:nvPr/>
        </p:nvSpPr>
        <p:spPr>
          <a:xfrm>
            <a:off x="3138310" y="2404765"/>
            <a:ext cx="570089" cy="230832"/>
          </a:xfrm>
          <a:prstGeom prst="rect">
            <a:avLst/>
          </a:prstGeom>
          <a:noFill/>
        </p:spPr>
        <p:txBody>
          <a:bodyPr wrap="square" rtlCol="0">
            <a:spAutoFit/>
          </a:bodyPr>
          <a:lstStyle/>
          <a:p>
            <a:pPr algn="ctr"/>
            <a:r>
              <a:rPr lang="en-US" sz="900" dirty="0"/>
              <a:t>78</a:t>
            </a:r>
          </a:p>
        </p:txBody>
      </p:sp>
      <p:sp>
        <p:nvSpPr>
          <p:cNvPr id="58" name="TextBox 57">
            <a:extLst>
              <a:ext uri="{FF2B5EF4-FFF2-40B4-BE49-F238E27FC236}">
                <a16:creationId xmlns:a16="http://schemas.microsoft.com/office/drawing/2014/main" id="{9D4A9266-7ECB-56C1-BCC7-8B31BB648DFF}"/>
              </a:ext>
            </a:extLst>
          </p:cNvPr>
          <p:cNvSpPr txBox="1"/>
          <p:nvPr/>
        </p:nvSpPr>
        <p:spPr>
          <a:xfrm>
            <a:off x="7157158" y="2905709"/>
            <a:ext cx="570089" cy="230832"/>
          </a:xfrm>
          <a:prstGeom prst="rect">
            <a:avLst/>
          </a:prstGeom>
          <a:noFill/>
        </p:spPr>
        <p:txBody>
          <a:bodyPr wrap="square" rtlCol="0">
            <a:spAutoFit/>
          </a:bodyPr>
          <a:lstStyle/>
          <a:p>
            <a:pPr algn="ctr"/>
            <a:r>
              <a:rPr lang="en-US" sz="900" dirty="0"/>
              <a:t>348</a:t>
            </a:r>
          </a:p>
        </p:txBody>
      </p:sp>
      <p:sp>
        <p:nvSpPr>
          <p:cNvPr id="59" name="TextBox 58">
            <a:extLst>
              <a:ext uri="{FF2B5EF4-FFF2-40B4-BE49-F238E27FC236}">
                <a16:creationId xmlns:a16="http://schemas.microsoft.com/office/drawing/2014/main" id="{A82B54B4-2141-DB51-EA54-4A18309406EF}"/>
              </a:ext>
            </a:extLst>
          </p:cNvPr>
          <p:cNvSpPr txBox="1"/>
          <p:nvPr/>
        </p:nvSpPr>
        <p:spPr>
          <a:xfrm>
            <a:off x="3138310" y="2905709"/>
            <a:ext cx="570089" cy="230832"/>
          </a:xfrm>
          <a:prstGeom prst="rect">
            <a:avLst/>
          </a:prstGeom>
          <a:noFill/>
        </p:spPr>
        <p:txBody>
          <a:bodyPr wrap="square" rtlCol="0">
            <a:spAutoFit/>
          </a:bodyPr>
          <a:lstStyle/>
          <a:p>
            <a:pPr algn="ctr"/>
            <a:r>
              <a:rPr lang="en-US" sz="900" dirty="0"/>
              <a:t>5678</a:t>
            </a:r>
          </a:p>
        </p:txBody>
      </p:sp>
      <p:sp>
        <p:nvSpPr>
          <p:cNvPr id="61" name="TextBox 60">
            <a:extLst>
              <a:ext uri="{FF2B5EF4-FFF2-40B4-BE49-F238E27FC236}">
                <a16:creationId xmlns:a16="http://schemas.microsoft.com/office/drawing/2014/main" id="{BEA7DA47-9164-5939-335A-96625E6E5B75}"/>
              </a:ext>
            </a:extLst>
          </p:cNvPr>
          <p:cNvSpPr txBox="1"/>
          <p:nvPr/>
        </p:nvSpPr>
        <p:spPr>
          <a:xfrm>
            <a:off x="3138310" y="3406653"/>
            <a:ext cx="570089" cy="230832"/>
          </a:xfrm>
          <a:prstGeom prst="rect">
            <a:avLst/>
          </a:prstGeom>
          <a:noFill/>
        </p:spPr>
        <p:txBody>
          <a:bodyPr wrap="square" rtlCol="0">
            <a:spAutoFit/>
          </a:bodyPr>
          <a:lstStyle/>
          <a:p>
            <a:pPr algn="ctr"/>
            <a:r>
              <a:rPr lang="en-US" sz="900" dirty="0"/>
              <a:t>45</a:t>
            </a:r>
          </a:p>
        </p:txBody>
      </p:sp>
      <p:sp>
        <p:nvSpPr>
          <p:cNvPr id="62" name="TextBox 61">
            <a:extLst>
              <a:ext uri="{FF2B5EF4-FFF2-40B4-BE49-F238E27FC236}">
                <a16:creationId xmlns:a16="http://schemas.microsoft.com/office/drawing/2014/main" id="{106A21CD-2BD8-94E7-DA4A-E4866A7D415F}"/>
              </a:ext>
            </a:extLst>
          </p:cNvPr>
          <p:cNvSpPr txBox="1"/>
          <p:nvPr/>
        </p:nvSpPr>
        <p:spPr>
          <a:xfrm>
            <a:off x="3640666" y="2905709"/>
            <a:ext cx="570089" cy="230832"/>
          </a:xfrm>
          <a:prstGeom prst="rect">
            <a:avLst/>
          </a:prstGeom>
          <a:noFill/>
        </p:spPr>
        <p:txBody>
          <a:bodyPr wrap="square" rtlCol="0">
            <a:spAutoFit/>
          </a:bodyPr>
          <a:lstStyle/>
          <a:p>
            <a:pPr algn="ctr"/>
            <a:r>
              <a:rPr lang="en-US" sz="900" dirty="0"/>
              <a:t>267</a:t>
            </a:r>
          </a:p>
        </p:txBody>
      </p:sp>
      <p:sp>
        <p:nvSpPr>
          <p:cNvPr id="64" name="TextBox 63">
            <a:extLst>
              <a:ext uri="{FF2B5EF4-FFF2-40B4-BE49-F238E27FC236}">
                <a16:creationId xmlns:a16="http://schemas.microsoft.com/office/drawing/2014/main" id="{B4B3740D-5D92-FB87-635E-757F4A361B27}"/>
              </a:ext>
            </a:extLst>
          </p:cNvPr>
          <p:cNvSpPr txBox="1"/>
          <p:nvPr/>
        </p:nvSpPr>
        <p:spPr>
          <a:xfrm>
            <a:off x="3640666" y="3406653"/>
            <a:ext cx="570089" cy="230832"/>
          </a:xfrm>
          <a:prstGeom prst="rect">
            <a:avLst/>
          </a:prstGeom>
          <a:noFill/>
        </p:spPr>
        <p:txBody>
          <a:bodyPr wrap="square" rtlCol="0">
            <a:spAutoFit/>
          </a:bodyPr>
          <a:lstStyle/>
          <a:p>
            <a:pPr algn="ctr"/>
            <a:r>
              <a:rPr lang="en-US" sz="900" dirty="0"/>
              <a:t>34</a:t>
            </a:r>
          </a:p>
        </p:txBody>
      </p:sp>
      <p:sp>
        <p:nvSpPr>
          <p:cNvPr id="66" name="TextBox 65">
            <a:extLst>
              <a:ext uri="{FF2B5EF4-FFF2-40B4-BE49-F238E27FC236}">
                <a16:creationId xmlns:a16="http://schemas.microsoft.com/office/drawing/2014/main" id="{5DCBA43C-EBD8-29ED-1639-7E8F1FFA357B}"/>
              </a:ext>
            </a:extLst>
          </p:cNvPr>
          <p:cNvSpPr txBox="1"/>
          <p:nvPr/>
        </p:nvSpPr>
        <p:spPr>
          <a:xfrm>
            <a:off x="3640666" y="3907597"/>
            <a:ext cx="570089" cy="230832"/>
          </a:xfrm>
          <a:prstGeom prst="rect">
            <a:avLst/>
          </a:prstGeom>
          <a:noFill/>
        </p:spPr>
        <p:txBody>
          <a:bodyPr wrap="square" rtlCol="0">
            <a:spAutoFit/>
          </a:bodyPr>
          <a:lstStyle/>
          <a:p>
            <a:pPr algn="ctr"/>
            <a:r>
              <a:rPr lang="en-US" sz="900" dirty="0"/>
              <a:t>235</a:t>
            </a:r>
          </a:p>
        </p:txBody>
      </p:sp>
      <p:sp>
        <p:nvSpPr>
          <p:cNvPr id="67" name="TextBox 66">
            <a:extLst>
              <a:ext uri="{FF2B5EF4-FFF2-40B4-BE49-F238E27FC236}">
                <a16:creationId xmlns:a16="http://schemas.microsoft.com/office/drawing/2014/main" id="{34E7BEF7-3615-FDB3-8D98-FD2D5B3A47A8}"/>
              </a:ext>
            </a:extLst>
          </p:cNvPr>
          <p:cNvSpPr txBox="1"/>
          <p:nvPr/>
        </p:nvSpPr>
        <p:spPr>
          <a:xfrm>
            <a:off x="4143022" y="3907597"/>
            <a:ext cx="570089" cy="230832"/>
          </a:xfrm>
          <a:prstGeom prst="rect">
            <a:avLst/>
          </a:prstGeom>
          <a:noFill/>
        </p:spPr>
        <p:txBody>
          <a:bodyPr wrap="square" rtlCol="0">
            <a:spAutoFit/>
          </a:bodyPr>
          <a:lstStyle/>
          <a:p>
            <a:pPr algn="ctr"/>
            <a:r>
              <a:rPr lang="en-US" sz="900" dirty="0"/>
              <a:t>23</a:t>
            </a:r>
          </a:p>
        </p:txBody>
      </p:sp>
      <p:sp>
        <p:nvSpPr>
          <p:cNvPr id="68" name="TextBox 67">
            <a:extLst>
              <a:ext uri="{FF2B5EF4-FFF2-40B4-BE49-F238E27FC236}">
                <a16:creationId xmlns:a16="http://schemas.microsoft.com/office/drawing/2014/main" id="{2773BE97-E3D5-3559-1849-9530082C9A44}"/>
              </a:ext>
            </a:extLst>
          </p:cNvPr>
          <p:cNvSpPr txBox="1"/>
          <p:nvPr/>
        </p:nvSpPr>
        <p:spPr>
          <a:xfrm>
            <a:off x="6654802" y="3907597"/>
            <a:ext cx="570089" cy="230832"/>
          </a:xfrm>
          <a:prstGeom prst="rect">
            <a:avLst/>
          </a:prstGeom>
          <a:noFill/>
        </p:spPr>
        <p:txBody>
          <a:bodyPr wrap="square" rtlCol="0">
            <a:spAutoFit/>
          </a:bodyPr>
          <a:lstStyle/>
          <a:p>
            <a:pPr algn="ctr"/>
            <a:r>
              <a:rPr lang="en-US" sz="900" dirty="0"/>
              <a:t>35</a:t>
            </a:r>
          </a:p>
        </p:txBody>
      </p:sp>
      <p:sp>
        <p:nvSpPr>
          <p:cNvPr id="69" name="TextBox 68">
            <a:extLst>
              <a:ext uri="{FF2B5EF4-FFF2-40B4-BE49-F238E27FC236}">
                <a16:creationId xmlns:a16="http://schemas.microsoft.com/office/drawing/2014/main" id="{87E4AF00-C8C7-5CE8-7055-FBEDB170B5E2}"/>
              </a:ext>
            </a:extLst>
          </p:cNvPr>
          <p:cNvSpPr txBox="1"/>
          <p:nvPr/>
        </p:nvSpPr>
        <p:spPr>
          <a:xfrm>
            <a:off x="3640666" y="4909484"/>
            <a:ext cx="570089" cy="230832"/>
          </a:xfrm>
          <a:prstGeom prst="rect">
            <a:avLst/>
          </a:prstGeom>
          <a:noFill/>
        </p:spPr>
        <p:txBody>
          <a:bodyPr wrap="square" rtlCol="0">
            <a:spAutoFit/>
          </a:bodyPr>
          <a:lstStyle/>
          <a:p>
            <a:pPr algn="ctr"/>
            <a:r>
              <a:rPr lang="en-US" sz="900" dirty="0"/>
              <a:t>3467</a:t>
            </a:r>
          </a:p>
        </p:txBody>
      </p:sp>
      <p:sp>
        <p:nvSpPr>
          <p:cNvPr id="70" name="TextBox 69">
            <a:extLst>
              <a:ext uri="{FF2B5EF4-FFF2-40B4-BE49-F238E27FC236}">
                <a16:creationId xmlns:a16="http://schemas.microsoft.com/office/drawing/2014/main" id="{B5F96133-7EA6-7BA2-E145-3347EB71765B}"/>
              </a:ext>
            </a:extLst>
          </p:cNvPr>
          <p:cNvSpPr txBox="1"/>
          <p:nvPr/>
        </p:nvSpPr>
        <p:spPr>
          <a:xfrm>
            <a:off x="4143022" y="4909484"/>
            <a:ext cx="570089" cy="230832"/>
          </a:xfrm>
          <a:prstGeom prst="rect">
            <a:avLst/>
          </a:prstGeom>
          <a:noFill/>
        </p:spPr>
        <p:txBody>
          <a:bodyPr wrap="square" rtlCol="0">
            <a:spAutoFit/>
          </a:bodyPr>
          <a:lstStyle/>
          <a:p>
            <a:pPr algn="ctr"/>
            <a:r>
              <a:rPr lang="en-US" sz="900" dirty="0"/>
              <a:t>346</a:t>
            </a:r>
          </a:p>
        </p:txBody>
      </p:sp>
      <p:sp>
        <p:nvSpPr>
          <p:cNvPr id="71" name="TextBox 70">
            <a:extLst>
              <a:ext uri="{FF2B5EF4-FFF2-40B4-BE49-F238E27FC236}">
                <a16:creationId xmlns:a16="http://schemas.microsoft.com/office/drawing/2014/main" id="{D6D0CA05-7AA2-D13E-D416-A02BD2B8E2A0}"/>
              </a:ext>
            </a:extLst>
          </p:cNvPr>
          <p:cNvSpPr txBox="1"/>
          <p:nvPr/>
        </p:nvSpPr>
        <p:spPr>
          <a:xfrm>
            <a:off x="6152446" y="4909484"/>
            <a:ext cx="570089" cy="230832"/>
          </a:xfrm>
          <a:prstGeom prst="rect">
            <a:avLst/>
          </a:prstGeom>
          <a:noFill/>
        </p:spPr>
        <p:txBody>
          <a:bodyPr wrap="square" rtlCol="0">
            <a:spAutoFit/>
          </a:bodyPr>
          <a:lstStyle/>
          <a:p>
            <a:pPr algn="ctr"/>
            <a:r>
              <a:rPr lang="en-US" sz="900" dirty="0"/>
              <a:t>1347</a:t>
            </a:r>
          </a:p>
        </p:txBody>
      </p:sp>
      <p:sp>
        <p:nvSpPr>
          <p:cNvPr id="72" name="TextBox 71">
            <a:extLst>
              <a:ext uri="{FF2B5EF4-FFF2-40B4-BE49-F238E27FC236}">
                <a16:creationId xmlns:a16="http://schemas.microsoft.com/office/drawing/2014/main" id="{C77C78F5-3604-9C17-A342-F54FE58A7FDB}"/>
              </a:ext>
            </a:extLst>
          </p:cNvPr>
          <p:cNvSpPr txBox="1"/>
          <p:nvPr/>
        </p:nvSpPr>
        <p:spPr>
          <a:xfrm>
            <a:off x="6654802" y="4909484"/>
            <a:ext cx="570089" cy="230832"/>
          </a:xfrm>
          <a:prstGeom prst="rect">
            <a:avLst/>
          </a:prstGeom>
          <a:noFill/>
        </p:spPr>
        <p:txBody>
          <a:bodyPr wrap="square" rtlCol="0">
            <a:spAutoFit/>
          </a:bodyPr>
          <a:lstStyle/>
          <a:p>
            <a:pPr algn="ctr"/>
            <a:r>
              <a:rPr lang="en-US" sz="900" dirty="0"/>
              <a:t>347</a:t>
            </a:r>
          </a:p>
        </p:txBody>
      </p:sp>
      <p:sp>
        <p:nvSpPr>
          <p:cNvPr id="73" name="TextBox 72">
            <a:extLst>
              <a:ext uri="{FF2B5EF4-FFF2-40B4-BE49-F238E27FC236}">
                <a16:creationId xmlns:a16="http://schemas.microsoft.com/office/drawing/2014/main" id="{C78E6755-89A4-B7AC-E157-0238ABD5158B}"/>
              </a:ext>
            </a:extLst>
          </p:cNvPr>
          <p:cNvSpPr txBox="1"/>
          <p:nvPr/>
        </p:nvSpPr>
        <p:spPr>
          <a:xfrm>
            <a:off x="7157158" y="3907597"/>
            <a:ext cx="570089" cy="230832"/>
          </a:xfrm>
          <a:prstGeom prst="rect">
            <a:avLst/>
          </a:prstGeom>
          <a:noFill/>
        </p:spPr>
        <p:txBody>
          <a:bodyPr wrap="square" rtlCol="0">
            <a:spAutoFit/>
          </a:bodyPr>
          <a:lstStyle/>
          <a:p>
            <a:pPr algn="ctr"/>
            <a:r>
              <a:rPr lang="en-US" sz="900" dirty="0"/>
              <a:t>98</a:t>
            </a:r>
          </a:p>
        </p:txBody>
      </p:sp>
      <p:sp>
        <p:nvSpPr>
          <p:cNvPr id="74" name="TextBox 73">
            <a:extLst>
              <a:ext uri="{FF2B5EF4-FFF2-40B4-BE49-F238E27FC236}">
                <a16:creationId xmlns:a16="http://schemas.microsoft.com/office/drawing/2014/main" id="{E3368AF4-3B20-4C39-02FB-6B51EF8FD786}"/>
              </a:ext>
            </a:extLst>
          </p:cNvPr>
          <p:cNvSpPr txBox="1"/>
          <p:nvPr/>
        </p:nvSpPr>
        <p:spPr>
          <a:xfrm>
            <a:off x="3138310" y="3907597"/>
            <a:ext cx="570089" cy="230832"/>
          </a:xfrm>
          <a:prstGeom prst="rect">
            <a:avLst/>
          </a:prstGeom>
          <a:noFill/>
        </p:spPr>
        <p:txBody>
          <a:bodyPr wrap="square" rtlCol="0">
            <a:spAutoFit/>
          </a:bodyPr>
          <a:lstStyle/>
          <a:p>
            <a:pPr algn="ctr"/>
            <a:r>
              <a:rPr lang="en-US" sz="900" dirty="0"/>
              <a:t>89</a:t>
            </a:r>
          </a:p>
        </p:txBody>
      </p:sp>
      <p:sp>
        <p:nvSpPr>
          <p:cNvPr id="75" name="TextBox 74">
            <a:extLst>
              <a:ext uri="{FF2B5EF4-FFF2-40B4-BE49-F238E27FC236}">
                <a16:creationId xmlns:a16="http://schemas.microsoft.com/office/drawing/2014/main" id="{B8416C0F-22A2-12FE-B2C7-549DC9748FF8}"/>
              </a:ext>
            </a:extLst>
          </p:cNvPr>
          <p:cNvSpPr txBox="1"/>
          <p:nvPr/>
        </p:nvSpPr>
        <p:spPr>
          <a:xfrm>
            <a:off x="7157158" y="4909484"/>
            <a:ext cx="570089" cy="230832"/>
          </a:xfrm>
          <a:prstGeom prst="rect">
            <a:avLst/>
          </a:prstGeom>
          <a:noFill/>
        </p:spPr>
        <p:txBody>
          <a:bodyPr wrap="square" rtlCol="0">
            <a:spAutoFit/>
          </a:bodyPr>
          <a:lstStyle/>
          <a:p>
            <a:pPr algn="ctr"/>
            <a:r>
              <a:rPr lang="en-US" sz="900" dirty="0"/>
              <a:t>1349</a:t>
            </a:r>
          </a:p>
        </p:txBody>
      </p:sp>
      <p:sp>
        <p:nvSpPr>
          <p:cNvPr id="76" name="TextBox 75">
            <a:extLst>
              <a:ext uri="{FF2B5EF4-FFF2-40B4-BE49-F238E27FC236}">
                <a16:creationId xmlns:a16="http://schemas.microsoft.com/office/drawing/2014/main" id="{36846FFC-DD54-70F6-7992-6ECCE424F098}"/>
              </a:ext>
            </a:extLst>
          </p:cNvPr>
          <p:cNvSpPr txBox="1"/>
          <p:nvPr/>
        </p:nvSpPr>
        <p:spPr>
          <a:xfrm>
            <a:off x="3138310" y="4909484"/>
            <a:ext cx="570089" cy="230832"/>
          </a:xfrm>
          <a:prstGeom prst="rect">
            <a:avLst/>
          </a:prstGeom>
          <a:noFill/>
        </p:spPr>
        <p:txBody>
          <a:bodyPr wrap="square" rtlCol="0">
            <a:spAutoFit/>
          </a:bodyPr>
          <a:lstStyle/>
          <a:p>
            <a:pPr algn="ctr"/>
            <a:r>
              <a:rPr lang="en-US" sz="900" dirty="0"/>
              <a:t>34679</a:t>
            </a:r>
          </a:p>
        </p:txBody>
      </p:sp>
      <p:sp>
        <p:nvSpPr>
          <p:cNvPr id="77" name="TextBox 76">
            <a:extLst>
              <a:ext uri="{FF2B5EF4-FFF2-40B4-BE49-F238E27FC236}">
                <a16:creationId xmlns:a16="http://schemas.microsoft.com/office/drawing/2014/main" id="{D74B80F1-8075-F61A-5C1D-BA76428B4808}"/>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5A15AF56-AA43-6B60-6B41-E50555149F61}"/>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1F8B4C06-F47B-06CD-CA7D-D6D9A4E6BF9B}"/>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49F19E77-7B10-2CBC-73E1-903F790A719D}"/>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FC17EB1E-F2CB-375C-E0D7-8469E4C839CB}"/>
              </a:ext>
            </a:extLst>
          </p:cNvPr>
          <p:cNvSpPr txBox="1"/>
          <p:nvPr/>
        </p:nvSpPr>
        <p:spPr>
          <a:xfrm>
            <a:off x="4216401" y="721216"/>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04FC7E81-9AC8-0243-B447-1A58834EF100}"/>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F9EDE5EC-8EFD-02B2-36FF-A17B481DBEF0}"/>
              </a:ext>
            </a:extLst>
          </p:cNvPr>
          <p:cNvSpPr txBox="1"/>
          <p:nvPr/>
        </p:nvSpPr>
        <p:spPr>
          <a:xfrm>
            <a:off x="6152446" y="2905709"/>
            <a:ext cx="570089" cy="230832"/>
          </a:xfrm>
          <a:prstGeom prst="rect">
            <a:avLst/>
          </a:prstGeom>
          <a:noFill/>
        </p:spPr>
        <p:txBody>
          <a:bodyPr wrap="square" rtlCol="0">
            <a:spAutoFit/>
          </a:bodyPr>
          <a:lstStyle/>
          <a:p>
            <a:pPr algn="ctr"/>
            <a:r>
              <a:rPr lang="en-US" sz="900" dirty="0"/>
              <a:t>348</a:t>
            </a:r>
          </a:p>
        </p:txBody>
      </p:sp>
      <p:sp>
        <p:nvSpPr>
          <p:cNvPr id="39" name="TextBox 38">
            <a:extLst>
              <a:ext uri="{FF2B5EF4-FFF2-40B4-BE49-F238E27FC236}">
                <a16:creationId xmlns:a16="http://schemas.microsoft.com/office/drawing/2014/main" id="{94C4270D-8923-D367-4756-6237E019E09F}"/>
              </a:ext>
            </a:extLst>
          </p:cNvPr>
          <p:cNvSpPr txBox="1"/>
          <p:nvPr/>
        </p:nvSpPr>
        <p:spPr>
          <a:xfrm>
            <a:off x="4216401" y="1727886"/>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1BEF2EC5-7CAA-CEA4-8CB6-750B4BE3DBD1}"/>
              </a:ext>
            </a:extLst>
          </p:cNvPr>
          <p:cNvSpPr txBox="1"/>
          <p:nvPr/>
        </p:nvSpPr>
        <p:spPr>
          <a:xfrm>
            <a:off x="4143022" y="2905709"/>
            <a:ext cx="570089" cy="230832"/>
          </a:xfrm>
          <a:prstGeom prst="rect">
            <a:avLst/>
          </a:prstGeom>
          <a:noFill/>
        </p:spPr>
        <p:txBody>
          <a:bodyPr wrap="square" rtlCol="0">
            <a:spAutoFit/>
          </a:bodyPr>
          <a:lstStyle/>
          <a:p>
            <a:pPr algn="ctr"/>
            <a:r>
              <a:rPr lang="en-US" sz="900" dirty="0"/>
              <a:t>2679</a:t>
            </a:r>
          </a:p>
        </p:txBody>
      </p:sp>
      <p:sp>
        <p:nvSpPr>
          <p:cNvPr id="48" name="TextBox 47">
            <a:extLst>
              <a:ext uri="{FF2B5EF4-FFF2-40B4-BE49-F238E27FC236}">
                <a16:creationId xmlns:a16="http://schemas.microsoft.com/office/drawing/2014/main" id="{C0ECA003-BC8E-8EA9-CC34-37228947D3E7}"/>
              </a:ext>
            </a:extLst>
          </p:cNvPr>
          <p:cNvSpPr txBox="1"/>
          <p:nvPr/>
        </p:nvSpPr>
        <p:spPr>
          <a:xfrm>
            <a:off x="4143022" y="3406653"/>
            <a:ext cx="570089" cy="230832"/>
          </a:xfrm>
          <a:prstGeom prst="rect">
            <a:avLst/>
          </a:prstGeom>
          <a:noFill/>
        </p:spPr>
        <p:txBody>
          <a:bodyPr wrap="square" rtlCol="0">
            <a:spAutoFit/>
          </a:bodyPr>
          <a:lstStyle/>
          <a:p>
            <a:pPr algn="ctr"/>
            <a:r>
              <a:rPr lang="en-US" sz="900" dirty="0"/>
              <a:t>349</a:t>
            </a:r>
          </a:p>
        </p:txBody>
      </p:sp>
      <p:sp>
        <p:nvSpPr>
          <p:cNvPr id="81" name="TextBox 80">
            <a:extLst>
              <a:ext uri="{FF2B5EF4-FFF2-40B4-BE49-F238E27FC236}">
                <a16:creationId xmlns:a16="http://schemas.microsoft.com/office/drawing/2014/main" id="{35F5FF9A-2EEB-850A-C374-5DF0E8C9AFE2}"/>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82" name="TextBox 81">
            <a:extLst>
              <a:ext uri="{FF2B5EF4-FFF2-40B4-BE49-F238E27FC236}">
                <a16:creationId xmlns:a16="http://schemas.microsoft.com/office/drawing/2014/main" id="{0AFDFE7D-DD51-6473-48FF-748809D5B692}"/>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83" name="TextBox 82">
            <a:extLst>
              <a:ext uri="{FF2B5EF4-FFF2-40B4-BE49-F238E27FC236}">
                <a16:creationId xmlns:a16="http://schemas.microsoft.com/office/drawing/2014/main" id="{8F33F18D-1820-B801-ECFC-B657BF10506B}"/>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AFD06553-DD31-79A0-7821-784762D78EB1}"/>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0DA0F4C7-CE4E-7223-DB35-5AE7D6855DCD}"/>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86" name="TextBox 85">
            <a:extLst>
              <a:ext uri="{FF2B5EF4-FFF2-40B4-BE49-F238E27FC236}">
                <a16:creationId xmlns:a16="http://schemas.microsoft.com/office/drawing/2014/main" id="{77B97201-043F-1F0C-E190-2BA5EF8C53A0}"/>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87" name="TextBox 86">
            <a:extLst>
              <a:ext uri="{FF2B5EF4-FFF2-40B4-BE49-F238E27FC236}">
                <a16:creationId xmlns:a16="http://schemas.microsoft.com/office/drawing/2014/main" id="{A17A6332-4F05-B702-19A6-BE8DE06EAF24}"/>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8" name="TextBox 87">
            <a:extLst>
              <a:ext uri="{FF2B5EF4-FFF2-40B4-BE49-F238E27FC236}">
                <a16:creationId xmlns:a16="http://schemas.microsoft.com/office/drawing/2014/main" id="{FC7567EF-98E7-94A4-3799-BC10A669C747}"/>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9" name="TextBox 88">
            <a:extLst>
              <a:ext uri="{FF2B5EF4-FFF2-40B4-BE49-F238E27FC236}">
                <a16:creationId xmlns:a16="http://schemas.microsoft.com/office/drawing/2014/main" id="{818C5D86-8A61-C02B-50D4-C869E084E9A2}"/>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35340939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7583F-FDE8-E942-64ED-1FFDF2CBA4D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4500E2E-2368-96BB-B3C0-A52E1B6A0A6B}"/>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579F7D1-3F3E-5BDA-CF90-7830DECF059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5DC7048-AA7D-C785-F704-9BBA5EF6029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8DAA4F9-8C70-8851-B220-1E9E9B24361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03F97CC-D842-65C0-78B2-B11C991CC78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A90B277-BE26-8FFC-4E49-497AA4512C57}"/>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427DDA8F-6BCC-FED6-51A2-A118B80C9549}"/>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7A21B001-16C7-26C5-96BA-8384D4D5A30D}"/>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CD429759-8D7A-6A18-5ACC-3F273B8F6BFA}"/>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82FF0BEB-4449-F5B7-5775-2D072A94C5D1}"/>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F5A38F91-CC90-BAB3-8CF9-FFF421F43E1C}"/>
              </a:ext>
            </a:extLst>
          </p:cNvPr>
          <p:cNvSpPr txBox="1"/>
          <p:nvPr/>
        </p:nvSpPr>
        <p:spPr>
          <a:xfrm>
            <a:off x="4143022" y="4408541"/>
            <a:ext cx="570089" cy="230832"/>
          </a:xfrm>
          <a:prstGeom prst="rect">
            <a:avLst/>
          </a:prstGeom>
          <a:noFill/>
        </p:spPr>
        <p:txBody>
          <a:bodyPr wrap="square" rtlCol="0">
            <a:spAutoFit/>
          </a:bodyPr>
          <a:lstStyle/>
          <a:p>
            <a:pPr algn="ctr"/>
            <a:r>
              <a:rPr lang="en-US" sz="900" dirty="0"/>
              <a:t>47</a:t>
            </a:r>
          </a:p>
        </p:txBody>
      </p:sp>
      <p:sp>
        <p:nvSpPr>
          <p:cNvPr id="13" name="TextBox 12">
            <a:extLst>
              <a:ext uri="{FF2B5EF4-FFF2-40B4-BE49-F238E27FC236}">
                <a16:creationId xmlns:a16="http://schemas.microsoft.com/office/drawing/2014/main" id="{5EBDDB4A-3F90-3E53-CF51-818F72C24021}"/>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FB647636-50E9-27AE-D5A5-11D9C70CF4C6}"/>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569D7130-B429-45F4-6B60-A090D59875A9}"/>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FA8171E2-C86D-88C9-1FF3-CDC5408CAB71}"/>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19D7B69F-E7AF-A79E-F6AE-B5E594BE0F25}"/>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AD7A9B34-A0C6-B1F7-F699-CBF351FA4FD7}"/>
              </a:ext>
            </a:extLst>
          </p:cNvPr>
          <p:cNvSpPr txBox="1"/>
          <p:nvPr/>
        </p:nvSpPr>
        <p:spPr>
          <a:xfrm>
            <a:off x="4645378" y="2905709"/>
            <a:ext cx="570089" cy="230832"/>
          </a:xfrm>
          <a:prstGeom prst="rect">
            <a:avLst/>
          </a:prstGeom>
          <a:noFill/>
        </p:spPr>
        <p:txBody>
          <a:bodyPr wrap="square" rtlCol="0">
            <a:spAutoFit/>
          </a:bodyPr>
          <a:lstStyle/>
          <a:p>
            <a:pPr algn="ctr"/>
            <a:r>
              <a:rPr lang="en-US" sz="900" dirty="0"/>
              <a:t>59</a:t>
            </a:r>
          </a:p>
        </p:txBody>
      </p:sp>
      <p:sp>
        <p:nvSpPr>
          <p:cNvPr id="27" name="TextBox 26">
            <a:extLst>
              <a:ext uri="{FF2B5EF4-FFF2-40B4-BE49-F238E27FC236}">
                <a16:creationId xmlns:a16="http://schemas.microsoft.com/office/drawing/2014/main" id="{5D9D6F3E-341B-7322-017A-5FA2BA6A929E}"/>
              </a:ext>
            </a:extLst>
          </p:cNvPr>
          <p:cNvSpPr txBox="1"/>
          <p:nvPr/>
        </p:nvSpPr>
        <p:spPr>
          <a:xfrm>
            <a:off x="4645378" y="3406653"/>
            <a:ext cx="570089" cy="230832"/>
          </a:xfrm>
          <a:prstGeom prst="rect">
            <a:avLst/>
          </a:prstGeom>
          <a:noFill/>
        </p:spPr>
        <p:txBody>
          <a:bodyPr wrap="square" rtlCol="0">
            <a:spAutoFit/>
          </a:bodyPr>
          <a:lstStyle/>
          <a:p>
            <a:pPr algn="ctr"/>
            <a:r>
              <a:rPr lang="en-US" sz="900" dirty="0"/>
              <a:t>95</a:t>
            </a:r>
          </a:p>
        </p:txBody>
      </p:sp>
      <p:sp>
        <p:nvSpPr>
          <p:cNvPr id="32" name="TextBox 31">
            <a:extLst>
              <a:ext uri="{FF2B5EF4-FFF2-40B4-BE49-F238E27FC236}">
                <a16:creationId xmlns:a16="http://schemas.microsoft.com/office/drawing/2014/main" id="{D00CA75B-DBE3-F28A-ED7D-89E50BA94063}"/>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9F1AEEF8-7F4F-150E-BF37-C52855C74B04}"/>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87FD1D46-30E9-BF97-4BB0-38290285CECA}"/>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8FD79B05-5FFE-6520-D6BF-ABDAC9A778F4}"/>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9B3595C7-3F31-3724-CC07-08389C96B6EE}"/>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DAD56CB0-DAC1-0D6B-4C8E-BA8E1265B283}"/>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9FB43710-EF88-8A24-81FA-A0657DAA32AE}"/>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D87A915D-65AA-00E1-4944-B6BF1C56FE20}"/>
              </a:ext>
            </a:extLst>
          </p:cNvPr>
          <p:cNvSpPr txBox="1"/>
          <p:nvPr/>
        </p:nvSpPr>
        <p:spPr>
          <a:xfrm>
            <a:off x="5147734" y="2404765"/>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12CC40BE-3E4B-FBC7-3962-97F2CC0EBC97}"/>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40" name="TextBox 39">
            <a:extLst>
              <a:ext uri="{FF2B5EF4-FFF2-40B4-BE49-F238E27FC236}">
                <a16:creationId xmlns:a16="http://schemas.microsoft.com/office/drawing/2014/main" id="{5B8009B3-634B-EE89-6AA8-243C50FE6E1C}"/>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5E5B3478-C3B9-C7CF-505C-8A595E8B7DFC}"/>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C8B74003-0B17-6833-1F8D-081E567B5B5B}"/>
              </a:ext>
            </a:extLst>
          </p:cNvPr>
          <p:cNvSpPr txBox="1"/>
          <p:nvPr/>
        </p:nvSpPr>
        <p:spPr>
          <a:xfrm>
            <a:off x="6654802" y="901933"/>
            <a:ext cx="570089" cy="230832"/>
          </a:xfrm>
          <a:prstGeom prst="rect">
            <a:avLst/>
          </a:prstGeom>
          <a:noFill/>
        </p:spPr>
        <p:txBody>
          <a:bodyPr wrap="square" rtlCol="0">
            <a:spAutoFit/>
          </a:bodyPr>
          <a:lstStyle/>
          <a:p>
            <a:pPr algn="ctr"/>
            <a:r>
              <a:rPr lang="en-US" sz="900" dirty="0"/>
              <a:t>84</a:t>
            </a:r>
          </a:p>
        </p:txBody>
      </p:sp>
      <p:sp>
        <p:nvSpPr>
          <p:cNvPr id="45" name="TextBox 44">
            <a:extLst>
              <a:ext uri="{FF2B5EF4-FFF2-40B4-BE49-F238E27FC236}">
                <a16:creationId xmlns:a16="http://schemas.microsoft.com/office/drawing/2014/main" id="{CAA42FE0-47A8-0466-8D8B-4882226BEC78}"/>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1347</a:t>
            </a:r>
          </a:p>
        </p:txBody>
      </p:sp>
      <p:sp>
        <p:nvSpPr>
          <p:cNvPr id="46" name="TextBox 45">
            <a:extLst>
              <a:ext uri="{FF2B5EF4-FFF2-40B4-BE49-F238E27FC236}">
                <a16:creationId xmlns:a16="http://schemas.microsoft.com/office/drawing/2014/main" id="{942774AE-61E4-3142-9E85-F2F441B4AAFA}"/>
              </a:ext>
            </a:extLst>
          </p:cNvPr>
          <p:cNvSpPr txBox="1"/>
          <p:nvPr/>
        </p:nvSpPr>
        <p:spPr>
          <a:xfrm>
            <a:off x="4143022" y="1402877"/>
            <a:ext cx="570089" cy="230832"/>
          </a:xfrm>
          <a:prstGeom prst="rect">
            <a:avLst/>
          </a:prstGeom>
          <a:noFill/>
        </p:spPr>
        <p:txBody>
          <a:bodyPr wrap="square" rtlCol="0">
            <a:spAutoFit/>
          </a:bodyPr>
          <a:lstStyle/>
          <a:p>
            <a:pPr algn="ctr"/>
            <a:r>
              <a:rPr lang="en-US" sz="900" dirty="0"/>
              <a:t>347</a:t>
            </a:r>
          </a:p>
        </p:txBody>
      </p:sp>
      <p:sp>
        <p:nvSpPr>
          <p:cNvPr id="47" name="TextBox 46">
            <a:extLst>
              <a:ext uri="{FF2B5EF4-FFF2-40B4-BE49-F238E27FC236}">
                <a16:creationId xmlns:a16="http://schemas.microsoft.com/office/drawing/2014/main" id="{C2BD9D10-CBC0-F18A-92E7-C3579D1DA953}"/>
              </a:ext>
            </a:extLst>
          </p:cNvPr>
          <p:cNvSpPr txBox="1"/>
          <p:nvPr/>
        </p:nvSpPr>
        <p:spPr>
          <a:xfrm>
            <a:off x="6152446" y="1402877"/>
            <a:ext cx="570089" cy="230832"/>
          </a:xfrm>
          <a:prstGeom prst="rect">
            <a:avLst/>
          </a:prstGeom>
          <a:noFill/>
        </p:spPr>
        <p:txBody>
          <a:bodyPr wrap="square" rtlCol="0">
            <a:spAutoFit/>
          </a:bodyPr>
          <a:lstStyle/>
          <a:p>
            <a:pPr algn="ctr"/>
            <a:r>
              <a:rPr lang="en-US" sz="900" dirty="0"/>
              <a:t>137</a:t>
            </a:r>
          </a:p>
        </p:txBody>
      </p:sp>
      <p:sp>
        <p:nvSpPr>
          <p:cNvPr id="49" name="TextBox 48">
            <a:extLst>
              <a:ext uri="{FF2B5EF4-FFF2-40B4-BE49-F238E27FC236}">
                <a16:creationId xmlns:a16="http://schemas.microsoft.com/office/drawing/2014/main" id="{E29EC47B-3C1E-637D-D5BE-0CD5B3906804}"/>
              </a:ext>
            </a:extLst>
          </p:cNvPr>
          <p:cNvSpPr txBox="1"/>
          <p:nvPr/>
        </p:nvSpPr>
        <p:spPr>
          <a:xfrm>
            <a:off x="3138310" y="1402877"/>
            <a:ext cx="570089" cy="230832"/>
          </a:xfrm>
          <a:prstGeom prst="rect">
            <a:avLst/>
          </a:prstGeom>
          <a:noFill/>
        </p:spPr>
        <p:txBody>
          <a:bodyPr wrap="square" rtlCol="0">
            <a:spAutoFit/>
          </a:bodyPr>
          <a:lstStyle/>
          <a:p>
            <a:pPr algn="ctr"/>
            <a:r>
              <a:rPr lang="en-US" sz="900" dirty="0"/>
              <a:t>347</a:t>
            </a:r>
          </a:p>
        </p:txBody>
      </p:sp>
      <p:sp>
        <p:nvSpPr>
          <p:cNvPr id="50" name="TextBox 49">
            <a:extLst>
              <a:ext uri="{FF2B5EF4-FFF2-40B4-BE49-F238E27FC236}">
                <a16:creationId xmlns:a16="http://schemas.microsoft.com/office/drawing/2014/main" id="{0EDBC89A-66BE-D386-5548-A1C3749ED0C9}"/>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a:t>
            </a:r>
          </a:p>
        </p:txBody>
      </p:sp>
      <p:sp>
        <p:nvSpPr>
          <p:cNvPr id="51" name="TextBox 50">
            <a:extLst>
              <a:ext uri="{FF2B5EF4-FFF2-40B4-BE49-F238E27FC236}">
                <a16:creationId xmlns:a16="http://schemas.microsoft.com/office/drawing/2014/main" id="{65460B2F-AE4D-1A03-884E-454C8A33E154}"/>
              </a:ext>
            </a:extLst>
          </p:cNvPr>
          <p:cNvSpPr txBox="1"/>
          <p:nvPr/>
        </p:nvSpPr>
        <p:spPr>
          <a:xfrm>
            <a:off x="6654802" y="1903821"/>
            <a:ext cx="570089" cy="230832"/>
          </a:xfrm>
          <a:prstGeom prst="rect">
            <a:avLst/>
          </a:prstGeom>
          <a:noFill/>
        </p:spPr>
        <p:txBody>
          <a:bodyPr wrap="square" rtlCol="0">
            <a:spAutoFit/>
          </a:bodyPr>
          <a:lstStyle/>
          <a:p>
            <a:pPr algn="ctr"/>
            <a:r>
              <a:rPr lang="en-US" sz="900" dirty="0"/>
              <a:t>37</a:t>
            </a:r>
          </a:p>
        </p:txBody>
      </p:sp>
      <p:sp>
        <p:nvSpPr>
          <p:cNvPr id="52" name="TextBox 51">
            <a:extLst>
              <a:ext uri="{FF2B5EF4-FFF2-40B4-BE49-F238E27FC236}">
                <a16:creationId xmlns:a16="http://schemas.microsoft.com/office/drawing/2014/main" id="{8C355926-3E98-2382-4276-01534D5422C6}"/>
              </a:ext>
            </a:extLst>
          </p:cNvPr>
          <p:cNvSpPr txBox="1"/>
          <p:nvPr/>
        </p:nvSpPr>
        <p:spPr>
          <a:xfrm>
            <a:off x="7157158" y="1903821"/>
            <a:ext cx="570089" cy="230832"/>
          </a:xfrm>
          <a:prstGeom prst="rect">
            <a:avLst/>
          </a:prstGeom>
          <a:noFill/>
        </p:spPr>
        <p:txBody>
          <a:bodyPr wrap="square" rtlCol="0">
            <a:spAutoFit/>
          </a:bodyPr>
          <a:lstStyle/>
          <a:p>
            <a:pPr algn="ctr"/>
            <a:r>
              <a:rPr lang="en-US" sz="900" dirty="0"/>
              <a:t>13</a:t>
            </a:r>
          </a:p>
        </p:txBody>
      </p:sp>
      <p:sp>
        <p:nvSpPr>
          <p:cNvPr id="53" name="TextBox 52">
            <a:extLst>
              <a:ext uri="{FF2B5EF4-FFF2-40B4-BE49-F238E27FC236}">
                <a16:creationId xmlns:a16="http://schemas.microsoft.com/office/drawing/2014/main" id="{7A47AA03-45F8-D752-0B05-E3B77BA5189E}"/>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a:t>
            </a:r>
          </a:p>
        </p:txBody>
      </p:sp>
      <p:sp>
        <p:nvSpPr>
          <p:cNvPr id="54" name="TextBox 53">
            <a:extLst>
              <a:ext uri="{FF2B5EF4-FFF2-40B4-BE49-F238E27FC236}">
                <a16:creationId xmlns:a16="http://schemas.microsoft.com/office/drawing/2014/main" id="{46621064-AF98-9830-1A38-0D2F7E542C24}"/>
              </a:ext>
            </a:extLst>
          </p:cNvPr>
          <p:cNvSpPr txBox="1"/>
          <p:nvPr/>
        </p:nvSpPr>
        <p:spPr>
          <a:xfrm>
            <a:off x="3640666" y="2404765"/>
            <a:ext cx="570089" cy="230832"/>
          </a:xfrm>
          <a:prstGeom prst="rect">
            <a:avLst/>
          </a:prstGeom>
          <a:noFill/>
        </p:spPr>
        <p:txBody>
          <a:bodyPr wrap="square" rtlCol="0">
            <a:spAutoFit/>
          </a:bodyPr>
          <a:lstStyle/>
          <a:p>
            <a:pPr algn="ctr"/>
            <a:r>
              <a:rPr lang="en-US" sz="900" dirty="0"/>
              <a:t>87</a:t>
            </a:r>
          </a:p>
        </p:txBody>
      </p:sp>
      <p:sp>
        <p:nvSpPr>
          <p:cNvPr id="56" name="TextBox 55">
            <a:extLst>
              <a:ext uri="{FF2B5EF4-FFF2-40B4-BE49-F238E27FC236}">
                <a16:creationId xmlns:a16="http://schemas.microsoft.com/office/drawing/2014/main" id="{7C7B7A7F-8185-4833-2AF6-77EFC0357F90}"/>
              </a:ext>
            </a:extLst>
          </p:cNvPr>
          <p:cNvSpPr txBox="1"/>
          <p:nvPr/>
        </p:nvSpPr>
        <p:spPr>
          <a:xfrm>
            <a:off x="7157158" y="2404765"/>
            <a:ext cx="570089" cy="230832"/>
          </a:xfrm>
          <a:prstGeom prst="rect">
            <a:avLst/>
          </a:prstGeom>
          <a:noFill/>
        </p:spPr>
        <p:txBody>
          <a:bodyPr wrap="square" rtlCol="0">
            <a:spAutoFit/>
          </a:bodyPr>
          <a:lstStyle/>
          <a:p>
            <a:pPr algn="ctr"/>
            <a:r>
              <a:rPr lang="en-US" sz="900" dirty="0"/>
              <a:t>34</a:t>
            </a:r>
          </a:p>
        </p:txBody>
      </p:sp>
      <p:sp>
        <p:nvSpPr>
          <p:cNvPr id="57" name="TextBox 56">
            <a:extLst>
              <a:ext uri="{FF2B5EF4-FFF2-40B4-BE49-F238E27FC236}">
                <a16:creationId xmlns:a16="http://schemas.microsoft.com/office/drawing/2014/main" id="{C2F9E828-FDD5-4CEA-2B76-2DC459EADBCB}"/>
              </a:ext>
            </a:extLst>
          </p:cNvPr>
          <p:cNvSpPr txBox="1"/>
          <p:nvPr/>
        </p:nvSpPr>
        <p:spPr>
          <a:xfrm>
            <a:off x="3138310" y="2404765"/>
            <a:ext cx="570089" cy="230832"/>
          </a:xfrm>
          <a:prstGeom prst="rect">
            <a:avLst/>
          </a:prstGeom>
          <a:noFill/>
        </p:spPr>
        <p:txBody>
          <a:bodyPr wrap="square" rtlCol="0">
            <a:spAutoFit/>
          </a:bodyPr>
          <a:lstStyle/>
          <a:p>
            <a:pPr algn="ctr"/>
            <a:r>
              <a:rPr lang="en-US" sz="900" dirty="0"/>
              <a:t>78</a:t>
            </a:r>
          </a:p>
        </p:txBody>
      </p:sp>
      <p:sp>
        <p:nvSpPr>
          <p:cNvPr id="58" name="TextBox 57">
            <a:extLst>
              <a:ext uri="{FF2B5EF4-FFF2-40B4-BE49-F238E27FC236}">
                <a16:creationId xmlns:a16="http://schemas.microsoft.com/office/drawing/2014/main" id="{6103D62D-3D87-66EA-7335-D703E3C56FB2}"/>
              </a:ext>
            </a:extLst>
          </p:cNvPr>
          <p:cNvSpPr txBox="1"/>
          <p:nvPr/>
        </p:nvSpPr>
        <p:spPr>
          <a:xfrm>
            <a:off x="7157158" y="2905709"/>
            <a:ext cx="570089" cy="230832"/>
          </a:xfrm>
          <a:prstGeom prst="rect">
            <a:avLst/>
          </a:prstGeom>
          <a:noFill/>
        </p:spPr>
        <p:txBody>
          <a:bodyPr wrap="square" rtlCol="0">
            <a:spAutoFit/>
          </a:bodyPr>
          <a:lstStyle/>
          <a:p>
            <a:pPr algn="ctr"/>
            <a:r>
              <a:rPr lang="en-US" sz="900" dirty="0"/>
              <a:t>348</a:t>
            </a:r>
          </a:p>
        </p:txBody>
      </p:sp>
      <p:sp>
        <p:nvSpPr>
          <p:cNvPr id="59" name="TextBox 58">
            <a:extLst>
              <a:ext uri="{FF2B5EF4-FFF2-40B4-BE49-F238E27FC236}">
                <a16:creationId xmlns:a16="http://schemas.microsoft.com/office/drawing/2014/main" id="{F53DEFFA-D2C8-EA42-5F40-BA9CAEBC354F}"/>
              </a:ext>
            </a:extLst>
          </p:cNvPr>
          <p:cNvSpPr txBox="1"/>
          <p:nvPr/>
        </p:nvSpPr>
        <p:spPr>
          <a:xfrm>
            <a:off x="3138310" y="2905709"/>
            <a:ext cx="570089" cy="230832"/>
          </a:xfrm>
          <a:prstGeom prst="rect">
            <a:avLst/>
          </a:prstGeom>
          <a:noFill/>
        </p:spPr>
        <p:txBody>
          <a:bodyPr wrap="square" rtlCol="0">
            <a:spAutoFit/>
          </a:bodyPr>
          <a:lstStyle/>
          <a:p>
            <a:pPr algn="ctr"/>
            <a:r>
              <a:rPr lang="en-US" sz="900" dirty="0"/>
              <a:t>56</a:t>
            </a:r>
          </a:p>
        </p:txBody>
      </p:sp>
      <p:sp>
        <p:nvSpPr>
          <p:cNvPr id="61" name="TextBox 60">
            <a:extLst>
              <a:ext uri="{FF2B5EF4-FFF2-40B4-BE49-F238E27FC236}">
                <a16:creationId xmlns:a16="http://schemas.microsoft.com/office/drawing/2014/main" id="{C552F741-3E39-D60E-804A-F5DAEAE2FDB5}"/>
              </a:ext>
            </a:extLst>
          </p:cNvPr>
          <p:cNvSpPr txBox="1"/>
          <p:nvPr/>
        </p:nvSpPr>
        <p:spPr>
          <a:xfrm>
            <a:off x="3138310" y="3406653"/>
            <a:ext cx="570089" cy="230832"/>
          </a:xfrm>
          <a:prstGeom prst="rect">
            <a:avLst/>
          </a:prstGeom>
          <a:noFill/>
        </p:spPr>
        <p:txBody>
          <a:bodyPr wrap="square" rtlCol="0">
            <a:spAutoFit/>
          </a:bodyPr>
          <a:lstStyle/>
          <a:p>
            <a:pPr algn="ctr"/>
            <a:r>
              <a:rPr lang="en-US" sz="900" dirty="0"/>
              <a:t>45</a:t>
            </a:r>
          </a:p>
        </p:txBody>
      </p:sp>
      <p:sp>
        <p:nvSpPr>
          <p:cNvPr id="62" name="TextBox 61">
            <a:extLst>
              <a:ext uri="{FF2B5EF4-FFF2-40B4-BE49-F238E27FC236}">
                <a16:creationId xmlns:a16="http://schemas.microsoft.com/office/drawing/2014/main" id="{DCC03D56-94B0-77B5-E9B4-E86B9A0A10EF}"/>
              </a:ext>
            </a:extLst>
          </p:cNvPr>
          <p:cNvSpPr txBox="1"/>
          <p:nvPr/>
        </p:nvSpPr>
        <p:spPr>
          <a:xfrm>
            <a:off x="3640666" y="2905709"/>
            <a:ext cx="570089" cy="230832"/>
          </a:xfrm>
          <a:prstGeom prst="rect">
            <a:avLst/>
          </a:prstGeom>
          <a:noFill/>
        </p:spPr>
        <p:txBody>
          <a:bodyPr wrap="square" rtlCol="0">
            <a:spAutoFit/>
          </a:bodyPr>
          <a:lstStyle/>
          <a:p>
            <a:pPr algn="ctr"/>
            <a:r>
              <a:rPr lang="en-US" sz="900" dirty="0"/>
              <a:t>26</a:t>
            </a:r>
          </a:p>
        </p:txBody>
      </p:sp>
      <p:sp>
        <p:nvSpPr>
          <p:cNvPr id="64" name="TextBox 63">
            <a:extLst>
              <a:ext uri="{FF2B5EF4-FFF2-40B4-BE49-F238E27FC236}">
                <a16:creationId xmlns:a16="http://schemas.microsoft.com/office/drawing/2014/main" id="{18338928-6854-53B0-AC9E-6E054C35C0F2}"/>
              </a:ext>
            </a:extLst>
          </p:cNvPr>
          <p:cNvSpPr txBox="1"/>
          <p:nvPr/>
        </p:nvSpPr>
        <p:spPr>
          <a:xfrm>
            <a:off x="3640666" y="3406653"/>
            <a:ext cx="570089" cy="230832"/>
          </a:xfrm>
          <a:prstGeom prst="rect">
            <a:avLst/>
          </a:prstGeom>
          <a:noFill/>
        </p:spPr>
        <p:txBody>
          <a:bodyPr wrap="square" rtlCol="0">
            <a:spAutoFit/>
          </a:bodyPr>
          <a:lstStyle/>
          <a:p>
            <a:pPr algn="ctr"/>
            <a:r>
              <a:rPr lang="en-US" sz="900" dirty="0"/>
              <a:t>34</a:t>
            </a:r>
          </a:p>
        </p:txBody>
      </p:sp>
      <p:sp>
        <p:nvSpPr>
          <p:cNvPr id="66" name="TextBox 65">
            <a:extLst>
              <a:ext uri="{FF2B5EF4-FFF2-40B4-BE49-F238E27FC236}">
                <a16:creationId xmlns:a16="http://schemas.microsoft.com/office/drawing/2014/main" id="{B4AAF26A-3585-05F9-6668-815F2A222F65}"/>
              </a:ext>
            </a:extLst>
          </p:cNvPr>
          <p:cNvSpPr txBox="1"/>
          <p:nvPr/>
        </p:nvSpPr>
        <p:spPr>
          <a:xfrm>
            <a:off x="3640666" y="3907597"/>
            <a:ext cx="570089" cy="230832"/>
          </a:xfrm>
          <a:prstGeom prst="rect">
            <a:avLst/>
          </a:prstGeom>
          <a:noFill/>
        </p:spPr>
        <p:txBody>
          <a:bodyPr wrap="square" rtlCol="0">
            <a:spAutoFit/>
          </a:bodyPr>
          <a:lstStyle/>
          <a:p>
            <a:pPr algn="ctr"/>
            <a:r>
              <a:rPr lang="en-US" sz="900" dirty="0"/>
              <a:t>235</a:t>
            </a:r>
          </a:p>
        </p:txBody>
      </p:sp>
      <p:sp>
        <p:nvSpPr>
          <p:cNvPr id="67" name="TextBox 66">
            <a:extLst>
              <a:ext uri="{FF2B5EF4-FFF2-40B4-BE49-F238E27FC236}">
                <a16:creationId xmlns:a16="http://schemas.microsoft.com/office/drawing/2014/main" id="{77ABFDE0-3E88-7611-E66F-C217FDF4D939}"/>
              </a:ext>
            </a:extLst>
          </p:cNvPr>
          <p:cNvSpPr txBox="1"/>
          <p:nvPr/>
        </p:nvSpPr>
        <p:spPr>
          <a:xfrm>
            <a:off x="4143022" y="3907597"/>
            <a:ext cx="570089" cy="230832"/>
          </a:xfrm>
          <a:prstGeom prst="rect">
            <a:avLst/>
          </a:prstGeom>
          <a:noFill/>
        </p:spPr>
        <p:txBody>
          <a:bodyPr wrap="square" rtlCol="0">
            <a:spAutoFit/>
          </a:bodyPr>
          <a:lstStyle/>
          <a:p>
            <a:pPr algn="ctr"/>
            <a:r>
              <a:rPr lang="en-US" sz="900" dirty="0"/>
              <a:t>23</a:t>
            </a:r>
          </a:p>
        </p:txBody>
      </p:sp>
      <p:sp>
        <p:nvSpPr>
          <p:cNvPr id="68" name="TextBox 67">
            <a:extLst>
              <a:ext uri="{FF2B5EF4-FFF2-40B4-BE49-F238E27FC236}">
                <a16:creationId xmlns:a16="http://schemas.microsoft.com/office/drawing/2014/main" id="{0E39F86D-CEAF-4D26-3ADC-7E491F34146D}"/>
              </a:ext>
            </a:extLst>
          </p:cNvPr>
          <p:cNvSpPr txBox="1"/>
          <p:nvPr/>
        </p:nvSpPr>
        <p:spPr>
          <a:xfrm>
            <a:off x="6654802" y="3907597"/>
            <a:ext cx="570089" cy="230832"/>
          </a:xfrm>
          <a:prstGeom prst="rect">
            <a:avLst/>
          </a:prstGeom>
          <a:noFill/>
        </p:spPr>
        <p:txBody>
          <a:bodyPr wrap="square" rtlCol="0">
            <a:spAutoFit/>
          </a:bodyPr>
          <a:lstStyle/>
          <a:p>
            <a:pPr algn="ctr"/>
            <a:r>
              <a:rPr lang="en-US" sz="900" dirty="0"/>
              <a:t>35</a:t>
            </a:r>
          </a:p>
        </p:txBody>
      </p:sp>
      <p:sp>
        <p:nvSpPr>
          <p:cNvPr id="69" name="TextBox 68">
            <a:extLst>
              <a:ext uri="{FF2B5EF4-FFF2-40B4-BE49-F238E27FC236}">
                <a16:creationId xmlns:a16="http://schemas.microsoft.com/office/drawing/2014/main" id="{47513A1D-4B79-23A1-87EF-0DFB20D1EFFE}"/>
              </a:ext>
            </a:extLst>
          </p:cNvPr>
          <p:cNvSpPr txBox="1"/>
          <p:nvPr/>
        </p:nvSpPr>
        <p:spPr>
          <a:xfrm>
            <a:off x="3640666" y="4909484"/>
            <a:ext cx="570089" cy="230832"/>
          </a:xfrm>
          <a:prstGeom prst="rect">
            <a:avLst/>
          </a:prstGeom>
          <a:noFill/>
        </p:spPr>
        <p:txBody>
          <a:bodyPr wrap="square" rtlCol="0">
            <a:spAutoFit/>
          </a:bodyPr>
          <a:lstStyle/>
          <a:p>
            <a:pPr algn="ctr"/>
            <a:r>
              <a:rPr lang="en-US" sz="900" dirty="0"/>
              <a:t>3467</a:t>
            </a:r>
          </a:p>
        </p:txBody>
      </p:sp>
      <p:sp>
        <p:nvSpPr>
          <p:cNvPr id="70" name="TextBox 69">
            <a:extLst>
              <a:ext uri="{FF2B5EF4-FFF2-40B4-BE49-F238E27FC236}">
                <a16:creationId xmlns:a16="http://schemas.microsoft.com/office/drawing/2014/main" id="{55712F24-7490-FD5E-7962-DC7ED7A3974B}"/>
              </a:ext>
            </a:extLst>
          </p:cNvPr>
          <p:cNvSpPr txBox="1"/>
          <p:nvPr/>
        </p:nvSpPr>
        <p:spPr>
          <a:xfrm>
            <a:off x="4143022" y="4909484"/>
            <a:ext cx="570089" cy="230832"/>
          </a:xfrm>
          <a:prstGeom prst="rect">
            <a:avLst/>
          </a:prstGeom>
          <a:noFill/>
        </p:spPr>
        <p:txBody>
          <a:bodyPr wrap="square" rtlCol="0">
            <a:spAutoFit/>
          </a:bodyPr>
          <a:lstStyle/>
          <a:p>
            <a:pPr algn="ctr"/>
            <a:r>
              <a:rPr lang="en-US" sz="900" dirty="0"/>
              <a:t>346</a:t>
            </a:r>
          </a:p>
        </p:txBody>
      </p:sp>
      <p:sp>
        <p:nvSpPr>
          <p:cNvPr id="71" name="TextBox 70">
            <a:extLst>
              <a:ext uri="{FF2B5EF4-FFF2-40B4-BE49-F238E27FC236}">
                <a16:creationId xmlns:a16="http://schemas.microsoft.com/office/drawing/2014/main" id="{636F890F-57C2-AEA9-E73C-CCDDDC1531F2}"/>
              </a:ext>
            </a:extLst>
          </p:cNvPr>
          <p:cNvSpPr txBox="1"/>
          <p:nvPr/>
        </p:nvSpPr>
        <p:spPr>
          <a:xfrm>
            <a:off x="6152446" y="4909484"/>
            <a:ext cx="570089" cy="230832"/>
          </a:xfrm>
          <a:prstGeom prst="rect">
            <a:avLst/>
          </a:prstGeom>
          <a:noFill/>
        </p:spPr>
        <p:txBody>
          <a:bodyPr wrap="square" rtlCol="0">
            <a:spAutoFit/>
          </a:bodyPr>
          <a:lstStyle/>
          <a:p>
            <a:pPr algn="ctr"/>
            <a:r>
              <a:rPr lang="en-US" sz="900" dirty="0"/>
              <a:t>1347</a:t>
            </a:r>
          </a:p>
        </p:txBody>
      </p:sp>
      <p:sp>
        <p:nvSpPr>
          <p:cNvPr id="72" name="TextBox 71">
            <a:extLst>
              <a:ext uri="{FF2B5EF4-FFF2-40B4-BE49-F238E27FC236}">
                <a16:creationId xmlns:a16="http://schemas.microsoft.com/office/drawing/2014/main" id="{5E245B5A-B362-76ED-7785-5D8BF3E30534}"/>
              </a:ext>
            </a:extLst>
          </p:cNvPr>
          <p:cNvSpPr txBox="1"/>
          <p:nvPr/>
        </p:nvSpPr>
        <p:spPr>
          <a:xfrm>
            <a:off x="6654802" y="4909484"/>
            <a:ext cx="570089" cy="230832"/>
          </a:xfrm>
          <a:prstGeom prst="rect">
            <a:avLst/>
          </a:prstGeom>
          <a:noFill/>
        </p:spPr>
        <p:txBody>
          <a:bodyPr wrap="square" rtlCol="0">
            <a:spAutoFit/>
          </a:bodyPr>
          <a:lstStyle/>
          <a:p>
            <a:pPr algn="ctr"/>
            <a:r>
              <a:rPr lang="en-US" sz="900" dirty="0"/>
              <a:t>347</a:t>
            </a:r>
          </a:p>
        </p:txBody>
      </p:sp>
      <p:sp>
        <p:nvSpPr>
          <p:cNvPr id="73" name="TextBox 72">
            <a:extLst>
              <a:ext uri="{FF2B5EF4-FFF2-40B4-BE49-F238E27FC236}">
                <a16:creationId xmlns:a16="http://schemas.microsoft.com/office/drawing/2014/main" id="{FE0F2712-FEC4-2F31-92F1-B10983D82C7E}"/>
              </a:ext>
            </a:extLst>
          </p:cNvPr>
          <p:cNvSpPr txBox="1"/>
          <p:nvPr/>
        </p:nvSpPr>
        <p:spPr>
          <a:xfrm>
            <a:off x="7157158" y="3907597"/>
            <a:ext cx="570089" cy="230832"/>
          </a:xfrm>
          <a:prstGeom prst="rect">
            <a:avLst/>
          </a:prstGeom>
          <a:noFill/>
        </p:spPr>
        <p:txBody>
          <a:bodyPr wrap="square" rtlCol="0">
            <a:spAutoFit/>
          </a:bodyPr>
          <a:lstStyle/>
          <a:p>
            <a:pPr algn="ctr"/>
            <a:r>
              <a:rPr lang="en-US" sz="900" dirty="0"/>
              <a:t>98</a:t>
            </a:r>
          </a:p>
        </p:txBody>
      </p:sp>
      <p:sp>
        <p:nvSpPr>
          <p:cNvPr id="74" name="TextBox 73">
            <a:extLst>
              <a:ext uri="{FF2B5EF4-FFF2-40B4-BE49-F238E27FC236}">
                <a16:creationId xmlns:a16="http://schemas.microsoft.com/office/drawing/2014/main" id="{C03BF4CF-2685-9FF7-FAF8-920DA82C4C94}"/>
              </a:ext>
            </a:extLst>
          </p:cNvPr>
          <p:cNvSpPr txBox="1"/>
          <p:nvPr/>
        </p:nvSpPr>
        <p:spPr>
          <a:xfrm>
            <a:off x="3138310" y="3907597"/>
            <a:ext cx="570089" cy="230832"/>
          </a:xfrm>
          <a:prstGeom prst="rect">
            <a:avLst/>
          </a:prstGeom>
          <a:noFill/>
        </p:spPr>
        <p:txBody>
          <a:bodyPr wrap="square" rtlCol="0">
            <a:spAutoFit/>
          </a:bodyPr>
          <a:lstStyle/>
          <a:p>
            <a:pPr algn="ctr"/>
            <a:r>
              <a:rPr lang="en-US" sz="900" dirty="0"/>
              <a:t>89</a:t>
            </a:r>
          </a:p>
        </p:txBody>
      </p:sp>
      <p:sp>
        <p:nvSpPr>
          <p:cNvPr id="75" name="TextBox 74">
            <a:extLst>
              <a:ext uri="{FF2B5EF4-FFF2-40B4-BE49-F238E27FC236}">
                <a16:creationId xmlns:a16="http://schemas.microsoft.com/office/drawing/2014/main" id="{DFAFABAE-91E1-E765-3DFC-28B93D124821}"/>
              </a:ext>
            </a:extLst>
          </p:cNvPr>
          <p:cNvSpPr txBox="1"/>
          <p:nvPr/>
        </p:nvSpPr>
        <p:spPr>
          <a:xfrm>
            <a:off x="7157158" y="4909484"/>
            <a:ext cx="570089" cy="230832"/>
          </a:xfrm>
          <a:prstGeom prst="rect">
            <a:avLst/>
          </a:prstGeom>
          <a:noFill/>
        </p:spPr>
        <p:txBody>
          <a:bodyPr wrap="square" rtlCol="0">
            <a:spAutoFit/>
          </a:bodyPr>
          <a:lstStyle/>
          <a:p>
            <a:pPr algn="ctr"/>
            <a:r>
              <a:rPr lang="en-US" sz="900" dirty="0"/>
              <a:t>1349</a:t>
            </a:r>
          </a:p>
        </p:txBody>
      </p:sp>
      <p:sp>
        <p:nvSpPr>
          <p:cNvPr id="76" name="TextBox 75">
            <a:extLst>
              <a:ext uri="{FF2B5EF4-FFF2-40B4-BE49-F238E27FC236}">
                <a16:creationId xmlns:a16="http://schemas.microsoft.com/office/drawing/2014/main" id="{2F1071A2-CD21-9639-A3CA-843DEFA1404B}"/>
              </a:ext>
            </a:extLst>
          </p:cNvPr>
          <p:cNvSpPr txBox="1"/>
          <p:nvPr/>
        </p:nvSpPr>
        <p:spPr>
          <a:xfrm>
            <a:off x="3138310" y="4909484"/>
            <a:ext cx="570089" cy="230832"/>
          </a:xfrm>
          <a:prstGeom prst="rect">
            <a:avLst/>
          </a:prstGeom>
          <a:noFill/>
        </p:spPr>
        <p:txBody>
          <a:bodyPr wrap="square" rtlCol="0">
            <a:spAutoFit/>
          </a:bodyPr>
          <a:lstStyle/>
          <a:p>
            <a:pPr algn="ctr"/>
            <a:r>
              <a:rPr lang="en-US" sz="900" dirty="0"/>
              <a:t>34679</a:t>
            </a:r>
          </a:p>
        </p:txBody>
      </p:sp>
      <p:sp>
        <p:nvSpPr>
          <p:cNvPr id="77" name="TextBox 76">
            <a:extLst>
              <a:ext uri="{FF2B5EF4-FFF2-40B4-BE49-F238E27FC236}">
                <a16:creationId xmlns:a16="http://schemas.microsoft.com/office/drawing/2014/main" id="{44696AAE-903C-EE52-DCA8-D6007060AA51}"/>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07E427D5-F986-1E9B-289A-E170135CBCB6}"/>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DD62BC7E-7598-64E2-840D-F5E488B26AF5}"/>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764514F1-43C7-73B6-5874-E1F8D6D7ECC5}"/>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83837C00-B451-19E7-5E04-DB156F1CA9D2}"/>
              </a:ext>
            </a:extLst>
          </p:cNvPr>
          <p:cNvSpPr txBox="1"/>
          <p:nvPr/>
        </p:nvSpPr>
        <p:spPr>
          <a:xfrm>
            <a:off x="4216401" y="721216"/>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63BC3F9C-89CC-1CCC-AA79-08F59920D65F}"/>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13F8F5C9-AAD4-2939-7469-ED9BB211D56C}"/>
              </a:ext>
            </a:extLst>
          </p:cNvPr>
          <p:cNvSpPr txBox="1"/>
          <p:nvPr/>
        </p:nvSpPr>
        <p:spPr>
          <a:xfrm>
            <a:off x="6152446" y="2905709"/>
            <a:ext cx="570089" cy="230832"/>
          </a:xfrm>
          <a:prstGeom prst="rect">
            <a:avLst/>
          </a:prstGeom>
          <a:noFill/>
        </p:spPr>
        <p:txBody>
          <a:bodyPr wrap="square" rtlCol="0">
            <a:spAutoFit/>
          </a:bodyPr>
          <a:lstStyle/>
          <a:p>
            <a:pPr algn="ctr"/>
            <a:r>
              <a:rPr lang="en-US" sz="900" dirty="0"/>
              <a:t>348</a:t>
            </a:r>
          </a:p>
        </p:txBody>
      </p:sp>
      <p:sp>
        <p:nvSpPr>
          <p:cNvPr id="39" name="TextBox 38">
            <a:extLst>
              <a:ext uri="{FF2B5EF4-FFF2-40B4-BE49-F238E27FC236}">
                <a16:creationId xmlns:a16="http://schemas.microsoft.com/office/drawing/2014/main" id="{6D14C897-7811-0BA3-F355-A0769A4B9068}"/>
              </a:ext>
            </a:extLst>
          </p:cNvPr>
          <p:cNvSpPr txBox="1"/>
          <p:nvPr/>
        </p:nvSpPr>
        <p:spPr>
          <a:xfrm>
            <a:off x="4216401" y="1727886"/>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E20E72DE-4F1B-6DAF-9431-C6D715D40BB3}"/>
              </a:ext>
            </a:extLst>
          </p:cNvPr>
          <p:cNvSpPr txBox="1"/>
          <p:nvPr/>
        </p:nvSpPr>
        <p:spPr>
          <a:xfrm>
            <a:off x="4143022" y="2905709"/>
            <a:ext cx="570089" cy="230832"/>
          </a:xfrm>
          <a:prstGeom prst="rect">
            <a:avLst/>
          </a:prstGeom>
          <a:noFill/>
        </p:spPr>
        <p:txBody>
          <a:bodyPr wrap="square" rtlCol="0">
            <a:spAutoFit/>
          </a:bodyPr>
          <a:lstStyle/>
          <a:p>
            <a:pPr algn="ctr"/>
            <a:r>
              <a:rPr lang="en-US" sz="900" dirty="0"/>
              <a:t>269</a:t>
            </a:r>
          </a:p>
        </p:txBody>
      </p:sp>
      <p:sp>
        <p:nvSpPr>
          <p:cNvPr id="48" name="TextBox 47">
            <a:extLst>
              <a:ext uri="{FF2B5EF4-FFF2-40B4-BE49-F238E27FC236}">
                <a16:creationId xmlns:a16="http://schemas.microsoft.com/office/drawing/2014/main" id="{4AC2BF19-659E-B9E0-B3D1-0B78AC116AC5}"/>
              </a:ext>
            </a:extLst>
          </p:cNvPr>
          <p:cNvSpPr txBox="1"/>
          <p:nvPr/>
        </p:nvSpPr>
        <p:spPr>
          <a:xfrm>
            <a:off x="4143022" y="3406653"/>
            <a:ext cx="570089" cy="230832"/>
          </a:xfrm>
          <a:prstGeom prst="rect">
            <a:avLst/>
          </a:prstGeom>
          <a:noFill/>
        </p:spPr>
        <p:txBody>
          <a:bodyPr wrap="square" rtlCol="0">
            <a:spAutoFit/>
          </a:bodyPr>
          <a:lstStyle/>
          <a:p>
            <a:pPr algn="ctr"/>
            <a:r>
              <a:rPr lang="en-US" sz="900" dirty="0"/>
              <a:t>349</a:t>
            </a:r>
          </a:p>
        </p:txBody>
      </p:sp>
      <p:sp>
        <p:nvSpPr>
          <p:cNvPr id="81" name="TextBox 80">
            <a:extLst>
              <a:ext uri="{FF2B5EF4-FFF2-40B4-BE49-F238E27FC236}">
                <a16:creationId xmlns:a16="http://schemas.microsoft.com/office/drawing/2014/main" id="{479D980A-509E-89AC-2DA2-F0497D9133D2}"/>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82" name="TextBox 81">
            <a:extLst>
              <a:ext uri="{FF2B5EF4-FFF2-40B4-BE49-F238E27FC236}">
                <a16:creationId xmlns:a16="http://schemas.microsoft.com/office/drawing/2014/main" id="{0D33AFEF-1AC3-7F69-B5C1-D34E965A5B26}"/>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83" name="TextBox 82">
            <a:extLst>
              <a:ext uri="{FF2B5EF4-FFF2-40B4-BE49-F238E27FC236}">
                <a16:creationId xmlns:a16="http://schemas.microsoft.com/office/drawing/2014/main" id="{CA9ED773-17FB-1A74-AA8A-3EC7E67189FE}"/>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1EC5C11B-41DA-EB17-3FC4-3B818C951737}"/>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1CABA3D4-EC67-D597-0D62-162D6A4CA59C}"/>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86" name="TextBox 85">
            <a:extLst>
              <a:ext uri="{FF2B5EF4-FFF2-40B4-BE49-F238E27FC236}">
                <a16:creationId xmlns:a16="http://schemas.microsoft.com/office/drawing/2014/main" id="{BD45023E-1F93-91CC-2773-3300E14E21A4}"/>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87" name="TextBox 86">
            <a:extLst>
              <a:ext uri="{FF2B5EF4-FFF2-40B4-BE49-F238E27FC236}">
                <a16:creationId xmlns:a16="http://schemas.microsoft.com/office/drawing/2014/main" id="{761BCD99-1F79-158C-DBE2-A0AABFC156E7}"/>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8" name="TextBox 87">
            <a:extLst>
              <a:ext uri="{FF2B5EF4-FFF2-40B4-BE49-F238E27FC236}">
                <a16:creationId xmlns:a16="http://schemas.microsoft.com/office/drawing/2014/main" id="{E1D62FFC-6865-ED46-1BDB-73AD0C59410B}"/>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9" name="TextBox 88">
            <a:extLst>
              <a:ext uri="{FF2B5EF4-FFF2-40B4-BE49-F238E27FC236}">
                <a16:creationId xmlns:a16="http://schemas.microsoft.com/office/drawing/2014/main" id="{E031F3D8-610D-6669-772D-66A5305DFF92}"/>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BF9C5544-8697-B824-A473-66277E44C8D2}"/>
              </a:ext>
            </a:extLst>
          </p:cNvPr>
          <p:cNvSpPr txBox="1"/>
          <p:nvPr/>
        </p:nvSpPr>
        <p:spPr>
          <a:xfrm>
            <a:off x="5715003" y="2231221"/>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30065D89-56B9-6422-79F4-F9F3AF1FBEEA}"/>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42011243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031B-BC19-7948-3FBC-CAB86115465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7679CAB-72E0-6B22-4BC2-E4B0F2F8516D}"/>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E97543F-5A61-BEDF-2DCD-E9DC4228327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1BE1F62-117B-7B94-0255-F93E82D3352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A2D31A8-80CB-B829-5409-897FB457BC0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B477677-C18E-6AF3-8B00-0AA78B4E4B9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5C8ED82-D3C3-3D31-D6E3-39DF1EB96F01}"/>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1E7F2B27-A2A9-B24D-9CE3-9021F3B05C8A}"/>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AED31542-BF3D-1974-B799-C787761D55E0}"/>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C92490D5-94B1-3F09-C308-75EED83E5234}"/>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1B71427D-99A1-4BA9-93CB-A2CD943D2236}"/>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C25C58DF-8A19-D8F6-4242-60D01BAFA957}"/>
              </a:ext>
            </a:extLst>
          </p:cNvPr>
          <p:cNvSpPr txBox="1"/>
          <p:nvPr/>
        </p:nvSpPr>
        <p:spPr>
          <a:xfrm>
            <a:off x="4143022" y="4408541"/>
            <a:ext cx="570089" cy="230832"/>
          </a:xfrm>
          <a:prstGeom prst="rect">
            <a:avLst/>
          </a:prstGeom>
          <a:noFill/>
        </p:spPr>
        <p:txBody>
          <a:bodyPr wrap="square" rtlCol="0">
            <a:spAutoFit/>
          </a:bodyPr>
          <a:lstStyle/>
          <a:p>
            <a:pPr algn="ctr"/>
            <a:r>
              <a:rPr lang="en-US" sz="900" dirty="0"/>
              <a:t>47</a:t>
            </a:r>
          </a:p>
        </p:txBody>
      </p:sp>
      <p:sp>
        <p:nvSpPr>
          <p:cNvPr id="13" name="TextBox 12">
            <a:extLst>
              <a:ext uri="{FF2B5EF4-FFF2-40B4-BE49-F238E27FC236}">
                <a16:creationId xmlns:a16="http://schemas.microsoft.com/office/drawing/2014/main" id="{5BE3F875-32FC-E90F-83B5-D3476E51357B}"/>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8423DD45-6E27-384C-F3AD-2D72990D0152}"/>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9D47ED54-8E4A-C13D-109B-5CB4AEF54409}"/>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CE54243F-58E1-5E6F-768D-D070D9CA5C35}"/>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F666CE0D-3872-8834-E65F-B181A1441675}"/>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1E2EFEFC-933E-B4F4-2B4F-D4FF9F4E3E80}"/>
              </a:ext>
            </a:extLst>
          </p:cNvPr>
          <p:cNvSpPr txBox="1"/>
          <p:nvPr/>
        </p:nvSpPr>
        <p:spPr>
          <a:xfrm>
            <a:off x="4645378" y="2905709"/>
            <a:ext cx="570089" cy="230832"/>
          </a:xfrm>
          <a:prstGeom prst="rect">
            <a:avLst/>
          </a:prstGeom>
          <a:noFill/>
        </p:spPr>
        <p:txBody>
          <a:bodyPr wrap="square" rtlCol="0">
            <a:spAutoFit/>
          </a:bodyPr>
          <a:lstStyle/>
          <a:p>
            <a:pPr algn="ctr"/>
            <a:r>
              <a:rPr lang="en-US" sz="900" dirty="0"/>
              <a:t>59</a:t>
            </a:r>
          </a:p>
        </p:txBody>
      </p:sp>
      <p:sp>
        <p:nvSpPr>
          <p:cNvPr id="27" name="TextBox 26">
            <a:extLst>
              <a:ext uri="{FF2B5EF4-FFF2-40B4-BE49-F238E27FC236}">
                <a16:creationId xmlns:a16="http://schemas.microsoft.com/office/drawing/2014/main" id="{3CEB2DFB-38C4-172B-A904-D263878D59B4}"/>
              </a:ext>
            </a:extLst>
          </p:cNvPr>
          <p:cNvSpPr txBox="1"/>
          <p:nvPr/>
        </p:nvSpPr>
        <p:spPr>
          <a:xfrm>
            <a:off x="4645378" y="3406653"/>
            <a:ext cx="570089" cy="230832"/>
          </a:xfrm>
          <a:prstGeom prst="rect">
            <a:avLst/>
          </a:prstGeom>
          <a:noFill/>
        </p:spPr>
        <p:txBody>
          <a:bodyPr wrap="square" rtlCol="0">
            <a:spAutoFit/>
          </a:bodyPr>
          <a:lstStyle/>
          <a:p>
            <a:pPr algn="ctr"/>
            <a:r>
              <a:rPr lang="en-US" sz="900" dirty="0"/>
              <a:t>95</a:t>
            </a:r>
          </a:p>
        </p:txBody>
      </p:sp>
      <p:sp>
        <p:nvSpPr>
          <p:cNvPr id="32" name="TextBox 31">
            <a:extLst>
              <a:ext uri="{FF2B5EF4-FFF2-40B4-BE49-F238E27FC236}">
                <a16:creationId xmlns:a16="http://schemas.microsoft.com/office/drawing/2014/main" id="{45534198-7FF3-240B-F1BA-5159D221042F}"/>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1A1992CE-4925-E017-535C-AFB8D37A4208}"/>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557E922E-23E2-E89B-6E67-4C85D91349EA}"/>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C226A411-23EA-ABE7-1436-56EDAC6BE0A6}"/>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F78BBB03-516D-ACE9-B9A7-105BFC15FFA9}"/>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4ED8D4DB-8CB1-0CCE-51BC-2A1C43F685D7}"/>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69B9C5F3-9A98-40C3-6628-AC86835843E9}"/>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385409C7-67FB-0E5E-E090-1E597F83C087}"/>
              </a:ext>
            </a:extLst>
          </p:cNvPr>
          <p:cNvSpPr txBox="1"/>
          <p:nvPr/>
        </p:nvSpPr>
        <p:spPr>
          <a:xfrm>
            <a:off x="5147734" y="2404765"/>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43CD50DC-DC93-56E5-820D-779B702DC834}"/>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40" name="TextBox 39">
            <a:extLst>
              <a:ext uri="{FF2B5EF4-FFF2-40B4-BE49-F238E27FC236}">
                <a16:creationId xmlns:a16="http://schemas.microsoft.com/office/drawing/2014/main" id="{573F51CF-31B2-1CF7-7FF6-DDC7F84E97E9}"/>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84E7503C-A7FF-5961-D54F-DAFE19A8F1A5}"/>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7A10D4E7-E386-C7A1-7EC1-AE1411A7A0D0}"/>
              </a:ext>
            </a:extLst>
          </p:cNvPr>
          <p:cNvSpPr txBox="1"/>
          <p:nvPr/>
        </p:nvSpPr>
        <p:spPr>
          <a:xfrm>
            <a:off x="6654802" y="901933"/>
            <a:ext cx="570089" cy="230832"/>
          </a:xfrm>
          <a:prstGeom prst="rect">
            <a:avLst/>
          </a:prstGeom>
          <a:noFill/>
        </p:spPr>
        <p:txBody>
          <a:bodyPr wrap="square" rtlCol="0">
            <a:spAutoFit/>
          </a:bodyPr>
          <a:lstStyle/>
          <a:p>
            <a:pPr algn="ctr"/>
            <a:r>
              <a:rPr lang="en-US" sz="900" dirty="0"/>
              <a:t>84</a:t>
            </a:r>
          </a:p>
        </p:txBody>
      </p:sp>
      <p:sp>
        <p:nvSpPr>
          <p:cNvPr id="45" name="TextBox 44">
            <a:extLst>
              <a:ext uri="{FF2B5EF4-FFF2-40B4-BE49-F238E27FC236}">
                <a16:creationId xmlns:a16="http://schemas.microsoft.com/office/drawing/2014/main" id="{F359CDB6-753A-C59B-19A5-67588C3C6A09}"/>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1347</a:t>
            </a:r>
          </a:p>
        </p:txBody>
      </p:sp>
      <p:sp>
        <p:nvSpPr>
          <p:cNvPr id="46" name="TextBox 45">
            <a:extLst>
              <a:ext uri="{FF2B5EF4-FFF2-40B4-BE49-F238E27FC236}">
                <a16:creationId xmlns:a16="http://schemas.microsoft.com/office/drawing/2014/main" id="{3A67B85B-A675-509C-98DE-DDE3898A88E6}"/>
              </a:ext>
            </a:extLst>
          </p:cNvPr>
          <p:cNvSpPr txBox="1"/>
          <p:nvPr/>
        </p:nvSpPr>
        <p:spPr>
          <a:xfrm>
            <a:off x="4143022" y="1402877"/>
            <a:ext cx="570089" cy="230832"/>
          </a:xfrm>
          <a:prstGeom prst="rect">
            <a:avLst/>
          </a:prstGeom>
          <a:noFill/>
        </p:spPr>
        <p:txBody>
          <a:bodyPr wrap="square" rtlCol="0">
            <a:spAutoFit/>
          </a:bodyPr>
          <a:lstStyle/>
          <a:p>
            <a:pPr algn="ctr"/>
            <a:r>
              <a:rPr lang="en-US" sz="900" dirty="0"/>
              <a:t>347</a:t>
            </a:r>
          </a:p>
        </p:txBody>
      </p:sp>
      <p:sp>
        <p:nvSpPr>
          <p:cNvPr id="47" name="TextBox 46">
            <a:extLst>
              <a:ext uri="{FF2B5EF4-FFF2-40B4-BE49-F238E27FC236}">
                <a16:creationId xmlns:a16="http://schemas.microsoft.com/office/drawing/2014/main" id="{1D2DC373-007E-D607-9AF8-25122EB4B717}"/>
              </a:ext>
            </a:extLst>
          </p:cNvPr>
          <p:cNvSpPr txBox="1"/>
          <p:nvPr/>
        </p:nvSpPr>
        <p:spPr>
          <a:xfrm>
            <a:off x="6152446" y="1402877"/>
            <a:ext cx="570089" cy="230832"/>
          </a:xfrm>
          <a:prstGeom prst="rect">
            <a:avLst/>
          </a:prstGeom>
          <a:noFill/>
        </p:spPr>
        <p:txBody>
          <a:bodyPr wrap="square" rtlCol="0">
            <a:spAutoFit/>
          </a:bodyPr>
          <a:lstStyle/>
          <a:p>
            <a:pPr algn="ctr"/>
            <a:r>
              <a:rPr lang="en-US" sz="900" dirty="0"/>
              <a:t>137</a:t>
            </a:r>
          </a:p>
        </p:txBody>
      </p:sp>
      <p:sp>
        <p:nvSpPr>
          <p:cNvPr id="49" name="TextBox 48">
            <a:extLst>
              <a:ext uri="{FF2B5EF4-FFF2-40B4-BE49-F238E27FC236}">
                <a16:creationId xmlns:a16="http://schemas.microsoft.com/office/drawing/2014/main" id="{930790DF-5B00-F78F-F068-08624AC9DF1C}"/>
              </a:ext>
            </a:extLst>
          </p:cNvPr>
          <p:cNvSpPr txBox="1"/>
          <p:nvPr/>
        </p:nvSpPr>
        <p:spPr>
          <a:xfrm>
            <a:off x="3138310" y="1402877"/>
            <a:ext cx="570089" cy="230832"/>
          </a:xfrm>
          <a:prstGeom prst="rect">
            <a:avLst/>
          </a:prstGeom>
          <a:noFill/>
        </p:spPr>
        <p:txBody>
          <a:bodyPr wrap="square" rtlCol="0">
            <a:spAutoFit/>
          </a:bodyPr>
          <a:lstStyle/>
          <a:p>
            <a:pPr algn="ctr"/>
            <a:r>
              <a:rPr lang="en-US" sz="900" dirty="0"/>
              <a:t>347</a:t>
            </a:r>
          </a:p>
        </p:txBody>
      </p:sp>
      <p:sp>
        <p:nvSpPr>
          <p:cNvPr id="50" name="TextBox 49">
            <a:extLst>
              <a:ext uri="{FF2B5EF4-FFF2-40B4-BE49-F238E27FC236}">
                <a16:creationId xmlns:a16="http://schemas.microsoft.com/office/drawing/2014/main" id="{BFAD61D7-658A-E6C1-FA34-9D3A7A2A35CE}"/>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a:t>
            </a:r>
          </a:p>
        </p:txBody>
      </p:sp>
      <p:sp>
        <p:nvSpPr>
          <p:cNvPr id="51" name="TextBox 50">
            <a:extLst>
              <a:ext uri="{FF2B5EF4-FFF2-40B4-BE49-F238E27FC236}">
                <a16:creationId xmlns:a16="http://schemas.microsoft.com/office/drawing/2014/main" id="{6A0651A2-5AE7-CC29-02A2-7633FEF43F3F}"/>
              </a:ext>
            </a:extLst>
          </p:cNvPr>
          <p:cNvSpPr txBox="1"/>
          <p:nvPr/>
        </p:nvSpPr>
        <p:spPr>
          <a:xfrm>
            <a:off x="6654802" y="1903821"/>
            <a:ext cx="570089" cy="230832"/>
          </a:xfrm>
          <a:prstGeom prst="rect">
            <a:avLst/>
          </a:prstGeom>
          <a:noFill/>
        </p:spPr>
        <p:txBody>
          <a:bodyPr wrap="square" rtlCol="0">
            <a:spAutoFit/>
          </a:bodyPr>
          <a:lstStyle/>
          <a:p>
            <a:pPr algn="ctr"/>
            <a:r>
              <a:rPr lang="en-US" sz="900" dirty="0"/>
              <a:t>37</a:t>
            </a:r>
          </a:p>
        </p:txBody>
      </p:sp>
      <p:sp>
        <p:nvSpPr>
          <p:cNvPr id="52" name="TextBox 51">
            <a:extLst>
              <a:ext uri="{FF2B5EF4-FFF2-40B4-BE49-F238E27FC236}">
                <a16:creationId xmlns:a16="http://schemas.microsoft.com/office/drawing/2014/main" id="{D000C902-886F-EB6F-2E3A-F08CA17EE0F3}"/>
              </a:ext>
            </a:extLst>
          </p:cNvPr>
          <p:cNvSpPr txBox="1"/>
          <p:nvPr/>
        </p:nvSpPr>
        <p:spPr>
          <a:xfrm>
            <a:off x="7157158" y="1903821"/>
            <a:ext cx="570089" cy="230832"/>
          </a:xfrm>
          <a:prstGeom prst="rect">
            <a:avLst/>
          </a:prstGeom>
          <a:noFill/>
        </p:spPr>
        <p:txBody>
          <a:bodyPr wrap="square" rtlCol="0">
            <a:spAutoFit/>
          </a:bodyPr>
          <a:lstStyle/>
          <a:p>
            <a:pPr algn="ctr"/>
            <a:r>
              <a:rPr lang="en-US" sz="900" dirty="0"/>
              <a:t>13</a:t>
            </a:r>
          </a:p>
        </p:txBody>
      </p:sp>
      <p:sp>
        <p:nvSpPr>
          <p:cNvPr id="53" name="TextBox 52">
            <a:extLst>
              <a:ext uri="{FF2B5EF4-FFF2-40B4-BE49-F238E27FC236}">
                <a16:creationId xmlns:a16="http://schemas.microsoft.com/office/drawing/2014/main" id="{06570F99-31DC-ED1A-D3D0-3C91CF901B44}"/>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a:t>
            </a:r>
          </a:p>
        </p:txBody>
      </p:sp>
      <p:sp>
        <p:nvSpPr>
          <p:cNvPr id="54" name="TextBox 53">
            <a:extLst>
              <a:ext uri="{FF2B5EF4-FFF2-40B4-BE49-F238E27FC236}">
                <a16:creationId xmlns:a16="http://schemas.microsoft.com/office/drawing/2014/main" id="{A1A02075-BB14-D660-71B0-A2AC430ED861}"/>
              </a:ext>
            </a:extLst>
          </p:cNvPr>
          <p:cNvSpPr txBox="1"/>
          <p:nvPr/>
        </p:nvSpPr>
        <p:spPr>
          <a:xfrm>
            <a:off x="3640666" y="2404765"/>
            <a:ext cx="570089" cy="230832"/>
          </a:xfrm>
          <a:prstGeom prst="rect">
            <a:avLst/>
          </a:prstGeom>
          <a:noFill/>
        </p:spPr>
        <p:txBody>
          <a:bodyPr wrap="square" rtlCol="0">
            <a:spAutoFit/>
          </a:bodyPr>
          <a:lstStyle/>
          <a:p>
            <a:pPr algn="ctr"/>
            <a:r>
              <a:rPr lang="en-US" sz="900" dirty="0"/>
              <a:t>87</a:t>
            </a:r>
          </a:p>
        </p:txBody>
      </p:sp>
      <p:sp>
        <p:nvSpPr>
          <p:cNvPr id="57" name="TextBox 56">
            <a:extLst>
              <a:ext uri="{FF2B5EF4-FFF2-40B4-BE49-F238E27FC236}">
                <a16:creationId xmlns:a16="http://schemas.microsoft.com/office/drawing/2014/main" id="{1F214E84-9C27-9BA5-5DF0-91ECF2B878DC}"/>
              </a:ext>
            </a:extLst>
          </p:cNvPr>
          <p:cNvSpPr txBox="1"/>
          <p:nvPr/>
        </p:nvSpPr>
        <p:spPr>
          <a:xfrm>
            <a:off x="3138310" y="2404765"/>
            <a:ext cx="570089" cy="230832"/>
          </a:xfrm>
          <a:prstGeom prst="rect">
            <a:avLst/>
          </a:prstGeom>
          <a:noFill/>
        </p:spPr>
        <p:txBody>
          <a:bodyPr wrap="square" rtlCol="0">
            <a:spAutoFit/>
          </a:bodyPr>
          <a:lstStyle/>
          <a:p>
            <a:pPr algn="ctr"/>
            <a:r>
              <a:rPr lang="en-US" sz="900" dirty="0"/>
              <a:t>78</a:t>
            </a:r>
          </a:p>
        </p:txBody>
      </p:sp>
      <p:sp>
        <p:nvSpPr>
          <p:cNvPr id="58" name="TextBox 57">
            <a:extLst>
              <a:ext uri="{FF2B5EF4-FFF2-40B4-BE49-F238E27FC236}">
                <a16:creationId xmlns:a16="http://schemas.microsoft.com/office/drawing/2014/main" id="{0915F86C-D18A-E64F-BCA0-01A7D867A74F}"/>
              </a:ext>
            </a:extLst>
          </p:cNvPr>
          <p:cNvSpPr txBox="1"/>
          <p:nvPr/>
        </p:nvSpPr>
        <p:spPr>
          <a:xfrm>
            <a:off x="7157158" y="2905709"/>
            <a:ext cx="570089" cy="230832"/>
          </a:xfrm>
          <a:prstGeom prst="rect">
            <a:avLst/>
          </a:prstGeom>
          <a:noFill/>
        </p:spPr>
        <p:txBody>
          <a:bodyPr wrap="square" rtlCol="0">
            <a:spAutoFit/>
          </a:bodyPr>
          <a:lstStyle/>
          <a:p>
            <a:pPr algn="ctr"/>
            <a:r>
              <a:rPr lang="en-US" sz="900" dirty="0"/>
              <a:t>348</a:t>
            </a:r>
          </a:p>
        </p:txBody>
      </p:sp>
      <p:sp>
        <p:nvSpPr>
          <p:cNvPr id="59" name="TextBox 58">
            <a:extLst>
              <a:ext uri="{FF2B5EF4-FFF2-40B4-BE49-F238E27FC236}">
                <a16:creationId xmlns:a16="http://schemas.microsoft.com/office/drawing/2014/main" id="{9116696B-9C22-6F83-41F1-FBDCC1B5EC46}"/>
              </a:ext>
            </a:extLst>
          </p:cNvPr>
          <p:cNvSpPr txBox="1"/>
          <p:nvPr/>
        </p:nvSpPr>
        <p:spPr>
          <a:xfrm>
            <a:off x="3138310" y="2905709"/>
            <a:ext cx="570089" cy="230832"/>
          </a:xfrm>
          <a:prstGeom prst="rect">
            <a:avLst/>
          </a:prstGeom>
          <a:noFill/>
        </p:spPr>
        <p:txBody>
          <a:bodyPr wrap="square" rtlCol="0">
            <a:spAutoFit/>
          </a:bodyPr>
          <a:lstStyle/>
          <a:p>
            <a:pPr algn="ctr"/>
            <a:r>
              <a:rPr lang="en-US" sz="900" dirty="0"/>
              <a:t>56</a:t>
            </a:r>
          </a:p>
        </p:txBody>
      </p:sp>
      <p:sp>
        <p:nvSpPr>
          <p:cNvPr id="61" name="TextBox 60">
            <a:extLst>
              <a:ext uri="{FF2B5EF4-FFF2-40B4-BE49-F238E27FC236}">
                <a16:creationId xmlns:a16="http://schemas.microsoft.com/office/drawing/2014/main" id="{277B6B7B-1967-C670-B56E-E417BB8E8685}"/>
              </a:ext>
            </a:extLst>
          </p:cNvPr>
          <p:cNvSpPr txBox="1"/>
          <p:nvPr/>
        </p:nvSpPr>
        <p:spPr>
          <a:xfrm>
            <a:off x="3138310" y="3406653"/>
            <a:ext cx="570089" cy="230832"/>
          </a:xfrm>
          <a:prstGeom prst="rect">
            <a:avLst/>
          </a:prstGeom>
          <a:noFill/>
        </p:spPr>
        <p:txBody>
          <a:bodyPr wrap="square" rtlCol="0">
            <a:spAutoFit/>
          </a:bodyPr>
          <a:lstStyle/>
          <a:p>
            <a:pPr algn="ctr"/>
            <a:r>
              <a:rPr lang="en-US" sz="900" dirty="0"/>
              <a:t>45</a:t>
            </a:r>
          </a:p>
        </p:txBody>
      </p:sp>
      <p:sp>
        <p:nvSpPr>
          <p:cNvPr id="62" name="TextBox 61">
            <a:extLst>
              <a:ext uri="{FF2B5EF4-FFF2-40B4-BE49-F238E27FC236}">
                <a16:creationId xmlns:a16="http://schemas.microsoft.com/office/drawing/2014/main" id="{FCAD580F-600B-E364-13A9-C6140BB5851F}"/>
              </a:ext>
            </a:extLst>
          </p:cNvPr>
          <p:cNvSpPr txBox="1"/>
          <p:nvPr/>
        </p:nvSpPr>
        <p:spPr>
          <a:xfrm>
            <a:off x="3640666" y="2905709"/>
            <a:ext cx="570089" cy="230832"/>
          </a:xfrm>
          <a:prstGeom prst="rect">
            <a:avLst/>
          </a:prstGeom>
          <a:noFill/>
        </p:spPr>
        <p:txBody>
          <a:bodyPr wrap="square" rtlCol="0">
            <a:spAutoFit/>
          </a:bodyPr>
          <a:lstStyle/>
          <a:p>
            <a:pPr algn="ctr"/>
            <a:r>
              <a:rPr lang="en-US" sz="900" dirty="0"/>
              <a:t>26</a:t>
            </a:r>
          </a:p>
        </p:txBody>
      </p:sp>
      <p:sp>
        <p:nvSpPr>
          <p:cNvPr id="64" name="TextBox 63">
            <a:extLst>
              <a:ext uri="{FF2B5EF4-FFF2-40B4-BE49-F238E27FC236}">
                <a16:creationId xmlns:a16="http://schemas.microsoft.com/office/drawing/2014/main" id="{EB792D46-C551-C186-1FFD-DFC1617550A9}"/>
              </a:ext>
            </a:extLst>
          </p:cNvPr>
          <p:cNvSpPr txBox="1"/>
          <p:nvPr/>
        </p:nvSpPr>
        <p:spPr>
          <a:xfrm>
            <a:off x="3640666" y="3406653"/>
            <a:ext cx="570089" cy="230832"/>
          </a:xfrm>
          <a:prstGeom prst="rect">
            <a:avLst/>
          </a:prstGeom>
          <a:noFill/>
        </p:spPr>
        <p:txBody>
          <a:bodyPr wrap="square" rtlCol="0">
            <a:spAutoFit/>
          </a:bodyPr>
          <a:lstStyle/>
          <a:p>
            <a:pPr algn="ctr"/>
            <a:r>
              <a:rPr lang="en-US" sz="900" dirty="0"/>
              <a:t>34</a:t>
            </a:r>
          </a:p>
        </p:txBody>
      </p:sp>
      <p:sp>
        <p:nvSpPr>
          <p:cNvPr id="66" name="TextBox 65">
            <a:extLst>
              <a:ext uri="{FF2B5EF4-FFF2-40B4-BE49-F238E27FC236}">
                <a16:creationId xmlns:a16="http://schemas.microsoft.com/office/drawing/2014/main" id="{AA31B995-7DA1-2E7B-9A74-B3134E066BBE}"/>
              </a:ext>
            </a:extLst>
          </p:cNvPr>
          <p:cNvSpPr txBox="1"/>
          <p:nvPr/>
        </p:nvSpPr>
        <p:spPr>
          <a:xfrm>
            <a:off x="3640666" y="3907597"/>
            <a:ext cx="570089" cy="230832"/>
          </a:xfrm>
          <a:prstGeom prst="rect">
            <a:avLst/>
          </a:prstGeom>
          <a:noFill/>
        </p:spPr>
        <p:txBody>
          <a:bodyPr wrap="square" rtlCol="0">
            <a:spAutoFit/>
          </a:bodyPr>
          <a:lstStyle/>
          <a:p>
            <a:pPr algn="ctr"/>
            <a:r>
              <a:rPr lang="en-US" sz="900" dirty="0"/>
              <a:t>235</a:t>
            </a:r>
          </a:p>
        </p:txBody>
      </p:sp>
      <p:sp>
        <p:nvSpPr>
          <p:cNvPr id="67" name="TextBox 66">
            <a:extLst>
              <a:ext uri="{FF2B5EF4-FFF2-40B4-BE49-F238E27FC236}">
                <a16:creationId xmlns:a16="http://schemas.microsoft.com/office/drawing/2014/main" id="{F8FE53A7-1441-AAF0-9AF5-69DD575757A3}"/>
              </a:ext>
            </a:extLst>
          </p:cNvPr>
          <p:cNvSpPr txBox="1"/>
          <p:nvPr/>
        </p:nvSpPr>
        <p:spPr>
          <a:xfrm>
            <a:off x="4143022" y="3907597"/>
            <a:ext cx="570089" cy="230832"/>
          </a:xfrm>
          <a:prstGeom prst="rect">
            <a:avLst/>
          </a:prstGeom>
          <a:noFill/>
        </p:spPr>
        <p:txBody>
          <a:bodyPr wrap="square" rtlCol="0">
            <a:spAutoFit/>
          </a:bodyPr>
          <a:lstStyle/>
          <a:p>
            <a:pPr algn="ctr"/>
            <a:r>
              <a:rPr lang="en-US" sz="900" dirty="0"/>
              <a:t>23</a:t>
            </a:r>
          </a:p>
        </p:txBody>
      </p:sp>
      <p:sp>
        <p:nvSpPr>
          <p:cNvPr id="68" name="TextBox 67">
            <a:extLst>
              <a:ext uri="{FF2B5EF4-FFF2-40B4-BE49-F238E27FC236}">
                <a16:creationId xmlns:a16="http://schemas.microsoft.com/office/drawing/2014/main" id="{B6E9489C-9BC9-A01A-14CD-4C5646097F1B}"/>
              </a:ext>
            </a:extLst>
          </p:cNvPr>
          <p:cNvSpPr txBox="1"/>
          <p:nvPr/>
        </p:nvSpPr>
        <p:spPr>
          <a:xfrm>
            <a:off x="6654802" y="3907597"/>
            <a:ext cx="570089" cy="230832"/>
          </a:xfrm>
          <a:prstGeom prst="rect">
            <a:avLst/>
          </a:prstGeom>
          <a:noFill/>
        </p:spPr>
        <p:txBody>
          <a:bodyPr wrap="square" rtlCol="0">
            <a:spAutoFit/>
          </a:bodyPr>
          <a:lstStyle/>
          <a:p>
            <a:pPr algn="ctr"/>
            <a:r>
              <a:rPr lang="en-US" sz="900" dirty="0"/>
              <a:t>35</a:t>
            </a:r>
          </a:p>
        </p:txBody>
      </p:sp>
      <p:sp>
        <p:nvSpPr>
          <p:cNvPr id="69" name="TextBox 68">
            <a:extLst>
              <a:ext uri="{FF2B5EF4-FFF2-40B4-BE49-F238E27FC236}">
                <a16:creationId xmlns:a16="http://schemas.microsoft.com/office/drawing/2014/main" id="{327C2A59-DB70-41CD-96A4-087050AAE5A5}"/>
              </a:ext>
            </a:extLst>
          </p:cNvPr>
          <p:cNvSpPr txBox="1"/>
          <p:nvPr/>
        </p:nvSpPr>
        <p:spPr>
          <a:xfrm>
            <a:off x="3640666" y="4909484"/>
            <a:ext cx="570089" cy="230832"/>
          </a:xfrm>
          <a:prstGeom prst="rect">
            <a:avLst/>
          </a:prstGeom>
          <a:noFill/>
        </p:spPr>
        <p:txBody>
          <a:bodyPr wrap="square" rtlCol="0">
            <a:spAutoFit/>
          </a:bodyPr>
          <a:lstStyle/>
          <a:p>
            <a:pPr algn="ctr"/>
            <a:r>
              <a:rPr lang="en-US" sz="900" dirty="0"/>
              <a:t>3467</a:t>
            </a:r>
          </a:p>
        </p:txBody>
      </p:sp>
      <p:sp>
        <p:nvSpPr>
          <p:cNvPr id="70" name="TextBox 69">
            <a:extLst>
              <a:ext uri="{FF2B5EF4-FFF2-40B4-BE49-F238E27FC236}">
                <a16:creationId xmlns:a16="http://schemas.microsoft.com/office/drawing/2014/main" id="{E8CE02CB-0810-EB9A-2723-623477E87E53}"/>
              </a:ext>
            </a:extLst>
          </p:cNvPr>
          <p:cNvSpPr txBox="1"/>
          <p:nvPr/>
        </p:nvSpPr>
        <p:spPr>
          <a:xfrm>
            <a:off x="4143022" y="4909484"/>
            <a:ext cx="570089" cy="230832"/>
          </a:xfrm>
          <a:prstGeom prst="rect">
            <a:avLst/>
          </a:prstGeom>
          <a:noFill/>
        </p:spPr>
        <p:txBody>
          <a:bodyPr wrap="square" rtlCol="0">
            <a:spAutoFit/>
          </a:bodyPr>
          <a:lstStyle/>
          <a:p>
            <a:pPr algn="ctr"/>
            <a:r>
              <a:rPr lang="en-US" sz="900" dirty="0"/>
              <a:t>346</a:t>
            </a:r>
          </a:p>
        </p:txBody>
      </p:sp>
      <p:sp>
        <p:nvSpPr>
          <p:cNvPr id="71" name="TextBox 70">
            <a:extLst>
              <a:ext uri="{FF2B5EF4-FFF2-40B4-BE49-F238E27FC236}">
                <a16:creationId xmlns:a16="http://schemas.microsoft.com/office/drawing/2014/main" id="{0F37BBCD-8B8B-3D08-BE6B-78B2F4D8B2FC}"/>
              </a:ext>
            </a:extLst>
          </p:cNvPr>
          <p:cNvSpPr txBox="1"/>
          <p:nvPr/>
        </p:nvSpPr>
        <p:spPr>
          <a:xfrm>
            <a:off x="6152446" y="4909484"/>
            <a:ext cx="570089" cy="230832"/>
          </a:xfrm>
          <a:prstGeom prst="rect">
            <a:avLst/>
          </a:prstGeom>
          <a:noFill/>
        </p:spPr>
        <p:txBody>
          <a:bodyPr wrap="square" rtlCol="0">
            <a:spAutoFit/>
          </a:bodyPr>
          <a:lstStyle/>
          <a:p>
            <a:pPr algn="ctr"/>
            <a:r>
              <a:rPr lang="en-US" sz="900" dirty="0"/>
              <a:t>1347</a:t>
            </a:r>
          </a:p>
        </p:txBody>
      </p:sp>
      <p:sp>
        <p:nvSpPr>
          <p:cNvPr id="72" name="TextBox 71">
            <a:extLst>
              <a:ext uri="{FF2B5EF4-FFF2-40B4-BE49-F238E27FC236}">
                <a16:creationId xmlns:a16="http://schemas.microsoft.com/office/drawing/2014/main" id="{4FD1D526-EF33-2AD8-1AF1-B2D029B8AC73}"/>
              </a:ext>
            </a:extLst>
          </p:cNvPr>
          <p:cNvSpPr txBox="1"/>
          <p:nvPr/>
        </p:nvSpPr>
        <p:spPr>
          <a:xfrm>
            <a:off x="6654802" y="4909484"/>
            <a:ext cx="570089" cy="230832"/>
          </a:xfrm>
          <a:prstGeom prst="rect">
            <a:avLst/>
          </a:prstGeom>
          <a:noFill/>
        </p:spPr>
        <p:txBody>
          <a:bodyPr wrap="square" rtlCol="0">
            <a:spAutoFit/>
          </a:bodyPr>
          <a:lstStyle/>
          <a:p>
            <a:pPr algn="ctr"/>
            <a:r>
              <a:rPr lang="en-US" sz="900" dirty="0"/>
              <a:t>347</a:t>
            </a:r>
          </a:p>
        </p:txBody>
      </p:sp>
      <p:sp>
        <p:nvSpPr>
          <p:cNvPr id="73" name="TextBox 72">
            <a:extLst>
              <a:ext uri="{FF2B5EF4-FFF2-40B4-BE49-F238E27FC236}">
                <a16:creationId xmlns:a16="http://schemas.microsoft.com/office/drawing/2014/main" id="{2A974B5C-1C06-AFC6-F2A7-4127830EBC11}"/>
              </a:ext>
            </a:extLst>
          </p:cNvPr>
          <p:cNvSpPr txBox="1"/>
          <p:nvPr/>
        </p:nvSpPr>
        <p:spPr>
          <a:xfrm>
            <a:off x="7157158" y="3907597"/>
            <a:ext cx="570089" cy="230832"/>
          </a:xfrm>
          <a:prstGeom prst="rect">
            <a:avLst/>
          </a:prstGeom>
          <a:noFill/>
        </p:spPr>
        <p:txBody>
          <a:bodyPr wrap="square" rtlCol="0">
            <a:spAutoFit/>
          </a:bodyPr>
          <a:lstStyle/>
          <a:p>
            <a:pPr algn="ctr"/>
            <a:r>
              <a:rPr lang="en-US" sz="900" dirty="0"/>
              <a:t>98</a:t>
            </a:r>
          </a:p>
        </p:txBody>
      </p:sp>
      <p:sp>
        <p:nvSpPr>
          <p:cNvPr id="74" name="TextBox 73">
            <a:extLst>
              <a:ext uri="{FF2B5EF4-FFF2-40B4-BE49-F238E27FC236}">
                <a16:creationId xmlns:a16="http://schemas.microsoft.com/office/drawing/2014/main" id="{7DA5E27D-A6E8-DC59-0119-C7E442712A65}"/>
              </a:ext>
            </a:extLst>
          </p:cNvPr>
          <p:cNvSpPr txBox="1"/>
          <p:nvPr/>
        </p:nvSpPr>
        <p:spPr>
          <a:xfrm>
            <a:off x="3138310" y="3907597"/>
            <a:ext cx="570089" cy="230832"/>
          </a:xfrm>
          <a:prstGeom prst="rect">
            <a:avLst/>
          </a:prstGeom>
          <a:noFill/>
        </p:spPr>
        <p:txBody>
          <a:bodyPr wrap="square" rtlCol="0">
            <a:spAutoFit/>
          </a:bodyPr>
          <a:lstStyle/>
          <a:p>
            <a:pPr algn="ctr"/>
            <a:r>
              <a:rPr lang="en-US" sz="900" dirty="0"/>
              <a:t>89</a:t>
            </a:r>
          </a:p>
        </p:txBody>
      </p:sp>
      <p:sp>
        <p:nvSpPr>
          <p:cNvPr id="75" name="TextBox 74">
            <a:extLst>
              <a:ext uri="{FF2B5EF4-FFF2-40B4-BE49-F238E27FC236}">
                <a16:creationId xmlns:a16="http://schemas.microsoft.com/office/drawing/2014/main" id="{DDC3FDC0-CFF4-403C-FF8B-1BC8EBC2BB58}"/>
              </a:ext>
            </a:extLst>
          </p:cNvPr>
          <p:cNvSpPr txBox="1"/>
          <p:nvPr/>
        </p:nvSpPr>
        <p:spPr>
          <a:xfrm>
            <a:off x="7157158" y="4909484"/>
            <a:ext cx="570089" cy="230832"/>
          </a:xfrm>
          <a:prstGeom prst="rect">
            <a:avLst/>
          </a:prstGeom>
          <a:noFill/>
        </p:spPr>
        <p:txBody>
          <a:bodyPr wrap="square" rtlCol="0">
            <a:spAutoFit/>
          </a:bodyPr>
          <a:lstStyle/>
          <a:p>
            <a:pPr algn="ctr"/>
            <a:r>
              <a:rPr lang="en-US" sz="900" dirty="0"/>
              <a:t>1349</a:t>
            </a:r>
          </a:p>
        </p:txBody>
      </p:sp>
      <p:sp>
        <p:nvSpPr>
          <p:cNvPr id="76" name="TextBox 75">
            <a:extLst>
              <a:ext uri="{FF2B5EF4-FFF2-40B4-BE49-F238E27FC236}">
                <a16:creationId xmlns:a16="http://schemas.microsoft.com/office/drawing/2014/main" id="{CAD29341-FB42-EF5C-752C-F4F244EE0B24}"/>
              </a:ext>
            </a:extLst>
          </p:cNvPr>
          <p:cNvSpPr txBox="1"/>
          <p:nvPr/>
        </p:nvSpPr>
        <p:spPr>
          <a:xfrm>
            <a:off x="3138310" y="4909484"/>
            <a:ext cx="570089" cy="230832"/>
          </a:xfrm>
          <a:prstGeom prst="rect">
            <a:avLst/>
          </a:prstGeom>
          <a:noFill/>
        </p:spPr>
        <p:txBody>
          <a:bodyPr wrap="square" rtlCol="0">
            <a:spAutoFit/>
          </a:bodyPr>
          <a:lstStyle/>
          <a:p>
            <a:pPr algn="ctr"/>
            <a:r>
              <a:rPr lang="en-US" sz="900" dirty="0"/>
              <a:t>34679</a:t>
            </a:r>
          </a:p>
        </p:txBody>
      </p:sp>
      <p:sp>
        <p:nvSpPr>
          <p:cNvPr id="77" name="TextBox 76">
            <a:extLst>
              <a:ext uri="{FF2B5EF4-FFF2-40B4-BE49-F238E27FC236}">
                <a16:creationId xmlns:a16="http://schemas.microsoft.com/office/drawing/2014/main" id="{271B256A-5146-6E4F-86F6-C648E4FA40B8}"/>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0A0DE11C-0F33-4B9F-AFA8-52356182B0DC}"/>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E123362D-BF13-B305-5A50-2E8827B6F701}"/>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66751914-6740-6578-E820-96E02D968378}"/>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E126ABE0-F7C2-DFCE-FB39-987258470C5C}"/>
              </a:ext>
            </a:extLst>
          </p:cNvPr>
          <p:cNvSpPr txBox="1"/>
          <p:nvPr/>
        </p:nvSpPr>
        <p:spPr>
          <a:xfrm>
            <a:off x="4216401" y="721216"/>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AAAF7613-E964-7CBF-7887-EEACAA821D62}"/>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210A987D-538E-67D5-5FEA-C5281599609A}"/>
              </a:ext>
            </a:extLst>
          </p:cNvPr>
          <p:cNvSpPr txBox="1"/>
          <p:nvPr/>
        </p:nvSpPr>
        <p:spPr>
          <a:xfrm>
            <a:off x="6152446" y="2905709"/>
            <a:ext cx="570089" cy="230832"/>
          </a:xfrm>
          <a:prstGeom prst="rect">
            <a:avLst/>
          </a:prstGeom>
          <a:noFill/>
        </p:spPr>
        <p:txBody>
          <a:bodyPr wrap="square" rtlCol="0">
            <a:spAutoFit/>
          </a:bodyPr>
          <a:lstStyle/>
          <a:p>
            <a:pPr algn="ctr"/>
            <a:r>
              <a:rPr lang="en-US" sz="900" dirty="0"/>
              <a:t>348</a:t>
            </a:r>
          </a:p>
        </p:txBody>
      </p:sp>
      <p:sp>
        <p:nvSpPr>
          <p:cNvPr id="39" name="TextBox 38">
            <a:extLst>
              <a:ext uri="{FF2B5EF4-FFF2-40B4-BE49-F238E27FC236}">
                <a16:creationId xmlns:a16="http://schemas.microsoft.com/office/drawing/2014/main" id="{AA2CD9FB-8DE1-9190-9579-470718F4CD96}"/>
              </a:ext>
            </a:extLst>
          </p:cNvPr>
          <p:cNvSpPr txBox="1"/>
          <p:nvPr/>
        </p:nvSpPr>
        <p:spPr>
          <a:xfrm>
            <a:off x="4216401" y="1727886"/>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72A391D5-323E-E1EE-12F8-8B5E633CD80A}"/>
              </a:ext>
            </a:extLst>
          </p:cNvPr>
          <p:cNvSpPr txBox="1"/>
          <p:nvPr/>
        </p:nvSpPr>
        <p:spPr>
          <a:xfrm>
            <a:off x="4143022" y="2905709"/>
            <a:ext cx="570089" cy="230832"/>
          </a:xfrm>
          <a:prstGeom prst="rect">
            <a:avLst/>
          </a:prstGeom>
          <a:noFill/>
        </p:spPr>
        <p:txBody>
          <a:bodyPr wrap="square" rtlCol="0">
            <a:spAutoFit/>
          </a:bodyPr>
          <a:lstStyle/>
          <a:p>
            <a:pPr algn="ctr"/>
            <a:r>
              <a:rPr lang="en-US" sz="900" dirty="0"/>
              <a:t>269</a:t>
            </a:r>
          </a:p>
        </p:txBody>
      </p:sp>
      <p:sp>
        <p:nvSpPr>
          <p:cNvPr id="48" name="TextBox 47">
            <a:extLst>
              <a:ext uri="{FF2B5EF4-FFF2-40B4-BE49-F238E27FC236}">
                <a16:creationId xmlns:a16="http://schemas.microsoft.com/office/drawing/2014/main" id="{670560CA-BCF1-21C7-048A-72C587ADBD7A}"/>
              </a:ext>
            </a:extLst>
          </p:cNvPr>
          <p:cNvSpPr txBox="1"/>
          <p:nvPr/>
        </p:nvSpPr>
        <p:spPr>
          <a:xfrm>
            <a:off x="4143022" y="3406653"/>
            <a:ext cx="570089" cy="230832"/>
          </a:xfrm>
          <a:prstGeom prst="rect">
            <a:avLst/>
          </a:prstGeom>
          <a:noFill/>
        </p:spPr>
        <p:txBody>
          <a:bodyPr wrap="square" rtlCol="0">
            <a:spAutoFit/>
          </a:bodyPr>
          <a:lstStyle/>
          <a:p>
            <a:pPr algn="ctr"/>
            <a:r>
              <a:rPr lang="en-US" sz="900" dirty="0"/>
              <a:t>349</a:t>
            </a:r>
          </a:p>
        </p:txBody>
      </p:sp>
      <p:sp>
        <p:nvSpPr>
          <p:cNvPr id="81" name="TextBox 80">
            <a:extLst>
              <a:ext uri="{FF2B5EF4-FFF2-40B4-BE49-F238E27FC236}">
                <a16:creationId xmlns:a16="http://schemas.microsoft.com/office/drawing/2014/main" id="{A767120A-B423-18B5-5E15-9235FF24DC02}"/>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82" name="TextBox 81">
            <a:extLst>
              <a:ext uri="{FF2B5EF4-FFF2-40B4-BE49-F238E27FC236}">
                <a16:creationId xmlns:a16="http://schemas.microsoft.com/office/drawing/2014/main" id="{73E6EF19-F633-B6DA-0FC9-5C93E4A05A62}"/>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83" name="TextBox 82">
            <a:extLst>
              <a:ext uri="{FF2B5EF4-FFF2-40B4-BE49-F238E27FC236}">
                <a16:creationId xmlns:a16="http://schemas.microsoft.com/office/drawing/2014/main" id="{EB1DF4C5-618E-365C-9C19-A71B8DDC560F}"/>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D60EAC64-017C-5103-F029-AE9977A5092C}"/>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5B814B5B-0A51-CFFF-BECA-90D20B0DA3BB}"/>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86" name="TextBox 85">
            <a:extLst>
              <a:ext uri="{FF2B5EF4-FFF2-40B4-BE49-F238E27FC236}">
                <a16:creationId xmlns:a16="http://schemas.microsoft.com/office/drawing/2014/main" id="{04266BD7-693C-4177-2B62-AEA3FB08C2F8}"/>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87" name="TextBox 86">
            <a:extLst>
              <a:ext uri="{FF2B5EF4-FFF2-40B4-BE49-F238E27FC236}">
                <a16:creationId xmlns:a16="http://schemas.microsoft.com/office/drawing/2014/main" id="{2E4BE197-07EE-DAC8-ABEE-2CC5DA251E03}"/>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8" name="TextBox 87">
            <a:extLst>
              <a:ext uri="{FF2B5EF4-FFF2-40B4-BE49-F238E27FC236}">
                <a16:creationId xmlns:a16="http://schemas.microsoft.com/office/drawing/2014/main" id="{4FAE490E-7D72-769F-D064-5F45707D6896}"/>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9" name="TextBox 88">
            <a:extLst>
              <a:ext uri="{FF2B5EF4-FFF2-40B4-BE49-F238E27FC236}">
                <a16:creationId xmlns:a16="http://schemas.microsoft.com/office/drawing/2014/main" id="{ED0B7DCE-E029-E980-879D-7670F5FC0E63}"/>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A3228959-D88F-787C-5770-957903A02EFA}"/>
              </a:ext>
            </a:extLst>
          </p:cNvPr>
          <p:cNvSpPr txBox="1"/>
          <p:nvPr/>
        </p:nvSpPr>
        <p:spPr>
          <a:xfrm>
            <a:off x="5715003" y="2231221"/>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2BC9C206-D743-CC1D-D1CB-552C50E69D71}"/>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BCCC826E-40D2-A85A-AD4B-7BBDDE4835DA}"/>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14901708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655DE-8050-8FFE-590B-BDA6B6B98DE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5F11010-0651-C083-08DE-77581E734A2D}"/>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C1364C6-7247-9799-D69E-AD487A812BB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61CCBC2-8DE0-53D0-C253-CB25F00A3CF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CF695B8-F70C-FDC2-5B69-6411DD22AC4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33B7F26-4AC8-256D-AEF2-36951B7B3ED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CA18738-5BF6-2BBF-2E56-18F32E3087EC}"/>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4C28F0F6-87CC-5402-EE7B-57891C835CB7}"/>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CEB742EC-E4EA-3239-B68A-3712C5F6AEAF}"/>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730E1355-A451-30C6-393D-789AEF0C3516}"/>
              </a:ext>
            </a:extLst>
          </p:cNvPr>
          <p:cNvSpPr txBox="1"/>
          <p:nvPr/>
        </p:nvSpPr>
        <p:spPr>
          <a:xfrm>
            <a:off x="6654802" y="4408541"/>
            <a:ext cx="570089" cy="230832"/>
          </a:xfrm>
          <a:prstGeom prst="rect">
            <a:avLst/>
          </a:prstGeom>
          <a:noFill/>
        </p:spPr>
        <p:txBody>
          <a:bodyPr wrap="square" rtlCol="0">
            <a:spAutoFit/>
          </a:bodyPr>
          <a:lstStyle/>
          <a:p>
            <a:pPr algn="ctr"/>
            <a:r>
              <a:rPr lang="en-US" sz="900" dirty="0"/>
              <a:t>4578</a:t>
            </a:r>
          </a:p>
        </p:txBody>
      </p:sp>
      <p:sp>
        <p:nvSpPr>
          <p:cNvPr id="11" name="TextBox 10">
            <a:extLst>
              <a:ext uri="{FF2B5EF4-FFF2-40B4-BE49-F238E27FC236}">
                <a16:creationId xmlns:a16="http://schemas.microsoft.com/office/drawing/2014/main" id="{FD0B1D85-AF55-8E76-633D-94AFED7D1FEC}"/>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8FDA89D8-2258-C048-8195-4E65E6186DD6}"/>
              </a:ext>
            </a:extLst>
          </p:cNvPr>
          <p:cNvSpPr txBox="1"/>
          <p:nvPr/>
        </p:nvSpPr>
        <p:spPr>
          <a:xfrm>
            <a:off x="4143022" y="4408541"/>
            <a:ext cx="570089" cy="230832"/>
          </a:xfrm>
          <a:prstGeom prst="rect">
            <a:avLst/>
          </a:prstGeom>
          <a:noFill/>
        </p:spPr>
        <p:txBody>
          <a:bodyPr wrap="square" rtlCol="0">
            <a:spAutoFit/>
          </a:bodyPr>
          <a:lstStyle/>
          <a:p>
            <a:pPr algn="ctr"/>
            <a:r>
              <a:rPr lang="en-US" sz="900" dirty="0"/>
              <a:t>47</a:t>
            </a:r>
          </a:p>
        </p:txBody>
      </p:sp>
      <p:sp>
        <p:nvSpPr>
          <p:cNvPr id="13" name="TextBox 12">
            <a:extLst>
              <a:ext uri="{FF2B5EF4-FFF2-40B4-BE49-F238E27FC236}">
                <a16:creationId xmlns:a16="http://schemas.microsoft.com/office/drawing/2014/main" id="{B276932F-0C2B-FF6C-E3B7-3A19B4CF96C0}"/>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63A45964-B2F8-5AD4-4C92-8B2F461D3CE4}"/>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01B1E905-5BD9-C7B1-0A28-0F31324540E3}"/>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145B0F83-A898-0E95-7319-7933D6A5DB16}"/>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5EB570BF-2F98-A679-ED31-1BE19C332E00}"/>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FE7BE14C-1C0A-3D03-CF9C-4B966180DDAD}"/>
              </a:ext>
            </a:extLst>
          </p:cNvPr>
          <p:cNvSpPr txBox="1"/>
          <p:nvPr/>
        </p:nvSpPr>
        <p:spPr>
          <a:xfrm>
            <a:off x="4645378" y="2905709"/>
            <a:ext cx="570089" cy="230832"/>
          </a:xfrm>
          <a:prstGeom prst="rect">
            <a:avLst/>
          </a:prstGeom>
          <a:noFill/>
        </p:spPr>
        <p:txBody>
          <a:bodyPr wrap="square" rtlCol="0">
            <a:spAutoFit/>
          </a:bodyPr>
          <a:lstStyle/>
          <a:p>
            <a:pPr algn="ctr"/>
            <a:r>
              <a:rPr lang="en-US" sz="900" dirty="0"/>
              <a:t>59</a:t>
            </a:r>
          </a:p>
        </p:txBody>
      </p:sp>
      <p:sp>
        <p:nvSpPr>
          <p:cNvPr id="27" name="TextBox 26">
            <a:extLst>
              <a:ext uri="{FF2B5EF4-FFF2-40B4-BE49-F238E27FC236}">
                <a16:creationId xmlns:a16="http://schemas.microsoft.com/office/drawing/2014/main" id="{AEC97EA0-516A-5620-0F62-B372458EB68F}"/>
              </a:ext>
            </a:extLst>
          </p:cNvPr>
          <p:cNvSpPr txBox="1"/>
          <p:nvPr/>
        </p:nvSpPr>
        <p:spPr>
          <a:xfrm>
            <a:off x="4645378" y="3406653"/>
            <a:ext cx="570089" cy="230832"/>
          </a:xfrm>
          <a:prstGeom prst="rect">
            <a:avLst/>
          </a:prstGeom>
          <a:noFill/>
        </p:spPr>
        <p:txBody>
          <a:bodyPr wrap="square" rtlCol="0">
            <a:spAutoFit/>
          </a:bodyPr>
          <a:lstStyle/>
          <a:p>
            <a:pPr algn="ctr"/>
            <a:r>
              <a:rPr lang="en-US" sz="900" dirty="0"/>
              <a:t>95</a:t>
            </a:r>
          </a:p>
        </p:txBody>
      </p:sp>
      <p:sp>
        <p:nvSpPr>
          <p:cNvPr id="32" name="TextBox 31">
            <a:extLst>
              <a:ext uri="{FF2B5EF4-FFF2-40B4-BE49-F238E27FC236}">
                <a16:creationId xmlns:a16="http://schemas.microsoft.com/office/drawing/2014/main" id="{53E9FED0-3FA2-1F87-8A06-BF56D7E77A27}"/>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2473FC15-3577-8455-9F1E-F29F8F6D4949}"/>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F462F8CC-5D5E-C8C4-DD69-41A98BB94A30}"/>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B2A84568-EA4E-2EEC-1C58-665820219DC7}"/>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ED587444-BF40-2045-AA52-5520322C496F}"/>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4C7CD305-4E1B-AAD2-3D15-BE2571FF8774}"/>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6005104B-4841-29E0-64B9-381594236B9A}"/>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40" name="TextBox 39">
            <a:extLst>
              <a:ext uri="{FF2B5EF4-FFF2-40B4-BE49-F238E27FC236}">
                <a16:creationId xmlns:a16="http://schemas.microsoft.com/office/drawing/2014/main" id="{ED89A37A-F5BF-930C-0802-9666CEBB7E33}"/>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DB35031F-62B6-8CD1-35AC-BCF63AB47E5E}"/>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594E94B4-4441-B4C6-6038-BCD12E4787C6}"/>
              </a:ext>
            </a:extLst>
          </p:cNvPr>
          <p:cNvSpPr txBox="1"/>
          <p:nvPr/>
        </p:nvSpPr>
        <p:spPr>
          <a:xfrm>
            <a:off x="6654802" y="901933"/>
            <a:ext cx="570089" cy="230832"/>
          </a:xfrm>
          <a:prstGeom prst="rect">
            <a:avLst/>
          </a:prstGeom>
          <a:noFill/>
        </p:spPr>
        <p:txBody>
          <a:bodyPr wrap="square" rtlCol="0">
            <a:spAutoFit/>
          </a:bodyPr>
          <a:lstStyle/>
          <a:p>
            <a:pPr algn="ctr"/>
            <a:r>
              <a:rPr lang="en-US" sz="900" dirty="0"/>
              <a:t>84</a:t>
            </a:r>
          </a:p>
        </p:txBody>
      </p:sp>
      <p:sp>
        <p:nvSpPr>
          <p:cNvPr id="45" name="TextBox 44">
            <a:extLst>
              <a:ext uri="{FF2B5EF4-FFF2-40B4-BE49-F238E27FC236}">
                <a16:creationId xmlns:a16="http://schemas.microsoft.com/office/drawing/2014/main" id="{4594A8E2-B73F-A37E-4759-3E9F30B25594}"/>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1347</a:t>
            </a:r>
          </a:p>
        </p:txBody>
      </p:sp>
      <p:sp>
        <p:nvSpPr>
          <p:cNvPr id="46" name="TextBox 45">
            <a:extLst>
              <a:ext uri="{FF2B5EF4-FFF2-40B4-BE49-F238E27FC236}">
                <a16:creationId xmlns:a16="http://schemas.microsoft.com/office/drawing/2014/main" id="{6F126398-F842-6D8F-AB25-8C1B23D3DFCA}"/>
              </a:ext>
            </a:extLst>
          </p:cNvPr>
          <p:cNvSpPr txBox="1"/>
          <p:nvPr/>
        </p:nvSpPr>
        <p:spPr>
          <a:xfrm>
            <a:off x="4143022" y="1402877"/>
            <a:ext cx="570089" cy="230832"/>
          </a:xfrm>
          <a:prstGeom prst="rect">
            <a:avLst/>
          </a:prstGeom>
          <a:noFill/>
        </p:spPr>
        <p:txBody>
          <a:bodyPr wrap="square" rtlCol="0">
            <a:spAutoFit/>
          </a:bodyPr>
          <a:lstStyle/>
          <a:p>
            <a:pPr algn="ctr"/>
            <a:r>
              <a:rPr lang="en-US" sz="900" dirty="0"/>
              <a:t>347</a:t>
            </a:r>
          </a:p>
        </p:txBody>
      </p:sp>
      <p:sp>
        <p:nvSpPr>
          <p:cNvPr id="47" name="TextBox 46">
            <a:extLst>
              <a:ext uri="{FF2B5EF4-FFF2-40B4-BE49-F238E27FC236}">
                <a16:creationId xmlns:a16="http://schemas.microsoft.com/office/drawing/2014/main" id="{4F94CBE2-AE2B-057E-3441-CCE0FCBD1445}"/>
              </a:ext>
            </a:extLst>
          </p:cNvPr>
          <p:cNvSpPr txBox="1"/>
          <p:nvPr/>
        </p:nvSpPr>
        <p:spPr>
          <a:xfrm>
            <a:off x="6152446" y="1402877"/>
            <a:ext cx="570089" cy="230832"/>
          </a:xfrm>
          <a:prstGeom prst="rect">
            <a:avLst/>
          </a:prstGeom>
          <a:noFill/>
        </p:spPr>
        <p:txBody>
          <a:bodyPr wrap="square" rtlCol="0">
            <a:spAutoFit/>
          </a:bodyPr>
          <a:lstStyle/>
          <a:p>
            <a:pPr algn="ctr"/>
            <a:r>
              <a:rPr lang="en-US" sz="900" dirty="0"/>
              <a:t>137</a:t>
            </a:r>
          </a:p>
        </p:txBody>
      </p:sp>
      <p:sp>
        <p:nvSpPr>
          <p:cNvPr id="49" name="TextBox 48">
            <a:extLst>
              <a:ext uri="{FF2B5EF4-FFF2-40B4-BE49-F238E27FC236}">
                <a16:creationId xmlns:a16="http://schemas.microsoft.com/office/drawing/2014/main" id="{56EDE1FD-3149-2335-5F05-3E8EC419BA56}"/>
              </a:ext>
            </a:extLst>
          </p:cNvPr>
          <p:cNvSpPr txBox="1"/>
          <p:nvPr/>
        </p:nvSpPr>
        <p:spPr>
          <a:xfrm>
            <a:off x="3138310" y="1402877"/>
            <a:ext cx="570089" cy="230832"/>
          </a:xfrm>
          <a:prstGeom prst="rect">
            <a:avLst/>
          </a:prstGeom>
          <a:noFill/>
        </p:spPr>
        <p:txBody>
          <a:bodyPr wrap="square" rtlCol="0">
            <a:spAutoFit/>
          </a:bodyPr>
          <a:lstStyle/>
          <a:p>
            <a:pPr algn="ctr"/>
            <a:r>
              <a:rPr lang="en-US" sz="900" dirty="0"/>
              <a:t>347</a:t>
            </a:r>
          </a:p>
        </p:txBody>
      </p:sp>
      <p:sp>
        <p:nvSpPr>
          <p:cNvPr id="50" name="TextBox 49">
            <a:extLst>
              <a:ext uri="{FF2B5EF4-FFF2-40B4-BE49-F238E27FC236}">
                <a16:creationId xmlns:a16="http://schemas.microsoft.com/office/drawing/2014/main" id="{39AF9A42-89D3-4406-E9DE-7AB9D3C30D54}"/>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a:t>
            </a:r>
          </a:p>
        </p:txBody>
      </p:sp>
      <p:sp>
        <p:nvSpPr>
          <p:cNvPr id="51" name="TextBox 50">
            <a:extLst>
              <a:ext uri="{FF2B5EF4-FFF2-40B4-BE49-F238E27FC236}">
                <a16:creationId xmlns:a16="http://schemas.microsoft.com/office/drawing/2014/main" id="{FE1DF956-206E-21B3-0C7E-F8C97F60E539}"/>
              </a:ext>
            </a:extLst>
          </p:cNvPr>
          <p:cNvSpPr txBox="1"/>
          <p:nvPr/>
        </p:nvSpPr>
        <p:spPr>
          <a:xfrm>
            <a:off x="6654802" y="1903821"/>
            <a:ext cx="570089" cy="230832"/>
          </a:xfrm>
          <a:prstGeom prst="rect">
            <a:avLst/>
          </a:prstGeom>
          <a:noFill/>
        </p:spPr>
        <p:txBody>
          <a:bodyPr wrap="square" rtlCol="0">
            <a:spAutoFit/>
          </a:bodyPr>
          <a:lstStyle/>
          <a:p>
            <a:pPr algn="ctr"/>
            <a:r>
              <a:rPr lang="en-US" sz="900" dirty="0"/>
              <a:t>37</a:t>
            </a:r>
          </a:p>
        </p:txBody>
      </p:sp>
      <p:sp>
        <p:nvSpPr>
          <p:cNvPr id="52" name="TextBox 51">
            <a:extLst>
              <a:ext uri="{FF2B5EF4-FFF2-40B4-BE49-F238E27FC236}">
                <a16:creationId xmlns:a16="http://schemas.microsoft.com/office/drawing/2014/main" id="{FBA452A0-7BAC-82CE-CC3E-0DFAE4387F6F}"/>
              </a:ext>
            </a:extLst>
          </p:cNvPr>
          <p:cNvSpPr txBox="1"/>
          <p:nvPr/>
        </p:nvSpPr>
        <p:spPr>
          <a:xfrm>
            <a:off x="7157158" y="1903821"/>
            <a:ext cx="570089" cy="230832"/>
          </a:xfrm>
          <a:prstGeom prst="rect">
            <a:avLst/>
          </a:prstGeom>
          <a:noFill/>
        </p:spPr>
        <p:txBody>
          <a:bodyPr wrap="square" rtlCol="0">
            <a:spAutoFit/>
          </a:bodyPr>
          <a:lstStyle/>
          <a:p>
            <a:pPr algn="ctr"/>
            <a:r>
              <a:rPr lang="en-US" sz="900" dirty="0"/>
              <a:t>13</a:t>
            </a:r>
          </a:p>
        </p:txBody>
      </p:sp>
      <p:sp>
        <p:nvSpPr>
          <p:cNvPr id="53" name="TextBox 52">
            <a:extLst>
              <a:ext uri="{FF2B5EF4-FFF2-40B4-BE49-F238E27FC236}">
                <a16:creationId xmlns:a16="http://schemas.microsoft.com/office/drawing/2014/main" id="{DE24DC94-D218-2104-367F-EBC6EA7B27B8}"/>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a:t>
            </a:r>
          </a:p>
        </p:txBody>
      </p:sp>
      <p:sp>
        <p:nvSpPr>
          <p:cNvPr id="54" name="TextBox 53">
            <a:extLst>
              <a:ext uri="{FF2B5EF4-FFF2-40B4-BE49-F238E27FC236}">
                <a16:creationId xmlns:a16="http://schemas.microsoft.com/office/drawing/2014/main" id="{2065EDAA-24A1-0958-320E-A1C6109CA4A2}"/>
              </a:ext>
            </a:extLst>
          </p:cNvPr>
          <p:cNvSpPr txBox="1"/>
          <p:nvPr/>
        </p:nvSpPr>
        <p:spPr>
          <a:xfrm>
            <a:off x="3640666" y="2404765"/>
            <a:ext cx="570089" cy="230832"/>
          </a:xfrm>
          <a:prstGeom prst="rect">
            <a:avLst/>
          </a:prstGeom>
          <a:noFill/>
        </p:spPr>
        <p:txBody>
          <a:bodyPr wrap="square" rtlCol="0">
            <a:spAutoFit/>
          </a:bodyPr>
          <a:lstStyle/>
          <a:p>
            <a:pPr algn="ctr"/>
            <a:r>
              <a:rPr lang="en-US" sz="900" dirty="0"/>
              <a:t>87</a:t>
            </a:r>
          </a:p>
        </p:txBody>
      </p:sp>
      <p:sp>
        <p:nvSpPr>
          <p:cNvPr id="57" name="TextBox 56">
            <a:extLst>
              <a:ext uri="{FF2B5EF4-FFF2-40B4-BE49-F238E27FC236}">
                <a16:creationId xmlns:a16="http://schemas.microsoft.com/office/drawing/2014/main" id="{6DDB053C-79F0-45B3-1DAB-C1A068250A0F}"/>
              </a:ext>
            </a:extLst>
          </p:cNvPr>
          <p:cNvSpPr txBox="1"/>
          <p:nvPr/>
        </p:nvSpPr>
        <p:spPr>
          <a:xfrm>
            <a:off x="3138310" y="2404765"/>
            <a:ext cx="570089" cy="230832"/>
          </a:xfrm>
          <a:prstGeom prst="rect">
            <a:avLst/>
          </a:prstGeom>
          <a:noFill/>
        </p:spPr>
        <p:txBody>
          <a:bodyPr wrap="square" rtlCol="0">
            <a:spAutoFit/>
          </a:bodyPr>
          <a:lstStyle/>
          <a:p>
            <a:pPr algn="ctr"/>
            <a:r>
              <a:rPr lang="en-US" sz="900" dirty="0"/>
              <a:t>78</a:t>
            </a:r>
          </a:p>
        </p:txBody>
      </p:sp>
      <p:sp>
        <p:nvSpPr>
          <p:cNvPr id="58" name="TextBox 57">
            <a:extLst>
              <a:ext uri="{FF2B5EF4-FFF2-40B4-BE49-F238E27FC236}">
                <a16:creationId xmlns:a16="http://schemas.microsoft.com/office/drawing/2014/main" id="{B70D9162-3EA2-43F5-4F65-5A643C04DDB1}"/>
              </a:ext>
            </a:extLst>
          </p:cNvPr>
          <p:cNvSpPr txBox="1"/>
          <p:nvPr/>
        </p:nvSpPr>
        <p:spPr>
          <a:xfrm>
            <a:off x="7157158" y="2905709"/>
            <a:ext cx="570089" cy="230832"/>
          </a:xfrm>
          <a:prstGeom prst="rect">
            <a:avLst/>
          </a:prstGeom>
          <a:noFill/>
        </p:spPr>
        <p:txBody>
          <a:bodyPr wrap="square" rtlCol="0">
            <a:spAutoFit/>
          </a:bodyPr>
          <a:lstStyle/>
          <a:p>
            <a:pPr algn="ctr"/>
            <a:r>
              <a:rPr lang="en-US" sz="900" dirty="0"/>
              <a:t>83</a:t>
            </a:r>
          </a:p>
        </p:txBody>
      </p:sp>
      <p:sp>
        <p:nvSpPr>
          <p:cNvPr id="59" name="TextBox 58">
            <a:extLst>
              <a:ext uri="{FF2B5EF4-FFF2-40B4-BE49-F238E27FC236}">
                <a16:creationId xmlns:a16="http://schemas.microsoft.com/office/drawing/2014/main" id="{45379C42-29E6-DA07-8995-6C904BE93440}"/>
              </a:ext>
            </a:extLst>
          </p:cNvPr>
          <p:cNvSpPr txBox="1"/>
          <p:nvPr/>
        </p:nvSpPr>
        <p:spPr>
          <a:xfrm>
            <a:off x="3138310" y="2905709"/>
            <a:ext cx="570089" cy="230832"/>
          </a:xfrm>
          <a:prstGeom prst="rect">
            <a:avLst/>
          </a:prstGeom>
          <a:noFill/>
        </p:spPr>
        <p:txBody>
          <a:bodyPr wrap="square" rtlCol="0">
            <a:spAutoFit/>
          </a:bodyPr>
          <a:lstStyle/>
          <a:p>
            <a:pPr algn="ctr"/>
            <a:r>
              <a:rPr lang="en-US" sz="900" dirty="0"/>
              <a:t>56</a:t>
            </a:r>
          </a:p>
        </p:txBody>
      </p:sp>
      <p:sp>
        <p:nvSpPr>
          <p:cNvPr id="61" name="TextBox 60">
            <a:extLst>
              <a:ext uri="{FF2B5EF4-FFF2-40B4-BE49-F238E27FC236}">
                <a16:creationId xmlns:a16="http://schemas.microsoft.com/office/drawing/2014/main" id="{292990B7-C66F-02AA-A011-6A011E564985}"/>
              </a:ext>
            </a:extLst>
          </p:cNvPr>
          <p:cNvSpPr txBox="1"/>
          <p:nvPr/>
        </p:nvSpPr>
        <p:spPr>
          <a:xfrm>
            <a:off x="3138310" y="3406653"/>
            <a:ext cx="570089" cy="230832"/>
          </a:xfrm>
          <a:prstGeom prst="rect">
            <a:avLst/>
          </a:prstGeom>
          <a:noFill/>
        </p:spPr>
        <p:txBody>
          <a:bodyPr wrap="square" rtlCol="0">
            <a:spAutoFit/>
          </a:bodyPr>
          <a:lstStyle/>
          <a:p>
            <a:pPr algn="ctr"/>
            <a:r>
              <a:rPr lang="en-US" sz="900" dirty="0"/>
              <a:t>45</a:t>
            </a:r>
          </a:p>
        </p:txBody>
      </p:sp>
      <p:sp>
        <p:nvSpPr>
          <p:cNvPr id="62" name="TextBox 61">
            <a:extLst>
              <a:ext uri="{FF2B5EF4-FFF2-40B4-BE49-F238E27FC236}">
                <a16:creationId xmlns:a16="http://schemas.microsoft.com/office/drawing/2014/main" id="{2ADCD75B-45DA-8434-498E-F681FC29946A}"/>
              </a:ext>
            </a:extLst>
          </p:cNvPr>
          <p:cNvSpPr txBox="1"/>
          <p:nvPr/>
        </p:nvSpPr>
        <p:spPr>
          <a:xfrm>
            <a:off x="3640666" y="2905709"/>
            <a:ext cx="570089" cy="230832"/>
          </a:xfrm>
          <a:prstGeom prst="rect">
            <a:avLst/>
          </a:prstGeom>
          <a:noFill/>
        </p:spPr>
        <p:txBody>
          <a:bodyPr wrap="square" rtlCol="0">
            <a:spAutoFit/>
          </a:bodyPr>
          <a:lstStyle/>
          <a:p>
            <a:pPr algn="ctr"/>
            <a:r>
              <a:rPr lang="en-US" sz="900" dirty="0"/>
              <a:t>26</a:t>
            </a:r>
          </a:p>
        </p:txBody>
      </p:sp>
      <p:sp>
        <p:nvSpPr>
          <p:cNvPr id="64" name="TextBox 63">
            <a:extLst>
              <a:ext uri="{FF2B5EF4-FFF2-40B4-BE49-F238E27FC236}">
                <a16:creationId xmlns:a16="http://schemas.microsoft.com/office/drawing/2014/main" id="{D672D79A-4B1A-0BDE-A2F4-807F0ED02D0E}"/>
              </a:ext>
            </a:extLst>
          </p:cNvPr>
          <p:cNvSpPr txBox="1"/>
          <p:nvPr/>
        </p:nvSpPr>
        <p:spPr>
          <a:xfrm>
            <a:off x="3640666" y="3406653"/>
            <a:ext cx="570089" cy="230832"/>
          </a:xfrm>
          <a:prstGeom prst="rect">
            <a:avLst/>
          </a:prstGeom>
          <a:noFill/>
        </p:spPr>
        <p:txBody>
          <a:bodyPr wrap="square" rtlCol="0">
            <a:spAutoFit/>
          </a:bodyPr>
          <a:lstStyle/>
          <a:p>
            <a:pPr algn="ctr"/>
            <a:r>
              <a:rPr lang="en-US" sz="900" dirty="0"/>
              <a:t>34</a:t>
            </a:r>
          </a:p>
        </p:txBody>
      </p:sp>
      <p:sp>
        <p:nvSpPr>
          <p:cNvPr id="66" name="TextBox 65">
            <a:extLst>
              <a:ext uri="{FF2B5EF4-FFF2-40B4-BE49-F238E27FC236}">
                <a16:creationId xmlns:a16="http://schemas.microsoft.com/office/drawing/2014/main" id="{ED0165D1-CB2D-6ACC-06BF-32CB72B6EF82}"/>
              </a:ext>
            </a:extLst>
          </p:cNvPr>
          <p:cNvSpPr txBox="1"/>
          <p:nvPr/>
        </p:nvSpPr>
        <p:spPr>
          <a:xfrm>
            <a:off x="3640666" y="3907597"/>
            <a:ext cx="570089" cy="230832"/>
          </a:xfrm>
          <a:prstGeom prst="rect">
            <a:avLst/>
          </a:prstGeom>
          <a:noFill/>
        </p:spPr>
        <p:txBody>
          <a:bodyPr wrap="square" rtlCol="0">
            <a:spAutoFit/>
          </a:bodyPr>
          <a:lstStyle/>
          <a:p>
            <a:pPr algn="ctr"/>
            <a:r>
              <a:rPr lang="en-US" sz="900" dirty="0"/>
              <a:t>235</a:t>
            </a:r>
          </a:p>
        </p:txBody>
      </p:sp>
      <p:sp>
        <p:nvSpPr>
          <p:cNvPr id="67" name="TextBox 66">
            <a:extLst>
              <a:ext uri="{FF2B5EF4-FFF2-40B4-BE49-F238E27FC236}">
                <a16:creationId xmlns:a16="http://schemas.microsoft.com/office/drawing/2014/main" id="{3412FB20-EDB3-50E9-E102-D21AD8488377}"/>
              </a:ext>
            </a:extLst>
          </p:cNvPr>
          <p:cNvSpPr txBox="1"/>
          <p:nvPr/>
        </p:nvSpPr>
        <p:spPr>
          <a:xfrm>
            <a:off x="4143022" y="3907597"/>
            <a:ext cx="570089" cy="230832"/>
          </a:xfrm>
          <a:prstGeom prst="rect">
            <a:avLst/>
          </a:prstGeom>
          <a:noFill/>
        </p:spPr>
        <p:txBody>
          <a:bodyPr wrap="square" rtlCol="0">
            <a:spAutoFit/>
          </a:bodyPr>
          <a:lstStyle/>
          <a:p>
            <a:pPr algn="ctr"/>
            <a:r>
              <a:rPr lang="en-US" sz="900" dirty="0"/>
              <a:t>23</a:t>
            </a:r>
          </a:p>
        </p:txBody>
      </p:sp>
      <p:sp>
        <p:nvSpPr>
          <p:cNvPr id="68" name="TextBox 67">
            <a:extLst>
              <a:ext uri="{FF2B5EF4-FFF2-40B4-BE49-F238E27FC236}">
                <a16:creationId xmlns:a16="http://schemas.microsoft.com/office/drawing/2014/main" id="{E27BF9AB-86E6-2894-9F0A-2E2F7CEFA6A5}"/>
              </a:ext>
            </a:extLst>
          </p:cNvPr>
          <p:cNvSpPr txBox="1"/>
          <p:nvPr/>
        </p:nvSpPr>
        <p:spPr>
          <a:xfrm>
            <a:off x="6654802" y="3907597"/>
            <a:ext cx="570089" cy="230832"/>
          </a:xfrm>
          <a:prstGeom prst="rect">
            <a:avLst/>
          </a:prstGeom>
          <a:noFill/>
        </p:spPr>
        <p:txBody>
          <a:bodyPr wrap="square" rtlCol="0">
            <a:spAutoFit/>
          </a:bodyPr>
          <a:lstStyle/>
          <a:p>
            <a:pPr algn="ctr"/>
            <a:r>
              <a:rPr lang="en-US" sz="900" dirty="0"/>
              <a:t>35</a:t>
            </a:r>
          </a:p>
        </p:txBody>
      </p:sp>
      <p:sp>
        <p:nvSpPr>
          <p:cNvPr id="69" name="TextBox 68">
            <a:extLst>
              <a:ext uri="{FF2B5EF4-FFF2-40B4-BE49-F238E27FC236}">
                <a16:creationId xmlns:a16="http://schemas.microsoft.com/office/drawing/2014/main" id="{3E1243BC-234F-889E-D967-7FBAD24E9AB0}"/>
              </a:ext>
            </a:extLst>
          </p:cNvPr>
          <p:cNvSpPr txBox="1"/>
          <p:nvPr/>
        </p:nvSpPr>
        <p:spPr>
          <a:xfrm>
            <a:off x="3640666" y="4909484"/>
            <a:ext cx="570089" cy="230832"/>
          </a:xfrm>
          <a:prstGeom prst="rect">
            <a:avLst/>
          </a:prstGeom>
          <a:noFill/>
        </p:spPr>
        <p:txBody>
          <a:bodyPr wrap="square" rtlCol="0">
            <a:spAutoFit/>
          </a:bodyPr>
          <a:lstStyle/>
          <a:p>
            <a:pPr algn="ctr"/>
            <a:r>
              <a:rPr lang="en-US" sz="900" dirty="0"/>
              <a:t>3467</a:t>
            </a:r>
          </a:p>
        </p:txBody>
      </p:sp>
      <p:sp>
        <p:nvSpPr>
          <p:cNvPr id="70" name="TextBox 69">
            <a:extLst>
              <a:ext uri="{FF2B5EF4-FFF2-40B4-BE49-F238E27FC236}">
                <a16:creationId xmlns:a16="http://schemas.microsoft.com/office/drawing/2014/main" id="{F0F12680-AF18-8FDF-D622-2DA027048928}"/>
              </a:ext>
            </a:extLst>
          </p:cNvPr>
          <p:cNvSpPr txBox="1"/>
          <p:nvPr/>
        </p:nvSpPr>
        <p:spPr>
          <a:xfrm>
            <a:off x="4143022" y="4909484"/>
            <a:ext cx="570089" cy="230832"/>
          </a:xfrm>
          <a:prstGeom prst="rect">
            <a:avLst/>
          </a:prstGeom>
          <a:noFill/>
        </p:spPr>
        <p:txBody>
          <a:bodyPr wrap="square" rtlCol="0">
            <a:spAutoFit/>
          </a:bodyPr>
          <a:lstStyle/>
          <a:p>
            <a:pPr algn="ctr"/>
            <a:r>
              <a:rPr lang="en-US" sz="900" dirty="0"/>
              <a:t>346</a:t>
            </a:r>
          </a:p>
        </p:txBody>
      </p:sp>
      <p:sp>
        <p:nvSpPr>
          <p:cNvPr id="71" name="TextBox 70">
            <a:extLst>
              <a:ext uri="{FF2B5EF4-FFF2-40B4-BE49-F238E27FC236}">
                <a16:creationId xmlns:a16="http://schemas.microsoft.com/office/drawing/2014/main" id="{8C4FC58A-815C-ACEC-EE28-5D03B5A7C20F}"/>
              </a:ext>
            </a:extLst>
          </p:cNvPr>
          <p:cNvSpPr txBox="1"/>
          <p:nvPr/>
        </p:nvSpPr>
        <p:spPr>
          <a:xfrm>
            <a:off x="6152446" y="4909484"/>
            <a:ext cx="570089" cy="230832"/>
          </a:xfrm>
          <a:prstGeom prst="rect">
            <a:avLst/>
          </a:prstGeom>
          <a:noFill/>
        </p:spPr>
        <p:txBody>
          <a:bodyPr wrap="square" rtlCol="0">
            <a:spAutoFit/>
          </a:bodyPr>
          <a:lstStyle/>
          <a:p>
            <a:pPr algn="ctr"/>
            <a:r>
              <a:rPr lang="en-US" sz="900" dirty="0"/>
              <a:t>1347</a:t>
            </a:r>
          </a:p>
        </p:txBody>
      </p:sp>
      <p:sp>
        <p:nvSpPr>
          <p:cNvPr id="72" name="TextBox 71">
            <a:extLst>
              <a:ext uri="{FF2B5EF4-FFF2-40B4-BE49-F238E27FC236}">
                <a16:creationId xmlns:a16="http://schemas.microsoft.com/office/drawing/2014/main" id="{576D73FF-451A-2C0F-BAB5-E55BD10750EE}"/>
              </a:ext>
            </a:extLst>
          </p:cNvPr>
          <p:cNvSpPr txBox="1"/>
          <p:nvPr/>
        </p:nvSpPr>
        <p:spPr>
          <a:xfrm>
            <a:off x="6654802" y="4909484"/>
            <a:ext cx="570089" cy="230832"/>
          </a:xfrm>
          <a:prstGeom prst="rect">
            <a:avLst/>
          </a:prstGeom>
          <a:noFill/>
        </p:spPr>
        <p:txBody>
          <a:bodyPr wrap="square" rtlCol="0">
            <a:spAutoFit/>
          </a:bodyPr>
          <a:lstStyle/>
          <a:p>
            <a:pPr algn="ctr"/>
            <a:r>
              <a:rPr lang="en-US" sz="900" dirty="0"/>
              <a:t>347</a:t>
            </a:r>
          </a:p>
        </p:txBody>
      </p:sp>
      <p:sp>
        <p:nvSpPr>
          <p:cNvPr id="73" name="TextBox 72">
            <a:extLst>
              <a:ext uri="{FF2B5EF4-FFF2-40B4-BE49-F238E27FC236}">
                <a16:creationId xmlns:a16="http://schemas.microsoft.com/office/drawing/2014/main" id="{5AE2183C-F9CB-E03D-98D6-578764F4406C}"/>
              </a:ext>
            </a:extLst>
          </p:cNvPr>
          <p:cNvSpPr txBox="1"/>
          <p:nvPr/>
        </p:nvSpPr>
        <p:spPr>
          <a:xfrm>
            <a:off x="7157158" y="3907597"/>
            <a:ext cx="570089" cy="230832"/>
          </a:xfrm>
          <a:prstGeom prst="rect">
            <a:avLst/>
          </a:prstGeom>
          <a:noFill/>
        </p:spPr>
        <p:txBody>
          <a:bodyPr wrap="square" rtlCol="0">
            <a:spAutoFit/>
          </a:bodyPr>
          <a:lstStyle/>
          <a:p>
            <a:pPr algn="ctr"/>
            <a:r>
              <a:rPr lang="en-US" sz="900" dirty="0"/>
              <a:t>98</a:t>
            </a:r>
          </a:p>
        </p:txBody>
      </p:sp>
      <p:sp>
        <p:nvSpPr>
          <p:cNvPr id="74" name="TextBox 73">
            <a:extLst>
              <a:ext uri="{FF2B5EF4-FFF2-40B4-BE49-F238E27FC236}">
                <a16:creationId xmlns:a16="http://schemas.microsoft.com/office/drawing/2014/main" id="{7B63DE56-FD63-057B-4B32-9DF50365D7D3}"/>
              </a:ext>
            </a:extLst>
          </p:cNvPr>
          <p:cNvSpPr txBox="1"/>
          <p:nvPr/>
        </p:nvSpPr>
        <p:spPr>
          <a:xfrm>
            <a:off x="3138310" y="3907597"/>
            <a:ext cx="570089" cy="230832"/>
          </a:xfrm>
          <a:prstGeom prst="rect">
            <a:avLst/>
          </a:prstGeom>
          <a:noFill/>
        </p:spPr>
        <p:txBody>
          <a:bodyPr wrap="square" rtlCol="0">
            <a:spAutoFit/>
          </a:bodyPr>
          <a:lstStyle/>
          <a:p>
            <a:pPr algn="ctr"/>
            <a:r>
              <a:rPr lang="en-US" sz="900" dirty="0"/>
              <a:t>89</a:t>
            </a:r>
          </a:p>
        </p:txBody>
      </p:sp>
      <p:sp>
        <p:nvSpPr>
          <p:cNvPr id="75" name="TextBox 74">
            <a:extLst>
              <a:ext uri="{FF2B5EF4-FFF2-40B4-BE49-F238E27FC236}">
                <a16:creationId xmlns:a16="http://schemas.microsoft.com/office/drawing/2014/main" id="{A398842B-28C4-9E72-6B3D-3CFD6C94C232}"/>
              </a:ext>
            </a:extLst>
          </p:cNvPr>
          <p:cNvSpPr txBox="1"/>
          <p:nvPr/>
        </p:nvSpPr>
        <p:spPr>
          <a:xfrm>
            <a:off x="7157158" y="4909484"/>
            <a:ext cx="570089" cy="230832"/>
          </a:xfrm>
          <a:prstGeom prst="rect">
            <a:avLst/>
          </a:prstGeom>
          <a:noFill/>
        </p:spPr>
        <p:txBody>
          <a:bodyPr wrap="square" rtlCol="0">
            <a:spAutoFit/>
          </a:bodyPr>
          <a:lstStyle/>
          <a:p>
            <a:pPr algn="ctr"/>
            <a:r>
              <a:rPr lang="en-US" sz="900" dirty="0"/>
              <a:t>139</a:t>
            </a:r>
          </a:p>
        </p:txBody>
      </p:sp>
      <p:sp>
        <p:nvSpPr>
          <p:cNvPr id="76" name="TextBox 75">
            <a:extLst>
              <a:ext uri="{FF2B5EF4-FFF2-40B4-BE49-F238E27FC236}">
                <a16:creationId xmlns:a16="http://schemas.microsoft.com/office/drawing/2014/main" id="{70E35058-AA8D-340C-3B7A-9AE454845A12}"/>
              </a:ext>
            </a:extLst>
          </p:cNvPr>
          <p:cNvSpPr txBox="1"/>
          <p:nvPr/>
        </p:nvSpPr>
        <p:spPr>
          <a:xfrm>
            <a:off x="3138310" y="4909484"/>
            <a:ext cx="570089" cy="230832"/>
          </a:xfrm>
          <a:prstGeom prst="rect">
            <a:avLst/>
          </a:prstGeom>
          <a:noFill/>
        </p:spPr>
        <p:txBody>
          <a:bodyPr wrap="square" rtlCol="0">
            <a:spAutoFit/>
          </a:bodyPr>
          <a:lstStyle/>
          <a:p>
            <a:pPr algn="ctr"/>
            <a:r>
              <a:rPr lang="en-US" sz="900" dirty="0"/>
              <a:t>34679</a:t>
            </a:r>
          </a:p>
        </p:txBody>
      </p:sp>
      <p:sp>
        <p:nvSpPr>
          <p:cNvPr id="77" name="TextBox 76">
            <a:extLst>
              <a:ext uri="{FF2B5EF4-FFF2-40B4-BE49-F238E27FC236}">
                <a16:creationId xmlns:a16="http://schemas.microsoft.com/office/drawing/2014/main" id="{A20F00C9-B795-5CB2-BB7A-2905A7DBBFA4}"/>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A8AE8CCE-E429-0D14-7135-12EFAA0CB633}"/>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B98664EB-4AF8-2461-BD05-C3FF9BDCE8EE}"/>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FC2194C4-A45E-C010-F910-D7DF20511823}"/>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B0A101D5-C43C-CD90-69F1-28C892FD1BA9}"/>
              </a:ext>
            </a:extLst>
          </p:cNvPr>
          <p:cNvSpPr txBox="1"/>
          <p:nvPr/>
        </p:nvSpPr>
        <p:spPr>
          <a:xfrm>
            <a:off x="4216401" y="721216"/>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87CA8087-06E6-4948-7743-A2F5189F324E}"/>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9CF30990-8FA2-DDD4-18A8-2CB8CC924D94}"/>
              </a:ext>
            </a:extLst>
          </p:cNvPr>
          <p:cNvSpPr txBox="1"/>
          <p:nvPr/>
        </p:nvSpPr>
        <p:spPr>
          <a:xfrm>
            <a:off x="6152446" y="2905709"/>
            <a:ext cx="570089" cy="230832"/>
          </a:xfrm>
          <a:prstGeom prst="rect">
            <a:avLst/>
          </a:prstGeom>
          <a:noFill/>
        </p:spPr>
        <p:txBody>
          <a:bodyPr wrap="square" rtlCol="0">
            <a:spAutoFit/>
          </a:bodyPr>
          <a:lstStyle/>
          <a:p>
            <a:pPr algn="ctr"/>
            <a:r>
              <a:rPr lang="en-US" sz="900" dirty="0"/>
              <a:t>38</a:t>
            </a:r>
          </a:p>
        </p:txBody>
      </p:sp>
      <p:sp>
        <p:nvSpPr>
          <p:cNvPr id="39" name="TextBox 38">
            <a:extLst>
              <a:ext uri="{FF2B5EF4-FFF2-40B4-BE49-F238E27FC236}">
                <a16:creationId xmlns:a16="http://schemas.microsoft.com/office/drawing/2014/main" id="{14352104-85AB-0F7B-13BF-11DA4F86AFD6}"/>
              </a:ext>
            </a:extLst>
          </p:cNvPr>
          <p:cNvSpPr txBox="1"/>
          <p:nvPr/>
        </p:nvSpPr>
        <p:spPr>
          <a:xfrm>
            <a:off x="4216401" y="1727886"/>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8CF88293-C133-FF72-B0AC-15AF0D0425AA}"/>
              </a:ext>
            </a:extLst>
          </p:cNvPr>
          <p:cNvSpPr txBox="1"/>
          <p:nvPr/>
        </p:nvSpPr>
        <p:spPr>
          <a:xfrm>
            <a:off x="4143022" y="2905709"/>
            <a:ext cx="570089" cy="230832"/>
          </a:xfrm>
          <a:prstGeom prst="rect">
            <a:avLst/>
          </a:prstGeom>
          <a:noFill/>
        </p:spPr>
        <p:txBody>
          <a:bodyPr wrap="square" rtlCol="0">
            <a:spAutoFit/>
          </a:bodyPr>
          <a:lstStyle/>
          <a:p>
            <a:pPr algn="ctr"/>
            <a:r>
              <a:rPr lang="en-US" sz="900" dirty="0"/>
              <a:t>269</a:t>
            </a:r>
          </a:p>
        </p:txBody>
      </p:sp>
      <p:sp>
        <p:nvSpPr>
          <p:cNvPr id="48" name="TextBox 47">
            <a:extLst>
              <a:ext uri="{FF2B5EF4-FFF2-40B4-BE49-F238E27FC236}">
                <a16:creationId xmlns:a16="http://schemas.microsoft.com/office/drawing/2014/main" id="{E9757AF0-CECB-2E32-E462-D8B571B66A1B}"/>
              </a:ext>
            </a:extLst>
          </p:cNvPr>
          <p:cNvSpPr txBox="1"/>
          <p:nvPr/>
        </p:nvSpPr>
        <p:spPr>
          <a:xfrm>
            <a:off x="4143022" y="3406653"/>
            <a:ext cx="570089" cy="230832"/>
          </a:xfrm>
          <a:prstGeom prst="rect">
            <a:avLst/>
          </a:prstGeom>
          <a:noFill/>
        </p:spPr>
        <p:txBody>
          <a:bodyPr wrap="square" rtlCol="0">
            <a:spAutoFit/>
          </a:bodyPr>
          <a:lstStyle/>
          <a:p>
            <a:pPr algn="ctr"/>
            <a:r>
              <a:rPr lang="en-US" sz="900" dirty="0"/>
              <a:t>349</a:t>
            </a:r>
          </a:p>
        </p:txBody>
      </p:sp>
      <p:sp>
        <p:nvSpPr>
          <p:cNvPr id="81" name="TextBox 80">
            <a:extLst>
              <a:ext uri="{FF2B5EF4-FFF2-40B4-BE49-F238E27FC236}">
                <a16:creationId xmlns:a16="http://schemas.microsoft.com/office/drawing/2014/main" id="{845B7814-6AFC-2D47-FE56-EED95C494AE5}"/>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82" name="TextBox 81">
            <a:extLst>
              <a:ext uri="{FF2B5EF4-FFF2-40B4-BE49-F238E27FC236}">
                <a16:creationId xmlns:a16="http://schemas.microsoft.com/office/drawing/2014/main" id="{F2809D98-D731-EEA7-A48F-7421FD3B5D6E}"/>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83" name="TextBox 82">
            <a:extLst>
              <a:ext uri="{FF2B5EF4-FFF2-40B4-BE49-F238E27FC236}">
                <a16:creationId xmlns:a16="http://schemas.microsoft.com/office/drawing/2014/main" id="{AF3C7B25-0C12-F2BC-32AB-09F356E713A5}"/>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31D2C2BD-52ED-47CD-EC26-CD84AE01D04C}"/>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7B52A561-738B-3017-F981-8B4D96692E9D}"/>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86" name="TextBox 85">
            <a:extLst>
              <a:ext uri="{FF2B5EF4-FFF2-40B4-BE49-F238E27FC236}">
                <a16:creationId xmlns:a16="http://schemas.microsoft.com/office/drawing/2014/main" id="{72EF3529-16F2-D09E-0813-C5BA0620A02D}"/>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87" name="TextBox 86">
            <a:extLst>
              <a:ext uri="{FF2B5EF4-FFF2-40B4-BE49-F238E27FC236}">
                <a16:creationId xmlns:a16="http://schemas.microsoft.com/office/drawing/2014/main" id="{A4485CD8-91F2-B408-B9BD-28E563C5749F}"/>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8" name="TextBox 87">
            <a:extLst>
              <a:ext uri="{FF2B5EF4-FFF2-40B4-BE49-F238E27FC236}">
                <a16:creationId xmlns:a16="http://schemas.microsoft.com/office/drawing/2014/main" id="{9250551F-3312-B928-91B2-96F88BE41D30}"/>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9" name="TextBox 88">
            <a:extLst>
              <a:ext uri="{FF2B5EF4-FFF2-40B4-BE49-F238E27FC236}">
                <a16:creationId xmlns:a16="http://schemas.microsoft.com/office/drawing/2014/main" id="{28F895E6-6D75-8F8F-B941-73C83F096607}"/>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F8E395B3-36C1-658D-1451-2D15C179FE73}"/>
              </a:ext>
            </a:extLst>
          </p:cNvPr>
          <p:cNvSpPr txBox="1"/>
          <p:nvPr/>
        </p:nvSpPr>
        <p:spPr>
          <a:xfrm>
            <a:off x="5715003" y="2231221"/>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C6D04330-AEBE-8567-E381-9FEE98AE259D}"/>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A99F966A-6EFF-BC87-5D2A-1DC0D580AF0A}"/>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7C919D70-8012-86F4-ABB4-FC8307FAC326}"/>
              </a:ext>
            </a:extLst>
          </p:cNvPr>
          <p:cNvSpPr txBox="1"/>
          <p:nvPr/>
        </p:nvSpPr>
        <p:spPr>
          <a:xfrm>
            <a:off x="5215469" y="223122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110D71EF-F8B3-F815-2698-26A92B2A31B1}"/>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33213682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4D13E-B0D4-DF31-80C8-67C30351B25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204F39-7D1E-3782-5D3C-A6760CF42875}"/>
              </a:ext>
            </a:extLst>
          </p:cNvPr>
          <p:cNvSpPr>
            <a:spLocks noGrp="1"/>
          </p:cNvSpPr>
          <p:nvPr>
            <p:ph sz="half" idx="1"/>
          </p:nvPr>
        </p:nvSpPr>
        <p:spPr/>
        <p:txBody>
          <a:bodyPr>
            <a:normAutofit/>
          </a:bodyPr>
          <a:lstStyle/>
          <a:p>
            <a:r>
              <a:rPr lang="en-US" dirty="0"/>
              <a:t>This grey cell can’t be 4 because there aren’t two different digits lower than it available (only 3, twice).</a:t>
            </a:r>
          </a:p>
        </p:txBody>
      </p:sp>
      <p:pic>
        <p:nvPicPr>
          <p:cNvPr id="4" name="Picture 3" descr="A grid of sudoku puzzle&#10;&#10;Description automatically generated">
            <a:extLst>
              <a:ext uri="{FF2B5EF4-FFF2-40B4-BE49-F238E27FC236}">
                <a16:creationId xmlns:a16="http://schemas.microsoft.com/office/drawing/2014/main" id="{B215D831-150B-07D7-9334-C11C94B2B3F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429B4ED-0375-F21F-8A27-95B10D9212D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D952F48-822E-4F39-670F-11A38C8ACE4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C79D512-E2A1-D83B-07F7-1D7495712D9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CAF26AA-7AD6-0ABA-3796-70F1C857E65A}"/>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F0C3E174-C1A0-DF15-5C42-407A84877287}"/>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CC0AB99A-888C-3EBD-A665-9A624F420CAA}"/>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CE743D88-A00C-FB28-36BA-998840F5E502}"/>
              </a:ext>
            </a:extLst>
          </p:cNvPr>
          <p:cNvSpPr txBox="1"/>
          <p:nvPr/>
        </p:nvSpPr>
        <p:spPr>
          <a:xfrm>
            <a:off x="6654802" y="4408541"/>
            <a:ext cx="570089" cy="230832"/>
          </a:xfrm>
          <a:prstGeom prst="rect">
            <a:avLst/>
          </a:prstGeom>
          <a:noFill/>
        </p:spPr>
        <p:txBody>
          <a:bodyPr wrap="square" rtlCol="0">
            <a:spAutoFit/>
          </a:bodyPr>
          <a:lstStyle/>
          <a:p>
            <a:pPr algn="ctr"/>
            <a:r>
              <a:rPr lang="en-US" sz="900" dirty="0"/>
              <a:t>578</a:t>
            </a:r>
          </a:p>
        </p:txBody>
      </p:sp>
      <p:sp>
        <p:nvSpPr>
          <p:cNvPr id="11" name="TextBox 10">
            <a:extLst>
              <a:ext uri="{FF2B5EF4-FFF2-40B4-BE49-F238E27FC236}">
                <a16:creationId xmlns:a16="http://schemas.microsoft.com/office/drawing/2014/main" id="{3D579BC8-8494-490D-05A6-E18EA890A0DB}"/>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F57C35B1-C90F-87FF-96EA-1D72B00AC687}"/>
              </a:ext>
            </a:extLst>
          </p:cNvPr>
          <p:cNvSpPr txBox="1"/>
          <p:nvPr/>
        </p:nvSpPr>
        <p:spPr>
          <a:xfrm>
            <a:off x="4143022" y="4408541"/>
            <a:ext cx="570089" cy="230832"/>
          </a:xfrm>
          <a:prstGeom prst="rect">
            <a:avLst/>
          </a:prstGeom>
          <a:noFill/>
        </p:spPr>
        <p:txBody>
          <a:bodyPr wrap="square" rtlCol="0">
            <a:spAutoFit/>
          </a:bodyPr>
          <a:lstStyle/>
          <a:p>
            <a:pPr algn="ctr"/>
            <a:r>
              <a:rPr lang="en-US" sz="900" dirty="0"/>
              <a:t>47</a:t>
            </a:r>
          </a:p>
        </p:txBody>
      </p:sp>
      <p:sp>
        <p:nvSpPr>
          <p:cNvPr id="13" name="TextBox 12">
            <a:extLst>
              <a:ext uri="{FF2B5EF4-FFF2-40B4-BE49-F238E27FC236}">
                <a16:creationId xmlns:a16="http://schemas.microsoft.com/office/drawing/2014/main" id="{6A6DF9B4-DF7C-ECDD-9A3B-89D94FB64AF4}"/>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E6C8B19F-DCAB-705D-683F-A54ADE1A65BA}"/>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9529441D-899A-0D95-BD90-27D1A051FE1D}"/>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611B4734-92D8-6935-7673-F788B504982B}"/>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06F3CD5F-5703-7B6A-EE34-03C799EAE323}"/>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249D4EF1-B708-29B2-2A51-AA45CF12FBA6}"/>
              </a:ext>
            </a:extLst>
          </p:cNvPr>
          <p:cNvSpPr txBox="1"/>
          <p:nvPr/>
        </p:nvSpPr>
        <p:spPr>
          <a:xfrm>
            <a:off x="4645378" y="2905709"/>
            <a:ext cx="570089" cy="230832"/>
          </a:xfrm>
          <a:prstGeom prst="rect">
            <a:avLst/>
          </a:prstGeom>
          <a:noFill/>
        </p:spPr>
        <p:txBody>
          <a:bodyPr wrap="square" rtlCol="0">
            <a:spAutoFit/>
          </a:bodyPr>
          <a:lstStyle/>
          <a:p>
            <a:pPr algn="ctr"/>
            <a:r>
              <a:rPr lang="en-US" sz="900" dirty="0"/>
              <a:t>59</a:t>
            </a:r>
          </a:p>
        </p:txBody>
      </p:sp>
      <p:sp>
        <p:nvSpPr>
          <p:cNvPr id="27" name="TextBox 26">
            <a:extLst>
              <a:ext uri="{FF2B5EF4-FFF2-40B4-BE49-F238E27FC236}">
                <a16:creationId xmlns:a16="http://schemas.microsoft.com/office/drawing/2014/main" id="{A733D32F-EAC3-1354-6324-2C7182A80D1C}"/>
              </a:ext>
            </a:extLst>
          </p:cNvPr>
          <p:cNvSpPr txBox="1"/>
          <p:nvPr/>
        </p:nvSpPr>
        <p:spPr>
          <a:xfrm>
            <a:off x="4645378" y="3406653"/>
            <a:ext cx="570089" cy="230832"/>
          </a:xfrm>
          <a:prstGeom prst="rect">
            <a:avLst/>
          </a:prstGeom>
          <a:noFill/>
        </p:spPr>
        <p:txBody>
          <a:bodyPr wrap="square" rtlCol="0">
            <a:spAutoFit/>
          </a:bodyPr>
          <a:lstStyle/>
          <a:p>
            <a:pPr algn="ctr"/>
            <a:r>
              <a:rPr lang="en-US" sz="900" dirty="0"/>
              <a:t>95</a:t>
            </a:r>
          </a:p>
        </p:txBody>
      </p:sp>
      <p:sp>
        <p:nvSpPr>
          <p:cNvPr id="32" name="TextBox 31">
            <a:extLst>
              <a:ext uri="{FF2B5EF4-FFF2-40B4-BE49-F238E27FC236}">
                <a16:creationId xmlns:a16="http://schemas.microsoft.com/office/drawing/2014/main" id="{2715DFB9-9E8B-E072-D881-CF7E96D8C01E}"/>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A86E8C56-8D90-4ED6-DD8E-7C7845539C6E}"/>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D5C59CD3-0246-D81C-AFB6-69E3DE571FA0}"/>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AD1436D6-50DF-45E6-C739-00F8292B3DD1}"/>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D8F77BE3-B295-0D9C-4575-39F7E11739BD}"/>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79A7B672-3159-F2E7-F875-BCBF43690D8B}"/>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7736FFAC-4921-3176-A73C-570DDC7F1EDB}"/>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40" name="TextBox 39">
            <a:extLst>
              <a:ext uri="{FF2B5EF4-FFF2-40B4-BE49-F238E27FC236}">
                <a16:creationId xmlns:a16="http://schemas.microsoft.com/office/drawing/2014/main" id="{1C1084CB-274A-8AB2-8742-F60F83D7FA7C}"/>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AA459F69-995D-354C-5B1C-E644FEBDAF26}"/>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4145C855-EAB7-AC12-1F07-6D947D6F6843}"/>
              </a:ext>
            </a:extLst>
          </p:cNvPr>
          <p:cNvSpPr txBox="1"/>
          <p:nvPr/>
        </p:nvSpPr>
        <p:spPr>
          <a:xfrm>
            <a:off x="6654802" y="901933"/>
            <a:ext cx="570089" cy="230832"/>
          </a:xfrm>
          <a:prstGeom prst="rect">
            <a:avLst/>
          </a:prstGeom>
          <a:noFill/>
        </p:spPr>
        <p:txBody>
          <a:bodyPr wrap="square" rtlCol="0">
            <a:spAutoFit/>
          </a:bodyPr>
          <a:lstStyle/>
          <a:p>
            <a:pPr algn="ctr"/>
            <a:r>
              <a:rPr lang="en-US" sz="900" dirty="0"/>
              <a:t>84</a:t>
            </a:r>
          </a:p>
        </p:txBody>
      </p:sp>
      <p:sp>
        <p:nvSpPr>
          <p:cNvPr id="45" name="TextBox 44">
            <a:extLst>
              <a:ext uri="{FF2B5EF4-FFF2-40B4-BE49-F238E27FC236}">
                <a16:creationId xmlns:a16="http://schemas.microsoft.com/office/drawing/2014/main" id="{C61C620D-6AF0-DC20-EEFD-09CFE7C45ECB}"/>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1347</a:t>
            </a:r>
          </a:p>
        </p:txBody>
      </p:sp>
      <p:sp>
        <p:nvSpPr>
          <p:cNvPr id="46" name="TextBox 45">
            <a:extLst>
              <a:ext uri="{FF2B5EF4-FFF2-40B4-BE49-F238E27FC236}">
                <a16:creationId xmlns:a16="http://schemas.microsoft.com/office/drawing/2014/main" id="{1AEBE53A-0FC7-3BDE-12CD-98B62BE998CD}"/>
              </a:ext>
            </a:extLst>
          </p:cNvPr>
          <p:cNvSpPr txBox="1"/>
          <p:nvPr/>
        </p:nvSpPr>
        <p:spPr>
          <a:xfrm>
            <a:off x="4143022" y="1402877"/>
            <a:ext cx="570089" cy="230832"/>
          </a:xfrm>
          <a:prstGeom prst="rect">
            <a:avLst/>
          </a:prstGeom>
          <a:noFill/>
        </p:spPr>
        <p:txBody>
          <a:bodyPr wrap="square" rtlCol="0">
            <a:spAutoFit/>
          </a:bodyPr>
          <a:lstStyle/>
          <a:p>
            <a:pPr algn="ctr"/>
            <a:r>
              <a:rPr lang="en-US" sz="900" dirty="0"/>
              <a:t>347</a:t>
            </a:r>
          </a:p>
        </p:txBody>
      </p:sp>
      <p:sp>
        <p:nvSpPr>
          <p:cNvPr id="47" name="TextBox 46">
            <a:extLst>
              <a:ext uri="{FF2B5EF4-FFF2-40B4-BE49-F238E27FC236}">
                <a16:creationId xmlns:a16="http://schemas.microsoft.com/office/drawing/2014/main" id="{7673CAE7-2E40-4A19-85D1-00F5672D3757}"/>
              </a:ext>
            </a:extLst>
          </p:cNvPr>
          <p:cNvSpPr txBox="1"/>
          <p:nvPr/>
        </p:nvSpPr>
        <p:spPr>
          <a:xfrm>
            <a:off x="6152446" y="1402877"/>
            <a:ext cx="570089" cy="230832"/>
          </a:xfrm>
          <a:prstGeom prst="rect">
            <a:avLst/>
          </a:prstGeom>
          <a:noFill/>
        </p:spPr>
        <p:txBody>
          <a:bodyPr wrap="square" rtlCol="0">
            <a:spAutoFit/>
          </a:bodyPr>
          <a:lstStyle/>
          <a:p>
            <a:pPr algn="ctr"/>
            <a:r>
              <a:rPr lang="en-US" sz="900" dirty="0"/>
              <a:t>137</a:t>
            </a:r>
          </a:p>
        </p:txBody>
      </p:sp>
      <p:sp>
        <p:nvSpPr>
          <p:cNvPr id="49" name="TextBox 48">
            <a:extLst>
              <a:ext uri="{FF2B5EF4-FFF2-40B4-BE49-F238E27FC236}">
                <a16:creationId xmlns:a16="http://schemas.microsoft.com/office/drawing/2014/main" id="{A8BD4BA3-7017-4D69-5A8E-95E54C8B3469}"/>
              </a:ext>
            </a:extLst>
          </p:cNvPr>
          <p:cNvSpPr txBox="1"/>
          <p:nvPr/>
        </p:nvSpPr>
        <p:spPr>
          <a:xfrm>
            <a:off x="3138310" y="1402877"/>
            <a:ext cx="570089" cy="230832"/>
          </a:xfrm>
          <a:prstGeom prst="rect">
            <a:avLst/>
          </a:prstGeom>
          <a:noFill/>
        </p:spPr>
        <p:txBody>
          <a:bodyPr wrap="square" rtlCol="0">
            <a:spAutoFit/>
          </a:bodyPr>
          <a:lstStyle/>
          <a:p>
            <a:pPr algn="ctr"/>
            <a:r>
              <a:rPr lang="en-US" sz="900" dirty="0"/>
              <a:t>347</a:t>
            </a:r>
          </a:p>
        </p:txBody>
      </p:sp>
      <p:sp>
        <p:nvSpPr>
          <p:cNvPr id="50" name="TextBox 49">
            <a:extLst>
              <a:ext uri="{FF2B5EF4-FFF2-40B4-BE49-F238E27FC236}">
                <a16:creationId xmlns:a16="http://schemas.microsoft.com/office/drawing/2014/main" id="{F9EB14A4-1DB1-B097-273C-68E703DBBB53}"/>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a:t>
            </a:r>
          </a:p>
        </p:txBody>
      </p:sp>
      <p:sp>
        <p:nvSpPr>
          <p:cNvPr id="51" name="TextBox 50">
            <a:extLst>
              <a:ext uri="{FF2B5EF4-FFF2-40B4-BE49-F238E27FC236}">
                <a16:creationId xmlns:a16="http://schemas.microsoft.com/office/drawing/2014/main" id="{5595B42B-C6B6-83AC-149D-4D74F1BF35BA}"/>
              </a:ext>
            </a:extLst>
          </p:cNvPr>
          <p:cNvSpPr txBox="1"/>
          <p:nvPr/>
        </p:nvSpPr>
        <p:spPr>
          <a:xfrm>
            <a:off x="6654802" y="1903821"/>
            <a:ext cx="570089" cy="230832"/>
          </a:xfrm>
          <a:prstGeom prst="rect">
            <a:avLst/>
          </a:prstGeom>
          <a:noFill/>
        </p:spPr>
        <p:txBody>
          <a:bodyPr wrap="square" rtlCol="0">
            <a:spAutoFit/>
          </a:bodyPr>
          <a:lstStyle/>
          <a:p>
            <a:pPr algn="ctr"/>
            <a:r>
              <a:rPr lang="en-US" sz="900" dirty="0"/>
              <a:t>37</a:t>
            </a:r>
          </a:p>
        </p:txBody>
      </p:sp>
      <p:sp>
        <p:nvSpPr>
          <p:cNvPr id="52" name="TextBox 51">
            <a:extLst>
              <a:ext uri="{FF2B5EF4-FFF2-40B4-BE49-F238E27FC236}">
                <a16:creationId xmlns:a16="http://schemas.microsoft.com/office/drawing/2014/main" id="{4A655492-E19D-630D-236C-A77B82A746E9}"/>
              </a:ext>
            </a:extLst>
          </p:cNvPr>
          <p:cNvSpPr txBox="1"/>
          <p:nvPr/>
        </p:nvSpPr>
        <p:spPr>
          <a:xfrm>
            <a:off x="7157158" y="1903821"/>
            <a:ext cx="570089" cy="230832"/>
          </a:xfrm>
          <a:prstGeom prst="rect">
            <a:avLst/>
          </a:prstGeom>
          <a:noFill/>
        </p:spPr>
        <p:txBody>
          <a:bodyPr wrap="square" rtlCol="0">
            <a:spAutoFit/>
          </a:bodyPr>
          <a:lstStyle/>
          <a:p>
            <a:pPr algn="ctr"/>
            <a:r>
              <a:rPr lang="en-US" sz="900" dirty="0"/>
              <a:t>13</a:t>
            </a:r>
          </a:p>
        </p:txBody>
      </p:sp>
      <p:sp>
        <p:nvSpPr>
          <p:cNvPr id="53" name="TextBox 52">
            <a:extLst>
              <a:ext uri="{FF2B5EF4-FFF2-40B4-BE49-F238E27FC236}">
                <a16:creationId xmlns:a16="http://schemas.microsoft.com/office/drawing/2014/main" id="{E9715A83-A71C-8ECF-047E-C5C1DA355285}"/>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a:t>
            </a:r>
          </a:p>
        </p:txBody>
      </p:sp>
      <p:sp>
        <p:nvSpPr>
          <p:cNvPr id="54" name="TextBox 53">
            <a:extLst>
              <a:ext uri="{FF2B5EF4-FFF2-40B4-BE49-F238E27FC236}">
                <a16:creationId xmlns:a16="http://schemas.microsoft.com/office/drawing/2014/main" id="{E71547C9-9347-CE4B-4B78-F47ECEC91C9A}"/>
              </a:ext>
            </a:extLst>
          </p:cNvPr>
          <p:cNvSpPr txBox="1"/>
          <p:nvPr/>
        </p:nvSpPr>
        <p:spPr>
          <a:xfrm>
            <a:off x="3640666" y="2404765"/>
            <a:ext cx="570089" cy="230832"/>
          </a:xfrm>
          <a:prstGeom prst="rect">
            <a:avLst/>
          </a:prstGeom>
          <a:noFill/>
        </p:spPr>
        <p:txBody>
          <a:bodyPr wrap="square" rtlCol="0">
            <a:spAutoFit/>
          </a:bodyPr>
          <a:lstStyle/>
          <a:p>
            <a:pPr algn="ctr"/>
            <a:r>
              <a:rPr lang="en-US" sz="900" dirty="0"/>
              <a:t>87</a:t>
            </a:r>
          </a:p>
        </p:txBody>
      </p:sp>
      <p:sp>
        <p:nvSpPr>
          <p:cNvPr id="57" name="TextBox 56">
            <a:extLst>
              <a:ext uri="{FF2B5EF4-FFF2-40B4-BE49-F238E27FC236}">
                <a16:creationId xmlns:a16="http://schemas.microsoft.com/office/drawing/2014/main" id="{ADD7BB80-9FCF-B2CF-C228-55DDEED97B0D}"/>
              </a:ext>
            </a:extLst>
          </p:cNvPr>
          <p:cNvSpPr txBox="1"/>
          <p:nvPr/>
        </p:nvSpPr>
        <p:spPr>
          <a:xfrm>
            <a:off x="3138310" y="2404765"/>
            <a:ext cx="570089" cy="230832"/>
          </a:xfrm>
          <a:prstGeom prst="rect">
            <a:avLst/>
          </a:prstGeom>
          <a:noFill/>
        </p:spPr>
        <p:txBody>
          <a:bodyPr wrap="square" rtlCol="0">
            <a:spAutoFit/>
          </a:bodyPr>
          <a:lstStyle/>
          <a:p>
            <a:pPr algn="ctr"/>
            <a:r>
              <a:rPr lang="en-US" sz="900" dirty="0"/>
              <a:t>78</a:t>
            </a:r>
          </a:p>
        </p:txBody>
      </p:sp>
      <p:sp>
        <p:nvSpPr>
          <p:cNvPr id="58" name="TextBox 57">
            <a:extLst>
              <a:ext uri="{FF2B5EF4-FFF2-40B4-BE49-F238E27FC236}">
                <a16:creationId xmlns:a16="http://schemas.microsoft.com/office/drawing/2014/main" id="{6A7E2691-D2F1-3F30-E57D-C7C2734ADD1D}"/>
              </a:ext>
            </a:extLst>
          </p:cNvPr>
          <p:cNvSpPr txBox="1"/>
          <p:nvPr/>
        </p:nvSpPr>
        <p:spPr>
          <a:xfrm>
            <a:off x="7157158" y="2905709"/>
            <a:ext cx="570089" cy="230832"/>
          </a:xfrm>
          <a:prstGeom prst="rect">
            <a:avLst/>
          </a:prstGeom>
          <a:noFill/>
        </p:spPr>
        <p:txBody>
          <a:bodyPr wrap="square" rtlCol="0">
            <a:spAutoFit/>
          </a:bodyPr>
          <a:lstStyle/>
          <a:p>
            <a:pPr algn="ctr"/>
            <a:r>
              <a:rPr lang="en-US" sz="900" dirty="0"/>
              <a:t>83</a:t>
            </a:r>
          </a:p>
        </p:txBody>
      </p:sp>
      <p:sp>
        <p:nvSpPr>
          <p:cNvPr id="59" name="TextBox 58">
            <a:extLst>
              <a:ext uri="{FF2B5EF4-FFF2-40B4-BE49-F238E27FC236}">
                <a16:creationId xmlns:a16="http://schemas.microsoft.com/office/drawing/2014/main" id="{6E7FE1D3-D9D0-D3A6-E984-FECFBB771EBD}"/>
              </a:ext>
            </a:extLst>
          </p:cNvPr>
          <p:cNvSpPr txBox="1"/>
          <p:nvPr/>
        </p:nvSpPr>
        <p:spPr>
          <a:xfrm>
            <a:off x="3138310" y="2905709"/>
            <a:ext cx="570089" cy="230832"/>
          </a:xfrm>
          <a:prstGeom prst="rect">
            <a:avLst/>
          </a:prstGeom>
          <a:noFill/>
        </p:spPr>
        <p:txBody>
          <a:bodyPr wrap="square" rtlCol="0">
            <a:spAutoFit/>
          </a:bodyPr>
          <a:lstStyle/>
          <a:p>
            <a:pPr algn="ctr"/>
            <a:r>
              <a:rPr lang="en-US" sz="900" dirty="0"/>
              <a:t>56</a:t>
            </a:r>
          </a:p>
        </p:txBody>
      </p:sp>
      <p:sp>
        <p:nvSpPr>
          <p:cNvPr id="61" name="TextBox 60">
            <a:extLst>
              <a:ext uri="{FF2B5EF4-FFF2-40B4-BE49-F238E27FC236}">
                <a16:creationId xmlns:a16="http://schemas.microsoft.com/office/drawing/2014/main" id="{1A61B2DF-FF89-FEBA-584A-A92BD19A1FC4}"/>
              </a:ext>
            </a:extLst>
          </p:cNvPr>
          <p:cNvSpPr txBox="1"/>
          <p:nvPr/>
        </p:nvSpPr>
        <p:spPr>
          <a:xfrm>
            <a:off x="3138310" y="3406653"/>
            <a:ext cx="570089" cy="230832"/>
          </a:xfrm>
          <a:prstGeom prst="rect">
            <a:avLst/>
          </a:prstGeom>
          <a:noFill/>
        </p:spPr>
        <p:txBody>
          <a:bodyPr wrap="square" rtlCol="0">
            <a:spAutoFit/>
          </a:bodyPr>
          <a:lstStyle/>
          <a:p>
            <a:pPr algn="ctr"/>
            <a:r>
              <a:rPr lang="en-US" sz="900" dirty="0"/>
              <a:t>45</a:t>
            </a:r>
          </a:p>
        </p:txBody>
      </p:sp>
      <p:sp>
        <p:nvSpPr>
          <p:cNvPr id="62" name="TextBox 61">
            <a:extLst>
              <a:ext uri="{FF2B5EF4-FFF2-40B4-BE49-F238E27FC236}">
                <a16:creationId xmlns:a16="http://schemas.microsoft.com/office/drawing/2014/main" id="{3B5A7952-CD5F-4019-DC2A-1D73F66CA701}"/>
              </a:ext>
            </a:extLst>
          </p:cNvPr>
          <p:cNvSpPr txBox="1"/>
          <p:nvPr/>
        </p:nvSpPr>
        <p:spPr>
          <a:xfrm>
            <a:off x="3640666" y="2905709"/>
            <a:ext cx="570089" cy="230832"/>
          </a:xfrm>
          <a:prstGeom prst="rect">
            <a:avLst/>
          </a:prstGeom>
          <a:noFill/>
        </p:spPr>
        <p:txBody>
          <a:bodyPr wrap="square" rtlCol="0">
            <a:spAutoFit/>
          </a:bodyPr>
          <a:lstStyle/>
          <a:p>
            <a:pPr algn="ctr"/>
            <a:r>
              <a:rPr lang="en-US" sz="900" dirty="0"/>
              <a:t>26</a:t>
            </a:r>
          </a:p>
        </p:txBody>
      </p:sp>
      <p:sp>
        <p:nvSpPr>
          <p:cNvPr id="64" name="TextBox 63">
            <a:extLst>
              <a:ext uri="{FF2B5EF4-FFF2-40B4-BE49-F238E27FC236}">
                <a16:creationId xmlns:a16="http://schemas.microsoft.com/office/drawing/2014/main" id="{77CE5C01-BBCF-4593-517E-5BDFB726E017}"/>
              </a:ext>
            </a:extLst>
          </p:cNvPr>
          <p:cNvSpPr txBox="1"/>
          <p:nvPr/>
        </p:nvSpPr>
        <p:spPr>
          <a:xfrm>
            <a:off x="3640666" y="3406653"/>
            <a:ext cx="570089" cy="230832"/>
          </a:xfrm>
          <a:prstGeom prst="rect">
            <a:avLst/>
          </a:prstGeom>
          <a:noFill/>
        </p:spPr>
        <p:txBody>
          <a:bodyPr wrap="square" rtlCol="0">
            <a:spAutoFit/>
          </a:bodyPr>
          <a:lstStyle/>
          <a:p>
            <a:pPr algn="ctr"/>
            <a:r>
              <a:rPr lang="en-US" sz="900" dirty="0"/>
              <a:t>34</a:t>
            </a:r>
          </a:p>
        </p:txBody>
      </p:sp>
      <p:sp>
        <p:nvSpPr>
          <p:cNvPr id="66" name="TextBox 65">
            <a:extLst>
              <a:ext uri="{FF2B5EF4-FFF2-40B4-BE49-F238E27FC236}">
                <a16:creationId xmlns:a16="http://schemas.microsoft.com/office/drawing/2014/main" id="{E00C6F9F-0D2C-14A2-983D-64FDCA835FED}"/>
              </a:ext>
            </a:extLst>
          </p:cNvPr>
          <p:cNvSpPr txBox="1"/>
          <p:nvPr/>
        </p:nvSpPr>
        <p:spPr>
          <a:xfrm>
            <a:off x="3640666" y="3907597"/>
            <a:ext cx="570089" cy="230832"/>
          </a:xfrm>
          <a:prstGeom prst="rect">
            <a:avLst/>
          </a:prstGeom>
          <a:noFill/>
        </p:spPr>
        <p:txBody>
          <a:bodyPr wrap="square" rtlCol="0">
            <a:spAutoFit/>
          </a:bodyPr>
          <a:lstStyle/>
          <a:p>
            <a:pPr algn="ctr"/>
            <a:r>
              <a:rPr lang="en-US" sz="900" dirty="0"/>
              <a:t>235</a:t>
            </a:r>
          </a:p>
        </p:txBody>
      </p:sp>
      <p:sp>
        <p:nvSpPr>
          <p:cNvPr id="67" name="TextBox 66">
            <a:extLst>
              <a:ext uri="{FF2B5EF4-FFF2-40B4-BE49-F238E27FC236}">
                <a16:creationId xmlns:a16="http://schemas.microsoft.com/office/drawing/2014/main" id="{F1BF671B-42AA-458D-C96E-B758E90FD675}"/>
              </a:ext>
            </a:extLst>
          </p:cNvPr>
          <p:cNvSpPr txBox="1"/>
          <p:nvPr/>
        </p:nvSpPr>
        <p:spPr>
          <a:xfrm>
            <a:off x="4143022" y="3907597"/>
            <a:ext cx="570089" cy="230832"/>
          </a:xfrm>
          <a:prstGeom prst="rect">
            <a:avLst/>
          </a:prstGeom>
          <a:noFill/>
        </p:spPr>
        <p:txBody>
          <a:bodyPr wrap="square" rtlCol="0">
            <a:spAutoFit/>
          </a:bodyPr>
          <a:lstStyle/>
          <a:p>
            <a:pPr algn="ctr"/>
            <a:r>
              <a:rPr lang="en-US" sz="900" dirty="0"/>
              <a:t>23</a:t>
            </a:r>
          </a:p>
        </p:txBody>
      </p:sp>
      <p:sp>
        <p:nvSpPr>
          <p:cNvPr id="68" name="TextBox 67">
            <a:extLst>
              <a:ext uri="{FF2B5EF4-FFF2-40B4-BE49-F238E27FC236}">
                <a16:creationId xmlns:a16="http://schemas.microsoft.com/office/drawing/2014/main" id="{675836BA-E585-28EB-6ED7-36AA7B15613D}"/>
              </a:ext>
            </a:extLst>
          </p:cNvPr>
          <p:cNvSpPr txBox="1"/>
          <p:nvPr/>
        </p:nvSpPr>
        <p:spPr>
          <a:xfrm>
            <a:off x="6654802" y="3907597"/>
            <a:ext cx="570089" cy="230832"/>
          </a:xfrm>
          <a:prstGeom prst="rect">
            <a:avLst/>
          </a:prstGeom>
          <a:noFill/>
        </p:spPr>
        <p:txBody>
          <a:bodyPr wrap="square" rtlCol="0">
            <a:spAutoFit/>
          </a:bodyPr>
          <a:lstStyle/>
          <a:p>
            <a:pPr algn="ctr"/>
            <a:r>
              <a:rPr lang="en-US" sz="900" dirty="0"/>
              <a:t>35</a:t>
            </a:r>
          </a:p>
        </p:txBody>
      </p:sp>
      <p:sp>
        <p:nvSpPr>
          <p:cNvPr id="69" name="TextBox 68">
            <a:extLst>
              <a:ext uri="{FF2B5EF4-FFF2-40B4-BE49-F238E27FC236}">
                <a16:creationId xmlns:a16="http://schemas.microsoft.com/office/drawing/2014/main" id="{863AC2E9-6F2C-9CC1-649A-B6398B3D5EAC}"/>
              </a:ext>
            </a:extLst>
          </p:cNvPr>
          <p:cNvSpPr txBox="1"/>
          <p:nvPr/>
        </p:nvSpPr>
        <p:spPr>
          <a:xfrm>
            <a:off x="3640666" y="4909484"/>
            <a:ext cx="570089" cy="230832"/>
          </a:xfrm>
          <a:prstGeom prst="rect">
            <a:avLst/>
          </a:prstGeom>
          <a:noFill/>
        </p:spPr>
        <p:txBody>
          <a:bodyPr wrap="square" rtlCol="0">
            <a:spAutoFit/>
          </a:bodyPr>
          <a:lstStyle/>
          <a:p>
            <a:pPr algn="ctr"/>
            <a:r>
              <a:rPr lang="en-US" sz="900" dirty="0"/>
              <a:t>3467</a:t>
            </a:r>
          </a:p>
        </p:txBody>
      </p:sp>
      <p:sp>
        <p:nvSpPr>
          <p:cNvPr id="70" name="TextBox 69">
            <a:extLst>
              <a:ext uri="{FF2B5EF4-FFF2-40B4-BE49-F238E27FC236}">
                <a16:creationId xmlns:a16="http://schemas.microsoft.com/office/drawing/2014/main" id="{A9E78D68-FE79-FFD9-F243-41E7F2F374CD}"/>
              </a:ext>
            </a:extLst>
          </p:cNvPr>
          <p:cNvSpPr txBox="1"/>
          <p:nvPr/>
        </p:nvSpPr>
        <p:spPr>
          <a:xfrm>
            <a:off x="4143022" y="4909484"/>
            <a:ext cx="570089" cy="230832"/>
          </a:xfrm>
          <a:prstGeom prst="rect">
            <a:avLst/>
          </a:prstGeom>
          <a:noFill/>
        </p:spPr>
        <p:txBody>
          <a:bodyPr wrap="square" rtlCol="0">
            <a:spAutoFit/>
          </a:bodyPr>
          <a:lstStyle/>
          <a:p>
            <a:pPr algn="ctr"/>
            <a:r>
              <a:rPr lang="en-US" sz="900" dirty="0"/>
              <a:t>346</a:t>
            </a:r>
          </a:p>
        </p:txBody>
      </p:sp>
      <p:sp>
        <p:nvSpPr>
          <p:cNvPr id="71" name="TextBox 70">
            <a:extLst>
              <a:ext uri="{FF2B5EF4-FFF2-40B4-BE49-F238E27FC236}">
                <a16:creationId xmlns:a16="http://schemas.microsoft.com/office/drawing/2014/main" id="{8370BB7B-FFE8-AC87-8AC0-558F0E94693F}"/>
              </a:ext>
            </a:extLst>
          </p:cNvPr>
          <p:cNvSpPr txBox="1"/>
          <p:nvPr/>
        </p:nvSpPr>
        <p:spPr>
          <a:xfrm>
            <a:off x="6152446" y="4909484"/>
            <a:ext cx="570089" cy="230832"/>
          </a:xfrm>
          <a:prstGeom prst="rect">
            <a:avLst/>
          </a:prstGeom>
          <a:noFill/>
        </p:spPr>
        <p:txBody>
          <a:bodyPr wrap="square" rtlCol="0">
            <a:spAutoFit/>
          </a:bodyPr>
          <a:lstStyle/>
          <a:p>
            <a:pPr algn="ctr"/>
            <a:r>
              <a:rPr lang="en-US" sz="900" dirty="0"/>
              <a:t>1347</a:t>
            </a:r>
          </a:p>
        </p:txBody>
      </p:sp>
      <p:sp>
        <p:nvSpPr>
          <p:cNvPr id="72" name="TextBox 71">
            <a:extLst>
              <a:ext uri="{FF2B5EF4-FFF2-40B4-BE49-F238E27FC236}">
                <a16:creationId xmlns:a16="http://schemas.microsoft.com/office/drawing/2014/main" id="{C7871004-AFB0-12D6-67E2-59FF0A59085F}"/>
              </a:ext>
            </a:extLst>
          </p:cNvPr>
          <p:cNvSpPr txBox="1"/>
          <p:nvPr/>
        </p:nvSpPr>
        <p:spPr>
          <a:xfrm>
            <a:off x="6654802" y="4909484"/>
            <a:ext cx="570089" cy="230832"/>
          </a:xfrm>
          <a:prstGeom prst="rect">
            <a:avLst/>
          </a:prstGeom>
          <a:noFill/>
        </p:spPr>
        <p:txBody>
          <a:bodyPr wrap="square" rtlCol="0">
            <a:spAutoFit/>
          </a:bodyPr>
          <a:lstStyle/>
          <a:p>
            <a:pPr algn="ctr"/>
            <a:r>
              <a:rPr lang="en-US" sz="900" dirty="0"/>
              <a:t>347</a:t>
            </a:r>
          </a:p>
        </p:txBody>
      </p:sp>
      <p:sp>
        <p:nvSpPr>
          <p:cNvPr id="73" name="TextBox 72">
            <a:extLst>
              <a:ext uri="{FF2B5EF4-FFF2-40B4-BE49-F238E27FC236}">
                <a16:creationId xmlns:a16="http://schemas.microsoft.com/office/drawing/2014/main" id="{6E9F6851-CBA7-045D-7C05-9FF30E2F6D3B}"/>
              </a:ext>
            </a:extLst>
          </p:cNvPr>
          <p:cNvSpPr txBox="1"/>
          <p:nvPr/>
        </p:nvSpPr>
        <p:spPr>
          <a:xfrm>
            <a:off x="7157158" y="3907597"/>
            <a:ext cx="570089" cy="230832"/>
          </a:xfrm>
          <a:prstGeom prst="rect">
            <a:avLst/>
          </a:prstGeom>
          <a:noFill/>
        </p:spPr>
        <p:txBody>
          <a:bodyPr wrap="square" rtlCol="0">
            <a:spAutoFit/>
          </a:bodyPr>
          <a:lstStyle/>
          <a:p>
            <a:pPr algn="ctr"/>
            <a:r>
              <a:rPr lang="en-US" sz="900" dirty="0"/>
              <a:t>98</a:t>
            </a:r>
          </a:p>
        </p:txBody>
      </p:sp>
      <p:sp>
        <p:nvSpPr>
          <p:cNvPr id="74" name="TextBox 73">
            <a:extLst>
              <a:ext uri="{FF2B5EF4-FFF2-40B4-BE49-F238E27FC236}">
                <a16:creationId xmlns:a16="http://schemas.microsoft.com/office/drawing/2014/main" id="{5151AE76-04DC-5AD6-6792-132E9409BFED}"/>
              </a:ext>
            </a:extLst>
          </p:cNvPr>
          <p:cNvSpPr txBox="1"/>
          <p:nvPr/>
        </p:nvSpPr>
        <p:spPr>
          <a:xfrm>
            <a:off x="3138310" y="3907597"/>
            <a:ext cx="570089" cy="230832"/>
          </a:xfrm>
          <a:prstGeom prst="rect">
            <a:avLst/>
          </a:prstGeom>
          <a:noFill/>
        </p:spPr>
        <p:txBody>
          <a:bodyPr wrap="square" rtlCol="0">
            <a:spAutoFit/>
          </a:bodyPr>
          <a:lstStyle/>
          <a:p>
            <a:pPr algn="ctr"/>
            <a:r>
              <a:rPr lang="en-US" sz="900" dirty="0"/>
              <a:t>89</a:t>
            </a:r>
          </a:p>
        </p:txBody>
      </p:sp>
      <p:sp>
        <p:nvSpPr>
          <p:cNvPr id="75" name="TextBox 74">
            <a:extLst>
              <a:ext uri="{FF2B5EF4-FFF2-40B4-BE49-F238E27FC236}">
                <a16:creationId xmlns:a16="http://schemas.microsoft.com/office/drawing/2014/main" id="{B25312A9-82DB-15C8-D768-727962D87437}"/>
              </a:ext>
            </a:extLst>
          </p:cNvPr>
          <p:cNvSpPr txBox="1"/>
          <p:nvPr/>
        </p:nvSpPr>
        <p:spPr>
          <a:xfrm>
            <a:off x="7157158" y="4909484"/>
            <a:ext cx="570089" cy="230832"/>
          </a:xfrm>
          <a:prstGeom prst="rect">
            <a:avLst/>
          </a:prstGeom>
          <a:noFill/>
        </p:spPr>
        <p:txBody>
          <a:bodyPr wrap="square" rtlCol="0">
            <a:spAutoFit/>
          </a:bodyPr>
          <a:lstStyle/>
          <a:p>
            <a:pPr algn="ctr"/>
            <a:r>
              <a:rPr lang="en-US" sz="900" dirty="0"/>
              <a:t>139</a:t>
            </a:r>
          </a:p>
        </p:txBody>
      </p:sp>
      <p:sp>
        <p:nvSpPr>
          <p:cNvPr id="76" name="TextBox 75">
            <a:extLst>
              <a:ext uri="{FF2B5EF4-FFF2-40B4-BE49-F238E27FC236}">
                <a16:creationId xmlns:a16="http://schemas.microsoft.com/office/drawing/2014/main" id="{74D8279B-0009-432B-B499-258CEF9BA33E}"/>
              </a:ext>
            </a:extLst>
          </p:cNvPr>
          <p:cNvSpPr txBox="1"/>
          <p:nvPr/>
        </p:nvSpPr>
        <p:spPr>
          <a:xfrm>
            <a:off x="3138310" y="4909484"/>
            <a:ext cx="570089" cy="230832"/>
          </a:xfrm>
          <a:prstGeom prst="rect">
            <a:avLst/>
          </a:prstGeom>
          <a:noFill/>
        </p:spPr>
        <p:txBody>
          <a:bodyPr wrap="square" rtlCol="0">
            <a:spAutoFit/>
          </a:bodyPr>
          <a:lstStyle/>
          <a:p>
            <a:pPr algn="ctr"/>
            <a:r>
              <a:rPr lang="en-US" sz="900" dirty="0"/>
              <a:t>34679</a:t>
            </a:r>
          </a:p>
        </p:txBody>
      </p:sp>
      <p:sp>
        <p:nvSpPr>
          <p:cNvPr id="77" name="TextBox 76">
            <a:extLst>
              <a:ext uri="{FF2B5EF4-FFF2-40B4-BE49-F238E27FC236}">
                <a16:creationId xmlns:a16="http://schemas.microsoft.com/office/drawing/2014/main" id="{73047B1B-C9B6-5906-AAFE-190940CCBE57}"/>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B7C11309-3FF3-0CD2-6FED-CC29BC2377C2}"/>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72B64702-34E3-A888-2ACA-38D5E71782E0}"/>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810B28F5-A9AF-10DC-BA2E-840AE792C34A}"/>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89022C55-A57A-ED11-4DCC-558C4C3937BF}"/>
              </a:ext>
            </a:extLst>
          </p:cNvPr>
          <p:cNvSpPr txBox="1"/>
          <p:nvPr/>
        </p:nvSpPr>
        <p:spPr>
          <a:xfrm>
            <a:off x="4216401" y="721216"/>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68426B1F-0277-F55A-C503-1C9F82223092}"/>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108AA2DA-24EE-1201-6D66-C59054995CD9}"/>
              </a:ext>
            </a:extLst>
          </p:cNvPr>
          <p:cNvSpPr txBox="1"/>
          <p:nvPr/>
        </p:nvSpPr>
        <p:spPr>
          <a:xfrm>
            <a:off x="6152446" y="2905709"/>
            <a:ext cx="570089" cy="230832"/>
          </a:xfrm>
          <a:prstGeom prst="rect">
            <a:avLst/>
          </a:prstGeom>
          <a:noFill/>
        </p:spPr>
        <p:txBody>
          <a:bodyPr wrap="square" rtlCol="0">
            <a:spAutoFit/>
          </a:bodyPr>
          <a:lstStyle/>
          <a:p>
            <a:pPr algn="ctr"/>
            <a:r>
              <a:rPr lang="en-US" sz="900" dirty="0"/>
              <a:t>38</a:t>
            </a:r>
          </a:p>
        </p:txBody>
      </p:sp>
      <p:sp>
        <p:nvSpPr>
          <p:cNvPr id="39" name="TextBox 38">
            <a:extLst>
              <a:ext uri="{FF2B5EF4-FFF2-40B4-BE49-F238E27FC236}">
                <a16:creationId xmlns:a16="http://schemas.microsoft.com/office/drawing/2014/main" id="{830505BF-A497-C656-DAC9-F5EDE8A16B12}"/>
              </a:ext>
            </a:extLst>
          </p:cNvPr>
          <p:cNvSpPr txBox="1"/>
          <p:nvPr/>
        </p:nvSpPr>
        <p:spPr>
          <a:xfrm>
            <a:off x="4216401" y="1727886"/>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C13E4E4C-E6CD-5BE7-394D-AC572E9559F4}"/>
              </a:ext>
            </a:extLst>
          </p:cNvPr>
          <p:cNvSpPr txBox="1"/>
          <p:nvPr/>
        </p:nvSpPr>
        <p:spPr>
          <a:xfrm>
            <a:off x="4143022" y="2905709"/>
            <a:ext cx="570089" cy="230832"/>
          </a:xfrm>
          <a:prstGeom prst="rect">
            <a:avLst/>
          </a:prstGeom>
          <a:noFill/>
        </p:spPr>
        <p:txBody>
          <a:bodyPr wrap="square" rtlCol="0">
            <a:spAutoFit/>
          </a:bodyPr>
          <a:lstStyle/>
          <a:p>
            <a:pPr algn="ctr"/>
            <a:r>
              <a:rPr lang="en-US" sz="900" dirty="0"/>
              <a:t>269</a:t>
            </a:r>
          </a:p>
        </p:txBody>
      </p:sp>
      <p:sp>
        <p:nvSpPr>
          <p:cNvPr id="48" name="TextBox 47">
            <a:extLst>
              <a:ext uri="{FF2B5EF4-FFF2-40B4-BE49-F238E27FC236}">
                <a16:creationId xmlns:a16="http://schemas.microsoft.com/office/drawing/2014/main" id="{45DE51C3-BED5-8470-2887-D4CE6FDAFC90}"/>
              </a:ext>
            </a:extLst>
          </p:cNvPr>
          <p:cNvSpPr txBox="1"/>
          <p:nvPr/>
        </p:nvSpPr>
        <p:spPr>
          <a:xfrm>
            <a:off x="4143022" y="3406653"/>
            <a:ext cx="570089" cy="230832"/>
          </a:xfrm>
          <a:prstGeom prst="rect">
            <a:avLst/>
          </a:prstGeom>
          <a:noFill/>
        </p:spPr>
        <p:txBody>
          <a:bodyPr wrap="square" rtlCol="0">
            <a:spAutoFit/>
          </a:bodyPr>
          <a:lstStyle/>
          <a:p>
            <a:pPr algn="ctr"/>
            <a:r>
              <a:rPr lang="en-US" sz="900" dirty="0"/>
              <a:t>349</a:t>
            </a:r>
          </a:p>
        </p:txBody>
      </p:sp>
      <p:sp>
        <p:nvSpPr>
          <p:cNvPr id="81" name="TextBox 80">
            <a:extLst>
              <a:ext uri="{FF2B5EF4-FFF2-40B4-BE49-F238E27FC236}">
                <a16:creationId xmlns:a16="http://schemas.microsoft.com/office/drawing/2014/main" id="{7E404F74-6E73-A353-FC6B-0B272A47F2AF}"/>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82" name="TextBox 81">
            <a:extLst>
              <a:ext uri="{FF2B5EF4-FFF2-40B4-BE49-F238E27FC236}">
                <a16:creationId xmlns:a16="http://schemas.microsoft.com/office/drawing/2014/main" id="{5478D1D6-E551-9744-D890-9470D069878F}"/>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83" name="TextBox 82">
            <a:extLst>
              <a:ext uri="{FF2B5EF4-FFF2-40B4-BE49-F238E27FC236}">
                <a16:creationId xmlns:a16="http://schemas.microsoft.com/office/drawing/2014/main" id="{A4B06D60-5520-C083-EEEE-584F3BF25FA9}"/>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D6F56C9B-254F-26BD-482F-FBFEE7BA0623}"/>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E69E7BC1-B1FC-6C03-B84B-DC2317815DBA}"/>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86" name="TextBox 85">
            <a:extLst>
              <a:ext uri="{FF2B5EF4-FFF2-40B4-BE49-F238E27FC236}">
                <a16:creationId xmlns:a16="http://schemas.microsoft.com/office/drawing/2014/main" id="{EF538199-1021-4524-79F7-5BC175067DBE}"/>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87" name="TextBox 86">
            <a:extLst>
              <a:ext uri="{FF2B5EF4-FFF2-40B4-BE49-F238E27FC236}">
                <a16:creationId xmlns:a16="http://schemas.microsoft.com/office/drawing/2014/main" id="{35F13292-2273-DF36-CDC0-4CC1034E258E}"/>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8" name="TextBox 87">
            <a:extLst>
              <a:ext uri="{FF2B5EF4-FFF2-40B4-BE49-F238E27FC236}">
                <a16:creationId xmlns:a16="http://schemas.microsoft.com/office/drawing/2014/main" id="{0853C02F-C6BB-7FD8-F0B2-BFF981E6753A}"/>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9" name="TextBox 88">
            <a:extLst>
              <a:ext uri="{FF2B5EF4-FFF2-40B4-BE49-F238E27FC236}">
                <a16:creationId xmlns:a16="http://schemas.microsoft.com/office/drawing/2014/main" id="{D2681A8C-226F-B745-268F-DA2131FFF1B3}"/>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3F7B144C-B291-AFFC-37A2-89142F01AC8F}"/>
              </a:ext>
            </a:extLst>
          </p:cNvPr>
          <p:cNvSpPr txBox="1"/>
          <p:nvPr/>
        </p:nvSpPr>
        <p:spPr>
          <a:xfrm>
            <a:off x="5715003" y="2231221"/>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C16F3DA3-948F-6D85-12B6-8E710EA66C0E}"/>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AF606420-2BC4-DA9D-D637-F87ED2F2423E}"/>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1F2AEB8E-06FC-47E7-DECB-F03082C3ECEA}"/>
              </a:ext>
            </a:extLst>
          </p:cNvPr>
          <p:cNvSpPr txBox="1"/>
          <p:nvPr/>
        </p:nvSpPr>
        <p:spPr>
          <a:xfrm>
            <a:off x="5215469" y="223122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B182CE1A-E079-DF7D-46F2-30EB7047CADD}"/>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35529207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2B1B7-A792-369D-8E67-A4EB7C61BA4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8E5A09-942D-4540-232C-963B2C21C6C5}"/>
              </a:ext>
            </a:extLst>
          </p:cNvPr>
          <p:cNvSpPr>
            <a:spLocks noGrp="1"/>
          </p:cNvSpPr>
          <p:nvPr>
            <p:ph sz="half" idx="1"/>
          </p:nvPr>
        </p:nvSpPr>
        <p:spPr/>
        <p:txBody>
          <a:bodyPr>
            <a:normAutofit/>
          </a:bodyPr>
          <a:lstStyle/>
          <a:p>
            <a:r>
              <a:rPr lang="en-US" dirty="0"/>
              <a:t>In the lower left block, 4 is in Row 8.</a:t>
            </a:r>
          </a:p>
        </p:txBody>
      </p:sp>
      <p:pic>
        <p:nvPicPr>
          <p:cNvPr id="4" name="Picture 3" descr="A grid of sudoku puzzle&#10;&#10;Description automatically generated">
            <a:extLst>
              <a:ext uri="{FF2B5EF4-FFF2-40B4-BE49-F238E27FC236}">
                <a16:creationId xmlns:a16="http://schemas.microsoft.com/office/drawing/2014/main" id="{678D8268-6B87-BB5B-2489-00C8EED5D1D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883106A-1004-3630-936E-E1800F75E10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5ECB6B1-E44D-21A7-F036-16901B7D7A6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2458F63-59DF-F9EE-65E6-8F997FA8A72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7A04F0A-1B95-349D-3F4C-9EA581BBB29B}"/>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448C2535-68C2-061B-A8D4-70FA7317312B}"/>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CD9FF2C3-BBCB-6EF9-9931-7AD31218DCFD}"/>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CF5DA60F-BDD1-EFE4-33EF-9F6F63379ECE}"/>
              </a:ext>
            </a:extLst>
          </p:cNvPr>
          <p:cNvSpPr txBox="1"/>
          <p:nvPr/>
        </p:nvSpPr>
        <p:spPr>
          <a:xfrm>
            <a:off x="6654802" y="4408541"/>
            <a:ext cx="570089" cy="230832"/>
          </a:xfrm>
          <a:prstGeom prst="rect">
            <a:avLst/>
          </a:prstGeom>
          <a:noFill/>
        </p:spPr>
        <p:txBody>
          <a:bodyPr wrap="square" rtlCol="0">
            <a:spAutoFit/>
          </a:bodyPr>
          <a:lstStyle/>
          <a:p>
            <a:pPr algn="ctr"/>
            <a:r>
              <a:rPr lang="en-US" sz="900" dirty="0"/>
              <a:t>578</a:t>
            </a:r>
          </a:p>
        </p:txBody>
      </p:sp>
      <p:sp>
        <p:nvSpPr>
          <p:cNvPr id="11" name="TextBox 10">
            <a:extLst>
              <a:ext uri="{FF2B5EF4-FFF2-40B4-BE49-F238E27FC236}">
                <a16:creationId xmlns:a16="http://schemas.microsoft.com/office/drawing/2014/main" id="{AD87D16D-5CFF-18D5-C9DB-19EB2BFC148D}"/>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CC02DC4F-5493-FD18-CC52-95563A74A9D9}"/>
              </a:ext>
            </a:extLst>
          </p:cNvPr>
          <p:cNvSpPr txBox="1"/>
          <p:nvPr/>
        </p:nvSpPr>
        <p:spPr>
          <a:xfrm>
            <a:off x="4143022" y="4408541"/>
            <a:ext cx="570089" cy="230832"/>
          </a:xfrm>
          <a:prstGeom prst="rect">
            <a:avLst/>
          </a:prstGeom>
          <a:noFill/>
        </p:spPr>
        <p:txBody>
          <a:bodyPr wrap="square" rtlCol="0">
            <a:spAutoFit/>
          </a:bodyPr>
          <a:lstStyle/>
          <a:p>
            <a:pPr algn="ctr"/>
            <a:r>
              <a:rPr lang="en-US" sz="900" dirty="0"/>
              <a:t>47</a:t>
            </a:r>
          </a:p>
        </p:txBody>
      </p:sp>
      <p:sp>
        <p:nvSpPr>
          <p:cNvPr id="13" name="TextBox 12">
            <a:extLst>
              <a:ext uri="{FF2B5EF4-FFF2-40B4-BE49-F238E27FC236}">
                <a16:creationId xmlns:a16="http://schemas.microsoft.com/office/drawing/2014/main" id="{DF0B4EEE-3D99-FED9-2023-5E41249EB06A}"/>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10EB8226-B1FA-3F4F-2D3C-6B386E891F42}"/>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A27EF4B6-1F12-2AA0-FADE-C9F3AA988D83}"/>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22DD346A-4F41-5176-EDD7-32A6EE21CCF5}"/>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22C3C60B-4BDD-26ED-0F15-E186B032EEF3}"/>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F3B4CFCC-C8CC-D89B-F42F-9DFF42096D3A}"/>
              </a:ext>
            </a:extLst>
          </p:cNvPr>
          <p:cNvSpPr txBox="1"/>
          <p:nvPr/>
        </p:nvSpPr>
        <p:spPr>
          <a:xfrm>
            <a:off x="4645378" y="2905709"/>
            <a:ext cx="570089" cy="230832"/>
          </a:xfrm>
          <a:prstGeom prst="rect">
            <a:avLst/>
          </a:prstGeom>
          <a:noFill/>
        </p:spPr>
        <p:txBody>
          <a:bodyPr wrap="square" rtlCol="0">
            <a:spAutoFit/>
          </a:bodyPr>
          <a:lstStyle/>
          <a:p>
            <a:pPr algn="ctr"/>
            <a:r>
              <a:rPr lang="en-US" sz="900" dirty="0"/>
              <a:t>59</a:t>
            </a:r>
          </a:p>
        </p:txBody>
      </p:sp>
      <p:sp>
        <p:nvSpPr>
          <p:cNvPr id="27" name="TextBox 26">
            <a:extLst>
              <a:ext uri="{FF2B5EF4-FFF2-40B4-BE49-F238E27FC236}">
                <a16:creationId xmlns:a16="http://schemas.microsoft.com/office/drawing/2014/main" id="{02F4BD7D-6C94-C93E-165E-9AEAB5FAAF85}"/>
              </a:ext>
            </a:extLst>
          </p:cNvPr>
          <p:cNvSpPr txBox="1"/>
          <p:nvPr/>
        </p:nvSpPr>
        <p:spPr>
          <a:xfrm>
            <a:off x="4645378" y="3406653"/>
            <a:ext cx="570089" cy="230832"/>
          </a:xfrm>
          <a:prstGeom prst="rect">
            <a:avLst/>
          </a:prstGeom>
          <a:noFill/>
        </p:spPr>
        <p:txBody>
          <a:bodyPr wrap="square" rtlCol="0">
            <a:spAutoFit/>
          </a:bodyPr>
          <a:lstStyle/>
          <a:p>
            <a:pPr algn="ctr"/>
            <a:r>
              <a:rPr lang="en-US" sz="900" dirty="0"/>
              <a:t>95</a:t>
            </a:r>
          </a:p>
        </p:txBody>
      </p:sp>
      <p:sp>
        <p:nvSpPr>
          <p:cNvPr id="32" name="TextBox 31">
            <a:extLst>
              <a:ext uri="{FF2B5EF4-FFF2-40B4-BE49-F238E27FC236}">
                <a16:creationId xmlns:a16="http://schemas.microsoft.com/office/drawing/2014/main" id="{61274E5B-ED15-BE57-56B2-97219B5FF80C}"/>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64FF36F8-1F82-883F-76A3-5197B24454C7}"/>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CCD40353-D3CA-4C23-214D-2C7E68E32080}"/>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73327260-C387-E577-C248-F82BA288DB8C}"/>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FDB5104F-B218-3C7E-9FB1-F629CFF59656}"/>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F94D2D71-F7EE-1FCA-C14D-CE80CF68AAAA}"/>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CA7B9F5C-F70D-6AA1-2374-15C18A3B89BF}"/>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40" name="TextBox 39">
            <a:extLst>
              <a:ext uri="{FF2B5EF4-FFF2-40B4-BE49-F238E27FC236}">
                <a16:creationId xmlns:a16="http://schemas.microsoft.com/office/drawing/2014/main" id="{18E11F6B-D61F-CDBE-43AC-54BB724B9F05}"/>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F02251FA-95F8-F9D1-389B-39E0A7FFE08B}"/>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3BC81F32-D6F3-4944-437B-C6358C4FB149}"/>
              </a:ext>
            </a:extLst>
          </p:cNvPr>
          <p:cNvSpPr txBox="1"/>
          <p:nvPr/>
        </p:nvSpPr>
        <p:spPr>
          <a:xfrm>
            <a:off x="6654802" y="901933"/>
            <a:ext cx="570089" cy="230832"/>
          </a:xfrm>
          <a:prstGeom prst="rect">
            <a:avLst/>
          </a:prstGeom>
          <a:noFill/>
        </p:spPr>
        <p:txBody>
          <a:bodyPr wrap="square" rtlCol="0">
            <a:spAutoFit/>
          </a:bodyPr>
          <a:lstStyle/>
          <a:p>
            <a:pPr algn="ctr"/>
            <a:r>
              <a:rPr lang="en-US" sz="900" dirty="0"/>
              <a:t>84</a:t>
            </a:r>
          </a:p>
        </p:txBody>
      </p:sp>
      <p:sp>
        <p:nvSpPr>
          <p:cNvPr id="45" name="TextBox 44">
            <a:extLst>
              <a:ext uri="{FF2B5EF4-FFF2-40B4-BE49-F238E27FC236}">
                <a16:creationId xmlns:a16="http://schemas.microsoft.com/office/drawing/2014/main" id="{9428509A-697D-E947-6DB0-67B55551CA15}"/>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1347</a:t>
            </a:r>
          </a:p>
        </p:txBody>
      </p:sp>
      <p:sp>
        <p:nvSpPr>
          <p:cNvPr id="46" name="TextBox 45">
            <a:extLst>
              <a:ext uri="{FF2B5EF4-FFF2-40B4-BE49-F238E27FC236}">
                <a16:creationId xmlns:a16="http://schemas.microsoft.com/office/drawing/2014/main" id="{20FED0EB-86DA-1EE6-B65E-A0D26DF6C96E}"/>
              </a:ext>
            </a:extLst>
          </p:cNvPr>
          <p:cNvSpPr txBox="1"/>
          <p:nvPr/>
        </p:nvSpPr>
        <p:spPr>
          <a:xfrm>
            <a:off x="4143022" y="1402877"/>
            <a:ext cx="570089" cy="230832"/>
          </a:xfrm>
          <a:prstGeom prst="rect">
            <a:avLst/>
          </a:prstGeom>
          <a:noFill/>
        </p:spPr>
        <p:txBody>
          <a:bodyPr wrap="square" rtlCol="0">
            <a:spAutoFit/>
          </a:bodyPr>
          <a:lstStyle/>
          <a:p>
            <a:pPr algn="ctr"/>
            <a:r>
              <a:rPr lang="en-US" sz="900" dirty="0"/>
              <a:t>347</a:t>
            </a:r>
          </a:p>
        </p:txBody>
      </p:sp>
      <p:sp>
        <p:nvSpPr>
          <p:cNvPr id="47" name="TextBox 46">
            <a:extLst>
              <a:ext uri="{FF2B5EF4-FFF2-40B4-BE49-F238E27FC236}">
                <a16:creationId xmlns:a16="http://schemas.microsoft.com/office/drawing/2014/main" id="{1D9F8FA9-6207-21CC-39CB-8F12A29334E3}"/>
              </a:ext>
            </a:extLst>
          </p:cNvPr>
          <p:cNvSpPr txBox="1"/>
          <p:nvPr/>
        </p:nvSpPr>
        <p:spPr>
          <a:xfrm>
            <a:off x="6152446" y="1402877"/>
            <a:ext cx="570089" cy="230832"/>
          </a:xfrm>
          <a:prstGeom prst="rect">
            <a:avLst/>
          </a:prstGeom>
          <a:noFill/>
        </p:spPr>
        <p:txBody>
          <a:bodyPr wrap="square" rtlCol="0">
            <a:spAutoFit/>
          </a:bodyPr>
          <a:lstStyle/>
          <a:p>
            <a:pPr algn="ctr"/>
            <a:r>
              <a:rPr lang="en-US" sz="900" dirty="0"/>
              <a:t>137</a:t>
            </a:r>
          </a:p>
        </p:txBody>
      </p:sp>
      <p:sp>
        <p:nvSpPr>
          <p:cNvPr id="49" name="TextBox 48">
            <a:extLst>
              <a:ext uri="{FF2B5EF4-FFF2-40B4-BE49-F238E27FC236}">
                <a16:creationId xmlns:a16="http://schemas.microsoft.com/office/drawing/2014/main" id="{FF6161F3-5ED9-BADB-8DA3-F9B92083E665}"/>
              </a:ext>
            </a:extLst>
          </p:cNvPr>
          <p:cNvSpPr txBox="1"/>
          <p:nvPr/>
        </p:nvSpPr>
        <p:spPr>
          <a:xfrm>
            <a:off x="3138310" y="1402877"/>
            <a:ext cx="570089" cy="230832"/>
          </a:xfrm>
          <a:prstGeom prst="rect">
            <a:avLst/>
          </a:prstGeom>
          <a:noFill/>
        </p:spPr>
        <p:txBody>
          <a:bodyPr wrap="square" rtlCol="0">
            <a:spAutoFit/>
          </a:bodyPr>
          <a:lstStyle/>
          <a:p>
            <a:pPr algn="ctr"/>
            <a:r>
              <a:rPr lang="en-US" sz="900" dirty="0"/>
              <a:t>347</a:t>
            </a:r>
          </a:p>
        </p:txBody>
      </p:sp>
      <p:sp>
        <p:nvSpPr>
          <p:cNvPr id="50" name="TextBox 49">
            <a:extLst>
              <a:ext uri="{FF2B5EF4-FFF2-40B4-BE49-F238E27FC236}">
                <a16:creationId xmlns:a16="http://schemas.microsoft.com/office/drawing/2014/main" id="{A62CFEC0-1BD4-F536-ABA2-D18888920423}"/>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a:t>
            </a:r>
          </a:p>
        </p:txBody>
      </p:sp>
      <p:sp>
        <p:nvSpPr>
          <p:cNvPr id="51" name="TextBox 50">
            <a:extLst>
              <a:ext uri="{FF2B5EF4-FFF2-40B4-BE49-F238E27FC236}">
                <a16:creationId xmlns:a16="http://schemas.microsoft.com/office/drawing/2014/main" id="{39780CC5-B967-0CDE-DB64-164D84DDB5D6}"/>
              </a:ext>
            </a:extLst>
          </p:cNvPr>
          <p:cNvSpPr txBox="1"/>
          <p:nvPr/>
        </p:nvSpPr>
        <p:spPr>
          <a:xfrm>
            <a:off x="6654802" y="1903821"/>
            <a:ext cx="570089" cy="230832"/>
          </a:xfrm>
          <a:prstGeom prst="rect">
            <a:avLst/>
          </a:prstGeom>
          <a:noFill/>
        </p:spPr>
        <p:txBody>
          <a:bodyPr wrap="square" rtlCol="0">
            <a:spAutoFit/>
          </a:bodyPr>
          <a:lstStyle/>
          <a:p>
            <a:pPr algn="ctr"/>
            <a:r>
              <a:rPr lang="en-US" sz="900" dirty="0"/>
              <a:t>37</a:t>
            </a:r>
          </a:p>
        </p:txBody>
      </p:sp>
      <p:sp>
        <p:nvSpPr>
          <p:cNvPr id="52" name="TextBox 51">
            <a:extLst>
              <a:ext uri="{FF2B5EF4-FFF2-40B4-BE49-F238E27FC236}">
                <a16:creationId xmlns:a16="http://schemas.microsoft.com/office/drawing/2014/main" id="{6E516D48-E3F8-F9EA-7555-510FDCDBC375}"/>
              </a:ext>
            </a:extLst>
          </p:cNvPr>
          <p:cNvSpPr txBox="1"/>
          <p:nvPr/>
        </p:nvSpPr>
        <p:spPr>
          <a:xfrm>
            <a:off x="7157158" y="1903821"/>
            <a:ext cx="570089" cy="230832"/>
          </a:xfrm>
          <a:prstGeom prst="rect">
            <a:avLst/>
          </a:prstGeom>
          <a:noFill/>
        </p:spPr>
        <p:txBody>
          <a:bodyPr wrap="square" rtlCol="0">
            <a:spAutoFit/>
          </a:bodyPr>
          <a:lstStyle/>
          <a:p>
            <a:pPr algn="ctr"/>
            <a:r>
              <a:rPr lang="en-US" sz="900" dirty="0"/>
              <a:t>13</a:t>
            </a:r>
          </a:p>
        </p:txBody>
      </p:sp>
      <p:sp>
        <p:nvSpPr>
          <p:cNvPr id="53" name="TextBox 52">
            <a:extLst>
              <a:ext uri="{FF2B5EF4-FFF2-40B4-BE49-F238E27FC236}">
                <a16:creationId xmlns:a16="http://schemas.microsoft.com/office/drawing/2014/main" id="{96117262-0C70-BB83-533F-5E51EC40EC60}"/>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a:t>
            </a:r>
          </a:p>
        </p:txBody>
      </p:sp>
      <p:sp>
        <p:nvSpPr>
          <p:cNvPr id="54" name="TextBox 53">
            <a:extLst>
              <a:ext uri="{FF2B5EF4-FFF2-40B4-BE49-F238E27FC236}">
                <a16:creationId xmlns:a16="http://schemas.microsoft.com/office/drawing/2014/main" id="{09A45423-E692-E41D-6D46-D7EDBF3A595C}"/>
              </a:ext>
            </a:extLst>
          </p:cNvPr>
          <p:cNvSpPr txBox="1"/>
          <p:nvPr/>
        </p:nvSpPr>
        <p:spPr>
          <a:xfrm>
            <a:off x="3640666" y="2404765"/>
            <a:ext cx="570089" cy="230832"/>
          </a:xfrm>
          <a:prstGeom prst="rect">
            <a:avLst/>
          </a:prstGeom>
          <a:noFill/>
        </p:spPr>
        <p:txBody>
          <a:bodyPr wrap="square" rtlCol="0">
            <a:spAutoFit/>
          </a:bodyPr>
          <a:lstStyle/>
          <a:p>
            <a:pPr algn="ctr"/>
            <a:r>
              <a:rPr lang="en-US" sz="900" dirty="0"/>
              <a:t>87</a:t>
            </a:r>
          </a:p>
        </p:txBody>
      </p:sp>
      <p:sp>
        <p:nvSpPr>
          <p:cNvPr id="57" name="TextBox 56">
            <a:extLst>
              <a:ext uri="{FF2B5EF4-FFF2-40B4-BE49-F238E27FC236}">
                <a16:creationId xmlns:a16="http://schemas.microsoft.com/office/drawing/2014/main" id="{661968DC-D23B-2AB3-171C-0387B6AE4431}"/>
              </a:ext>
            </a:extLst>
          </p:cNvPr>
          <p:cNvSpPr txBox="1"/>
          <p:nvPr/>
        </p:nvSpPr>
        <p:spPr>
          <a:xfrm>
            <a:off x="3138310" y="2404765"/>
            <a:ext cx="570089" cy="230832"/>
          </a:xfrm>
          <a:prstGeom prst="rect">
            <a:avLst/>
          </a:prstGeom>
          <a:noFill/>
        </p:spPr>
        <p:txBody>
          <a:bodyPr wrap="square" rtlCol="0">
            <a:spAutoFit/>
          </a:bodyPr>
          <a:lstStyle/>
          <a:p>
            <a:pPr algn="ctr"/>
            <a:r>
              <a:rPr lang="en-US" sz="900" dirty="0"/>
              <a:t>78</a:t>
            </a:r>
          </a:p>
        </p:txBody>
      </p:sp>
      <p:sp>
        <p:nvSpPr>
          <p:cNvPr id="58" name="TextBox 57">
            <a:extLst>
              <a:ext uri="{FF2B5EF4-FFF2-40B4-BE49-F238E27FC236}">
                <a16:creationId xmlns:a16="http://schemas.microsoft.com/office/drawing/2014/main" id="{3D85BB3F-6348-D735-FF9F-9E41F0AFBE53}"/>
              </a:ext>
            </a:extLst>
          </p:cNvPr>
          <p:cNvSpPr txBox="1"/>
          <p:nvPr/>
        </p:nvSpPr>
        <p:spPr>
          <a:xfrm>
            <a:off x="7157158" y="2905709"/>
            <a:ext cx="570089" cy="230832"/>
          </a:xfrm>
          <a:prstGeom prst="rect">
            <a:avLst/>
          </a:prstGeom>
          <a:noFill/>
        </p:spPr>
        <p:txBody>
          <a:bodyPr wrap="square" rtlCol="0">
            <a:spAutoFit/>
          </a:bodyPr>
          <a:lstStyle/>
          <a:p>
            <a:pPr algn="ctr"/>
            <a:r>
              <a:rPr lang="en-US" sz="900" dirty="0"/>
              <a:t>83</a:t>
            </a:r>
          </a:p>
        </p:txBody>
      </p:sp>
      <p:sp>
        <p:nvSpPr>
          <p:cNvPr id="59" name="TextBox 58">
            <a:extLst>
              <a:ext uri="{FF2B5EF4-FFF2-40B4-BE49-F238E27FC236}">
                <a16:creationId xmlns:a16="http://schemas.microsoft.com/office/drawing/2014/main" id="{B32AB547-94CC-A13B-5D02-6A2322D7861A}"/>
              </a:ext>
            </a:extLst>
          </p:cNvPr>
          <p:cNvSpPr txBox="1"/>
          <p:nvPr/>
        </p:nvSpPr>
        <p:spPr>
          <a:xfrm>
            <a:off x="3138310" y="2905709"/>
            <a:ext cx="570089" cy="230832"/>
          </a:xfrm>
          <a:prstGeom prst="rect">
            <a:avLst/>
          </a:prstGeom>
          <a:noFill/>
        </p:spPr>
        <p:txBody>
          <a:bodyPr wrap="square" rtlCol="0">
            <a:spAutoFit/>
          </a:bodyPr>
          <a:lstStyle/>
          <a:p>
            <a:pPr algn="ctr"/>
            <a:r>
              <a:rPr lang="en-US" sz="900" dirty="0"/>
              <a:t>56</a:t>
            </a:r>
          </a:p>
        </p:txBody>
      </p:sp>
      <p:sp>
        <p:nvSpPr>
          <p:cNvPr id="61" name="TextBox 60">
            <a:extLst>
              <a:ext uri="{FF2B5EF4-FFF2-40B4-BE49-F238E27FC236}">
                <a16:creationId xmlns:a16="http://schemas.microsoft.com/office/drawing/2014/main" id="{900C5526-6759-1F39-BE67-0D82D63BD55C}"/>
              </a:ext>
            </a:extLst>
          </p:cNvPr>
          <p:cNvSpPr txBox="1"/>
          <p:nvPr/>
        </p:nvSpPr>
        <p:spPr>
          <a:xfrm>
            <a:off x="3138310" y="3406653"/>
            <a:ext cx="570089" cy="230832"/>
          </a:xfrm>
          <a:prstGeom prst="rect">
            <a:avLst/>
          </a:prstGeom>
          <a:noFill/>
        </p:spPr>
        <p:txBody>
          <a:bodyPr wrap="square" rtlCol="0">
            <a:spAutoFit/>
          </a:bodyPr>
          <a:lstStyle/>
          <a:p>
            <a:pPr algn="ctr"/>
            <a:r>
              <a:rPr lang="en-US" sz="900" dirty="0"/>
              <a:t>45</a:t>
            </a:r>
          </a:p>
        </p:txBody>
      </p:sp>
      <p:sp>
        <p:nvSpPr>
          <p:cNvPr id="62" name="TextBox 61">
            <a:extLst>
              <a:ext uri="{FF2B5EF4-FFF2-40B4-BE49-F238E27FC236}">
                <a16:creationId xmlns:a16="http://schemas.microsoft.com/office/drawing/2014/main" id="{AD4D75BA-955B-B864-BB83-9C7409BF870A}"/>
              </a:ext>
            </a:extLst>
          </p:cNvPr>
          <p:cNvSpPr txBox="1"/>
          <p:nvPr/>
        </p:nvSpPr>
        <p:spPr>
          <a:xfrm>
            <a:off x="3640666" y="2905709"/>
            <a:ext cx="570089" cy="230832"/>
          </a:xfrm>
          <a:prstGeom prst="rect">
            <a:avLst/>
          </a:prstGeom>
          <a:noFill/>
        </p:spPr>
        <p:txBody>
          <a:bodyPr wrap="square" rtlCol="0">
            <a:spAutoFit/>
          </a:bodyPr>
          <a:lstStyle/>
          <a:p>
            <a:pPr algn="ctr"/>
            <a:r>
              <a:rPr lang="en-US" sz="900" dirty="0"/>
              <a:t>26</a:t>
            </a:r>
          </a:p>
        </p:txBody>
      </p:sp>
      <p:sp>
        <p:nvSpPr>
          <p:cNvPr id="64" name="TextBox 63">
            <a:extLst>
              <a:ext uri="{FF2B5EF4-FFF2-40B4-BE49-F238E27FC236}">
                <a16:creationId xmlns:a16="http://schemas.microsoft.com/office/drawing/2014/main" id="{9E5390AB-1924-AC5D-9636-EF82F85B57EF}"/>
              </a:ext>
            </a:extLst>
          </p:cNvPr>
          <p:cNvSpPr txBox="1"/>
          <p:nvPr/>
        </p:nvSpPr>
        <p:spPr>
          <a:xfrm>
            <a:off x="3640666" y="3406653"/>
            <a:ext cx="570089" cy="230832"/>
          </a:xfrm>
          <a:prstGeom prst="rect">
            <a:avLst/>
          </a:prstGeom>
          <a:noFill/>
        </p:spPr>
        <p:txBody>
          <a:bodyPr wrap="square" rtlCol="0">
            <a:spAutoFit/>
          </a:bodyPr>
          <a:lstStyle/>
          <a:p>
            <a:pPr algn="ctr"/>
            <a:r>
              <a:rPr lang="en-US" sz="900" dirty="0"/>
              <a:t>34</a:t>
            </a:r>
          </a:p>
        </p:txBody>
      </p:sp>
      <p:sp>
        <p:nvSpPr>
          <p:cNvPr id="66" name="TextBox 65">
            <a:extLst>
              <a:ext uri="{FF2B5EF4-FFF2-40B4-BE49-F238E27FC236}">
                <a16:creationId xmlns:a16="http://schemas.microsoft.com/office/drawing/2014/main" id="{9B53913B-4115-D333-1390-6F5A1BC04FFB}"/>
              </a:ext>
            </a:extLst>
          </p:cNvPr>
          <p:cNvSpPr txBox="1"/>
          <p:nvPr/>
        </p:nvSpPr>
        <p:spPr>
          <a:xfrm>
            <a:off x="3640666" y="3907597"/>
            <a:ext cx="570089" cy="230832"/>
          </a:xfrm>
          <a:prstGeom prst="rect">
            <a:avLst/>
          </a:prstGeom>
          <a:noFill/>
        </p:spPr>
        <p:txBody>
          <a:bodyPr wrap="square" rtlCol="0">
            <a:spAutoFit/>
          </a:bodyPr>
          <a:lstStyle/>
          <a:p>
            <a:pPr algn="ctr"/>
            <a:r>
              <a:rPr lang="en-US" sz="900" dirty="0"/>
              <a:t>235</a:t>
            </a:r>
          </a:p>
        </p:txBody>
      </p:sp>
      <p:sp>
        <p:nvSpPr>
          <p:cNvPr id="67" name="TextBox 66">
            <a:extLst>
              <a:ext uri="{FF2B5EF4-FFF2-40B4-BE49-F238E27FC236}">
                <a16:creationId xmlns:a16="http://schemas.microsoft.com/office/drawing/2014/main" id="{A8E3A799-5C33-742D-EF60-A8C1C47F36BC}"/>
              </a:ext>
            </a:extLst>
          </p:cNvPr>
          <p:cNvSpPr txBox="1"/>
          <p:nvPr/>
        </p:nvSpPr>
        <p:spPr>
          <a:xfrm>
            <a:off x="4143022" y="3907597"/>
            <a:ext cx="570089" cy="230832"/>
          </a:xfrm>
          <a:prstGeom prst="rect">
            <a:avLst/>
          </a:prstGeom>
          <a:noFill/>
        </p:spPr>
        <p:txBody>
          <a:bodyPr wrap="square" rtlCol="0">
            <a:spAutoFit/>
          </a:bodyPr>
          <a:lstStyle/>
          <a:p>
            <a:pPr algn="ctr"/>
            <a:r>
              <a:rPr lang="en-US" sz="900" dirty="0"/>
              <a:t>23</a:t>
            </a:r>
          </a:p>
        </p:txBody>
      </p:sp>
      <p:sp>
        <p:nvSpPr>
          <p:cNvPr id="68" name="TextBox 67">
            <a:extLst>
              <a:ext uri="{FF2B5EF4-FFF2-40B4-BE49-F238E27FC236}">
                <a16:creationId xmlns:a16="http://schemas.microsoft.com/office/drawing/2014/main" id="{C2527D61-6376-38B7-576F-BA344E2CD3A9}"/>
              </a:ext>
            </a:extLst>
          </p:cNvPr>
          <p:cNvSpPr txBox="1"/>
          <p:nvPr/>
        </p:nvSpPr>
        <p:spPr>
          <a:xfrm>
            <a:off x="6654802" y="3907597"/>
            <a:ext cx="570089" cy="230832"/>
          </a:xfrm>
          <a:prstGeom prst="rect">
            <a:avLst/>
          </a:prstGeom>
          <a:noFill/>
        </p:spPr>
        <p:txBody>
          <a:bodyPr wrap="square" rtlCol="0">
            <a:spAutoFit/>
          </a:bodyPr>
          <a:lstStyle/>
          <a:p>
            <a:pPr algn="ctr"/>
            <a:r>
              <a:rPr lang="en-US" sz="900" dirty="0"/>
              <a:t>35</a:t>
            </a:r>
          </a:p>
        </p:txBody>
      </p:sp>
      <p:sp>
        <p:nvSpPr>
          <p:cNvPr id="69" name="TextBox 68">
            <a:extLst>
              <a:ext uri="{FF2B5EF4-FFF2-40B4-BE49-F238E27FC236}">
                <a16:creationId xmlns:a16="http://schemas.microsoft.com/office/drawing/2014/main" id="{3F8D4BB3-AF83-ADFB-C2A8-7E01F0374F64}"/>
              </a:ext>
            </a:extLst>
          </p:cNvPr>
          <p:cNvSpPr txBox="1"/>
          <p:nvPr/>
        </p:nvSpPr>
        <p:spPr>
          <a:xfrm>
            <a:off x="3640666" y="4909484"/>
            <a:ext cx="570089" cy="230832"/>
          </a:xfrm>
          <a:prstGeom prst="rect">
            <a:avLst/>
          </a:prstGeom>
          <a:noFill/>
        </p:spPr>
        <p:txBody>
          <a:bodyPr wrap="square" rtlCol="0">
            <a:spAutoFit/>
          </a:bodyPr>
          <a:lstStyle/>
          <a:p>
            <a:pPr algn="ctr"/>
            <a:r>
              <a:rPr lang="en-US" sz="900" dirty="0"/>
              <a:t>367</a:t>
            </a:r>
          </a:p>
        </p:txBody>
      </p:sp>
      <p:sp>
        <p:nvSpPr>
          <p:cNvPr id="70" name="TextBox 69">
            <a:extLst>
              <a:ext uri="{FF2B5EF4-FFF2-40B4-BE49-F238E27FC236}">
                <a16:creationId xmlns:a16="http://schemas.microsoft.com/office/drawing/2014/main" id="{2327715F-23F1-3B04-BF67-28C0500B327D}"/>
              </a:ext>
            </a:extLst>
          </p:cNvPr>
          <p:cNvSpPr txBox="1"/>
          <p:nvPr/>
        </p:nvSpPr>
        <p:spPr>
          <a:xfrm>
            <a:off x="4143022" y="4909484"/>
            <a:ext cx="570089" cy="230832"/>
          </a:xfrm>
          <a:prstGeom prst="rect">
            <a:avLst/>
          </a:prstGeom>
          <a:noFill/>
        </p:spPr>
        <p:txBody>
          <a:bodyPr wrap="square" rtlCol="0">
            <a:spAutoFit/>
          </a:bodyPr>
          <a:lstStyle/>
          <a:p>
            <a:pPr algn="ctr"/>
            <a:r>
              <a:rPr lang="en-US" sz="900" dirty="0"/>
              <a:t>36</a:t>
            </a:r>
          </a:p>
        </p:txBody>
      </p:sp>
      <p:sp>
        <p:nvSpPr>
          <p:cNvPr id="71" name="TextBox 70">
            <a:extLst>
              <a:ext uri="{FF2B5EF4-FFF2-40B4-BE49-F238E27FC236}">
                <a16:creationId xmlns:a16="http://schemas.microsoft.com/office/drawing/2014/main" id="{9302EF5D-E649-A321-A593-3352A0DC542A}"/>
              </a:ext>
            </a:extLst>
          </p:cNvPr>
          <p:cNvSpPr txBox="1"/>
          <p:nvPr/>
        </p:nvSpPr>
        <p:spPr>
          <a:xfrm>
            <a:off x="6152446" y="4909484"/>
            <a:ext cx="570089" cy="230832"/>
          </a:xfrm>
          <a:prstGeom prst="rect">
            <a:avLst/>
          </a:prstGeom>
          <a:noFill/>
        </p:spPr>
        <p:txBody>
          <a:bodyPr wrap="square" rtlCol="0">
            <a:spAutoFit/>
          </a:bodyPr>
          <a:lstStyle/>
          <a:p>
            <a:pPr algn="ctr"/>
            <a:r>
              <a:rPr lang="en-US" sz="900" dirty="0"/>
              <a:t>1347</a:t>
            </a:r>
          </a:p>
        </p:txBody>
      </p:sp>
      <p:sp>
        <p:nvSpPr>
          <p:cNvPr id="72" name="TextBox 71">
            <a:extLst>
              <a:ext uri="{FF2B5EF4-FFF2-40B4-BE49-F238E27FC236}">
                <a16:creationId xmlns:a16="http://schemas.microsoft.com/office/drawing/2014/main" id="{FB322C40-9B7C-496B-5F26-B37D6F6A517B}"/>
              </a:ext>
            </a:extLst>
          </p:cNvPr>
          <p:cNvSpPr txBox="1"/>
          <p:nvPr/>
        </p:nvSpPr>
        <p:spPr>
          <a:xfrm>
            <a:off x="6654802" y="4909484"/>
            <a:ext cx="570089" cy="230832"/>
          </a:xfrm>
          <a:prstGeom prst="rect">
            <a:avLst/>
          </a:prstGeom>
          <a:noFill/>
        </p:spPr>
        <p:txBody>
          <a:bodyPr wrap="square" rtlCol="0">
            <a:spAutoFit/>
          </a:bodyPr>
          <a:lstStyle/>
          <a:p>
            <a:pPr algn="ctr"/>
            <a:r>
              <a:rPr lang="en-US" sz="900" dirty="0"/>
              <a:t>347</a:t>
            </a:r>
          </a:p>
        </p:txBody>
      </p:sp>
      <p:sp>
        <p:nvSpPr>
          <p:cNvPr id="73" name="TextBox 72">
            <a:extLst>
              <a:ext uri="{FF2B5EF4-FFF2-40B4-BE49-F238E27FC236}">
                <a16:creationId xmlns:a16="http://schemas.microsoft.com/office/drawing/2014/main" id="{B45D8A78-CE86-011D-B361-B4986730BA97}"/>
              </a:ext>
            </a:extLst>
          </p:cNvPr>
          <p:cNvSpPr txBox="1"/>
          <p:nvPr/>
        </p:nvSpPr>
        <p:spPr>
          <a:xfrm>
            <a:off x="7157158" y="3907597"/>
            <a:ext cx="570089" cy="230832"/>
          </a:xfrm>
          <a:prstGeom prst="rect">
            <a:avLst/>
          </a:prstGeom>
          <a:noFill/>
        </p:spPr>
        <p:txBody>
          <a:bodyPr wrap="square" rtlCol="0">
            <a:spAutoFit/>
          </a:bodyPr>
          <a:lstStyle/>
          <a:p>
            <a:pPr algn="ctr"/>
            <a:r>
              <a:rPr lang="en-US" sz="900" dirty="0"/>
              <a:t>98</a:t>
            </a:r>
          </a:p>
        </p:txBody>
      </p:sp>
      <p:sp>
        <p:nvSpPr>
          <p:cNvPr id="74" name="TextBox 73">
            <a:extLst>
              <a:ext uri="{FF2B5EF4-FFF2-40B4-BE49-F238E27FC236}">
                <a16:creationId xmlns:a16="http://schemas.microsoft.com/office/drawing/2014/main" id="{019CC07E-0EE8-9915-D55F-69DCA9C6BDE4}"/>
              </a:ext>
            </a:extLst>
          </p:cNvPr>
          <p:cNvSpPr txBox="1"/>
          <p:nvPr/>
        </p:nvSpPr>
        <p:spPr>
          <a:xfrm>
            <a:off x="3138310" y="3907597"/>
            <a:ext cx="570089" cy="230832"/>
          </a:xfrm>
          <a:prstGeom prst="rect">
            <a:avLst/>
          </a:prstGeom>
          <a:noFill/>
        </p:spPr>
        <p:txBody>
          <a:bodyPr wrap="square" rtlCol="0">
            <a:spAutoFit/>
          </a:bodyPr>
          <a:lstStyle/>
          <a:p>
            <a:pPr algn="ctr"/>
            <a:r>
              <a:rPr lang="en-US" sz="900" dirty="0"/>
              <a:t>89</a:t>
            </a:r>
          </a:p>
        </p:txBody>
      </p:sp>
      <p:sp>
        <p:nvSpPr>
          <p:cNvPr id="75" name="TextBox 74">
            <a:extLst>
              <a:ext uri="{FF2B5EF4-FFF2-40B4-BE49-F238E27FC236}">
                <a16:creationId xmlns:a16="http://schemas.microsoft.com/office/drawing/2014/main" id="{4FFFC87D-9D4F-78D7-AD54-3CE04312D64C}"/>
              </a:ext>
            </a:extLst>
          </p:cNvPr>
          <p:cNvSpPr txBox="1"/>
          <p:nvPr/>
        </p:nvSpPr>
        <p:spPr>
          <a:xfrm>
            <a:off x="7157158" y="4909484"/>
            <a:ext cx="570089" cy="230832"/>
          </a:xfrm>
          <a:prstGeom prst="rect">
            <a:avLst/>
          </a:prstGeom>
          <a:noFill/>
        </p:spPr>
        <p:txBody>
          <a:bodyPr wrap="square" rtlCol="0">
            <a:spAutoFit/>
          </a:bodyPr>
          <a:lstStyle/>
          <a:p>
            <a:pPr algn="ctr"/>
            <a:r>
              <a:rPr lang="en-US" sz="900" dirty="0"/>
              <a:t>139</a:t>
            </a:r>
          </a:p>
        </p:txBody>
      </p:sp>
      <p:sp>
        <p:nvSpPr>
          <p:cNvPr id="76" name="TextBox 75">
            <a:extLst>
              <a:ext uri="{FF2B5EF4-FFF2-40B4-BE49-F238E27FC236}">
                <a16:creationId xmlns:a16="http://schemas.microsoft.com/office/drawing/2014/main" id="{147D921A-0D87-5C82-56DA-30B071EF193E}"/>
              </a:ext>
            </a:extLst>
          </p:cNvPr>
          <p:cNvSpPr txBox="1"/>
          <p:nvPr/>
        </p:nvSpPr>
        <p:spPr>
          <a:xfrm>
            <a:off x="3138310" y="4909484"/>
            <a:ext cx="570089" cy="230832"/>
          </a:xfrm>
          <a:prstGeom prst="rect">
            <a:avLst/>
          </a:prstGeom>
          <a:noFill/>
        </p:spPr>
        <p:txBody>
          <a:bodyPr wrap="square" rtlCol="0">
            <a:spAutoFit/>
          </a:bodyPr>
          <a:lstStyle/>
          <a:p>
            <a:pPr algn="ctr"/>
            <a:r>
              <a:rPr lang="en-US" sz="900" dirty="0"/>
              <a:t>3679</a:t>
            </a:r>
          </a:p>
        </p:txBody>
      </p:sp>
      <p:sp>
        <p:nvSpPr>
          <p:cNvPr id="77" name="TextBox 76">
            <a:extLst>
              <a:ext uri="{FF2B5EF4-FFF2-40B4-BE49-F238E27FC236}">
                <a16:creationId xmlns:a16="http://schemas.microsoft.com/office/drawing/2014/main" id="{95581530-8ADF-F980-49E5-4BF9D41D9C35}"/>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42EC6FBA-D8E3-ED52-4236-BAFE57151567}"/>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CEC564EE-0C9A-69D6-81F6-4EF552D1B651}"/>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90A337EA-7C39-6E5A-326B-C38C30579CAE}"/>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E683C4D8-9167-FA95-A619-42984617831D}"/>
              </a:ext>
            </a:extLst>
          </p:cNvPr>
          <p:cNvSpPr txBox="1"/>
          <p:nvPr/>
        </p:nvSpPr>
        <p:spPr>
          <a:xfrm>
            <a:off x="4216401" y="721216"/>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176F503D-1C71-5D4A-0631-9542EC6EA70D}"/>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8524B586-457B-BCBD-804D-0F20F2D207CC}"/>
              </a:ext>
            </a:extLst>
          </p:cNvPr>
          <p:cNvSpPr txBox="1"/>
          <p:nvPr/>
        </p:nvSpPr>
        <p:spPr>
          <a:xfrm>
            <a:off x="6152446" y="2905709"/>
            <a:ext cx="570089" cy="230832"/>
          </a:xfrm>
          <a:prstGeom prst="rect">
            <a:avLst/>
          </a:prstGeom>
          <a:noFill/>
        </p:spPr>
        <p:txBody>
          <a:bodyPr wrap="square" rtlCol="0">
            <a:spAutoFit/>
          </a:bodyPr>
          <a:lstStyle/>
          <a:p>
            <a:pPr algn="ctr"/>
            <a:r>
              <a:rPr lang="en-US" sz="900" dirty="0"/>
              <a:t>38</a:t>
            </a:r>
          </a:p>
        </p:txBody>
      </p:sp>
      <p:sp>
        <p:nvSpPr>
          <p:cNvPr id="39" name="TextBox 38">
            <a:extLst>
              <a:ext uri="{FF2B5EF4-FFF2-40B4-BE49-F238E27FC236}">
                <a16:creationId xmlns:a16="http://schemas.microsoft.com/office/drawing/2014/main" id="{47AF5975-704B-5E9F-20B3-5590B9FCC910}"/>
              </a:ext>
            </a:extLst>
          </p:cNvPr>
          <p:cNvSpPr txBox="1"/>
          <p:nvPr/>
        </p:nvSpPr>
        <p:spPr>
          <a:xfrm>
            <a:off x="4216401" y="1727886"/>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74064421-B8EB-B40D-EAC6-F7B6EF66785E}"/>
              </a:ext>
            </a:extLst>
          </p:cNvPr>
          <p:cNvSpPr txBox="1"/>
          <p:nvPr/>
        </p:nvSpPr>
        <p:spPr>
          <a:xfrm>
            <a:off x="4143022" y="2905709"/>
            <a:ext cx="570089" cy="230832"/>
          </a:xfrm>
          <a:prstGeom prst="rect">
            <a:avLst/>
          </a:prstGeom>
          <a:noFill/>
        </p:spPr>
        <p:txBody>
          <a:bodyPr wrap="square" rtlCol="0">
            <a:spAutoFit/>
          </a:bodyPr>
          <a:lstStyle/>
          <a:p>
            <a:pPr algn="ctr"/>
            <a:r>
              <a:rPr lang="en-US" sz="900" dirty="0"/>
              <a:t>269</a:t>
            </a:r>
          </a:p>
        </p:txBody>
      </p:sp>
      <p:sp>
        <p:nvSpPr>
          <p:cNvPr id="48" name="TextBox 47">
            <a:extLst>
              <a:ext uri="{FF2B5EF4-FFF2-40B4-BE49-F238E27FC236}">
                <a16:creationId xmlns:a16="http://schemas.microsoft.com/office/drawing/2014/main" id="{C2666DF4-8D4D-6618-024D-6AB7A95D6806}"/>
              </a:ext>
            </a:extLst>
          </p:cNvPr>
          <p:cNvSpPr txBox="1"/>
          <p:nvPr/>
        </p:nvSpPr>
        <p:spPr>
          <a:xfrm>
            <a:off x="4143022" y="3406653"/>
            <a:ext cx="570089" cy="230832"/>
          </a:xfrm>
          <a:prstGeom prst="rect">
            <a:avLst/>
          </a:prstGeom>
          <a:noFill/>
        </p:spPr>
        <p:txBody>
          <a:bodyPr wrap="square" rtlCol="0">
            <a:spAutoFit/>
          </a:bodyPr>
          <a:lstStyle/>
          <a:p>
            <a:pPr algn="ctr"/>
            <a:r>
              <a:rPr lang="en-US" sz="900" dirty="0"/>
              <a:t>349</a:t>
            </a:r>
          </a:p>
        </p:txBody>
      </p:sp>
      <p:sp>
        <p:nvSpPr>
          <p:cNvPr id="81" name="TextBox 80">
            <a:extLst>
              <a:ext uri="{FF2B5EF4-FFF2-40B4-BE49-F238E27FC236}">
                <a16:creationId xmlns:a16="http://schemas.microsoft.com/office/drawing/2014/main" id="{F21A2945-5B7C-A001-5D27-490785BA8F3E}"/>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82" name="TextBox 81">
            <a:extLst>
              <a:ext uri="{FF2B5EF4-FFF2-40B4-BE49-F238E27FC236}">
                <a16:creationId xmlns:a16="http://schemas.microsoft.com/office/drawing/2014/main" id="{549677CF-029D-BE85-BC81-BD41836B9514}"/>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83" name="TextBox 82">
            <a:extLst>
              <a:ext uri="{FF2B5EF4-FFF2-40B4-BE49-F238E27FC236}">
                <a16:creationId xmlns:a16="http://schemas.microsoft.com/office/drawing/2014/main" id="{F2922017-3FE9-7F2C-6CAA-9CCB4A94D3FE}"/>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A28AE634-B780-D84B-0327-4C5EE091371D}"/>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B0E2D571-058B-ACEB-1D62-39CFCA192C92}"/>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86" name="TextBox 85">
            <a:extLst>
              <a:ext uri="{FF2B5EF4-FFF2-40B4-BE49-F238E27FC236}">
                <a16:creationId xmlns:a16="http://schemas.microsoft.com/office/drawing/2014/main" id="{A50BD5E4-FD70-1C0C-E5A0-3B9E9C3415DB}"/>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87" name="TextBox 86">
            <a:extLst>
              <a:ext uri="{FF2B5EF4-FFF2-40B4-BE49-F238E27FC236}">
                <a16:creationId xmlns:a16="http://schemas.microsoft.com/office/drawing/2014/main" id="{FB6A3FE8-05E3-BE96-18BB-8A168BB67DB3}"/>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8" name="TextBox 87">
            <a:extLst>
              <a:ext uri="{FF2B5EF4-FFF2-40B4-BE49-F238E27FC236}">
                <a16:creationId xmlns:a16="http://schemas.microsoft.com/office/drawing/2014/main" id="{F2A5DD0E-A682-5BF2-3DBB-127065F64F73}"/>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9" name="TextBox 88">
            <a:extLst>
              <a:ext uri="{FF2B5EF4-FFF2-40B4-BE49-F238E27FC236}">
                <a16:creationId xmlns:a16="http://schemas.microsoft.com/office/drawing/2014/main" id="{DCEA23BC-5852-281B-56B2-4A34CED2D8C0}"/>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9A7CAA69-A217-4140-891C-1FEEBA98CB03}"/>
              </a:ext>
            </a:extLst>
          </p:cNvPr>
          <p:cNvSpPr txBox="1"/>
          <p:nvPr/>
        </p:nvSpPr>
        <p:spPr>
          <a:xfrm>
            <a:off x="5715003" y="2231221"/>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3F65E34C-0D47-9033-7E86-E1143B9E8600}"/>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66294E63-07FD-040C-D05D-BC6B5E390DA0}"/>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9A8C2EE3-D3B5-F23A-2545-2740CAC48194}"/>
              </a:ext>
            </a:extLst>
          </p:cNvPr>
          <p:cNvSpPr txBox="1"/>
          <p:nvPr/>
        </p:nvSpPr>
        <p:spPr>
          <a:xfrm>
            <a:off x="5215469" y="223122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CE1D2440-7E77-7A0B-B204-BF8C71854C87}"/>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2697051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9B75D-E3B3-23A3-A647-0F062425297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A80C5CE-BDFB-D8B6-C94F-5E23E5B74D9B}"/>
              </a:ext>
            </a:extLst>
          </p:cNvPr>
          <p:cNvSpPr>
            <a:spLocks noGrp="1"/>
          </p:cNvSpPr>
          <p:nvPr>
            <p:ph sz="half" idx="1"/>
          </p:nvPr>
        </p:nvSpPr>
        <p:spPr/>
        <p:txBody>
          <a:bodyPr>
            <a:normAutofit/>
          </a:bodyPr>
          <a:lstStyle/>
          <a:p>
            <a:r>
              <a:rPr lang="en-US" dirty="0"/>
              <a:t>This white cell can’t be 6 because the grey cell to its left can’t be greater than 6.</a:t>
            </a:r>
          </a:p>
        </p:txBody>
      </p:sp>
      <p:pic>
        <p:nvPicPr>
          <p:cNvPr id="4" name="Picture 3" descr="A grid of sudoku puzzle&#10;&#10;Description automatically generated">
            <a:extLst>
              <a:ext uri="{FF2B5EF4-FFF2-40B4-BE49-F238E27FC236}">
                <a16:creationId xmlns:a16="http://schemas.microsoft.com/office/drawing/2014/main" id="{70005FA1-FA47-21FF-D14F-8B8E4154FD9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10DD2A7-88C0-3D7F-790C-1BA7146B845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D9836EA-29E6-AB6A-73BD-98AB7799A4A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0E213C0-D90C-530B-B928-8941B2E61A2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8270843-BBAC-C1FE-84D4-B1077AC9FD3F}"/>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9BF42B1E-CD64-F721-9557-5E450D667153}"/>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CAD1E862-8BB6-4106-50C5-D639CA08ED0D}"/>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D3E01EB4-9461-B55C-451E-103D698AC293}"/>
              </a:ext>
            </a:extLst>
          </p:cNvPr>
          <p:cNvSpPr txBox="1"/>
          <p:nvPr/>
        </p:nvSpPr>
        <p:spPr>
          <a:xfrm>
            <a:off x="6654802" y="4408541"/>
            <a:ext cx="570089" cy="230832"/>
          </a:xfrm>
          <a:prstGeom prst="rect">
            <a:avLst/>
          </a:prstGeom>
          <a:noFill/>
        </p:spPr>
        <p:txBody>
          <a:bodyPr wrap="square" rtlCol="0">
            <a:spAutoFit/>
          </a:bodyPr>
          <a:lstStyle/>
          <a:p>
            <a:pPr algn="ctr"/>
            <a:r>
              <a:rPr lang="en-US" sz="900" dirty="0"/>
              <a:t>578</a:t>
            </a:r>
          </a:p>
        </p:txBody>
      </p:sp>
      <p:sp>
        <p:nvSpPr>
          <p:cNvPr id="11" name="TextBox 10">
            <a:extLst>
              <a:ext uri="{FF2B5EF4-FFF2-40B4-BE49-F238E27FC236}">
                <a16:creationId xmlns:a16="http://schemas.microsoft.com/office/drawing/2014/main" id="{C7014956-BDFE-1492-55F7-6A6D40CC883C}"/>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A2ADA01D-5079-4695-63E9-ECCE8B633804}"/>
              </a:ext>
            </a:extLst>
          </p:cNvPr>
          <p:cNvSpPr txBox="1"/>
          <p:nvPr/>
        </p:nvSpPr>
        <p:spPr>
          <a:xfrm>
            <a:off x="4143022" y="4408541"/>
            <a:ext cx="570089" cy="230832"/>
          </a:xfrm>
          <a:prstGeom prst="rect">
            <a:avLst/>
          </a:prstGeom>
          <a:noFill/>
        </p:spPr>
        <p:txBody>
          <a:bodyPr wrap="square" rtlCol="0">
            <a:spAutoFit/>
          </a:bodyPr>
          <a:lstStyle/>
          <a:p>
            <a:pPr algn="ctr"/>
            <a:r>
              <a:rPr lang="en-US" sz="900" dirty="0"/>
              <a:t>47</a:t>
            </a:r>
          </a:p>
        </p:txBody>
      </p:sp>
      <p:sp>
        <p:nvSpPr>
          <p:cNvPr id="13" name="TextBox 12">
            <a:extLst>
              <a:ext uri="{FF2B5EF4-FFF2-40B4-BE49-F238E27FC236}">
                <a16:creationId xmlns:a16="http://schemas.microsoft.com/office/drawing/2014/main" id="{A69A786F-3922-B354-9398-DBF419AE2365}"/>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A9723607-9D70-EB32-350D-606BB528A6DD}"/>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9AB8A508-A73B-E441-D658-CF785224B37C}"/>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81A9BB56-D22C-C754-64BD-B9B8DDCEE858}"/>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74DADEFD-0DFC-15D1-CED8-A6D234760666}"/>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09864DBA-A47A-3861-2A02-BFE4C8292D08}"/>
              </a:ext>
            </a:extLst>
          </p:cNvPr>
          <p:cNvSpPr txBox="1"/>
          <p:nvPr/>
        </p:nvSpPr>
        <p:spPr>
          <a:xfrm>
            <a:off x="4645378" y="2905709"/>
            <a:ext cx="570089" cy="230832"/>
          </a:xfrm>
          <a:prstGeom prst="rect">
            <a:avLst/>
          </a:prstGeom>
          <a:noFill/>
        </p:spPr>
        <p:txBody>
          <a:bodyPr wrap="square" rtlCol="0">
            <a:spAutoFit/>
          </a:bodyPr>
          <a:lstStyle/>
          <a:p>
            <a:pPr algn="ctr"/>
            <a:r>
              <a:rPr lang="en-US" sz="900" dirty="0"/>
              <a:t>59</a:t>
            </a:r>
          </a:p>
        </p:txBody>
      </p:sp>
      <p:sp>
        <p:nvSpPr>
          <p:cNvPr id="27" name="TextBox 26">
            <a:extLst>
              <a:ext uri="{FF2B5EF4-FFF2-40B4-BE49-F238E27FC236}">
                <a16:creationId xmlns:a16="http://schemas.microsoft.com/office/drawing/2014/main" id="{E697DD0D-3DCD-A51D-0ED8-A899B6605A79}"/>
              </a:ext>
            </a:extLst>
          </p:cNvPr>
          <p:cNvSpPr txBox="1"/>
          <p:nvPr/>
        </p:nvSpPr>
        <p:spPr>
          <a:xfrm>
            <a:off x="4645378" y="3406653"/>
            <a:ext cx="570089" cy="230832"/>
          </a:xfrm>
          <a:prstGeom prst="rect">
            <a:avLst/>
          </a:prstGeom>
          <a:noFill/>
        </p:spPr>
        <p:txBody>
          <a:bodyPr wrap="square" rtlCol="0">
            <a:spAutoFit/>
          </a:bodyPr>
          <a:lstStyle/>
          <a:p>
            <a:pPr algn="ctr"/>
            <a:r>
              <a:rPr lang="en-US" sz="900" dirty="0"/>
              <a:t>95</a:t>
            </a:r>
          </a:p>
        </p:txBody>
      </p:sp>
      <p:sp>
        <p:nvSpPr>
          <p:cNvPr id="32" name="TextBox 31">
            <a:extLst>
              <a:ext uri="{FF2B5EF4-FFF2-40B4-BE49-F238E27FC236}">
                <a16:creationId xmlns:a16="http://schemas.microsoft.com/office/drawing/2014/main" id="{E5CE7D5E-EEA4-AD84-0A9B-4E68A681823F}"/>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7B51EB1E-EC35-C1D7-8F64-07B5AB6BE334}"/>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688B9E83-9830-D7E7-4457-13CC742CECBD}"/>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51F6A431-5A1B-C6CE-2D19-D2E719F8027E}"/>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744446ED-6E58-B40A-A78E-58BE6D7F8214}"/>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1C237995-4A69-230C-5F91-C367F3B85401}"/>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A913E0F6-1A6E-99B7-BEA8-5E953209E89D}"/>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40" name="TextBox 39">
            <a:extLst>
              <a:ext uri="{FF2B5EF4-FFF2-40B4-BE49-F238E27FC236}">
                <a16:creationId xmlns:a16="http://schemas.microsoft.com/office/drawing/2014/main" id="{8C380349-C025-D07B-9A04-22B9CF9E6030}"/>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18DA73B0-7903-C83C-346D-A98DAB75CBA2}"/>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54CBB415-70F9-59BB-E021-D742951CB3BF}"/>
              </a:ext>
            </a:extLst>
          </p:cNvPr>
          <p:cNvSpPr txBox="1"/>
          <p:nvPr/>
        </p:nvSpPr>
        <p:spPr>
          <a:xfrm>
            <a:off x="6654802" y="901933"/>
            <a:ext cx="570089" cy="230832"/>
          </a:xfrm>
          <a:prstGeom prst="rect">
            <a:avLst/>
          </a:prstGeom>
          <a:noFill/>
        </p:spPr>
        <p:txBody>
          <a:bodyPr wrap="square" rtlCol="0">
            <a:spAutoFit/>
          </a:bodyPr>
          <a:lstStyle/>
          <a:p>
            <a:pPr algn="ctr"/>
            <a:r>
              <a:rPr lang="en-US" sz="900" dirty="0"/>
              <a:t>84</a:t>
            </a:r>
          </a:p>
        </p:txBody>
      </p:sp>
      <p:sp>
        <p:nvSpPr>
          <p:cNvPr id="45" name="TextBox 44">
            <a:extLst>
              <a:ext uri="{FF2B5EF4-FFF2-40B4-BE49-F238E27FC236}">
                <a16:creationId xmlns:a16="http://schemas.microsoft.com/office/drawing/2014/main" id="{8AAA06BB-C9DD-9B0F-FA9F-A86D233A2E60}"/>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1347</a:t>
            </a:r>
          </a:p>
        </p:txBody>
      </p:sp>
      <p:sp>
        <p:nvSpPr>
          <p:cNvPr id="46" name="TextBox 45">
            <a:extLst>
              <a:ext uri="{FF2B5EF4-FFF2-40B4-BE49-F238E27FC236}">
                <a16:creationId xmlns:a16="http://schemas.microsoft.com/office/drawing/2014/main" id="{1D59AA06-EDA6-6883-9761-2FE27BABC350}"/>
              </a:ext>
            </a:extLst>
          </p:cNvPr>
          <p:cNvSpPr txBox="1"/>
          <p:nvPr/>
        </p:nvSpPr>
        <p:spPr>
          <a:xfrm>
            <a:off x="4143022" y="1402877"/>
            <a:ext cx="570089" cy="230832"/>
          </a:xfrm>
          <a:prstGeom prst="rect">
            <a:avLst/>
          </a:prstGeom>
          <a:noFill/>
        </p:spPr>
        <p:txBody>
          <a:bodyPr wrap="square" rtlCol="0">
            <a:spAutoFit/>
          </a:bodyPr>
          <a:lstStyle/>
          <a:p>
            <a:pPr algn="ctr"/>
            <a:r>
              <a:rPr lang="en-US" sz="900" dirty="0"/>
              <a:t>347</a:t>
            </a:r>
          </a:p>
        </p:txBody>
      </p:sp>
      <p:sp>
        <p:nvSpPr>
          <p:cNvPr id="47" name="TextBox 46">
            <a:extLst>
              <a:ext uri="{FF2B5EF4-FFF2-40B4-BE49-F238E27FC236}">
                <a16:creationId xmlns:a16="http://schemas.microsoft.com/office/drawing/2014/main" id="{04AE3D32-53E4-6947-E64E-C6E71DDE4264}"/>
              </a:ext>
            </a:extLst>
          </p:cNvPr>
          <p:cNvSpPr txBox="1"/>
          <p:nvPr/>
        </p:nvSpPr>
        <p:spPr>
          <a:xfrm>
            <a:off x="6152446" y="1402877"/>
            <a:ext cx="570089" cy="230832"/>
          </a:xfrm>
          <a:prstGeom prst="rect">
            <a:avLst/>
          </a:prstGeom>
          <a:noFill/>
        </p:spPr>
        <p:txBody>
          <a:bodyPr wrap="square" rtlCol="0">
            <a:spAutoFit/>
          </a:bodyPr>
          <a:lstStyle/>
          <a:p>
            <a:pPr algn="ctr"/>
            <a:r>
              <a:rPr lang="en-US" sz="900" dirty="0"/>
              <a:t>137</a:t>
            </a:r>
          </a:p>
        </p:txBody>
      </p:sp>
      <p:sp>
        <p:nvSpPr>
          <p:cNvPr id="49" name="TextBox 48">
            <a:extLst>
              <a:ext uri="{FF2B5EF4-FFF2-40B4-BE49-F238E27FC236}">
                <a16:creationId xmlns:a16="http://schemas.microsoft.com/office/drawing/2014/main" id="{D25DD7E4-6D34-80DC-8D61-D4D105873DA0}"/>
              </a:ext>
            </a:extLst>
          </p:cNvPr>
          <p:cNvSpPr txBox="1"/>
          <p:nvPr/>
        </p:nvSpPr>
        <p:spPr>
          <a:xfrm>
            <a:off x="3138310" y="1402877"/>
            <a:ext cx="570089" cy="230832"/>
          </a:xfrm>
          <a:prstGeom prst="rect">
            <a:avLst/>
          </a:prstGeom>
          <a:noFill/>
        </p:spPr>
        <p:txBody>
          <a:bodyPr wrap="square" rtlCol="0">
            <a:spAutoFit/>
          </a:bodyPr>
          <a:lstStyle/>
          <a:p>
            <a:pPr algn="ctr"/>
            <a:r>
              <a:rPr lang="en-US" sz="900" dirty="0"/>
              <a:t>347</a:t>
            </a:r>
          </a:p>
        </p:txBody>
      </p:sp>
      <p:sp>
        <p:nvSpPr>
          <p:cNvPr id="50" name="TextBox 49">
            <a:extLst>
              <a:ext uri="{FF2B5EF4-FFF2-40B4-BE49-F238E27FC236}">
                <a16:creationId xmlns:a16="http://schemas.microsoft.com/office/drawing/2014/main" id="{84A35669-C836-23A6-0B8D-CBFCA9E9D10A}"/>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a:t>
            </a:r>
          </a:p>
        </p:txBody>
      </p:sp>
      <p:sp>
        <p:nvSpPr>
          <p:cNvPr id="51" name="TextBox 50">
            <a:extLst>
              <a:ext uri="{FF2B5EF4-FFF2-40B4-BE49-F238E27FC236}">
                <a16:creationId xmlns:a16="http://schemas.microsoft.com/office/drawing/2014/main" id="{5BA94966-F61A-23EB-D150-2E4241DF52B7}"/>
              </a:ext>
            </a:extLst>
          </p:cNvPr>
          <p:cNvSpPr txBox="1"/>
          <p:nvPr/>
        </p:nvSpPr>
        <p:spPr>
          <a:xfrm>
            <a:off x="6654802" y="1903821"/>
            <a:ext cx="570089" cy="230832"/>
          </a:xfrm>
          <a:prstGeom prst="rect">
            <a:avLst/>
          </a:prstGeom>
          <a:noFill/>
        </p:spPr>
        <p:txBody>
          <a:bodyPr wrap="square" rtlCol="0">
            <a:spAutoFit/>
          </a:bodyPr>
          <a:lstStyle/>
          <a:p>
            <a:pPr algn="ctr"/>
            <a:r>
              <a:rPr lang="en-US" sz="900" dirty="0"/>
              <a:t>37</a:t>
            </a:r>
          </a:p>
        </p:txBody>
      </p:sp>
      <p:sp>
        <p:nvSpPr>
          <p:cNvPr id="52" name="TextBox 51">
            <a:extLst>
              <a:ext uri="{FF2B5EF4-FFF2-40B4-BE49-F238E27FC236}">
                <a16:creationId xmlns:a16="http://schemas.microsoft.com/office/drawing/2014/main" id="{2EBC18A5-32B1-5563-22DA-BB7A8A5F1C4C}"/>
              </a:ext>
            </a:extLst>
          </p:cNvPr>
          <p:cNvSpPr txBox="1"/>
          <p:nvPr/>
        </p:nvSpPr>
        <p:spPr>
          <a:xfrm>
            <a:off x="7157158" y="1903821"/>
            <a:ext cx="570089" cy="230832"/>
          </a:xfrm>
          <a:prstGeom prst="rect">
            <a:avLst/>
          </a:prstGeom>
          <a:noFill/>
        </p:spPr>
        <p:txBody>
          <a:bodyPr wrap="square" rtlCol="0">
            <a:spAutoFit/>
          </a:bodyPr>
          <a:lstStyle/>
          <a:p>
            <a:pPr algn="ctr"/>
            <a:r>
              <a:rPr lang="en-US" sz="900" dirty="0"/>
              <a:t>13</a:t>
            </a:r>
          </a:p>
        </p:txBody>
      </p:sp>
      <p:sp>
        <p:nvSpPr>
          <p:cNvPr id="53" name="TextBox 52">
            <a:extLst>
              <a:ext uri="{FF2B5EF4-FFF2-40B4-BE49-F238E27FC236}">
                <a16:creationId xmlns:a16="http://schemas.microsoft.com/office/drawing/2014/main" id="{C0FD9FE7-BF19-B127-6977-31FC02192D6D}"/>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a:t>
            </a:r>
          </a:p>
        </p:txBody>
      </p:sp>
      <p:sp>
        <p:nvSpPr>
          <p:cNvPr id="54" name="TextBox 53">
            <a:extLst>
              <a:ext uri="{FF2B5EF4-FFF2-40B4-BE49-F238E27FC236}">
                <a16:creationId xmlns:a16="http://schemas.microsoft.com/office/drawing/2014/main" id="{D8114E33-035E-5CAE-B567-0E8CE796523C}"/>
              </a:ext>
            </a:extLst>
          </p:cNvPr>
          <p:cNvSpPr txBox="1"/>
          <p:nvPr/>
        </p:nvSpPr>
        <p:spPr>
          <a:xfrm>
            <a:off x="3640666" y="2404765"/>
            <a:ext cx="570089" cy="230832"/>
          </a:xfrm>
          <a:prstGeom prst="rect">
            <a:avLst/>
          </a:prstGeom>
          <a:noFill/>
        </p:spPr>
        <p:txBody>
          <a:bodyPr wrap="square" rtlCol="0">
            <a:spAutoFit/>
          </a:bodyPr>
          <a:lstStyle/>
          <a:p>
            <a:pPr algn="ctr"/>
            <a:r>
              <a:rPr lang="en-US" sz="900" dirty="0"/>
              <a:t>87</a:t>
            </a:r>
          </a:p>
        </p:txBody>
      </p:sp>
      <p:sp>
        <p:nvSpPr>
          <p:cNvPr id="57" name="TextBox 56">
            <a:extLst>
              <a:ext uri="{FF2B5EF4-FFF2-40B4-BE49-F238E27FC236}">
                <a16:creationId xmlns:a16="http://schemas.microsoft.com/office/drawing/2014/main" id="{18BF3F1B-739E-AD09-B9B9-85FCE1B59A6D}"/>
              </a:ext>
            </a:extLst>
          </p:cNvPr>
          <p:cNvSpPr txBox="1"/>
          <p:nvPr/>
        </p:nvSpPr>
        <p:spPr>
          <a:xfrm>
            <a:off x="3138310" y="2404765"/>
            <a:ext cx="570089" cy="230832"/>
          </a:xfrm>
          <a:prstGeom prst="rect">
            <a:avLst/>
          </a:prstGeom>
          <a:noFill/>
        </p:spPr>
        <p:txBody>
          <a:bodyPr wrap="square" rtlCol="0">
            <a:spAutoFit/>
          </a:bodyPr>
          <a:lstStyle/>
          <a:p>
            <a:pPr algn="ctr"/>
            <a:r>
              <a:rPr lang="en-US" sz="900" dirty="0"/>
              <a:t>78</a:t>
            </a:r>
          </a:p>
        </p:txBody>
      </p:sp>
      <p:sp>
        <p:nvSpPr>
          <p:cNvPr id="58" name="TextBox 57">
            <a:extLst>
              <a:ext uri="{FF2B5EF4-FFF2-40B4-BE49-F238E27FC236}">
                <a16:creationId xmlns:a16="http://schemas.microsoft.com/office/drawing/2014/main" id="{247F7FB3-BE57-2133-38B0-AA19BF7BA593}"/>
              </a:ext>
            </a:extLst>
          </p:cNvPr>
          <p:cNvSpPr txBox="1"/>
          <p:nvPr/>
        </p:nvSpPr>
        <p:spPr>
          <a:xfrm>
            <a:off x="7157158" y="2905709"/>
            <a:ext cx="570089" cy="230832"/>
          </a:xfrm>
          <a:prstGeom prst="rect">
            <a:avLst/>
          </a:prstGeom>
          <a:noFill/>
        </p:spPr>
        <p:txBody>
          <a:bodyPr wrap="square" rtlCol="0">
            <a:spAutoFit/>
          </a:bodyPr>
          <a:lstStyle/>
          <a:p>
            <a:pPr algn="ctr"/>
            <a:r>
              <a:rPr lang="en-US" sz="900" dirty="0"/>
              <a:t>83</a:t>
            </a:r>
          </a:p>
        </p:txBody>
      </p:sp>
      <p:sp>
        <p:nvSpPr>
          <p:cNvPr id="59" name="TextBox 58">
            <a:extLst>
              <a:ext uri="{FF2B5EF4-FFF2-40B4-BE49-F238E27FC236}">
                <a16:creationId xmlns:a16="http://schemas.microsoft.com/office/drawing/2014/main" id="{6FF897DB-D0E7-BBEA-6BF8-91E76A325A45}"/>
              </a:ext>
            </a:extLst>
          </p:cNvPr>
          <p:cNvSpPr txBox="1"/>
          <p:nvPr/>
        </p:nvSpPr>
        <p:spPr>
          <a:xfrm>
            <a:off x="3138310" y="2905709"/>
            <a:ext cx="570089" cy="230832"/>
          </a:xfrm>
          <a:prstGeom prst="rect">
            <a:avLst/>
          </a:prstGeom>
          <a:noFill/>
        </p:spPr>
        <p:txBody>
          <a:bodyPr wrap="square" rtlCol="0">
            <a:spAutoFit/>
          </a:bodyPr>
          <a:lstStyle/>
          <a:p>
            <a:pPr algn="ctr"/>
            <a:r>
              <a:rPr lang="en-US" sz="900" dirty="0"/>
              <a:t>56</a:t>
            </a:r>
          </a:p>
        </p:txBody>
      </p:sp>
      <p:sp>
        <p:nvSpPr>
          <p:cNvPr id="61" name="TextBox 60">
            <a:extLst>
              <a:ext uri="{FF2B5EF4-FFF2-40B4-BE49-F238E27FC236}">
                <a16:creationId xmlns:a16="http://schemas.microsoft.com/office/drawing/2014/main" id="{2E83F1DC-8286-1BA4-C248-0EF7B1190704}"/>
              </a:ext>
            </a:extLst>
          </p:cNvPr>
          <p:cNvSpPr txBox="1"/>
          <p:nvPr/>
        </p:nvSpPr>
        <p:spPr>
          <a:xfrm>
            <a:off x="3138310" y="3406653"/>
            <a:ext cx="570089" cy="230832"/>
          </a:xfrm>
          <a:prstGeom prst="rect">
            <a:avLst/>
          </a:prstGeom>
          <a:noFill/>
        </p:spPr>
        <p:txBody>
          <a:bodyPr wrap="square" rtlCol="0">
            <a:spAutoFit/>
          </a:bodyPr>
          <a:lstStyle/>
          <a:p>
            <a:pPr algn="ctr"/>
            <a:r>
              <a:rPr lang="en-US" sz="900" dirty="0"/>
              <a:t>45</a:t>
            </a:r>
          </a:p>
        </p:txBody>
      </p:sp>
      <p:sp>
        <p:nvSpPr>
          <p:cNvPr id="64" name="TextBox 63">
            <a:extLst>
              <a:ext uri="{FF2B5EF4-FFF2-40B4-BE49-F238E27FC236}">
                <a16:creationId xmlns:a16="http://schemas.microsoft.com/office/drawing/2014/main" id="{775EF86E-7A59-38B7-50EC-ACA62582B7D2}"/>
              </a:ext>
            </a:extLst>
          </p:cNvPr>
          <p:cNvSpPr txBox="1"/>
          <p:nvPr/>
        </p:nvSpPr>
        <p:spPr>
          <a:xfrm>
            <a:off x="3640666" y="3406653"/>
            <a:ext cx="570089" cy="230832"/>
          </a:xfrm>
          <a:prstGeom prst="rect">
            <a:avLst/>
          </a:prstGeom>
          <a:noFill/>
        </p:spPr>
        <p:txBody>
          <a:bodyPr wrap="square" rtlCol="0">
            <a:spAutoFit/>
          </a:bodyPr>
          <a:lstStyle/>
          <a:p>
            <a:pPr algn="ctr"/>
            <a:r>
              <a:rPr lang="en-US" sz="900" dirty="0"/>
              <a:t>34</a:t>
            </a:r>
          </a:p>
        </p:txBody>
      </p:sp>
      <p:sp>
        <p:nvSpPr>
          <p:cNvPr id="66" name="TextBox 65">
            <a:extLst>
              <a:ext uri="{FF2B5EF4-FFF2-40B4-BE49-F238E27FC236}">
                <a16:creationId xmlns:a16="http://schemas.microsoft.com/office/drawing/2014/main" id="{8B96003F-5301-28A9-391C-E4B28A165A92}"/>
              </a:ext>
            </a:extLst>
          </p:cNvPr>
          <p:cNvSpPr txBox="1"/>
          <p:nvPr/>
        </p:nvSpPr>
        <p:spPr>
          <a:xfrm>
            <a:off x="3640666" y="3907597"/>
            <a:ext cx="570089" cy="230832"/>
          </a:xfrm>
          <a:prstGeom prst="rect">
            <a:avLst/>
          </a:prstGeom>
          <a:noFill/>
        </p:spPr>
        <p:txBody>
          <a:bodyPr wrap="square" rtlCol="0">
            <a:spAutoFit/>
          </a:bodyPr>
          <a:lstStyle/>
          <a:p>
            <a:pPr algn="ctr"/>
            <a:r>
              <a:rPr lang="en-US" sz="900" dirty="0"/>
              <a:t>235</a:t>
            </a:r>
          </a:p>
        </p:txBody>
      </p:sp>
      <p:sp>
        <p:nvSpPr>
          <p:cNvPr id="67" name="TextBox 66">
            <a:extLst>
              <a:ext uri="{FF2B5EF4-FFF2-40B4-BE49-F238E27FC236}">
                <a16:creationId xmlns:a16="http://schemas.microsoft.com/office/drawing/2014/main" id="{EC6F129D-112B-D178-35FF-5A02E4CBC8EB}"/>
              </a:ext>
            </a:extLst>
          </p:cNvPr>
          <p:cNvSpPr txBox="1"/>
          <p:nvPr/>
        </p:nvSpPr>
        <p:spPr>
          <a:xfrm>
            <a:off x="4143022" y="3907597"/>
            <a:ext cx="570089" cy="230832"/>
          </a:xfrm>
          <a:prstGeom prst="rect">
            <a:avLst/>
          </a:prstGeom>
          <a:noFill/>
        </p:spPr>
        <p:txBody>
          <a:bodyPr wrap="square" rtlCol="0">
            <a:spAutoFit/>
          </a:bodyPr>
          <a:lstStyle/>
          <a:p>
            <a:pPr algn="ctr"/>
            <a:r>
              <a:rPr lang="en-US" sz="900" dirty="0"/>
              <a:t>23</a:t>
            </a:r>
          </a:p>
        </p:txBody>
      </p:sp>
      <p:sp>
        <p:nvSpPr>
          <p:cNvPr id="68" name="TextBox 67">
            <a:extLst>
              <a:ext uri="{FF2B5EF4-FFF2-40B4-BE49-F238E27FC236}">
                <a16:creationId xmlns:a16="http://schemas.microsoft.com/office/drawing/2014/main" id="{599BF370-976B-7A3E-8C5A-DED74C9D5D3F}"/>
              </a:ext>
            </a:extLst>
          </p:cNvPr>
          <p:cNvSpPr txBox="1"/>
          <p:nvPr/>
        </p:nvSpPr>
        <p:spPr>
          <a:xfrm>
            <a:off x="6654802" y="3907597"/>
            <a:ext cx="570089" cy="230832"/>
          </a:xfrm>
          <a:prstGeom prst="rect">
            <a:avLst/>
          </a:prstGeom>
          <a:noFill/>
        </p:spPr>
        <p:txBody>
          <a:bodyPr wrap="square" rtlCol="0">
            <a:spAutoFit/>
          </a:bodyPr>
          <a:lstStyle/>
          <a:p>
            <a:pPr algn="ctr"/>
            <a:r>
              <a:rPr lang="en-US" sz="900" dirty="0"/>
              <a:t>35</a:t>
            </a:r>
          </a:p>
        </p:txBody>
      </p:sp>
      <p:sp>
        <p:nvSpPr>
          <p:cNvPr id="69" name="TextBox 68">
            <a:extLst>
              <a:ext uri="{FF2B5EF4-FFF2-40B4-BE49-F238E27FC236}">
                <a16:creationId xmlns:a16="http://schemas.microsoft.com/office/drawing/2014/main" id="{DDB1BD63-1563-6B7E-A35E-E9B91F10C529}"/>
              </a:ext>
            </a:extLst>
          </p:cNvPr>
          <p:cNvSpPr txBox="1"/>
          <p:nvPr/>
        </p:nvSpPr>
        <p:spPr>
          <a:xfrm>
            <a:off x="3640666" y="4909484"/>
            <a:ext cx="570089" cy="230832"/>
          </a:xfrm>
          <a:prstGeom prst="rect">
            <a:avLst/>
          </a:prstGeom>
          <a:noFill/>
        </p:spPr>
        <p:txBody>
          <a:bodyPr wrap="square" rtlCol="0">
            <a:spAutoFit/>
          </a:bodyPr>
          <a:lstStyle/>
          <a:p>
            <a:pPr algn="ctr"/>
            <a:r>
              <a:rPr lang="en-US" sz="900" dirty="0"/>
              <a:t>367</a:t>
            </a:r>
          </a:p>
        </p:txBody>
      </p:sp>
      <p:sp>
        <p:nvSpPr>
          <p:cNvPr id="70" name="TextBox 69">
            <a:extLst>
              <a:ext uri="{FF2B5EF4-FFF2-40B4-BE49-F238E27FC236}">
                <a16:creationId xmlns:a16="http://schemas.microsoft.com/office/drawing/2014/main" id="{29ADC81F-4EBB-4C34-5D1E-E8805DA55655}"/>
              </a:ext>
            </a:extLst>
          </p:cNvPr>
          <p:cNvSpPr txBox="1"/>
          <p:nvPr/>
        </p:nvSpPr>
        <p:spPr>
          <a:xfrm>
            <a:off x="4143022" y="4909484"/>
            <a:ext cx="570089" cy="230832"/>
          </a:xfrm>
          <a:prstGeom prst="rect">
            <a:avLst/>
          </a:prstGeom>
          <a:noFill/>
        </p:spPr>
        <p:txBody>
          <a:bodyPr wrap="square" rtlCol="0">
            <a:spAutoFit/>
          </a:bodyPr>
          <a:lstStyle/>
          <a:p>
            <a:pPr algn="ctr"/>
            <a:r>
              <a:rPr lang="en-US" sz="900" dirty="0"/>
              <a:t>36</a:t>
            </a:r>
          </a:p>
        </p:txBody>
      </p:sp>
      <p:sp>
        <p:nvSpPr>
          <p:cNvPr id="71" name="TextBox 70">
            <a:extLst>
              <a:ext uri="{FF2B5EF4-FFF2-40B4-BE49-F238E27FC236}">
                <a16:creationId xmlns:a16="http://schemas.microsoft.com/office/drawing/2014/main" id="{44989818-EF56-5B47-947E-3586EB976BF7}"/>
              </a:ext>
            </a:extLst>
          </p:cNvPr>
          <p:cNvSpPr txBox="1"/>
          <p:nvPr/>
        </p:nvSpPr>
        <p:spPr>
          <a:xfrm>
            <a:off x="6152446" y="4909484"/>
            <a:ext cx="570089" cy="230832"/>
          </a:xfrm>
          <a:prstGeom prst="rect">
            <a:avLst/>
          </a:prstGeom>
          <a:noFill/>
        </p:spPr>
        <p:txBody>
          <a:bodyPr wrap="square" rtlCol="0">
            <a:spAutoFit/>
          </a:bodyPr>
          <a:lstStyle/>
          <a:p>
            <a:pPr algn="ctr"/>
            <a:r>
              <a:rPr lang="en-US" sz="900" dirty="0"/>
              <a:t>1347</a:t>
            </a:r>
          </a:p>
        </p:txBody>
      </p:sp>
      <p:sp>
        <p:nvSpPr>
          <p:cNvPr id="72" name="TextBox 71">
            <a:extLst>
              <a:ext uri="{FF2B5EF4-FFF2-40B4-BE49-F238E27FC236}">
                <a16:creationId xmlns:a16="http://schemas.microsoft.com/office/drawing/2014/main" id="{995971A1-B40C-603F-AED3-91A13951B015}"/>
              </a:ext>
            </a:extLst>
          </p:cNvPr>
          <p:cNvSpPr txBox="1"/>
          <p:nvPr/>
        </p:nvSpPr>
        <p:spPr>
          <a:xfrm>
            <a:off x="6654802" y="4909484"/>
            <a:ext cx="570089" cy="230832"/>
          </a:xfrm>
          <a:prstGeom prst="rect">
            <a:avLst/>
          </a:prstGeom>
          <a:noFill/>
        </p:spPr>
        <p:txBody>
          <a:bodyPr wrap="square" rtlCol="0">
            <a:spAutoFit/>
          </a:bodyPr>
          <a:lstStyle/>
          <a:p>
            <a:pPr algn="ctr"/>
            <a:r>
              <a:rPr lang="en-US" sz="900" dirty="0"/>
              <a:t>347</a:t>
            </a:r>
          </a:p>
        </p:txBody>
      </p:sp>
      <p:sp>
        <p:nvSpPr>
          <p:cNvPr id="73" name="TextBox 72">
            <a:extLst>
              <a:ext uri="{FF2B5EF4-FFF2-40B4-BE49-F238E27FC236}">
                <a16:creationId xmlns:a16="http://schemas.microsoft.com/office/drawing/2014/main" id="{F9D7F818-F6AC-022F-022E-1E30D190358E}"/>
              </a:ext>
            </a:extLst>
          </p:cNvPr>
          <p:cNvSpPr txBox="1"/>
          <p:nvPr/>
        </p:nvSpPr>
        <p:spPr>
          <a:xfrm>
            <a:off x="7157158" y="3907597"/>
            <a:ext cx="570089" cy="230832"/>
          </a:xfrm>
          <a:prstGeom prst="rect">
            <a:avLst/>
          </a:prstGeom>
          <a:noFill/>
        </p:spPr>
        <p:txBody>
          <a:bodyPr wrap="square" rtlCol="0">
            <a:spAutoFit/>
          </a:bodyPr>
          <a:lstStyle/>
          <a:p>
            <a:pPr algn="ctr"/>
            <a:r>
              <a:rPr lang="en-US" sz="900" dirty="0"/>
              <a:t>98</a:t>
            </a:r>
          </a:p>
        </p:txBody>
      </p:sp>
      <p:sp>
        <p:nvSpPr>
          <p:cNvPr id="74" name="TextBox 73">
            <a:extLst>
              <a:ext uri="{FF2B5EF4-FFF2-40B4-BE49-F238E27FC236}">
                <a16:creationId xmlns:a16="http://schemas.microsoft.com/office/drawing/2014/main" id="{62022DC1-1D8B-F90E-150C-AE70702DDEA8}"/>
              </a:ext>
            </a:extLst>
          </p:cNvPr>
          <p:cNvSpPr txBox="1"/>
          <p:nvPr/>
        </p:nvSpPr>
        <p:spPr>
          <a:xfrm>
            <a:off x="3138310" y="3907597"/>
            <a:ext cx="570089" cy="230832"/>
          </a:xfrm>
          <a:prstGeom prst="rect">
            <a:avLst/>
          </a:prstGeom>
          <a:noFill/>
        </p:spPr>
        <p:txBody>
          <a:bodyPr wrap="square" rtlCol="0">
            <a:spAutoFit/>
          </a:bodyPr>
          <a:lstStyle/>
          <a:p>
            <a:pPr algn="ctr"/>
            <a:r>
              <a:rPr lang="en-US" sz="900" dirty="0"/>
              <a:t>89</a:t>
            </a:r>
          </a:p>
        </p:txBody>
      </p:sp>
      <p:sp>
        <p:nvSpPr>
          <p:cNvPr id="75" name="TextBox 74">
            <a:extLst>
              <a:ext uri="{FF2B5EF4-FFF2-40B4-BE49-F238E27FC236}">
                <a16:creationId xmlns:a16="http://schemas.microsoft.com/office/drawing/2014/main" id="{A733509A-B997-2F80-E59C-E98814E95C9D}"/>
              </a:ext>
            </a:extLst>
          </p:cNvPr>
          <p:cNvSpPr txBox="1"/>
          <p:nvPr/>
        </p:nvSpPr>
        <p:spPr>
          <a:xfrm>
            <a:off x="7157158" y="4909484"/>
            <a:ext cx="570089" cy="230832"/>
          </a:xfrm>
          <a:prstGeom prst="rect">
            <a:avLst/>
          </a:prstGeom>
          <a:noFill/>
        </p:spPr>
        <p:txBody>
          <a:bodyPr wrap="square" rtlCol="0">
            <a:spAutoFit/>
          </a:bodyPr>
          <a:lstStyle/>
          <a:p>
            <a:pPr algn="ctr"/>
            <a:r>
              <a:rPr lang="en-US" sz="900" dirty="0"/>
              <a:t>139</a:t>
            </a:r>
          </a:p>
        </p:txBody>
      </p:sp>
      <p:sp>
        <p:nvSpPr>
          <p:cNvPr id="76" name="TextBox 75">
            <a:extLst>
              <a:ext uri="{FF2B5EF4-FFF2-40B4-BE49-F238E27FC236}">
                <a16:creationId xmlns:a16="http://schemas.microsoft.com/office/drawing/2014/main" id="{5014B3F2-AABF-AE6B-DB71-1DF9A49CDAB6}"/>
              </a:ext>
            </a:extLst>
          </p:cNvPr>
          <p:cNvSpPr txBox="1"/>
          <p:nvPr/>
        </p:nvSpPr>
        <p:spPr>
          <a:xfrm>
            <a:off x="3138310" y="4909484"/>
            <a:ext cx="570089" cy="230832"/>
          </a:xfrm>
          <a:prstGeom prst="rect">
            <a:avLst/>
          </a:prstGeom>
          <a:noFill/>
        </p:spPr>
        <p:txBody>
          <a:bodyPr wrap="square" rtlCol="0">
            <a:spAutoFit/>
          </a:bodyPr>
          <a:lstStyle/>
          <a:p>
            <a:pPr algn="ctr"/>
            <a:r>
              <a:rPr lang="en-US" sz="900" dirty="0"/>
              <a:t>3679</a:t>
            </a:r>
          </a:p>
        </p:txBody>
      </p:sp>
      <p:sp>
        <p:nvSpPr>
          <p:cNvPr id="77" name="TextBox 76">
            <a:extLst>
              <a:ext uri="{FF2B5EF4-FFF2-40B4-BE49-F238E27FC236}">
                <a16:creationId xmlns:a16="http://schemas.microsoft.com/office/drawing/2014/main" id="{B64FE106-5B5D-6EDC-6D5F-815FD15625D1}"/>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0146C3A8-4F4C-6F29-5870-9B3585AF8607}"/>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A61354E5-2E73-15C3-ECAC-DEA3C7374051}"/>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F4DFACA6-1DA8-1E65-8AA5-114F1CB28DD2}"/>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041B7958-96D5-82E5-DEC4-E57AA71C2B80}"/>
              </a:ext>
            </a:extLst>
          </p:cNvPr>
          <p:cNvSpPr txBox="1"/>
          <p:nvPr/>
        </p:nvSpPr>
        <p:spPr>
          <a:xfrm>
            <a:off x="4216401" y="721216"/>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32A2D717-F436-165B-B181-BAFBDC7DF1F5}"/>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5CA53394-4CDD-67D1-BA12-0F1D828AF204}"/>
              </a:ext>
            </a:extLst>
          </p:cNvPr>
          <p:cNvSpPr txBox="1"/>
          <p:nvPr/>
        </p:nvSpPr>
        <p:spPr>
          <a:xfrm>
            <a:off x="6152446" y="2905709"/>
            <a:ext cx="570089" cy="230832"/>
          </a:xfrm>
          <a:prstGeom prst="rect">
            <a:avLst/>
          </a:prstGeom>
          <a:noFill/>
        </p:spPr>
        <p:txBody>
          <a:bodyPr wrap="square" rtlCol="0">
            <a:spAutoFit/>
          </a:bodyPr>
          <a:lstStyle/>
          <a:p>
            <a:pPr algn="ctr"/>
            <a:r>
              <a:rPr lang="en-US" sz="900" dirty="0"/>
              <a:t>38</a:t>
            </a:r>
          </a:p>
        </p:txBody>
      </p:sp>
      <p:sp>
        <p:nvSpPr>
          <p:cNvPr id="39" name="TextBox 38">
            <a:extLst>
              <a:ext uri="{FF2B5EF4-FFF2-40B4-BE49-F238E27FC236}">
                <a16:creationId xmlns:a16="http://schemas.microsoft.com/office/drawing/2014/main" id="{B52053D7-9BBF-C6A9-BE7B-F5FF9935F2CB}"/>
              </a:ext>
            </a:extLst>
          </p:cNvPr>
          <p:cNvSpPr txBox="1"/>
          <p:nvPr/>
        </p:nvSpPr>
        <p:spPr>
          <a:xfrm>
            <a:off x="4216401" y="1727886"/>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B6DEEB11-F076-536E-D42E-04A9FA36F646}"/>
              </a:ext>
            </a:extLst>
          </p:cNvPr>
          <p:cNvSpPr txBox="1"/>
          <p:nvPr/>
        </p:nvSpPr>
        <p:spPr>
          <a:xfrm>
            <a:off x="4143022" y="2905709"/>
            <a:ext cx="570089" cy="230832"/>
          </a:xfrm>
          <a:prstGeom prst="rect">
            <a:avLst/>
          </a:prstGeom>
          <a:noFill/>
        </p:spPr>
        <p:txBody>
          <a:bodyPr wrap="square" rtlCol="0">
            <a:spAutoFit/>
          </a:bodyPr>
          <a:lstStyle/>
          <a:p>
            <a:pPr algn="ctr"/>
            <a:r>
              <a:rPr lang="en-US" sz="900" dirty="0"/>
              <a:t>269</a:t>
            </a:r>
          </a:p>
        </p:txBody>
      </p:sp>
      <p:sp>
        <p:nvSpPr>
          <p:cNvPr id="48" name="TextBox 47">
            <a:extLst>
              <a:ext uri="{FF2B5EF4-FFF2-40B4-BE49-F238E27FC236}">
                <a16:creationId xmlns:a16="http://schemas.microsoft.com/office/drawing/2014/main" id="{C55AD963-FE16-1FF2-38CF-097FAB9808D0}"/>
              </a:ext>
            </a:extLst>
          </p:cNvPr>
          <p:cNvSpPr txBox="1"/>
          <p:nvPr/>
        </p:nvSpPr>
        <p:spPr>
          <a:xfrm>
            <a:off x="4143022" y="3406653"/>
            <a:ext cx="570089" cy="230832"/>
          </a:xfrm>
          <a:prstGeom prst="rect">
            <a:avLst/>
          </a:prstGeom>
          <a:noFill/>
        </p:spPr>
        <p:txBody>
          <a:bodyPr wrap="square" rtlCol="0">
            <a:spAutoFit/>
          </a:bodyPr>
          <a:lstStyle/>
          <a:p>
            <a:pPr algn="ctr"/>
            <a:r>
              <a:rPr lang="en-US" sz="900" dirty="0"/>
              <a:t>349</a:t>
            </a:r>
          </a:p>
        </p:txBody>
      </p:sp>
      <p:sp>
        <p:nvSpPr>
          <p:cNvPr id="81" name="TextBox 80">
            <a:extLst>
              <a:ext uri="{FF2B5EF4-FFF2-40B4-BE49-F238E27FC236}">
                <a16:creationId xmlns:a16="http://schemas.microsoft.com/office/drawing/2014/main" id="{A8F774F9-4750-6ABA-3CE2-E4D36B415901}"/>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82" name="TextBox 81">
            <a:extLst>
              <a:ext uri="{FF2B5EF4-FFF2-40B4-BE49-F238E27FC236}">
                <a16:creationId xmlns:a16="http://schemas.microsoft.com/office/drawing/2014/main" id="{7E5E37E6-D790-6880-0AB8-28EAFDFF8C41}"/>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83" name="TextBox 82">
            <a:extLst>
              <a:ext uri="{FF2B5EF4-FFF2-40B4-BE49-F238E27FC236}">
                <a16:creationId xmlns:a16="http://schemas.microsoft.com/office/drawing/2014/main" id="{CD73B4E3-B18B-869B-8953-82FD82DB8F35}"/>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E55EED63-5AFF-3DC3-F423-C8A68C49D6B2}"/>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0EE0EF7F-C2FA-EFA0-46E3-309558D15F11}"/>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86" name="TextBox 85">
            <a:extLst>
              <a:ext uri="{FF2B5EF4-FFF2-40B4-BE49-F238E27FC236}">
                <a16:creationId xmlns:a16="http://schemas.microsoft.com/office/drawing/2014/main" id="{AE720DFF-A065-5670-CB1B-6A7FF41387CA}"/>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87" name="TextBox 86">
            <a:extLst>
              <a:ext uri="{FF2B5EF4-FFF2-40B4-BE49-F238E27FC236}">
                <a16:creationId xmlns:a16="http://schemas.microsoft.com/office/drawing/2014/main" id="{447B9837-9D29-FDC4-369B-689703576CBE}"/>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8" name="TextBox 87">
            <a:extLst>
              <a:ext uri="{FF2B5EF4-FFF2-40B4-BE49-F238E27FC236}">
                <a16:creationId xmlns:a16="http://schemas.microsoft.com/office/drawing/2014/main" id="{06653B9F-B02C-71DF-54EC-D37526C276F7}"/>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9" name="TextBox 88">
            <a:extLst>
              <a:ext uri="{FF2B5EF4-FFF2-40B4-BE49-F238E27FC236}">
                <a16:creationId xmlns:a16="http://schemas.microsoft.com/office/drawing/2014/main" id="{DE7F118B-9F6F-AEDE-D5ED-A3AEB9F7CF16}"/>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032F27ED-1EA1-DBE1-8B85-1C68C417A5A0}"/>
              </a:ext>
            </a:extLst>
          </p:cNvPr>
          <p:cNvSpPr txBox="1"/>
          <p:nvPr/>
        </p:nvSpPr>
        <p:spPr>
          <a:xfrm>
            <a:off x="5715003" y="2231221"/>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FFCAF7A3-4B9E-12CA-3600-E1BE8C64AB26}"/>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49973894-52C5-F55C-CD24-E7C38C0ABBFB}"/>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939CA961-3089-A5E1-BD0B-BA2E9F6C62CF}"/>
              </a:ext>
            </a:extLst>
          </p:cNvPr>
          <p:cNvSpPr txBox="1"/>
          <p:nvPr/>
        </p:nvSpPr>
        <p:spPr>
          <a:xfrm>
            <a:off x="5215469" y="223122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852D0A7A-F9DB-4A16-B72D-564F248509C3}"/>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C993D4B4-F897-E9DD-2AA6-273F31635FAE}"/>
              </a:ext>
            </a:extLst>
          </p:cNvPr>
          <p:cNvSpPr txBox="1"/>
          <p:nvPr/>
        </p:nvSpPr>
        <p:spPr>
          <a:xfrm>
            <a:off x="3716867" y="273455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4331996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9B7A9-C80B-9675-C604-6F6BD0987FC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FE3559E-6F95-99FB-9901-1DDDAA544ADA}"/>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820872C-73DE-AC15-676D-913BE816910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ABFEE5F-4099-8284-E7A9-6BF7DDBF2B8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20EF28F-F9C2-BCF3-0C54-5C1C9FBF34C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49659AC-4707-1A19-D92B-3F6BE0E454A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9F0A39B-6E4B-9CDD-FB11-2AAE8FECAA1D}"/>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A82936B8-E88F-B0CB-B352-997EDD00D42C}"/>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5EBE211B-139A-FD77-CCD7-4723367BD579}"/>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5FF6FBB9-A34F-7F57-500A-6CF613652F0C}"/>
              </a:ext>
            </a:extLst>
          </p:cNvPr>
          <p:cNvSpPr txBox="1"/>
          <p:nvPr/>
        </p:nvSpPr>
        <p:spPr>
          <a:xfrm>
            <a:off x="6654802" y="4408541"/>
            <a:ext cx="570089" cy="230832"/>
          </a:xfrm>
          <a:prstGeom prst="rect">
            <a:avLst/>
          </a:prstGeom>
          <a:noFill/>
        </p:spPr>
        <p:txBody>
          <a:bodyPr wrap="square" rtlCol="0">
            <a:spAutoFit/>
          </a:bodyPr>
          <a:lstStyle/>
          <a:p>
            <a:pPr algn="ctr"/>
            <a:r>
              <a:rPr lang="en-US" sz="900" dirty="0"/>
              <a:t>578</a:t>
            </a:r>
          </a:p>
        </p:txBody>
      </p:sp>
      <p:sp>
        <p:nvSpPr>
          <p:cNvPr id="11" name="TextBox 10">
            <a:extLst>
              <a:ext uri="{FF2B5EF4-FFF2-40B4-BE49-F238E27FC236}">
                <a16:creationId xmlns:a16="http://schemas.microsoft.com/office/drawing/2014/main" id="{C27F8D66-7CF0-E120-5549-DC0262A0FA0C}"/>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452043D0-A57D-E838-AC3E-F62A0C92EC7C}"/>
              </a:ext>
            </a:extLst>
          </p:cNvPr>
          <p:cNvSpPr txBox="1"/>
          <p:nvPr/>
        </p:nvSpPr>
        <p:spPr>
          <a:xfrm>
            <a:off x="4143022" y="4408541"/>
            <a:ext cx="570089" cy="230832"/>
          </a:xfrm>
          <a:prstGeom prst="rect">
            <a:avLst/>
          </a:prstGeom>
          <a:noFill/>
        </p:spPr>
        <p:txBody>
          <a:bodyPr wrap="square" rtlCol="0">
            <a:spAutoFit/>
          </a:bodyPr>
          <a:lstStyle/>
          <a:p>
            <a:pPr algn="ctr"/>
            <a:r>
              <a:rPr lang="en-US" sz="900" dirty="0"/>
              <a:t>47</a:t>
            </a:r>
          </a:p>
        </p:txBody>
      </p:sp>
      <p:sp>
        <p:nvSpPr>
          <p:cNvPr id="13" name="TextBox 12">
            <a:extLst>
              <a:ext uri="{FF2B5EF4-FFF2-40B4-BE49-F238E27FC236}">
                <a16:creationId xmlns:a16="http://schemas.microsoft.com/office/drawing/2014/main" id="{EEEB0C94-606A-F0A1-1B02-70ECA1B420DE}"/>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E43B1B29-43DB-F7F0-DD4B-C2A7EBF13252}"/>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23BE9EB1-149B-A614-F449-B2D516F48E7F}"/>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35418E40-3A8F-E78F-ED7C-8E08EC9E3D52}"/>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1DAB4D17-7930-FE9F-CE54-68B50D9B414B}"/>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A93E1498-AAB5-76F1-A9EB-2A78D77F67B3}"/>
              </a:ext>
            </a:extLst>
          </p:cNvPr>
          <p:cNvSpPr txBox="1"/>
          <p:nvPr/>
        </p:nvSpPr>
        <p:spPr>
          <a:xfrm>
            <a:off x="4645378"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59</a:t>
            </a:r>
          </a:p>
        </p:txBody>
      </p:sp>
      <p:sp>
        <p:nvSpPr>
          <p:cNvPr id="27" name="TextBox 26">
            <a:extLst>
              <a:ext uri="{FF2B5EF4-FFF2-40B4-BE49-F238E27FC236}">
                <a16:creationId xmlns:a16="http://schemas.microsoft.com/office/drawing/2014/main" id="{90535A97-6170-0424-4A74-7C91CDE23A90}"/>
              </a:ext>
            </a:extLst>
          </p:cNvPr>
          <p:cNvSpPr txBox="1"/>
          <p:nvPr/>
        </p:nvSpPr>
        <p:spPr>
          <a:xfrm>
            <a:off x="4645378" y="3406653"/>
            <a:ext cx="570089" cy="230832"/>
          </a:xfrm>
          <a:prstGeom prst="rect">
            <a:avLst/>
          </a:prstGeom>
          <a:solidFill>
            <a:schemeClr val="accent6">
              <a:lumMod val="20000"/>
              <a:lumOff val="80000"/>
            </a:schemeClr>
          </a:solidFill>
        </p:spPr>
        <p:txBody>
          <a:bodyPr wrap="square" rtlCol="0">
            <a:spAutoFit/>
          </a:bodyPr>
          <a:lstStyle/>
          <a:p>
            <a:pPr algn="ctr"/>
            <a:r>
              <a:rPr lang="en-US" sz="900" dirty="0"/>
              <a:t>95</a:t>
            </a:r>
          </a:p>
        </p:txBody>
      </p:sp>
      <p:sp>
        <p:nvSpPr>
          <p:cNvPr id="32" name="TextBox 31">
            <a:extLst>
              <a:ext uri="{FF2B5EF4-FFF2-40B4-BE49-F238E27FC236}">
                <a16:creationId xmlns:a16="http://schemas.microsoft.com/office/drawing/2014/main" id="{491A8910-60F5-3D41-C844-D9F01C2164C2}"/>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BC26FF07-39CD-4A5A-FD6A-88060AFDEC52}"/>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2CE8E12D-2D22-96FB-95C5-58522DE356B1}"/>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385F4999-85BA-5B0C-E42E-DAA8DA529455}"/>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26E4FC8B-A3E8-30EC-A866-92E05127FB88}"/>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CBF17478-530F-8561-0722-0958919C003B}"/>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441A92A9-EA1B-0D0E-8647-F01BC52F14B5}"/>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40" name="TextBox 39">
            <a:extLst>
              <a:ext uri="{FF2B5EF4-FFF2-40B4-BE49-F238E27FC236}">
                <a16:creationId xmlns:a16="http://schemas.microsoft.com/office/drawing/2014/main" id="{18F18028-B8B2-3F55-904E-3F8978465701}"/>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3543D358-EB8E-5B17-41B2-F88E529DE938}"/>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B3E17ACC-C9CE-B76C-0637-69CA1F6EE7C5}"/>
              </a:ext>
            </a:extLst>
          </p:cNvPr>
          <p:cNvSpPr txBox="1"/>
          <p:nvPr/>
        </p:nvSpPr>
        <p:spPr>
          <a:xfrm>
            <a:off x="6654802" y="901933"/>
            <a:ext cx="570089" cy="230832"/>
          </a:xfrm>
          <a:prstGeom prst="rect">
            <a:avLst/>
          </a:prstGeom>
          <a:noFill/>
        </p:spPr>
        <p:txBody>
          <a:bodyPr wrap="square" rtlCol="0">
            <a:spAutoFit/>
          </a:bodyPr>
          <a:lstStyle/>
          <a:p>
            <a:pPr algn="ctr"/>
            <a:r>
              <a:rPr lang="en-US" sz="900" dirty="0"/>
              <a:t>84</a:t>
            </a:r>
          </a:p>
        </p:txBody>
      </p:sp>
      <p:sp>
        <p:nvSpPr>
          <p:cNvPr id="45" name="TextBox 44">
            <a:extLst>
              <a:ext uri="{FF2B5EF4-FFF2-40B4-BE49-F238E27FC236}">
                <a16:creationId xmlns:a16="http://schemas.microsoft.com/office/drawing/2014/main" id="{BA09E203-3641-A2AC-E863-60DC8DBE9F43}"/>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1347</a:t>
            </a:r>
          </a:p>
        </p:txBody>
      </p:sp>
      <p:sp>
        <p:nvSpPr>
          <p:cNvPr id="46" name="TextBox 45">
            <a:extLst>
              <a:ext uri="{FF2B5EF4-FFF2-40B4-BE49-F238E27FC236}">
                <a16:creationId xmlns:a16="http://schemas.microsoft.com/office/drawing/2014/main" id="{9F2728E3-B8A7-C047-B4E8-FB6584440F3C}"/>
              </a:ext>
            </a:extLst>
          </p:cNvPr>
          <p:cNvSpPr txBox="1"/>
          <p:nvPr/>
        </p:nvSpPr>
        <p:spPr>
          <a:xfrm>
            <a:off x="4143022" y="1402877"/>
            <a:ext cx="570089" cy="230832"/>
          </a:xfrm>
          <a:prstGeom prst="rect">
            <a:avLst/>
          </a:prstGeom>
          <a:noFill/>
        </p:spPr>
        <p:txBody>
          <a:bodyPr wrap="square" rtlCol="0">
            <a:spAutoFit/>
          </a:bodyPr>
          <a:lstStyle/>
          <a:p>
            <a:pPr algn="ctr"/>
            <a:r>
              <a:rPr lang="en-US" sz="900" dirty="0"/>
              <a:t>347</a:t>
            </a:r>
          </a:p>
        </p:txBody>
      </p:sp>
      <p:sp>
        <p:nvSpPr>
          <p:cNvPr id="47" name="TextBox 46">
            <a:extLst>
              <a:ext uri="{FF2B5EF4-FFF2-40B4-BE49-F238E27FC236}">
                <a16:creationId xmlns:a16="http://schemas.microsoft.com/office/drawing/2014/main" id="{56FA8FF1-8CF2-58C4-B2A0-0A59BF0462F8}"/>
              </a:ext>
            </a:extLst>
          </p:cNvPr>
          <p:cNvSpPr txBox="1"/>
          <p:nvPr/>
        </p:nvSpPr>
        <p:spPr>
          <a:xfrm>
            <a:off x="6152446" y="1402877"/>
            <a:ext cx="570089" cy="230832"/>
          </a:xfrm>
          <a:prstGeom prst="rect">
            <a:avLst/>
          </a:prstGeom>
          <a:noFill/>
        </p:spPr>
        <p:txBody>
          <a:bodyPr wrap="square" rtlCol="0">
            <a:spAutoFit/>
          </a:bodyPr>
          <a:lstStyle/>
          <a:p>
            <a:pPr algn="ctr"/>
            <a:r>
              <a:rPr lang="en-US" sz="900" dirty="0"/>
              <a:t>137</a:t>
            </a:r>
          </a:p>
        </p:txBody>
      </p:sp>
      <p:sp>
        <p:nvSpPr>
          <p:cNvPr id="49" name="TextBox 48">
            <a:extLst>
              <a:ext uri="{FF2B5EF4-FFF2-40B4-BE49-F238E27FC236}">
                <a16:creationId xmlns:a16="http://schemas.microsoft.com/office/drawing/2014/main" id="{74115CC9-8B5E-1E1E-83C1-2A0F14815177}"/>
              </a:ext>
            </a:extLst>
          </p:cNvPr>
          <p:cNvSpPr txBox="1"/>
          <p:nvPr/>
        </p:nvSpPr>
        <p:spPr>
          <a:xfrm>
            <a:off x="3138310" y="1402877"/>
            <a:ext cx="570089" cy="230832"/>
          </a:xfrm>
          <a:prstGeom prst="rect">
            <a:avLst/>
          </a:prstGeom>
          <a:noFill/>
        </p:spPr>
        <p:txBody>
          <a:bodyPr wrap="square" rtlCol="0">
            <a:spAutoFit/>
          </a:bodyPr>
          <a:lstStyle/>
          <a:p>
            <a:pPr algn="ctr"/>
            <a:r>
              <a:rPr lang="en-US" sz="900" dirty="0"/>
              <a:t>347</a:t>
            </a:r>
          </a:p>
        </p:txBody>
      </p:sp>
      <p:sp>
        <p:nvSpPr>
          <p:cNvPr id="50" name="TextBox 49">
            <a:extLst>
              <a:ext uri="{FF2B5EF4-FFF2-40B4-BE49-F238E27FC236}">
                <a16:creationId xmlns:a16="http://schemas.microsoft.com/office/drawing/2014/main" id="{B8AD13D8-0568-4773-D56C-67B0C2F8B440}"/>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a:t>
            </a:r>
          </a:p>
        </p:txBody>
      </p:sp>
      <p:sp>
        <p:nvSpPr>
          <p:cNvPr id="51" name="TextBox 50">
            <a:extLst>
              <a:ext uri="{FF2B5EF4-FFF2-40B4-BE49-F238E27FC236}">
                <a16:creationId xmlns:a16="http://schemas.microsoft.com/office/drawing/2014/main" id="{550543ED-FD1A-4B1A-70B7-6E5F6516228A}"/>
              </a:ext>
            </a:extLst>
          </p:cNvPr>
          <p:cNvSpPr txBox="1"/>
          <p:nvPr/>
        </p:nvSpPr>
        <p:spPr>
          <a:xfrm>
            <a:off x="6654802" y="1903821"/>
            <a:ext cx="570089" cy="230832"/>
          </a:xfrm>
          <a:prstGeom prst="rect">
            <a:avLst/>
          </a:prstGeom>
          <a:noFill/>
        </p:spPr>
        <p:txBody>
          <a:bodyPr wrap="square" rtlCol="0">
            <a:spAutoFit/>
          </a:bodyPr>
          <a:lstStyle/>
          <a:p>
            <a:pPr algn="ctr"/>
            <a:r>
              <a:rPr lang="en-US" sz="900" dirty="0"/>
              <a:t>37</a:t>
            </a:r>
          </a:p>
        </p:txBody>
      </p:sp>
      <p:sp>
        <p:nvSpPr>
          <p:cNvPr id="52" name="TextBox 51">
            <a:extLst>
              <a:ext uri="{FF2B5EF4-FFF2-40B4-BE49-F238E27FC236}">
                <a16:creationId xmlns:a16="http://schemas.microsoft.com/office/drawing/2014/main" id="{A1DEA401-3C86-441E-D80A-38DEEFB646B0}"/>
              </a:ext>
            </a:extLst>
          </p:cNvPr>
          <p:cNvSpPr txBox="1"/>
          <p:nvPr/>
        </p:nvSpPr>
        <p:spPr>
          <a:xfrm>
            <a:off x="7157158" y="1903821"/>
            <a:ext cx="570089" cy="230832"/>
          </a:xfrm>
          <a:prstGeom prst="rect">
            <a:avLst/>
          </a:prstGeom>
          <a:noFill/>
        </p:spPr>
        <p:txBody>
          <a:bodyPr wrap="square" rtlCol="0">
            <a:spAutoFit/>
          </a:bodyPr>
          <a:lstStyle/>
          <a:p>
            <a:pPr algn="ctr"/>
            <a:r>
              <a:rPr lang="en-US" sz="900" dirty="0"/>
              <a:t>13</a:t>
            </a:r>
          </a:p>
        </p:txBody>
      </p:sp>
      <p:sp>
        <p:nvSpPr>
          <p:cNvPr id="53" name="TextBox 52">
            <a:extLst>
              <a:ext uri="{FF2B5EF4-FFF2-40B4-BE49-F238E27FC236}">
                <a16:creationId xmlns:a16="http://schemas.microsoft.com/office/drawing/2014/main" id="{C0674894-4329-511B-59EC-7D7E9A6122BD}"/>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a:t>
            </a:r>
          </a:p>
        </p:txBody>
      </p:sp>
      <p:sp>
        <p:nvSpPr>
          <p:cNvPr id="54" name="TextBox 53">
            <a:extLst>
              <a:ext uri="{FF2B5EF4-FFF2-40B4-BE49-F238E27FC236}">
                <a16:creationId xmlns:a16="http://schemas.microsoft.com/office/drawing/2014/main" id="{99E610DD-351B-6EA1-E0E4-B15089EFC43B}"/>
              </a:ext>
            </a:extLst>
          </p:cNvPr>
          <p:cNvSpPr txBox="1"/>
          <p:nvPr/>
        </p:nvSpPr>
        <p:spPr>
          <a:xfrm>
            <a:off x="3640666" y="2404765"/>
            <a:ext cx="570089" cy="230832"/>
          </a:xfrm>
          <a:prstGeom prst="rect">
            <a:avLst/>
          </a:prstGeom>
          <a:noFill/>
        </p:spPr>
        <p:txBody>
          <a:bodyPr wrap="square" rtlCol="0">
            <a:spAutoFit/>
          </a:bodyPr>
          <a:lstStyle/>
          <a:p>
            <a:pPr algn="ctr"/>
            <a:r>
              <a:rPr lang="en-US" sz="900" dirty="0"/>
              <a:t>87</a:t>
            </a:r>
          </a:p>
        </p:txBody>
      </p:sp>
      <p:sp>
        <p:nvSpPr>
          <p:cNvPr id="57" name="TextBox 56">
            <a:extLst>
              <a:ext uri="{FF2B5EF4-FFF2-40B4-BE49-F238E27FC236}">
                <a16:creationId xmlns:a16="http://schemas.microsoft.com/office/drawing/2014/main" id="{A64823AD-2D8F-0464-47F6-8B4448EEA70D}"/>
              </a:ext>
            </a:extLst>
          </p:cNvPr>
          <p:cNvSpPr txBox="1"/>
          <p:nvPr/>
        </p:nvSpPr>
        <p:spPr>
          <a:xfrm>
            <a:off x="3138310" y="2404765"/>
            <a:ext cx="570089" cy="230832"/>
          </a:xfrm>
          <a:prstGeom prst="rect">
            <a:avLst/>
          </a:prstGeom>
          <a:noFill/>
        </p:spPr>
        <p:txBody>
          <a:bodyPr wrap="square" rtlCol="0">
            <a:spAutoFit/>
          </a:bodyPr>
          <a:lstStyle/>
          <a:p>
            <a:pPr algn="ctr"/>
            <a:r>
              <a:rPr lang="en-US" sz="900" dirty="0"/>
              <a:t>78</a:t>
            </a:r>
          </a:p>
        </p:txBody>
      </p:sp>
      <p:sp>
        <p:nvSpPr>
          <p:cNvPr id="58" name="TextBox 57">
            <a:extLst>
              <a:ext uri="{FF2B5EF4-FFF2-40B4-BE49-F238E27FC236}">
                <a16:creationId xmlns:a16="http://schemas.microsoft.com/office/drawing/2014/main" id="{D5413587-F70C-FB1C-EBB4-E00D25819A3C}"/>
              </a:ext>
            </a:extLst>
          </p:cNvPr>
          <p:cNvSpPr txBox="1"/>
          <p:nvPr/>
        </p:nvSpPr>
        <p:spPr>
          <a:xfrm>
            <a:off x="7157158" y="2905709"/>
            <a:ext cx="570089" cy="230832"/>
          </a:xfrm>
          <a:prstGeom prst="rect">
            <a:avLst/>
          </a:prstGeom>
          <a:noFill/>
        </p:spPr>
        <p:txBody>
          <a:bodyPr wrap="square" rtlCol="0">
            <a:spAutoFit/>
          </a:bodyPr>
          <a:lstStyle/>
          <a:p>
            <a:pPr algn="ctr"/>
            <a:r>
              <a:rPr lang="en-US" sz="900" dirty="0"/>
              <a:t>83</a:t>
            </a:r>
          </a:p>
        </p:txBody>
      </p:sp>
      <p:sp>
        <p:nvSpPr>
          <p:cNvPr id="59" name="TextBox 58">
            <a:extLst>
              <a:ext uri="{FF2B5EF4-FFF2-40B4-BE49-F238E27FC236}">
                <a16:creationId xmlns:a16="http://schemas.microsoft.com/office/drawing/2014/main" id="{89D91ACF-AC64-1550-93CF-54B293197DBF}"/>
              </a:ext>
            </a:extLst>
          </p:cNvPr>
          <p:cNvSpPr txBox="1"/>
          <p:nvPr/>
        </p:nvSpPr>
        <p:spPr>
          <a:xfrm>
            <a:off x="3138310"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65</a:t>
            </a:r>
          </a:p>
        </p:txBody>
      </p:sp>
      <p:sp>
        <p:nvSpPr>
          <p:cNvPr id="61" name="TextBox 60">
            <a:extLst>
              <a:ext uri="{FF2B5EF4-FFF2-40B4-BE49-F238E27FC236}">
                <a16:creationId xmlns:a16="http://schemas.microsoft.com/office/drawing/2014/main" id="{B11765D6-D3FF-95F0-8B2D-6564D5584CD3}"/>
              </a:ext>
            </a:extLst>
          </p:cNvPr>
          <p:cNvSpPr txBox="1"/>
          <p:nvPr/>
        </p:nvSpPr>
        <p:spPr>
          <a:xfrm>
            <a:off x="3138310" y="3406653"/>
            <a:ext cx="570089" cy="230832"/>
          </a:xfrm>
          <a:prstGeom prst="rect">
            <a:avLst/>
          </a:prstGeom>
          <a:solidFill>
            <a:schemeClr val="accent6">
              <a:lumMod val="20000"/>
              <a:lumOff val="80000"/>
            </a:schemeClr>
          </a:solidFill>
        </p:spPr>
        <p:txBody>
          <a:bodyPr wrap="square" rtlCol="0">
            <a:spAutoFit/>
          </a:bodyPr>
          <a:lstStyle/>
          <a:p>
            <a:pPr algn="ctr"/>
            <a:r>
              <a:rPr lang="en-US" sz="900" dirty="0"/>
              <a:t>54</a:t>
            </a:r>
          </a:p>
        </p:txBody>
      </p:sp>
      <p:sp>
        <p:nvSpPr>
          <p:cNvPr id="64" name="TextBox 63">
            <a:extLst>
              <a:ext uri="{FF2B5EF4-FFF2-40B4-BE49-F238E27FC236}">
                <a16:creationId xmlns:a16="http://schemas.microsoft.com/office/drawing/2014/main" id="{54DB3AE2-77B7-47C2-CF5B-CF32D2B19C71}"/>
              </a:ext>
            </a:extLst>
          </p:cNvPr>
          <p:cNvSpPr txBox="1"/>
          <p:nvPr/>
        </p:nvSpPr>
        <p:spPr>
          <a:xfrm>
            <a:off x="3640666" y="3406653"/>
            <a:ext cx="570089" cy="230832"/>
          </a:xfrm>
          <a:prstGeom prst="rect">
            <a:avLst/>
          </a:prstGeom>
          <a:noFill/>
        </p:spPr>
        <p:txBody>
          <a:bodyPr wrap="square" rtlCol="0">
            <a:spAutoFit/>
          </a:bodyPr>
          <a:lstStyle/>
          <a:p>
            <a:pPr algn="ctr"/>
            <a:r>
              <a:rPr lang="en-US" sz="900" dirty="0"/>
              <a:t>34</a:t>
            </a:r>
          </a:p>
        </p:txBody>
      </p:sp>
      <p:sp>
        <p:nvSpPr>
          <p:cNvPr id="66" name="TextBox 65">
            <a:extLst>
              <a:ext uri="{FF2B5EF4-FFF2-40B4-BE49-F238E27FC236}">
                <a16:creationId xmlns:a16="http://schemas.microsoft.com/office/drawing/2014/main" id="{D84CA0A8-738A-D121-640A-7AC4C24CDF90}"/>
              </a:ext>
            </a:extLst>
          </p:cNvPr>
          <p:cNvSpPr txBox="1"/>
          <p:nvPr/>
        </p:nvSpPr>
        <p:spPr>
          <a:xfrm>
            <a:off x="3640666" y="3907597"/>
            <a:ext cx="570089" cy="230832"/>
          </a:xfrm>
          <a:prstGeom prst="rect">
            <a:avLst/>
          </a:prstGeom>
          <a:noFill/>
        </p:spPr>
        <p:txBody>
          <a:bodyPr wrap="square" rtlCol="0">
            <a:spAutoFit/>
          </a:bodyPr>
          <a:lstStyle/>
          <a:p>
            <a:pPr algn="ctr"/>
            <a:r>
              <a:rPr lang="en-US" sz="900" dirty="0"/>
              <a:t>53</a:t>
            </a:r>
          </a:p>
        </p:txBody>
      </p:sp>
      <p:sp>
        <p:nvSpPr>
          <p:cNvPr id="67" name="TextBox 66">
            <a:extLst>
              <a:ext uri="{FF2B5EF4-FFF2-40B4-BE49-F238E27FC236}">
                <a16:creationId xmlns:a16="http://schemas.microsoft.com/office/drawing/2014/main" id="{D59495E7-31ED-1133-C9BC-50C6F8EBD63C}"/>
              </a:ext>
            </a:extLst>
          </p:cNvPr>
          <p:cNvSpPr txBox="1"/>
          <p:nvPr/>
        </p:nvSpPr>
        <p:spPr>
          <a:xfrm>
            <a:off x="4143022" y="3907597"/>
            <a:ext cx="570089" cy="230832"/>
          </a:xfrm>
          <a:prstGeom prst="rect">
            <a:avLst/>
          </a:prstGeom>
          <a:noFill/>
        </p:spPr>
        <p:txBody>
          <a:bodyPr wrap="square" rtlCol="0">
            <a:spAutoFit/>
          </a:bodyPr>
          <a:lstStyle/>
          <a:p>
            <a:pPr algn="ctr"/>
            <a:r>
              <a:rPr lang="en-US" sz="900" dirty="0"/>
              <a:t>23</a:t>
            </a:r>
          </a:p>
        </p:txBody>
      </p:sp>
      <p:sp>
        <p:nvSpPr>
          <p:cNvPr id="68" name="TextBox 67">
            <a:extLst>
              <a:ext uri="{FF2B5EF4-FFF2-40B4-BE49-F238E27FC236}">
                <a16:creationId xmlns:a16="http://schemas.microsoft.com/office/drawing/2014/main" id="{CC6432EC-D418-2978-E899-621CADBCD930}"/>
              </a:ext>
            </a:extLst>
          </p:cNvPr>
          <p:cNvSpPr txBox="1"/>
          <p:nvPr/>
        </p:nvSpPr>
        <p:spPr>
          <a:xfrm>
            <a:off x="6654802" y="3907597"/>
            <a:ext cx="570089" cy="230832"/>
          </a:xfrm>
          <a:prstGeom prst="rect">
            <a:avLst/>
          </a:prstGeom>
          <a:noFill/>
        </p:spPr>
        <p:txBody>
          <a:bodyPr wrap="square" rtlCol="0">
            <a:spAutoFit/>
          </a:bodyPr>
          <a:lstStyle/>
          <a:p>
            <a:pPr algn="ctr"/>
            <a:r>
              <a:rPr lang="en-US" sz="900" dirty="0"/>
              <a:t>35</a:t>
            </a:r>
          </a:p>
        </p:txBody>
      </p:sp>
      <p:sp>
        <p:nvSpPr>
          <p:cNvPr id="69" name="TextBox 68">
            <a:extLst>
              <a:ext uri="{FF2B5EF4-FFF2-40B4-BE49-F238E27FC236}">
                <a16:creationId xmlns:a16="http://schemas.microsoft.com/office/drawing/2014/main" id="{33551BBD-0EEC-EDD8-CEEF-A157A000F874}"/>
              </a:ext>
            </a:extLst>
          </p:cNvPr>
          <p:cNvSpPr txBox="1"/>
          <p:nvPr/>
        </p:nvSpPr>
        <p:spPr>
          <a:xfrm>
            <a:off x="3640666" y="4909484"/>
            <a:ext cx="570089" cy="230832"/>
          </a:xfrm>
          <a:prstGeom prst="rect">
            <a:avLst/>
          </a:prstGeom>
          <a:noFill/>
        </p:spPr>
        <p:txBody>
          <a:bodyPr wrap="square" rtlCol="0">
            <a:spAutoFit/>
          </a:bodyPr>
          <a:lstStyle/>
          <a:p>
            <a:pPr algn="ctr"/>
            <a:r>
              <a:rPr lang="en-US" sz="900" dirty="0"/>
              <a:t>367</a:t>
            </a:r>
          </a:p>
        </p:txBody>
      </p:sp>
      <p:sp>
        <p:nvSpPr>
          <p:cNvPr id="70" name="TextBox 69">
            <a:extLst>
              <a:ext uri="{FF2B5EF4-FFF2-40B4-BE49-F238E27FC236}">
                <a16:creationId xmlns:a16="http://schemas.microsoft.com/office/drawing/2014/main" id="{042343D8-BC1E-E21C-6D43-62A058526436}"/>
              </a:ext>
            </a:extLst>
          </p:cNvPr>
          <p:cNvSpPr txBox="1"/>
          <p:nvPr/>
        </p:nvSpPr>
        <p:spPr>
          <a:xfrm>
            <a:off x="4143022"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63</a:t>
            </a:r>
          </a:p>
        </p:txBody>
      </p:sp>
      <p:sp>
        <p:nvSpPr>
          <p:cNvPr id="71" name="TextBox 70">
            <a:extLst>
              <a:ext uri="{FF2B5EF4-FFF2-40B4-BE49-F238E27FC236}">
                <a16:creationId xmlns:a16="http://schemas.microsoft.com/office/drawing/2014/main" id="{C6331CB8-F057-5B59-B931-96ED2E226435}"/>
              </a:ext>
            </a:extLst>
          </p:cNvPr>
          <p:cNvSpPr txBox="1"/>
          <p:nvPr/>
        </p:nvSpPr>
        <p:spPr>
          <a:xfrm>
            <a:off x="6152446" y="4909484"/>
            <a:ext cx="570089" cy="230832"/>
          </a:xfrm>
          <a:prstGeom prst="rect">
            <a:avLst/>
          </a:prstGeom>
          <a:noFill/>
        </p:spPr>
        <p:txBody>
          <a:bodyPr wrap="square" rtlCol="0">
            <a:spAutoFit/>
          </a:bodyPr>
          <a:lstStyle/>
          <a:p>
            <a:pPr algn="ctr"/>
            <a:r>
              <a:rPr lang="en-US" sz="900" dirty="0"/>
              <a:t>1347</a:t>
            </a:r>
          </a:p>
        </p:txBody>
      </p:sp>
      <p:sp>
        <p:nvSpPr>
          <p:cNvPr id="72" name="TextBox 71">
            <a:extLst>
              <a:ext uri="{FF2B5EF4-FFF2-40B4-BE49-F238E27FC236}">
                <a16:creationId xmlns:a16="http://schemas.microsoft.com/office/drawing/2014/main" id="{F7BAAFCD-3473-6ADA-56AF-04C63CD05D5F}"/>
              </a:ext>
            </a:extLst>
          </p:cNvPr>
          <p:cNvSpPr txBox="1"/>
          <p:nvPr/>
        </p:nvSpPr>
        <p:spPr>
          <a:xfrm>
            <a:off x="6654802" y="4909484"/>
            <a:ext cx="570089" cy="230832"/>
          </a:xfrm>
          <a:prstGeom prst="rect">
            <a:avLst/>
          </a:prstGeom>
          <a:noFill/>
        </p:spPr>
        <p:txBody>
          <a:bodyPr wrap="square" rtlCol="0">
            <a:spAutoFit/>
          </a:bodyPr>
          <a:lstStyle/>
          <a:p>
            <a:pPr algn="ctr"/>
            <a:r>
              <a:rPr lang="en-US" sz="900" dirty="0"/>
              <a:t>347</a:t>
            </a:r>
          </a:p>
        </p:txBody>
      </p:sp>
      <p:sp>
        <p:nvSpPr>
          <p:cNvPr id="73" name="TextBox 72">
            <a:extLst>
              <a:ext uri="{FF2B5EF4-FFF2-40B4-BE49-F238E27FC236}">
                <a16:creationId xmlns:a16="http://schemas.microsoft.com/office/drawing/2014/main" id="{B7C39D10-55E7-AC58-F690-A0132BC5179D}"/>
              </a:ext>
            </a:extLst>
          </p:cNvPr>
          <p:cNvSpPr txBox="1"/>
          <p:nvPr/>
        </p:nvSpPr>
        <p:spPr>
          <a:xfrm>
            <a:off x="7157158" y="3907597"/>
            <a:ext cx="570089" cy="230832"/>
          </a:xfrm>
          <a:prstGeom prst="rect">
            <a:avLst/>
          </a:prstGeom>
          <a:noFill/>
        </p:spPr>
        <p:txBody>
          <a:bodyPr wrap="square" rtlCol="0">
            <a:spAutoFit/>
          </a:bodyPr>
          <a:lstStyle/>
          <a:p>
            <a:pPr algn="ctr"/>
            <a:r>
              <a:rPr lang="en-US" sz="900" dirty="0"/>
              <a:t>98</a:t>
            </a:r>
          </a:p>
        </p:txBody>
      </p:sp>
      <p:sp>
        <p:nvSpPr>
          <p:cNvPr id="74" name="TextBox 73">
            <a:extLst>
              <a:ext uri="{FF2B5EF4-FFF2-40B4-BE49-F238E27FC236}">
                <a16:creationId xmlns:a16="http://schemas.microsoft.com/office/drawing/2014/main" id="{D95F7B8F-B4C8-019F-5CD5-E14BD893A9E6}"/>
              </a:ext>
            </a:extLst>
          </p:cNvPr>
          <p:cNvSpPr txBox="1"/>
          <p:nvPr/>
        </p:nvSpPr>
        <p:spPr>
          <a:xfrm>
            <a:off x="3138310" y="3907597"/>
            <a:ext cx="570089" cy="230832"/>
          </a:xfrm>
          <a:prstGeom prst="rect">
            <a:avLst/>
          </a:prstGeom>
          <a:noFill/>
        </p:spPr>
        <p:txBody>
          <a:bodyPr wrap="square" rtlCol="0">
            <a:spAutoFit/>
          </a:bodyPr>
          <a:lstStyle/>
          <a:p>
            <a:pPr algn="ctr"/>
            <a:r>
              <a:rPr lang="en-US" sz="900" dirty="0"/>
              <a:t>89</a:t>
            </a:r>
          </a:p>
        </p:txBody>
      </p:sp>
      <p:sp>
        <p:nvSpPr>
          <p:cNvPr id="75" name="TextBox 74">
            <a:extLst>
              <a:ext uri="{FF2B5EF4-FFF2-40B4-BE49-F238E27FC236}">
                <a16:creationId xmlns:a16="http://schemas.microsoft.com/office/drawing/2014/main" id="{A5EE978C-8233-1C01-173D-321A43BDE046}"/>
              </a:ext>
            </a:extLst>
          </p:cNvPr>
          <p:cNvSpPr txBox="1"/>
          <p:nvPr/>
        </p:nvSpPr>
        <p:spPr>
          <a:xfrm>
            <a:off x="7157158" y="4909484"/>
            <a:ext cx="570089" cy="230832"/>
          </a:xfrm>
          <a:prstGeom prst="rect">
            <a:avLst/>
          </a:prstGeom>
          <a:noFill/>
        </p:spPr>
        <p:txBody>
          <a:bodyPr wrap="square" rtlCol="0">
            <a:spAutoFit/>
          </a:bodyPr>
          <a:lstStyle/>
          <a:p>
            <a:pPr algn="ctr"/>
            <a:r>
              <a:rPr lang="en-US" sz="900" dirty="0"/>
              <a:t>139</a:t>
            </a:r>
          </a:p>
        </p:txBody>
      </p:sp>
      <p:sp>
        <p:nvSpPr>
          <p:cNvPr id="76" name="TextBox 75">
            <a:extLst>
              <a:ext uri="{FF2B5EF4-FFF2-40B4-BE49-F238E27FC236}">
                <a16:creationId xmlns:a16="http://schemas.microsoft.com/office/drawing/2014/main" id="{C70D1D1F-6902-A1DD-A534-E9378948CA96}"/>
              </a:ext>
            </a:extLst>
          </p:cNvPr>
          <p:cNvSpPr txBox="1"/>
          <p:nvPr/>
        </p:nvSpPr>
        <p:spPr>
          <a:xfrm>
            <a:off x="3138310" y="4909484"/>
            <a:ext cx="570089" cy="230832"/>
          </a:xfrm>
          <a:prstGeom prst="rect">
            <a:avLst/>
          </a:prstGeom>
          <a:noFill/>
        </p:spPr>
        <p:txBody>
          <a:bodyPr wrap="square" rtlCol="0">
            <a:spAutoFit/>
          </a:bodyPr>
          <a:lstStyle/>
          <a:p>
            <a:pPr algn="ctr"/>
            <a:r>
              <a:rPr lang="en-US" sz="900" dirty="0"/>
              <a:t>3679</a:t>
            </a:r>
          </a:p>
        </p:txBody>
      </p:sp>
      <p:sp>
        <p:nvSpPr>
          <p:cNvPr id="77" name="TextBox 76">
            <a:extLst>
              <a:ext uri="{FF2B5EF4-FFF2-40B4-BE49-F238E27FC236}">
                <a16:creationId xmlns:a16="http://schemas.microsoft.com/office/drawing/2014/main" id="{06B381C1-5D1C-4B72-D4C8-91D8BB1AB056}"/>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9AEBDA9B-9AE1-EDB3-8DA6-E79022401263}"/>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EB7A52B6-89CC-7464-8A9D-87D796C6D582}"/>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E36DC362-9936-E4F1-9C76-FE6057C9C1E8}"/>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67E681C3-0148-4A0C-52B3-2DB319167821}"/>
              </a:ext>
            </a:extLst>
          </p:cNvPr>
          <p:cNvSpPr txBox="1"/>
          <p:nvPr/>
        </p:nvSpPr>
        <p:spPr>
          <a:xfrm>
            <a:off x="4216401" y="721216"/>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7DFF5E58-B31E-95F6-A907-D01D9E6FB393}"/>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10B0160D-6741-2BAE-4C38-7237E874A656}"/>
              </a:ext>
            </a:extLst>
          </p:cNvPr>
          <p:cNvSpPr txBox="1"/>
          <p:nvPr/>
        </p:nvSpPr>
        <p:spPr>
          <a:xfrm>
            <a:off x="6152446" y="2905709"/>
            <a:ext cx="570089" cy="230832"/>
          </a:xfrm>
          <a:prstGeom prst="rect">
            <a:avLst/>
          </a:prstGeom>
          <a:noFill/>
        </p:spPr>
        <p:txBody>
          <a:bodyPr wrap="square" rtlCol="0">
            <a:spAutoFit/>
          </a:bodyPr>
          <a:lstStyle/>
          <a:p>
            <a:pPr algn="ctr"/>
            <a:r>
              <a:rPr lang="en-US" sz="900" dirty="0"/>
              <a:t>38</a:t>
            </a:r>
          </a:p>
        </p:txBody>
      </p:sp>
      <p:sp>
        <p:nvSpPr>
          <p:cNvPr id="39" name="TextBox 38">
            <a:extLst>
              <a:ext uri="{FF2B5EF4-FFF2-40B4-BE49-F238E27FC236}">
                <a16:creationId xmlns:a16="http://schemas.microsoft.com/office/drawing/2014/main" id="{6E2D845E-954D-7BA2-03A7-66440CE4E42F}"/>
              </a:ext>
            </a:extLst>
          </p:cNvPr>
          <p:cNvSpPr txBox="1"/>
          <p:nvPr/>
        </p:nvSpPr>
        <p:spPr>
          <a:xfrm>
            <a:off x="4216401" y="1727886"/>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DC5DBCB6-4356-E763-F22B-DB04D64CAD78}"/>
              </a:ext>
            </a:extLst>
          </p:cNvPr>
          <p:cNvSpPr txBox="1"/>
          <p:nvPr/>
        </p:nvSpPr>
        <p:spPr>
          <a:xfrm>
            <a:off x="4143022"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96</a:t>
            </a:r>
          </a:p>
        </p:txBody>
      </p:sp>
      <p:sp>
        <p:nvSpPr>
          <p:cNvPr id="48" name="TextBox 47">
            <a:extLst>
              <a:ext uri="{FF2B5EF4-FFF2-40B4-BE49-F238E27FC236}">
                <a16:creationId xmlns:a16="http://schemas.microsoft.com/office/drawing/2014/main" id="{434A8F2D-157E-26D3-47F5-B96ABE31B030}"/>
              </a:ext>
            </a:extLst>
          </p:cNvPr>
          <p:cNvSpPr txBox="1"/>
          <p:nvPr/>
        </p:nvSpPr>
        <p:spPr>
          <a:xfrm>
            <a:off x="4143022" y="3406653"/>
            <a:ext cx="570089" cy="230832"/>
          </a:xfrm>
          <a:prstGeom prst="rect">
            <a:avLst/>
          </a:prstGeom>
          <a:noFill/>
        </p:spPr>
        <p:txBody>
          <a:bodyPr wrap="square" rtlCol="0">
            <a:spAutoFit/>
          </a:bodyPr>
          <a:lstStyle/>
          <a:p>
            <a:pPr algn="ctr"/>
            <a:r>
              <a:rPr lang="en-US" sz="900" dirty="0"/>
              <a:t>349</a:t>
            </a:r>
          </a:p>
        </p:txBody>
      </p:sp>
      <p:sp>
        <p:nvSpPr>
          <p:cNvPr id="81" name="TextBox 80">
            <a:extLst>
              <a:ext uri="{FF2B5EF4-FFF2-40B4-BE49-F238E27FC236}">
                <a16:creationId xmlns:a16="http://schemas.microsoft.com/office/drawing/2014/main" id="{95E78B48-426E-14C9-D2C3-FF4C6F9E8907}"/>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82" name="TextBox 81">
            <a:extLst>
              <a:ext uri="{FF2B5EF4-FFF2-40B4-BE49-F238E27FC236}">
                <a16:creationId xmlns:a16="http://schemas.microsoft.com/office/drawing/2014/main" id="{7E9C892D-E253-31D6-D23F-8B8C9DCEA540}"/>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83" name="TextBox 82">
            <a:extLst>
              <a:ext uri="{FF2B5EF4-FFF2-40B4-BE49-F238E27FC236}">
                <a16:creationId xmlns:a16="http://schemas.microsoft.com/office/drawing/2014/main" id="{538C2C5D-913D-14E0-78DE-18D93BBD234F}"/>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0C218D5A-A69A-CEB8-84DB-D0A2A117C0E2}"/>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29E57584-0F97-3F98-3178-5C9C9D51E0C8}"/>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86" name="TextBox 85">
            <a:extLst>
              <a:ext uri="{FF2B5EF4-FFF2-40B4-BE49-F238E27FC236}">
                <a16:creationId xmlns:a16="http://schemas.microsoft.com/office/drawing/2014/main" id="{255B0649-DB55-F78E-AE95-4727397BDAB0}"/>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87" name="TextBox 86">
            <a:extLst>
              <a:ext uri="{FF2B5EF4-FFF2-40B4-BE49-F238E27FC236}">
                <a16:creationId xmlns:a16="http://schemas.microsoft.com/office/drawing/2014/main" id="{9AC92D92-A036-46D4-3A16-24141B0FF3C1}"/>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8" name="TextBox 87">
            <a:extLst>
              <a:ext uri="{FF2B5EF4-FFF2-40B4-BE49-F238E27FC236}">
                <a16:creationId xmlns:a16="http://schemas.microsoft.com/office/drawing/2014/main" id="{A8A35A30-EBE3-A87F-9ED5-90497D741E50}"/>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9" name="TextBox 88">
            <a:extLst>
              <a:ext uri="{FF2B5EF4-FFF2-40B4-BE49-F238E27FC236}">
                <a16:creationId xmlns:a16="http://schemas.microsoft.com/office/drawing/2014/main" id="{3B7EF4A8-FDB3-0A48-DBA1-0ADFCDE58F3F}"/>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775BA3D2-F267-71B8-6110-25329C77AD8F}"/>
              </a:ext>
            </a:extLst>
          </p:cNvPr>
          <p:cNvSpPr txBox="1"/>
          <p:nvPr/>
        </p:nvSpPr>
        <p:spPr>
          <a:xfrm>
            <a:off x="5715003" y="2231221"/>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445CFC56-64CE-9828-0F17-01BAC0A50F1D}"/>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90A673B5-0CE6-352A-2149-B8E4BFE54507}"/>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250E921A-7F52-08C8-06DA-0C876C84B3C1}"/>
              </a:ext>
            </a:extLst>
          </p:cNvPr>
          <p:cNvSpPr txBox="1"/>
          <p:nvPr/>
        </p:nvSpPr>
        <p:spPr>
          <a:xfrm>
            <a:off x="5215469" y="223122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CE320D40-45C6-A78E-1167-6B4A6CF1C7BF}"/>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6A00B463-80F9-9267-9B0F-A6802B44940C}"/>
              </a:ext>
            </a:extLst>
          </p:cNvPr>
          <p:cNvSpPr txBox="1"/>
          <p:nvPr/>
        </p:nvSpPr>
        <p:spPr>
          <a:xfrm>
            <a:off x="3716867" y="273455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38084221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02B3D-75DD-B3A4-7B2F-C109044AE3C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DDAF74D-6DCC-5460-40F3-AC0640F576A7}"/>
              </a:ext>
            </a:extLst>
          </p:cNvPr>
          <p:cNvSpPr>
            <a:spLocks noGrp="1"/>
          </p:cNvSpPr>
          <p:nvPr>
            <p:ph sz="half" idx="1"/>
          </p:nvPr>
        </p:nvSpPr>
        <p:spPr/>
        <p:txBody>
          <a:bodyPr>
            <a:normAutofit/>
          </a:bodyPr>
          <a:lstStyle/>
          <a:p>
            <a:r>
              <a:rPr lang="en-US" dirty="0"/>
              <a:t>Last possible 2 in Column 3 (and lower left block).</a:t>
            </a:r>
          </a:p>
        </p:txBody>
      </p:sp>
      <p:pic>
        <p:nvPicPr>
          <p:cNvPr id="4" name="Picture 3" descr="A grid of sudoku puzzle&#10;&#10;Description automatically generated">
            <a:extLst>
              <a:ext uri="{FF2B5EF4-FFF2-40B4-BE49-F238E27FC236}">
                <a16:creationId xmlns:a16="http://schemas.microsoft.com/office/drawing/2014/main" id="{9F8D378A-1F4D-C73E-E600-555CEB32B06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9756B81-79B4-4DA7-113D-1AC3BC1CB55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49B46E5-2E87-FAD3-8CDD-2F2EADC534B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69665C7-1208-3E15-4360-51AADEE55EA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C044991-C35A-B12D-9E52-728DD49D07E0}"/>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52FEF32F-A941-0E17-28DF-8B52B1DFE339}"/>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92708F0C-C2E7-D44D-00AE-3BF48F95D5B5}"/>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a:t>
            </a:r>
          </a:p>
        </p:txBody>
      </p:sp>
      <p:sp>
        <p:nvSpPr>
          <p:cNvPr id="10" name="TextBox 9">
            <a:extLst>
              <a:ext uri="{FF2B5EF4-FFF2-40B4-BE49-F238E27FC236}">
                <a16:creationId xmlns:a16="http://schemas.microsoft.com/office/drawing/2014/main" id="{F85682B9-D8A3-9956-FC44-4B8E9C2AAFB0}"/>
              </a:ext>
            </a:extLst>
          </p:cNvPr>
          <p:cNvSpPr txBox="1"/>
          <p:nvPr/>
        </p:nvSpPr>
        <p:spPr>
          <a:xfrm>
            <a:off x="6654802" y="4408541"/>
            <a:ext cx="570089" cy="230832"/>
          </a:xfrm>
          <a:prstGeom prst="rect">
            <a:avLst/>
          </a:prstGeom>
          <a:noFill/>
        </p:spPr>
        <p:txBody>
          <a:bodyPr wrap="square" rtlCol="0">
            <a:spAutoFit/>
          </a:bodyPr>
          <a:lstStyle/>
          <a:p>
            <a:pPr algn="ctr"/>
            <a:r>
              <a:rPr lang="en-US" sz="900" dirty="0"/>
              <a:t>578</a:t>
            </a:r>
          </a:p>
        </p:txBody>
      </p:sp>
      <p:sp>
        <p:nvSpPr>
          <p:cNvPr id="11" name="TextBox 10">
            <a:extLst>
              <a:ext uri="{FF2B5EF4-FFF2-40B4-BE49-F238E27FC236}">
                <a16:creationId xmlns:a16="http://schemas.microsoft.com/office/drawing/2014/main" id="{A49882DB-1DF5-F44B-099D-29B8A60D91A6}"/>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68CD1617-DAE4-ECFE-D786-897C5470E040}"/>
              </a:ext>
            </a:extLst>
          </p:cNvPr>
          <p:cNvSpPr txBox="1"/>
          <p:nvPr/>
        </p:nvSpPr>
        <p:spPr>
          <a:xfrm>
            <a:off x="4143022" y="4408541"/>
            <a:ext cx="570089" cy="230832"/>
          </a:xfrm>
          <a:prstGeom prst="rect">
            <a:avLst/>
          </a:prstGeom>
          <a:noFill/>
        </p:spPr>
        <p:txBody>
          <a:bodyPr wrap="square" rtlCol="0">
            <a:spAutoFit/>
          </a:bodyPr>
          <a:lstStyle/>
          <a:p>
            <a:pPr algn="ctr"/>
            <a:r>
              <a:rPr lang="en-US" sz="900" dirty="0"/>
              <a:t>47</a:t>
            </a:r>
          </a:p>
        </p:txBody>
      </p:sp>
      <p:sp>
        <p:nvSpPr>
          <p:cNvPr id="13" name="TextBox 12">
            <a:extLst>
              <a:ext uri="{FF2B5EF4-FFF2-40B4-BE49-F238E27FC236}">
                <a16:creationId xmlns:a16="http://schemas.microsoft.com/office/drawing/2014/main" id="{30B730E2-037A-0AEA-0DD1-DC0DA4DD2085}"/>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F15C8B96-4231-6A03-6133-F4C53A59C5B2}"/>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CB806999-BE02-D7C3-AA08-B486485991DF}"/>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50E10B8D-D83F-ADD7-9D0A-4FD8E8941C0D}"/>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74426E4E-E16C-998F-1342-05EF4B0B2F88}"/>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55E22133-43D9-669E-BED5-BEE2C4D95F52}"/>
              </a:ext>
            </a:extLst>
          </p:cNvPr>
          <p:cNvSpPr txBox="1"/>
          <p:nvPr/>
        </p:nvSpPr>
        <p:spPr>
          <a:xfrm>
            <a:off x="4645378"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59</a:t>
            </a:r>
          </a:p>
        </p:txBody>
      </p:sp>
      <p:sp>
        <p:nvSpPr>
          <p:cNvPr id="27" name="TextBox 26">
            <a:extLst>
              <a:ext uri="{FF2B5EF4-FFF2-40B4-BE49-F238E27FC236}">
                <a16:creationId xmlns:a16="http://schemas.microsoft.com/office/drawing/2014/main" id="{03BCAB26-F901-112E-68B7-EA7184D5D4C2}"/>
              </a:ext>
            </a:extLst>
          </p:cNvPr>
          <p:cNvSpPr txBox="1"/>
          <p:nvPr/>
        </p:nvSpPr>
        <p:spPr>
          <a:xfrm>
            <a:off x="4645378" y="3406653"/>
            <a:ext cx="570089" cy="230832"/>
          </a:xfrm>
          <a:prstGeom prst="rect">
            <a:avLst/>
          </a:prstGeom>
          <a:solidFill>
            <a:schemeClr val="accent6">
              <a:lumMod val="20000"/>
              <a:lumOff val="80000"/>
            </a:schemeClr>
          </a:solidFill>
        </p:spPr>
        <p:txBody>
          <a:bodyPr wrap="square" rtlCol="0">
            <a:spAutoFit/>
          </a:bodyPr>
          <a:lstStyle/>
          <a:p>
            <a:pPr algn="ctr"/>
            <a:r>
              <a:rPr lang="en-US" sz="900" dirty="0"/>
              <a:t>95</a:t>
            </a:r>
          </a:p>
        </p:txBody>
      </p:sp>
      <p:sp>
        <p:nvSpPr>
          <p:cNvPr id="32" name="TextBox 31">
            <a:extLst>
              <a:ext uri="{FF2B5EF4-FFF2-40B4-BE49-F238E27FC236}">
                <a16:creationId xmlns:a16="http://schemas.microsoft.com/office/drawing/2014/main" id="{3789C82D-55AF-4414-F7BD-4486D4E9C500}"/>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5A723D7B-C4F8-2572-632E-28428527981C}"/>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C6ABC1C0-D747-98EA-171C-32BF8362B4F6}"/>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52B1DD1C-A464-67C0-A89D-FA30E5F50D7B}"/>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B0C593A5-F0F4-8086-C563-E38F39F92D68}"/>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9FFADFEA-85CD-396C-0406-755787D52D82}"/>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6AC4A202-4F5C-DF5D-3974-186197CB37C0}"/>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40" name="TextBox 39">
            <a:extLst>
              <a:ext uri="{FF2B5EF4-FFF2-40B4-BE49-F238E27FC236}">
                <a16:creationId xmlns:a16="http://schemas.microsoft.com/office/drawing/2014/main" id="{4DEF4B87-75FB-6CFF-BADB-831C73C7ECDA}"/>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328071B9-1A28-675B-FDEB-85074753C864}"/>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8CEE5699-A030-B3B8-A4EB-EA0F108A7F60}"/>
              </a:ext>
            </a:extLst>
          </p:cNvPr>
          <p:cNvSpPr txBox="1"/>
          <p:nvPr/>
        </p:nvSpPr>
        <p:spPr>
          <a:xfrm>
            <a:off x="6654802" y="901933"/>
            <a:ext cx="570089" cy="230832"/>
          </a:xfrm>
          <a:prstGeom prst="rect">
            <a:avLst/>
          </a:prstGeom>
          <a:noFill/>
        </p:spPr>
        <p:txBody>
          <a:bodyPr wrap="square" rtlCol="0">
            <a:spAutoFit/>
          </a:bodyPr>
          <a:lstStyle/>
          <a:p>
            <a:pPr algn="ctr"/>
            <a:r>
              <a:rPr lang="en-US" sz="900" dirty="0"/>
              <a:t>84</a:t>
            </a:r>
          </a:p>
        </p:txBody>
      </p:sp>
      <p:sp>
        <p:nvSpPr>
          <p:cNvPr id="45" name="TextBox 44">
            <a:extLst>
              <a:ext uri="{FF2B5EF4-FFF2-40B4-BE49-F238E27FC236}">
                <a16:creationId xmlns:a16="http://schemas.microsoft.com/office/drawing/2014/main" id="{FC5E7B82-E0E5-FB86-8016-9063FB3D5127}"/>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1347</a:t>
            </a:r>
          </a:p>
        </p:txBody>
      </p:sp>
      <p:sp>
        <p:nvSpPr>
          <p:cNvPr id="46" name="TextBox 45">
            <a:extLst>
              <a:ext uri="{FF2B5EF4-FFF2-40B4-BE49-F238E27FC236}">
                <a16:creationId xmlns:a16="http://schemas.microsoft.com/office/drawing/2014/main" id="{ECDDC1B6-B3F5-7A40-B2C8-1E0664EBCD27}"/>
              </a:ext>
            </a:extLst>
          </p:cNvPr>
          <p:cNvSpPr txBox="1"/>
          <p:nvPr/>
        </p:nvSpPr>
        <p:spPr>
          <a:xfrm>
            <a:off x="4143022" y="1402877"/>
            <a:ext cx="570089" cy="230832"/>
          </a:xfrm>
          <a:prstGeom prst="rect">
            <a:avLst/>
          </a:prstGeom>
          <a:noFill/>
        </p:spPr>
        <p:txBody>
          <a:bodyPr wrap="square" rtlCol="0">
            <a:spAutoFit/>
          </a:bodyPr>
          <a:lstStyle/>
          <a:p>
            <a:pPr algn="ctr"/>
            <a:r>
              <a:rPr lang="en-US" sz="900" dirty="0"/>
              <a:t>347</a:t>
            </a:r>
          </a:p>
        </p:txBody>
      </p:sp>
      <p:sp>
        <p:nvSpPr>
          <p:cNvPr id="47" name="TextBox 46">
            <a:extLst>
              <a:ext uri="{FF2B5EF4-FFF2-40B4-BE49-F238E27FC236}">
                <a16:creationId xmlns:a16="http://schemas.microsoft.com/office/drawing/2014/main" id="{27A03655-0AF7-0E3A-6CB6-CB29D060E605}"/>
              </a:ext>
            </a:extLst>
          </p:cNvPr>
          <p:cNvSpPr txBox="1"/>
          <p:nvPr/>
        </p:nvSpPr>
        <p:spPr>
          <a:xfrm>
            <a:off x="6152446" y="1402877"/>
            <a:ext cx="570089" cy="230832"/>
          </a:xfrm>
          <a:prstGeom prst="rect">
            <a:avLst/>
          </a:prstGeom>
          <a:noFill/>
        </p:spPr>
        <p:txBody>
          <a:bodyPr wrap="square" rtlCol="0">
            <a:spAutoFit/>
          </a:bodyPr>
          <a:lstStyle/>
          <a:p>
            <a:pPr algn="ctr"/>
            <a:r>
              <a:rPr lang="en-US" sz="900" dirty="0"/>
              <a:t>137</a:t>
            </a:r>
          </a:p>
        </p:txBody>
      </p:sp>
      <p:sp>
        <p:nvSpPr>
          <p:cNvPr id="49" name="TextBox 48">
            <a:extLst>
              <a:ext uri="{FF2B5EF4-FFF2-40B4-BE49-F238E27FC236}">
                <a16:creationId xmlns:a16="http://schemas.microsoft.com/office/drawing/2014/main" id="{A739E2D1-B824-EB33-D7FE-C126D430D64C}"/>
              </a:ext>
            </a:extLst>
          </p:cNvPr>
          <p:cNvSpPr txBox="1"/>
          <p:nvPr/>
        </p:nvSpPr>
        <p:spPr>
          <a:xfrm>
            <a:off x="3138310" y="1402877"/>
            <a:ext cx="570089" cy="230832"/>
          </a:xfrm>
          <a:prstGeom prst="rect">
            <a:avLst/>
          </a:prstGeom>
          <a:noFill/>
        </p:spPr>
        <p:txBody>
          <a:bodyPr wrap="square" rtlCol="0">
            <a:spAutoFit/>
          </a:bodyPr>
          <a:lstStyle/>
          <a:p>
            <a:pPr algn="ctr"/>
            <a:r>
              <a:rPr lang="en-US" sz="900" dirty="0"/>
              <a:t>347</a:t>
            </a:r>
          </a:p>
        </p:txBody>
      </p:sp>
      <p:sp>
        <p:nvSpPr>
          <p:cNvPr id="50" name="TextBox 49">
            <a:extLst>
              <a:ext uri="{FF2B5EF4-FFF2-40B4-BE49-F238E27FC236}">
                <a16:creationId xmlns:a16="http://schemas.microsoft.com/office/drawing/2014/main" id="{48EC8F04-1496-F44A-E699-168FE91DE112}"/>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a:t>
            </a:r>
          </a:p>
        </p:txBody>
      </p:sp>
      <p:sp>
        <p:nvSpPr>
          <p:cNvPr id="51" name="TextBox 50">
            <a:extLst>
              <a:ext uri="{FF2B5EF4-FFF2-40B4-BE49-F238E27FC236}">
                <a16:creationId xmlns:a16="http://schemas.microsoft.com/office/drawing/2014/main" id="{3B2D3513-9E00-D1BA-A9E3-9C128139F332}"/>
              </a:ext>
            </a:extLst>
          </p:cNvPr>
          <p:cNvSpPr txBox="1"/>
          <p:nvPr/>
        </p:nvSpPr>
        <p:spPr>
          <a:xfrm>
            <a:off x="6654802" y="1903821"/>
            <a:ext cx="570089" cy="230832"/>
          </a:xfrm>
          <a:prstGeom prst="rect">
            <a:avLst/>
          </a:prstGeom>
          <a:noFill/>
        </p:spPr>
        <p:txBody>
          <a:bodyPr wrap="square" rtlCol="0">
            <a:spAutoFit/>
          </a:bodyPr>
          <a:lstStyle/>
          <a:p>
            <a:pPr algn="ctr"/>
            <a:r>
              <a:rPr lang="en-US" sz="900" dirty="0"/>
              <a:t>37</a:t>
            </a:r>
          </a:p>
        </p:txBody>
      </p:sp>
      <p:sp>
        <p:nvSpPr>
          <p:cNvPr id="52" name="TextBox 51">
            <a:extLst>
              <a:ext uri="{FF2B5EF4-FFF2-40B4-BE49-F238E27FC236}">
                <a16:creationId xmlns:a16="http://schemas.microsoft.com/office/drawing/2014/main" id="{2D70F164-C7FB-70E4-201B-12BF4DC5E71C}"/>
              </a:ext>
            </a:extLst>
          </p:cNvPr>
          <p:cNvSpPr txBox="1"/>
          <p:nvPr/>
        </p:nvSpPr>
        <p:spPr>
          <a:xfrm>
            <a:off x="7157158" y="1903821"/>
            <a:ext cx="570089" cy="230832"/>
          </a:xfrm>
          <a:prstGeom prst="rect">
            <a:avLst/>
          </a:prstGeom>
          <a:noFill/>
        </p:spPr>
        <p:txBody>
          <a:bodyPr wrap="square" rtlCol="0">
            <a:spAutoFit/>
          </a:bodyPr>
          <a:lstStyle/>
          <a:p>
            <a:pPr algn="ctr"/>
            <a:r>
              <a:rPr lang="en-US" sz="900" dirty="0"/>
              <a:t>13</a:t>
            </a:r>
          </a:p>
        </p:txBody>
      </p:sp>
      <p:sp>
        <p:nvSpPr>
          <p:cNvPr id="53" name="TextBox 52">
            <a:extLst>
              <a:ext uri="{FF2B5EF4-FFF2-40B4-BE49-F238E27FC236}">
                <a16:creationId xmlns:a16="http://schemas.microsoft.com/office/drawing/2014/main" id="{16CC84CB-FB83-9584-B807-F772D1F118B9}"/>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a:t>
            </a:r>
          </a:p>
        </p:txBody>
      </p:sp>
      <p:sp>
        <p:nvSpPr>
          <p:cNvPr id="54" name="TextBox 53">
            <a:extLst>
              <a:ext uri="{FF2B5EF4-FFF2-40B4-BE49-F238E27FC236}">
                <a16:creationId xmlns:a16="http://schemas.microsoft.com/office/drawing/2014/main" id="{E1D35CF4-049B-37C1-9BBF-650C6EC08ADA}"/>
              </a:ext>
            </a:extLst>
          </p:cNvPr>
          <p:cNvSpPr txBox="1"/>
          <p:nvPr/>
        </p:nvSpPr>
        <p:spPr>
          <a:xfrm>
            <a:off x="3640666" y="2404765"/>
            <a:ext cx="570089" cy="230832"/>
          </a:xfrm>
          <a:prstGeom prst="rect">
            <a:avLst/>
          </a:prstGeom>
          <a:noFill/>
        </p:spPr>
        <p:txBody>
          <a:bodyPr wrap="square" rtlCol="0">
            <a:spAutoFit/>
          </a:bodyPr>
          <a:lstStyle/>
          <a:p>
            <a:pPr algn="ctr"/>
            <a:r>
              <a:rPr lang="en-US" sz="900" dirty="0"/>
              <a:t>87</a:t>
            </a:r>
          </a:p>
        </p:txBody>
      </p:sp>
      <p:sp>
        <p:nvSpPr>
          <p:cNvPr id="57" name="TextBox 56">
            <a:extLst>
              <a:ext uri="{FF2B5EF4-FFF2-40B4-BE49-F238E27FC236}">
                <a16:creationId xmlns:a16="http://schemas.microsoft.com/office/drawing/2014/main" id="{A38C7AC1-41B9-DFEC-B905-55F102BAA89A}"/>
              </a:ext>
            </a:extLst>
          </p:cNvPr>
          <p:cNvSpPr txBox="1"/>
          <p:nvPr/>
        </p:nvSpPr>
        <p:spPr>
          <a:xfrm>
            <a:off x="3138310" y="2404765"/>
            <a:ext cx="570089" cy="230832"/>
          </a:xfrm>
          <a:prstGeom prst="rect">
            <a:avLst/>
          </a:prstGeom>
          <a:noFill/>
        </p:spPr>
        <p:txBody>
          <a:bodyPr wrap="square" rtlCol="0">
            <a:spAutoFit/>
          </a:bodyPr>
          <a:lstStyle/>
          <a:p>
            <a:pPr algn="ctr"/>
            <a:r>
              <a:rPr lang="en-US" sz="900" dirty="0"/>
              <a:t>78</a:t>
            </a:r>
          </a:p>
        </p:txBody>
      </p:sp>
      <p:sp>
        <p:nvSpPr>
          <p:cNvPr id="58" name="TextBox 57">
            <a:extLst>
              <a:ext uri="{FF2B5EF4-FFF2-40B4-BE49-F238E27FC236}">
                <a16:creationId xmlns:a16="http://schemas.microsoft.com/office/drawing/2014/main" id="{7DD1329D-A10D-3C4F-FBE2-9AD353D3DADC}"/>
              </a:ext>
            </a:extLst>
          </p:cNvPr>
          <p:cNvSpPr txBox="1"/>
          <p:nvPr/>
        </p:nvSpPr>
        <p:spPr>
          <a:xfrm>
            <a:off x="7157158" y="2905709"/>
            <a:ext cx="570089" cy="230832"/>
          </a:xfrm>
          <a:prstGeom prst="rect">
            <a:avLst/>
          </a:prstGeom>
          <a:noFill/>
        </p:spPr>
        <p:txBody>
          <a:bodyPr wrap="square" rtlCol="0">
            <a:spAutoFit/>
          </a:bodyPr>
          <a:lstStyle/>
          <a:p>
            <a:pPr algn="ctr"/>
            <a:r>
              <a:rPr lang="en-US" sz="900" dirty="0"/>
              <a:t>83</a:t>
            </a:r>
          </a:p>
        </p:txBody>
      </p:sp>
      <p:sp>
        <p:nvSpPr>
          <p:cNvPr id="59" name="TextBox 58">
            <a:extLst>
              <a:ext uri="{FF2B5EF4-FFF2-40B4-BE49-F238E27FC236}">
                <a16:creationId xmlns:a16="http://schemas.microsoft.com/office/drawing/2014/main" id="{E782B21D-57E6-8362-6A32-B45D85FD8004}"/>
              </a:ext>
            </a:extLst>
          </p:cNvPr>
          <p:cNvSpPr txBox="1"/>
          <p:nvPr/>
        </p:nvSpPr>
        <p:spPr>
          <a:xfrm>
            <a:off x="3138310"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65</a:t>
            </a:r>
          </a:p>
        </p:txBody>
      </p:sp>
      <p:sp>
        <p:nvSpPr>
          <p:cNvPr id="61" name="TextBox 60">
            <a:extLst>
              <a:ext uri="{FF2B5EF4-FFF2-40B4-BE49-F238E27FC236}">
                <a16:creationId xmlns:a16="http://schemas.microsoft.com/office/drawing/2014/main" id="{6A2461D2-98CC-AF39-3755-E97A0004C916}"/>
              </a:ext>
            </a:extLst>
          </p:cNvPr>
          <p:cNvSpPr txBox="1"/>
          <p:nvPr/>
        </p:nvSpPr>
        <p:spPr>
          <a:xfrm>
            <a:off x="3138310" y="3406653"/>
            <a:ext cx="570089" cy="230832"/>
          </a:xfrm>
          <a:prstGeom prst="rect">
            <a:avLst/>
          </a:prstGeom>
          <a:solidFill>
            <a:schemeClr val="accent6">
              <a:lumMod val="20000"/>
              <a:lumOff val="80000"/>
            </a:schemeClr>
          </a:solidFill>
        </p:spPr>
        <p:txBody>
          <a:bodyPr wrap="square" rtlCol="0">
            <a:spAutoFit/>
          </a:bodyPr>
          <a:lstStyle/>
          <a:p>
            <a:pPr algn="ctr"/>
            <a:r>
              <a:rPr lang="en-US" sz="900" dirty="0"/>
              <a:t>54</a:t>
            </a:r>
          </a:p>
        </p:txBody>
      </p:sp>
      <p:sp>
        <p:nvSpPr>
          <p:cNvPr id="64" name="TextBox 63">
            <a:extLst>
              <a:ext uri="{FF2B5EF4-FFF2-40B4-BE49-F238E27FC236}">
                <a16:creationId xmlns:a16="http://schemas.microsoft.com/office/drawing/2014/main" id="{9E0417E5-3D84-D58F-85E3-85688EE9A5C8}"/>
              </a:ext>
            </a:extLst>
          </p:cNvPr>
          <p:cNvSpPr txBox="1"/>
          <p:nvPr/>
        </p:nvSpPr>
        <p:spPr>
          <a:xfrm>
            <a:off x="3640666" y="3406653"/>
            <a:ext cx="570089" cy="230832"/>
          </a:xfrm>
          <a:prstGeom prst="rect">
            <a:avLst/>
          </a:prstGeom>
          <a:noFill/>
        </p:spPr>
        <p:txBody>
          <a:bodyPr wrap="square" rtlCol="0">
            <a:spAutoFit/>
          </a:bodyPr>
          <a:lstStyle/>
          <a:p>
            <a:pPr algn="ctr"/>
            <a:r>
              <a:rPr lang="en-US" sz="900" dirty="0"/>
              <a:t>34</a:t>
            </a:r>
          </a:p>
        </p:txBody>
      </p:sp>
      <p:sp>
        <p:nvSpPr>
          <p:cNvPr id="66" name="TextBox 65">
            <a:extLst>
              <a:ext uri="{FF2B5EF4-FFF2-40B4-BE49-F238E27FC236}">
                <a16:creationId xmlns:a16="http://schemas.microsoft.com/office/drawing/2014/main" id="{6C47F06E-9C99-FC83-1EED-1F3D1E3D09E6}"/>
              </a:ext>
            </a:extLst>
          </p:cNvPr>
          <p:cNvSpPr txBox="1"/>
          <p:nvPr/>
        </p:nvSpPr>
        <p:spPr>
          <a:xfrm>
            <a:off x="3640666" y="3907597"/>
            <a:ext cx="570089" cy="230832"/>
          </a:xfrm>
          <a:prstGeom prst="rect">
            <a:avLst/>
          </a:prstGeom>
          <a:noFill/>
        </p:spPr>
        <p:txBody>
          <a:bodyPr wrap="square" rtlCol="0">
            <a:spAutoFit/>
          </a:bodyPr>
          <a:lstStyle/>
          <a:p>
            <a:pPr algn="ctr"/>
            <a:r>
              <a:rPr lang="en-US" sz="900" dirty="0"/>
              <a:t>53</a:t>
            </a:r>
          </a:p>
        </p:txBody>
      </p:sp>
      <p:sp>
        <p:nvSpPr>
          <p:cNvPr id="68" name="TextBox 67">
            <a:extLst>
              <a:ext uri="{FF2B5EF4-FFF2-40B4-BE49-F238E27FC236}">
                <a16:creationId xmlns:a16="http://schemas.microsoft.com/office/drawing/2014/main" id="{200450FF-87AD-2E7F-7720-06054F5998E5}"/>
              </a:ext>
            </a:extLst>
          </p:cNvPr>
          <p:cNvSpPr txBox="1"/>
          <p:nvPr/>
        </p:nvSpPr>
        <p:spPr>
          <a:xfrm>
            <a:off x="6654802" y="3907597"/>
            <a:ext cx="570089" cy="230832"/>
          </a:xfrm>
          <a:prstGeom prst="rect">
            <a:avLst/>
          </a:prstGeom>
          <a:noFill/>
        </p:spPr>
        <p:txBody>
          <a:bodyPr wrap="square" rtlCol="0">
            <a:spAutoFit/>
          </a:bodyPr>
          <a:lstStyle/>
          <a:p>
            <a:pPr algn="ctr"/>
            <a:r>
              <a:rPr lang="en-US" sz="900" dirty="0"/>
              <a:t>35</a:t>
            </a:r>
          </a:p>
        </p:txBody>
      </p:sp>
      <p:sp>
        <p:nvSpPr>
          <p:cNvPr id="69" name="TextBox 68">
            <a:extLst>
              <a:ext uri="{FF2B5EF4-FFF2-40B4-BE49-F238E27FC236}">
                <a16:creationId xmlns:a16="http://schemas.microsoft.com/office/drawing/2014/main" id="{C61FB320-9065-128D-6C30-03E6627B76FE}"/>
              </a:ext>
            </a:extLst>
          </p:cNvPr>
          <p:cNvSpPr txBox="1"/>
          <p:nvPr/>
        </p:nvSpPr>
        <p:spPr>
          <a:xfrm>
            <a:off x="3640666" y="4909484"/>
            <a:ext cx="570089" cy="230832"/>
          </a:xfrm>
          <a:prstGeom prst="rect">
            <a:avLst/>
          </a:prstGeom>
          <a:noFill/>
        </p:spPr>
        <p:txBody>
          <a:bodyPr wrap="square" rtlCol="0">
            <a:spAutoFit/>
          </a:bodyPr>
          <a:lstStyle/>
          <a:p>
            <a:pPr algn="ctr"/>
            <a:r>
              <a:rPr lang="en-US" sz="900" dirty="0"/>
              <a:t>367</a:t>
            </a:r>
          </a:p>
        </p:txBody>
      </p:sp>
      <p:sp>
        <p:nvSpPr>
          <p:cNvPr id="70" name="TextBox 69">
            <a:extLst>
              <a:ext uri="{FF2B5EF4-FFF2-40B4-BE49-F238E27FC236}">
                <a16:creationId xmlns:a16="http://schemas.microsoft.com/office/drawing/2014/main" id="{C7D47595-DD04-5992-974F-FB5C7425D8B1}"/>
              </a:ext>
            </a:extLst>
          </p:cNvPr>
          <p:cNvSpPr txBox="1"/>
          <p:nvPr/>
        </p:nvSpPr>
        <p:spPr>
          <a:xfrm>
            <a:off x="4143022"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63</a:t>
            </a:r>
          </a:p>
        </p:txBody>
      </p:sp>
      <p:sp>
        <p:nvSpPr>
          <p:cNvPr id="71" name="TextBox 70">
            <a:extLst>
              <a:ext uri="{FF2B5EF4-FFF2-40B4-BE49-F238E27FC236}">
                <a16:creationId xmlns:a16="http://schemas.microsoft.com/office/drawing/2014/main" id="{AFDB2C61-A7E4-5542-5F9C-DB794C4827C0}"/>
              </a:ext>
            </a:extLst>
          </p:cNvPr>
          <p:cNvSpPr txBox="1"/>
          <p:nvPr/>
        </p:nvSpPr>
        <p:spPr>
          <a:xfrm>
            <a:off x="6152446" y="4909484"/>
            <a:ext cx="570089" cy="230832"/>
          </a:xfrm>
          <a:prstGeom prst="rect">
            <a:avLst/>
          </a:prstGeom>
          <a:noFill/>
        </p:spPr>
        <p:txBody>
          <a:bodyPr wrap="square" rtlCol="0">
            <a:spAutoFit/>
          </a:bodyPr>
          <a:lstStyle/>
          <a:p>
            <a:pPr algn="ctr"/>
            <a:r>
              <a:rPr lang="en-US" sz="900" dirty="0"/>
              <a:t>1347</a:t>
            </a:r>
          </a:p>
        </p:txBody>
      </p:sp>
      <p:sp>
        <p:nvSpPr>
          <p:cNvPr id="72" name="TextBox 71">
            <a:extLst>
              <a:ext uri="{FF2B5EF4-FFF2-40B4-BE49-F238E27FC236}">
                <a16:creationId xmlns:a16="http://schemas.microsoft.com/office/drawing/2014/main" id="{0069FAF4-B465-8773-2B67-216DA5D72A70}"/>
              </a:ext>
            </a:extLst>
          </p:cNvPr>
          <p:cNvSpPr txBox="1"/>
          <p:nvPr/>
        </p:nvSpPr>
        <p:spPr>
          <a:xfrm>
            <a:off x="6654802" y="4909484"/>
            <a:ext cx="570089" cy="230832"/>
          </a:xfrm>
          <a:prstGeom prst="rect">
            <a:avLst/>
          </a:prstGeom>
          <a:noFill/>
        </p:spPr>
        <p:txBody>
          <a:bodyPr wrap="square" rtlCol="0">
            <a:spAutoFit/>
          </a:bodyPr>
          <a:lstStyle/>
          <a:p>
            <a:pPr algn="ctr"/>
            <a:r>
              <a:rPr lang="en-US" sz="900" dirty="0"/>
              <a:t>347</a:t>
            </a:r>
          </a:p>
        </p:txBody>
      </p:sp>
      <p:sp>
        <p:nvSpPr>
          <p:cNvPr id="73" name="TextBox 72">
            <a:extLst>
              <a:ext uri="{FF2B5EF4-FFF2-40B4-BE49-F238E27FC236}">
                <a16:creationId xmlns:a16="http://schemas.microsoft.com/office/drawing/2014/main" id="{D9BBE6D1-B368-682D-FEC6-EB294FC40578}"/>
              </a:ext>
            </a:extLst>
          </p:cNvPr>
          <p:cNvSpPr txBox="1"/>
          <p:nvPr/>
        </p:nvSpPr>
        <p:spPr>
          <a:xfrm>
            <a:off x="7157158" y="3907597"/>
            <a:ext cx="570089" cy="230832"/>
          </a:xfrm>
          <a:prstGeom prst="rect">
            <a:avLst/>
          </a:prstGeom>
          <a:noFill/>
        </p:spPr>
        <p:txBody>
          <a:bodyPr wrap="square" rtlCol="0">
            <a:spAutoFit/>
          </a:bodyPr>
          <a:lstStyle/>
          <a:p>
            <a:pPr algn="ctr"/>
            <a:r>
              <a:rPr lang="en-US" sz="900" dirty="0"/>
              <a:t>98</a:t>
            </a:r>
          </a:p>
        </p:txBody>
      </p:sp>
      <p:sp>
        <p:nvSpPr>
          <p:cNvPr id="74" name="TextBox 73">
            <a:extLst>
              <a:ext uri="{FF2B5EF4-FFF2-40B4-BE49-F238E27FC236}">
                <a16:creationId xmlns:a16="http://schemas.microsoft.com/office/drawing/2014/main" id="{C5ABB43A-C055-8EF8-6959-77C33ACA0F90}"/>
              </a:ext>
            </a:extLst>
          </p:cNvPr>
          <p:cNvSpPr txBox="1"/>
          <p:nvPr/>
        </p:nvSpPr>
        <p:spPr>
          <a:xfrm>
            <a:off x="3138310" y="3907597"/>
            <a:ext cx="570089" cy="230832"/>
          </a:xfrm>
          <a:prstGeom prst="rect">
            <a:avLst/>
          </a:prstGeom>
          <a:noFill/>
        </p:spPr>
        <p:txBody>
          <a:bodyPr wrap="square" rtlCol="0">
            <a:spAutoFit/>
          </a:bodyPr>
          <a:lstStyle/>
          <a:p>
            <a:pPr algn="ctr"/>
            <a:r>
              <a:rPr lang="en-US" sz="900" dirty="0"/>
              <a:t>89</a:t>
            </a:r>
          </a:p>
        </p:txBody>
      </p:sp>
      <p:sp>
        <p:nvSpPr>
          <p:cNvPr id="75" name="TextBox 74">
            <a:extLst>
              <a:ext uri="{FF2B5EF4-FFF2-40B4-BE49-F238E27FC236}">
                <a16:creationId xmlns:a16="http://schemas.microsoft.com/office/drawing/2014/main" id="{675E0C5A-8DF8-CECB-00E2-8A704767F3C3}"/>
              </a:ext>
            </a:extLst>
          </p:cNvPr>
          <p:cNvSpPr txBox="1"/>
          <p:nvPr/>
        </p:nvSpPr>
        <p:spPr>
          <a:xfrm>
            <a:off x="7157158" y="4909484"/>
            <a:ext cx="570089" cy="230832"/>
          </a:xfrm>
          <a:prstGeom prst="rect">
            <a:avLst/>
          </a:prstGeom>
          <a:noFill/>
        </p:spPr>
        <p:txBody>
          <a:bodyPr wrap="square" rtlCol="0">
            <a:spAutoFit/>
          </a:bodyPr>
          <a:lstStyle/>
          <a:p>
            <a:pPr algn="ctr"/>
            <a:r>
              <a:rPr lang="en-US" sz="900" dirty="0"/>
              <a:t>139</a:t>
            </a:r>
          </a:p>
        </p:txBody>
      </p:sp>
      <p:sp>
        <p:nvSpPr>
          <p:cNvPr id="76" name="TextBox 75">
            <a:extLst>
              <a:ext uri="{FF2B5EF4-FFF2-40B4-BE49-F238E27FC236}">
                <a16:creationId xmlns:a16="http://schemas.microsoft.com/office/drawing/2014/main" id="{D0CAB735-9F01-3722-0723-998C2B232A55}"/>
              </a:ext>
            </a:extLst>
          </p:cNvPr>
          <p:cNvSpPr txBox="1"/>
          <p:nvPr/>
        </p:nvSpPr>
        <p:spPr>
          <a:xfrm>
            <a:off x="3138310" y="4909484"/>
            <a:ext cx="570089" cy="230832"/>
          </a:xfrm>
          <a:prstGeom prst="rect">
            <a:avLst/>
          </a:prstGeom>
          <a:noFill/>
        </p:spPr>
        <p:txBody>
          <a:bodyPr wrap="square" rtlCol="0">
            <a:spAutoFit/>
          </a:bodyPr>
          <a:lstStyle/>
          <a:p>
            <a:pPr algn="ctr"/>
            <a:r>
              <a:rPr lang="en-US" sz="900" dirty="0"/>
              <a:t>3679</a:t>
            </a:r>
          </a:p>
        </p:txBody>
      </p:sp>
      <p:sp>
        <p:nvSpPr>
          <p:cNvPr id="77" name="TextBox 76">
            <a:extLst>
              <a:ext uri="{FF2B5EF4-FFF2-40B4-BE49-F238E27FC236}">
                <a16:creationId xmlns:a16="http://schemas.microsoft.com/office/drawing/2014/main" id="{4D4DE4C7-E76B-6A22-0775-A033D241D237}"/>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A8918FE4-737C-5035-C838-8591AC5898FA}"/>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EAA09B2E-5F09-182F-2856-460E7BD07230}"/>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2D592CAD-A7B8-0A7F-E419-291AB4F7AC71}"/>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15392B8B-F651-DC0A-250D-C6070C218C63}"/>
              </a:ext>
            </a:extLst>
          </p:cNvPr>
          <p:cNvSpPr txBox="1"/>
          <p:nvPr/>
        </p:nvSpPr>
        <p:spPr>
          <a:xfrm>
            <a:off x="4216401" y="721216"/>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3F4E54F3-7ADF-78FB-AAFA-92C8D63292AF}"/>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73DBDE3D-97C9-AE70-9456-059142643D12}"/>
              </a:ext>
            </a:extLst>
          </p:cNvPr>
          <p:cNvSpPr txBox="1"/>
          <p:nvPr/>
        </p:nvSpPr>
        <p:spPr>
          <a:xfrm>
            <a:off x="6152446" y="2905709"/>
            <a:ext cx="570089" cy="230832"/>
          </a:xfrm>
          <a:prstGeom prst="rect">
            <a:avLst/>
          </a:prstGeom>
          <a:noFill/>
        </p:spPr>
        <p:txBody>
          <a:bodyPr wrap="square" rtlCol="0">
            <a:spAutoFit/>
          </a:bodyPr>
          <a:lstStyle/>
          <a:p>
            <a:pPr algn="ctr"/>
            <a:r>
              <a:rPr lang="en-US" sz="900" dirty="0"/>
              <a:t>38</a:t>
            </a:r>
          </a:p>
        </p:txBody>
      </p:sp>
      <p:sp>
        <p:nvSpPr>
          <p:cNvPr id="39" name="TextBox 38">
            <a:extLst>
              <a:ext uri="{FF2B5EF4-FFF2-40B4-BE49-F238E27FC236}">
                <a16:creationId xmlns:a16="http://schemas.microsoft.com/office/drawing/2014/main" id="{E6917132-EE7D-1709-7C42-F94BA00D0750}"/>
              </a:ext>
            </a:extLst>
          </p:cNvPr>
          <p:cNvSpPr txBox="1"/>
          <p:nvPr/>
        </p:nvSpPr>
        <p:spPr>
          <a:xfrm>
            <a:off x="4216401" y="1727886"/>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C140EE7A-51D0-199A-C203-DFCEB41A77AA}"/>
              </a:ext>
            </a:extLst>
          </p:cNvPr>
          <p:cNvSpPr txBox="1"/>
          <p:nvPr/>
        </p:nvSpPr>
        <p:spPr>
          <a:xfrm>
            <a:off x="4143022"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96</a:t>
            </a:r>
          </a:p>
        </p:txBody>
      </p:sp>
      <p:sp>
        <p:nvSpPr>
          <p:cNvPr id="48" name="TextBox 47">
            <a:extLst>
              <a:ext uri="{FF2B5EF4-FFF2-40B4-BE49-F238E27FC236}">
                <a16:creationId xmlns:a16="http://schemas.microsoft.com/office/drawing/2014/main" id="{5AC5D3A9-45BF-81E2-C3E2-AC2FD9910582}"/>
              </a:ext>
            </a:extLst>
          </p:cNvPr>
          <p:cNvSpPr txBox="1"/>
          <p:nvPr/>
        </p:nvSpPr>
        <p:spPr>
          <a:xfrm>
            <a:off x="4143022" y="3406653"/>
            <a:ext cx="570089" cy="230832"/>
          </a:xfrm>
          <a:prstGeom prst="rect">
            <a:avLst/>
          </a:prstGeom>
          <a:noFill/>
        </p:spPr>
        <p:txBody>
          <a:bodyPr wrap="square" rtlCol="0">
            <a:spAutoFit/>
          </a:bodyPr>
          <a:lstStyle/>
          <a:p>
            <a:pPr algn="ctr"/>
            <a:r>
              <a:rPr lang="en-US" sz="900" dirty="0"/>
              <a:t>349</a:t>
            </a:r>
          </a:p>
        </p:txBody>
      </p:sp>
      <p:sp>
        <p:nvSpPr>
          <p:cNvPr id="81" name="TextBox 80">
            <a:extLst>
              <a:ext uri="{FF2B5EF4-FFF2-40B4-BE49-F238E27FC236}">
                <a16:creationId xmlns:a16="http://schemas.microsoft.com/office/drawing/2014/main" id="{02A29808-BB58-EA5C-FBBA-C91FC2C91C74}"/>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82" name="TextBox 81">
            <a:extLst>
              <a:ext uri="{FF2B5EF4-FFF2-40B4-BE49-F238E27FC236}">
                <a16:creationId xmlns:a16="http://schemas.microsoft.com/office/drawing/2014/main" id="{F29D181E-E3FB-2E82-B6EA-BE5CD4ECE583}"/>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83" name="TextBox 82">
            <a:extLst>
              <a:ext uri="{FF2B5EF4-FFF2-40B4-BE49-F238E27FC236}">
                <a16:creationId xmlns:a16="http://schemas.microsoft.com/office/drawing/2014/main" id="{D89FF22E-A8C9-26A2-72A7-AEEE9ED280EA}"/>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3EEF8A08-CB0B-9050-8292-1425F83F2CF8}"/>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D1B32C09-D776-14D7-63F0-631D4648F77B}"/>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86" name="TextBox 85">
            <a:extLst>
              <a:ext uri="{FF2B5EF4-FFF2-40B4-BE49-F238E27FC236}">
                <a16:creationId xmlns:a16="http://schemas.microsoft.com/office/drawing/2014/main" id="{E1B1DC05-D4E2-2643-C800-9ED6B3480DB1}"/>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87" name="TextBox 86">
            <a:extLst>
              <a:ext uri="{FF2B5EF4-FFF2-40B4-BE49-F238E27FC236}">
                <a16:creationId xmlns:a16="http://schemas.microsoft.com/office/drawing/2014/main" id="{09164576-8411-C49F-C3B7-AE35FB0FF1EC}"/>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8" name="TextBox 87">
            <a:extLst>
              <a:ext uri="{FF2B5EF4-FFF2-40B4-BE49-F238E27FC236}">
                <a16:creationId xmlns:a16="http://schemas.microsoft.com/office/drawing/2014/main" id="{6FB48956-DF45-1867-F816-570E2FE05475}"/>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9" name="TextBox 88">
            <a:extLst>
              <a:ext uri="{FF2B5EF4-FFF2-40B4-BE49-F238E27FC236}">
                <a16:creationId xmlns:a16="http://schemas.microsoft.com/office/drawing/2014/main" id="{693082C8-420C-905F-8129-AFC0B275BB1A}"/>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CBF420AD-2AEF-08D9-17A1-145735E58C37}"/>
              </a:ext>
            </a:extLst>
          </p:cNvPr>
          <p:cNvSpPr txBox="1"/>
          <p:nvPr/>
        </p:nvSpPr>
        <p:spPr>
          <a:xfrm>
            <a:off x="5715003" y="2231221"/>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18E39E74-63F0-8F2D-8129-1D1F84CE7432}"/>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24923EF6-133A-CCDB-A8E7-6155F61921D5}"/>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797B4C20-1DFE-0B10-D94C-DFF35EF11939}"/>
              </a:ext>
            </a:extLst>
          </p:cNvPr>
          <p:cNvSpPr txBox="1"/>
          <p:nvPr/>
        </p:nvSpPr>
        <p:spPr>
          <a:xfrm>
            <a:off x="5215469" y="223122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3D610AE8-38C5-FE7D-D380-AF88F9E6A0D7}"/>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88EE14A6-5261-40AC-F513-43F2E7A7FC07}"/>
              </a:ext>
            </a:extLst>
          </p:cNvPr>
          <p:cNvSpPr txBox="1"/>
          <p:nvPr/>
        </p:nvSpPr>
        <p:spPr>
          <a:xfrm>
            <a:off x="3716867" y="273455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C2142D93-045B-D877-1FA4-C8D7102BFFF6}"/>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3505064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03F20-F04B-A188-CBE9-6D07C395679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A9D7242-F06B-4BAB-B395-5094884E8E98}"/>
              </a:ext>
            </a:extLst>
          </p:cNvPr>
          <p:cNvSpPr>
            <a:spLocks noGrp="1"/>
          </p:cNvSpPr>
          <p:nvPr>
            <p:ph sz="half" idx="1"/>
          </p:nvPr>
        </p:nvSpPr>
        <p:spPr/>
        <p:txBody>
          <a:bodyPr>
            <a:normAutofit/>
          </a:bodyPr>
          <a:lstStyle/>
          <a:p>
            <a:r>
              <a:rPr lang="en-US" dirty="0"/>
              <a:t>In the bottom left block, there are two grey cells that could be 4. The one that is 4 would have to have two lesser digits, other than 1, above and below it. The only way that could happen is with a 2 and a 3. And there is only way that works.</a:t>
            </a:r>
          </a:p>
        </p:txBody>
      </p:sp>
      <p:pic>
        <p:nvPicPr>
          <p:cNvPr id="4" name="Picture 3" descr="A grid of sudoku puzzle&#10;&#10;Description automatically generated">
            <a:extLst>
              <a:ext uri="{FF2B5EF4-FFF2-40B4-BE49-F238E27FC236}">
                <a16:creationId xmlns:a16="http://schemas.microsoft.com/office/drawing/2014/main" id="{649C28C2-C65E-FDD5-4137-7F698370681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27032A4-41D1-84D0-3330-3903A2F4EAC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5FA75D0-D951-078E-6CDB-070EC78944C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F93FDED-5757-5CA9-DFEE-93F7CA42F0E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E5FC41F-F47D-2A83-4DD8-A42D3AD47AA0}"/>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1EB19EA2-244F-3FD9-F01C-7571B6FCAF72}"/>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9F8C5EA0-7F40-461A-1B9F-C7C8EF3B3366}"/>
              </a:ext>
            </a:extLst>
          </p:cNvPr>
          <p:cNvSpPr txBox="1"/>
          <p:nvPr/>
        </p:nvSpPr>
        <p:spPr>
          <a:xfrm>
            <a:off x="3640666" y="4408541"/>
            <a:ext cx="570089" cy="230832"/>
          </a:xfrm>
          <a:prstGeom prst="rect">
            <a:avLst/>
          </a:prstGeom>
          <a:noFill/>
        </p:spPr>
        <p:txBody>
          <a:bodyPr wrap="square" rtlCol="0">
            <a:spAutoFit/>
          </a:bodyPr>
          <a:lstStyle/>
          <a:p>
            <a:pPr algn="ctr"/>
            <a:r>
              <a:rPr lang="en-US" sz="900" dirty="0"/>
              <a:t>578</a:t>
            </a:r>
          </a:p>
        </p:txBody>
      </p:sp>
      <p:sp>
        <p:nvSpPr>
          <p:cNvPr id="10" name="TextBox 9">
            <a:extLst>
              <a:ext uri="{FF2B5EF4-FFF2-40B4-BE49-F238E27FC236}">
                <a16:creationId xmlns:a16="http://schemas.microsoft.com/office/drawing/2014/main" id="{D0C8936B-76AF-8B82-CABD-83EBD442FED0}"/>
              </a:ext>
            </a:extLst>
          </p:cNvPr>
          <p:cNvSpPr txBox="1"/>
          <p:nvPr/>
        </p:nvSpPr>
        <p:spPr>
          <a:xfrm>
            <a:off x="6654802" y="4408541"/>
            <a:ext cx="570089" cy="230832"/>
          </a:xfrm>
          <a:prstGeom prst="rect">
            <a:avLst/>
          </a:prstGeom>
          <a:noFill/>
        </p:spPr>
        <p:txBody>
          <a:bodyPr wrap="square" rtlCol="0">
            <a:spAutoFit/>
          </a:bodyPr>
          <a:lstStyle/>
          <a:p>
            <a:pPr algn="ctr"/>
            <a:r>
              <a:rPr lang="en-US" sz="900" dirty="0"/>
              <a:t>578</a:t>
            </a:r>
          </a:p>
        </p:txBody>
      </p:sp>
      <p:sp>
        <p:nvSpPr>
          <p:cNvPr id="11" name="TextBox 10">
            <a:extLst>
              <a:ext uri="{FF2B5EF4-FFF2-40B4-BE49-F238E27FC236}">
                <a16:creationId xmlns:a16="http://schemas.microsoft.com/office/drawing/2014/main" id="{2E508125-A5FF-ACB0-5EA9-F6AFC4A5FF15}"/>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3" name="TextBox 12">
            <a:extLst>
              <a:ext uri="{FF2B5EF4-FFF2-40B4-BE49-F238E27FC236}">
                <a16:creationId xmlns:a16="http://schemas.microsoft.com/office/drawing/2014/main" id="{909398C1-C17E-003C-5FF3-543D94FD5B21}"/>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4D669484-8485-46CE-B718-8926A43C1D3D}"/>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48F0CB0B-FB0D-E5A9-0444-DC3BD66C2D1E}"/>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3C97CE31-7825-A383-62D0-E459F589BC52}"/>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F23F1480-87EA-A7FA-3649-A67F7AB47514}"/>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C9A10DA5-DDBC-0C06-7BFE-A8DC8372B8FB}"/>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72284FE3-87BB-F33A-0224-289BDDD87346}"/>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6D78B8D0-7356-F41F-DCD4-33A66ABBC365}"/>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F482FCE6-D3F9-022C-42AD-D7736A89D50F}"/>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3D540EB6-6ACB-8CC1-56AB-7F002E1462C5}"/>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19E9069A-63CC-E45E-EFF7-56C4B1F2720F}"/>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F595E700-8B6F-7697-5130-C3E15A746CB5}"/>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40" name="TextBox 39">
            <a:extLst>
              <a:ext uri="{FF2B5EF4-FFF2-40B4-BE49-F238E27FC236}">
                <a16:creationId xmlns:a16="http://schemas.microsoft.com/office/drawing/2014/main" id="{F0065368-BC2E-1DA0-C520-E97C52476B4C}"/>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39B9E71D-ACAC-F0DA-C639-6668AC8194EC}"/>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1642A147-2F08-03FF-91ED-BB6F88EF0386}"/>
              </a:ext>
            </a:extLst>
          </p:cNvPr>
          <p:cNvSpPr txBox="1"/>
          <p:nvPr/>
        </p:nvSpPr>
        <p:spPr>
          <a:xfrm>
            <a:off x="6654802" y="901933"/>
            <a:ext cx="570089" cy="230832"/>
          </a:xfrm>
          <a:prstGeom prst="rect">
            <a:avLst/>
          </a:prstGeom>
          <a:noFill/>
        </p:spPr>
        <p:txBody>
          <a:bodyPr wrap="square" rtlCol="0">
            <a:spAutoFit/>
          </a:bodyPr>
          <a:lstStyle/>
          <a:p>
            <a:pPr algn="ctr"/>
            <a:r>
              <a:rPr lang="en-US" sz="900" dirty="0"/>
              <a:t>84</a:t>
            </a:r>
          </a:p>
        </p:txBody>
      </p:sp>
      <p:sp>
        <p:nvSpPr>
          <p:cNvPr id="45" name="TextBox 44">
            <a:extLst>
              <a:ext uri="{FF2B5EF4-FFF2-40B4-BE49-F238E27FC236}">
                <a16:creationId xmlns:a16="http://schemas.microsoft.com/office/drawing/2014/main" id="{52C0F6F7-15E5-2E63-9B43-5D0CE3C683FC}"/>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1347</a:t>
            </a:r>
          </a:p>
        </p:txBody>
      </p:sp>
      <p:sp>
        <p:nvSpPr>
          <p:cNvPr id="46" name="TextBox 45">
            <a:extLst>
              <a:ext uri="{FF2B5EF4-FFF2-40B4-BE49-F238E27FC236}">
                <a16:creationId xmlns:a16="http://schemas.microsoft.com/office/drawing/2014/main" id="{380C571D-2B7A-88FA-DFCA-FA4173A7E484}"/>
              </a:ext>
            </a:extLst>
          </p:cNvPr>
          <p:cNvSpPr txBox="1"/>
          <p:nvPr/>
        </p:nvSpPr>
        <p:spPr>
          <a:xfrm>
            <a:off x="4143022" y="1402877"/>
            <a:ext cx="570089" cy="230832"/>
          </a:xfrm>
          <a:prstGeom prst="rect">
            <a:avLst/>
          </a:prstGeom>
          <a:noFill/>
        </p:spPr>
        <p:txBody>
          <a:bodyPr wrap="square" rtlCol="0">
            <a:spAutoFit/>
          </a:bodyPr>
          <a:lstStyle/>
          <a:p>
            <a:pPr algn="ctr"/>
            <a:r>
              <a:rPr lang="en-US" sz="900" dirty="0"/>
              <a:t>347</a:t>
            </a:r>
          </a:p>
        </p:txBody>
      </p:sp>
      <p:sp>
        <p:nvSpPr>
          <p:cNvPr id="47" name="TextBox 46">
            <a:extLst>
              <a:ext uri="{FF2B5EF4-FFF2-40B4-BE49-F238E27FC236}">
                <a16:creationId xmlns:a16="http://schemas.microsoft.com/office/drawing/2014/main" id="{B931D0E9-8A66-9C9C-95A6-0707936F89E6}"/>
              </a:ext>
            </a:extLst>
          </p:cNvPr>
          <p:cNvSpPr txBox="1"/>
          <p:nvPr/>
        </p:nvSpPr>
        <p:spPr>
          <a:xfrm>
            <a:off x="6152446" y="1402877"/>
            <a:ext cx="570089" cy="230832"/>
          </a:xfrm>
          <a:prstGeom prst="rect">
            <a:avLst/>
          </a:prstGeom>
          <a:noFill/>
        </p:spPr>
        <p:txBody>
          <a:bodyPr wrap="square" rtlCol="0">
            <a:spAutoFit/>
          </a:bodyPr>
          <a:lstStyle/>
          <a:p>
            <a:pPr algn="ctr"/>
            <a:r>
              <a:rPr lang="en-US" sz="900" dirty="0"/>
              <a:t>137</a:t>
            </a:r>
          </a:p>
        </p:txBody>
      </p:sp>
      <p:sp>
        <p:nvSpPr>
          <p:cNvPr id="49" name="TextBox 48">
            <a:extLst>
              <a:ext uri="{FF2B5EF4-FFF2-40B4-BE49-F238E27FC236}">
                <a16:creationId xmlns:a16="http://schemas.microsoft.com/office/drawing/2014/main" id="{5125EBD0-786B-213E-409B-934FDCEB0897}"/>
              </a:ext>
            </a:extLst>
          </p:cNvPr>
          <p:cNvSpPr txBox="1"/>
          <p:nvPr/>
        </p:nvSpPr>
        <p:spPr>
          <a:xfrm>
            <a:off x="3138310" y="1402877"/>
            <a:ext cx="570089" cy="230832"/>
          </a:xfrm>
          <a:prstGeom prst="rect">
            <a:avLst/>
          </a:prstGeom>
          <a:noFill/>
        </p:spPr>
        <p:txBody>
          <a:bodyPr wrap="square" rtlCol="0">
            <a:spAutoFit/>
          </a:bodyPr>
          <a:lstStyle/>
          <a:p>
            <a:pPr algn="ctr"/>
            <a:r>
              <a:rPr lang="en-US" sz="900" dirty="0"/>
              <a:t>347</a:t>
            </a:r>
          </a:p>
        </p:txBody>
      </p:sp>
      <p:sp>
        <p:nvSpPr>
          <p:cNvPr id="50" name="TextBox 49">
            <a:extLst>
              <a:ext uri="{FF2B5EF4-FFF2-40B4-BE49-F238E27FC236}">
                <a16:creationId xmlns:a16="http://schemas.microsoft.com/office/drawing/2014/main" id="{0E2015C0-934E-E1A5-4C32-BA0785B199AD}"/>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a:t>
            </a:r>
          </a:p>
        </p:txBody>
      </p:sp>
      <p:sp>
        <p:nvSpPr>
          <p:cNvPr id="51" name="TextBox 50">
            <a:extLst>
              <a:ext uri="{FF2B5EF4-FFF2-40B4-BE49-F238E27FC236}">
                <a16:creationId xmlns:a16="http://schemas.microsoft.com/office/drawing/2014/main" id="{FB9FB6EB-3E64-2C50-A953-17037749474D}"/>
              </a:ext>
            </a:extLst>
          </p:cNvPr>
          <p:cNvSpPr txBox="1"/>
          <p:nvPr/>
        </p:nvSpPr>
        <p:spPr>
          <a:xfrm>
            <a:off x="6654802" y="1903821"/>
            <a:ext cx="570089" cy="230832"/>
          </a:xfrm>
          <a:prstGeom prst="rect">
            <a:avLst/>
          </a:prstGeom>
          <a:noFill/>
        </p:spPr>
        <p:txBody>
          <a:bodyPr wrap="square" rtlCol="0">
            <a:spAutoFit/>
          </a:bodyPr>
          <a:lstStyle/>
          <a:p>
            <a:pPr algn="ctr"/>
            <a:r>
              <a:rPr lang="en-US" sz="900" dirty="0"/>
              <a:t>37</a:t>
            </a:r>
          </a:p>
        </p:txBody>
      </p:sp>
      <p:sp>
        <p:nvSpPr>
          <p:cNvPr id="52" name="TextBox 51">
            <a:extLst>
              <a:ext uri="{FF2B5EF4-FFF2-40B4-BE49-F238E27FC236}">
                <a16:creationId xmlns:a16="http://schemas.microsoft.com/office/drawing/2014/main" id="{53722DC1-BE4B-D87E-8AD9-DF119CB77E13}"/>
              </a:ext>
            </a:extLst>
          </p:cNvPr>
          <p:cNvSpPr txBox="1"/>
          <p:nvPr/>
        </p:nvSpPr>
        <p:spPr>
          <a:xfrm>
            <a:off x="7157158" y="1903821"/>
            <a:ext cx="570089" cy="230832"/>
          </a:xfrm>
          <a:prstGeom prst="rect">
            <a:avLst/>
          </a:prstGeom>
          <a:noFill/>
        </p:spPr>
        <p:txBody>
          <a:bodyPr wrap="square" rtlCol="0">
            <a:spAutoFit/>
          </a:bodyPr>
          <a:lstStyle/>
          <a:p>
            <a:pPr algn="ctr"/>
            <a:r>
              <a:rPr lang="en-US" sz="900" dirty="0"/>
              <a:t>13</a:t>
            </a:r>
          </a:p>
        </p:txBody>
      </p:sp>
      <p:sp>
        <p:nvSpPr>
          <p:cNvPr id="53" name="TextBox 52">
            <a:extLst>
              <a:ext uri="{FF2B5EF4-FFF2-40B4-BE49-F238E27FC236}">
                <a16:creationId xmlns:a16="http://schemas.microsoft.com/office/drawing/2014/main" id="{5121CA10-1544-ECCE-CF77-9BB80970AE81}"/>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a:t>
            </a:r>
          </a:p>
        </p:txBody>
      </p:sp>
      <p:sp>
        <p:nvSpPr>
          <p:cNvPr id="54" name="TextBox 53">
            <a:extLst>
              <a:ext uri="{FF2B5EF4-FFF2-40B4-BE49-F238E27FC236}">
                <a16:creationId xmlns:a16="http://schemas.microsoft.com/office/drawing/2014/main" id="{A3CA3686-8295-341B-90F3-DCF1378D5317}"/>
              </a:ext>
            </a:extLst>
          </p:cNvPr>
          <p:cNvSpPr txBox="1"/>
          <p:nvPr/>
        </p:nvSpPr>
        <p:spPr>
          <a:xfrm>
            <a:off x="3640666" y="2404765"/>
            <a:ext cx="570089" cy="230832"/>
          </a:xfrm>
          <a:prstGeom prst="rect">
            <a:avLst/>
          </a:prstGeom>
          <a:noFill/>
        </p:spPr>
        <p:txBody>
          <a:bodyPr wrap="square" rtlCol="0">
            <a:spAutoFit/>
          </a:bodyPr>
          <a:lstStyle/>
          <a:p>
            <a:pPr algn="ctr"/>
            <a:r>
              <a:rPr lang="en-US" sz="900" dirty="0"/>
              <a:t>87</a:t>
            </a:r>
          </a:p>
        </p:txBody>
      </p:sp>
      <p:sp>
        <p:nvSpPr>
          <p:cNvPr id="57" name="TextBox 56">
            <a:extLst>
              <a:ext uri="{FF2B5EF4-FFF2-40B4-BE49-F238E27FC236}">
                <a16:creationId xmlns:a16="http://schemas.microsoft.com/office/drawing/2014/main" id="{1CDF8CFE-EBA4-2FD7-A4EF-C5E9C9F5589E}"/>
              </a:ext>
            </a:extLst>
          </p:cNvPr>
          <p:cNvSpPr txBox="1"/>
          <p:nvPr/>
        </p:nvSpPr>
        <p:spPr>
          <a:xfrm>
            <a:off x="3138310" y="2404765"/>
            <a:ext cx="570089" cy="230832"/>
          </a:xfrm>
          <a:prstGeom prst="rect">
            <a:avLst/>
          </a:prstGeom>
          <a:noFill/>
        </p:spPr>
        <p:txBody>
          <a:bodyPr wrap="square" rtlCol="0">
            <a:spAutoFit/>
          </a:bodyPr>
          <a:lstStyle/>
          <a:p>
            <a:pPr algn="ctr"/>
            <a:r>
              <a:rPr lang="en-US" sz="900" dirty="0"/>
              <a:t>78</a:t>
            </a:r>
          </a:p>
        </p:txBody>
      </p:sp>
      <p:sp>
        <p:nvSpPr>
          <p:cNvPr id="58" name="TextBox 57">
            <a:extLst>
              <a:ext uri="{FF2B5EF4-FFF2-40B4-BE49-F238E27FC236}">
                <a16:creationId xmlns:a16="http://schemas.microsoft.com/office/drawing/2014/main" id="{1E922CE1-F0F1-6EA0-923E-9A4F7534B6B9}"/>
              </a:ext>
            </a:extLst>
          </p:cNvPr>
          <p:cNvSpPr txBox="1"/>
          <p:nvPr/>
        </p:nvSpPr>
        <p:spPr>
          <a:xfrm>
            <a:off x="7157158" y="2905709"/>
            <a:ext cx="570089" cy="230832"/>
          </a:xfrm>
          <a:prstGeom prst="rect">
            <a:avLst/>
          </a:prstGeom>
          <a:noFill/>
        </p:spPr>
        <p:txBody>
          <a:bodyPr wrap="square" rtlCol="0">
            <a:spAutoFit/>
          </a:bodyPr>
          <a:lstStyle/>
          <a:p>
            <a:pPr algn="ctr"/>
            <a:r>
              <a:rPr lang="en-US" sz="900" dirty="0"/>
              <a:t>83</a:t>
            </a:r>
          </a:p>
        </p:txBody>
      </p:sp>
      <p:sp>
        <p:nvSpPr>
          <p:cNvPr id="64" name="TextBox 63">
            <a:extLst>
              <a:ext uri="{FF2B5EF4-FFF2-40B4-BE49-F238E27FC236}">
                <a16:creationId xmlns:a16="http://schemas.microsoft.com/office/drawing/2014/main" id="{C1EE6EFB-170F-157B-3FDF-772255F02959}"/>
              </a:ext>
            </a:extLst>
          </p:cNvPr>
          <p:cNvSpPr txBox="1"/>
          <p:nvPr/>
        </p:nvSpPr>
        <p:spPr>
          <a:xfrm>
            <a:off x="3640666" y="3406653"/>
            <a:ext cx="570089" cy="230832"/>
          </a:xfrm>
          <a:prstGeom prst="rect">
            <a:avLst/>
          </a:prstGeom>
          <a:noFill/>
        </p:spPr>
        <p:txBody>
          <a:bodyPr wrap="square" rtlCol="0">
            <a:spAutoFit/>
          </a:bodyPr>
          <a:lstStyle/>
          <a:p>
            <a:pPr algn="ctr"/>
            <a:r>
              <a:rPr lang="en-US" sz="900" dirty="0"/>
              <a:t>34</a:t>
            </a:r>
          </a:p>
        </p:txBody>
      </p:sp>
      <p:sp>
        <p:nvSpPr>
          <p:cNvPr id="66" name="TextBox 65">
            <a:extLst>
              <a:ext uri="{FF2B5EF4-FFF2-40B4-BE49-F238E27FC236}">
                <a16:creationId xmlns:a16="http://schemas.microsoft.com/office/drawing/2014/main" id="{2F748D10-AC88-ED3F-DE2B-022B9B97AA3C}"/>
              </a:ext>
            </a:extLst>
          </p:cNvPr>
          <p:cNvSpPr txBox="1"/>
          <p:nvPr/>
        </p:nvSpPr>
        <p:spPr>
          <a:xfrm>
            <a:off x="3640666" y="3907597"/>
            <a:ext cx="570089" cy="230832"/>
          </a:xfrm>
          <a:prstGeom prst="rect">
            <a:avLst/>
          </a:prstGeom>
          <a:noFill/>
        </p:spPr>
        <p:txBody>
          <a:bodyPr wrap="square" rtlCol="0">
            <a:spAutoFit/>
          </a:bodyPr>
          <a:lstStyle/>
          <a:p>
            <a:pPr algn="ctr"/>
            <a:r>
              <a:rPr lang="en-US" sz="900" dirty="0"/>
              <a:t>53</a:t>
            </a:r>
          </a:p>
        </p:txBody>
      </p:sp>
      <p:sp>
        <p:nvSpPr>
          <p:cNvPr id="68" name="TextBox 67">
            <a:extLst>
              <a:ext uri="{FF2B5EF4-FFF2-40B4-BE49-F238E27FC236}">
                <a16:creationId xmlns:a16="http://schemas.microsoft.com/office/drawing/2014/main" id="{FDB2AFE9-C15E-8834-D054-F9A604383870}"/>
              </a:ext>
            </a:extLst>
          </p:cNvPr>
          <p:cNvSpPr txBox="1"/>
          <p:nvPr/>
        </p:nvSpPr>
        <p:spPr>
          <a:xfrm>
            <a:off x="6654802" y="3907597"/>
            <a:ext cx="570089" cy="230832"/>
          </a:xfrm>
          <a:prstGeom prst="rect">
            <a:avLst/>
          </a:prstGeom>
          <a:noFill/>
        </p:spPr>
        <p:txBody>
          <a:bodyPr wrap="square" rtlCol="0">
            <a:spAutoFit/>
          </a:bodyPr>
          <a:lstStyle/>
          <a:p>
            <a:pPr algn="ctr"/>
            <a:r>
              <a:rPr lang="en-US" sz="900" dirty="0"/>
              <a:t>35</a:t>
            </a:r>
          </a:p>
        </p:txBody>
      </p:sp>
      <p:sp>
        <p:nvSpPr>
          <p:cNvPr id="69" name="TextBox 68">
            <a:extLst>
              <a:ext uri="{FF2B5EF4-FFF2-40B4-BE49-F238E27FC236}">
                <a16:creationId xmlns:a16="http://schemas.microsoft.com/office/drawing/2014/main" id="{4914FA41-6352-5490-F7EC-392C968E6409}"/>
              </a:ext>
            </a:extLst>
          </p:cNvPr>
          <p:cNvSpPr txBox="1"/>
          <p:nvPr/>
        </p:nvSpPr>
        <p:spPr>
          <a:xfrm>
            <a:off x="3640666" y="4909484"/>
            <a:ext cx="570089" cy="230832"/>
          </a:xfrm>
          <a:prstGeom prst="rect">
            <a:avLst/>
          </a:prstGeom>
          <a:noFill/>
        </p:spPr>
        <p:txBody>
          <a:bodyPr wrap="square" rtlCol="0">
            <a:spAutoFit/>
          </a:bodyPr>
          <a:lstStyle/>
          <a:p>
            <a:pPr algn="ctr"/>
            <a:r>
              <a:rPr lang="en-US" sz="900" dirty="0"/>
              <a:t>367</a:t>
            </a:r>
          </a:p>
        </p:txBody>
      </p:sp>
      <p:sp>
        <p:nvSpPr>
          <p:cNvPr id="71" name="TextBox 70">
            <a:extLst>
              <a:ext uri="{FF2B5EF4-FFF2-40B4-BE49-F238E27FC236}">
                <a16:creationId xmlns:a16="http://schemas.microsoft.com/office/drawing/2014/main" id="{73B9623B-05C5-FC48-AADF-0F6DC61B9DBF}"/>
              </a:ext>
            </a:extLst>
          </p:cNvPr>
          <p:cNvSpPr txBox="1"/>
          <p:nvPr/>
        </p:nvSpPr>
        <p:spPr>
          <a:xfrm>
            <a:off x="6152446" y="4909484"/>
            <a:ext cx="570089" cy="230832"/>
          </a:xfrm>
          <a:prstGeom prst="rect">
            <a:avLst/>
          </a:prstGeom>
          <a:noFill/>
        </p:spPr>
        <p:txBody>
          <a:bodyPr wrap="square" rtlCol="0">
            <a:spAutoFit/>
          </a:bodyPr>
          <a:lstStyle/>
          <a:p>
            <a:pPr algn="ctr"/>
            <a:r>
              <a:rPr lang="en-US" sz="900" dirty="0"/>
              <a:t>1347</a:t>
            </a:r>
          </a:p>
        </p:txBody>
      </p:sp>
      <p:sp>
        <p:nvSpPr>
          <p:cNvPr id="72" name="TextBox 71">
            <a:extLst>
              <a:ext uri="{FF2B5EF4-FFF2-40B4-BE49-F238E27FC236}">
                <a16:creationId xmlns:a16="http://schemas.microsoft.com/office/drawing/2014/main" id="{ADF1E0DF-4D2B-E5CC-5354-13227D1098A5}"/>
              </a:ext>
            </a:extLst>
          </p:cNvPr>
          <p:cNvSpPr txBox="1"/>
          <p:nvPr/>
        </p:nvSpPr>
        <p:spPr>
          <a:xfrm>
            <a:off x="6654802" y="4909484"/>
            <a:ext cx="570089" cy="230832"/>
          </a:xfrm>
          <a:prstGeom prst="rect">
            <a:avLst/>
          </a:prstGeom>
          <a:noFill/>
        </p:spPr>
        <p:txBody>
          <a:bodyPr wrap="square" rtlCol="0">
            <a:spAutoFit/>
          </a:bodyPr>
          <a:lstStyle/>
          <a:p>
            <a:pPr algn="ctr"/>
            <a:r>
              <a:rPr lang="en-US" sz="900" dirty="0"/>
              <a:t>347</a:t>
            </a:r>
          </a:p>
        </p:txBody>
      </p:sp>
      <p:sp>
        <p:nvSpPr>
          <p:cNvPr id="73" name="TextBox 72">
            <a:extLst>
              <a:ext uri="{FF2B5EF4-FFF2-40B4-BE49-F238E27FC236}">
                <a16:creationId xmlns:a16="http://schemas.microsoft.com/office/drawing/2014/main" id="{31FC55F6-517E-634E-B094-48C26E9EECB7}"/>
              </a:ext>
            </a:extLst>
          </p:cNvPr>
          <p:cNvSpPr txBox="1"/>
          <p:nvPr/>
        </p:nvSpPr>
        <p:spPr>
          <a:xfrm>
            <a:off x="7157158" y="3907597"/>
            <a:ext cx="570089" cy="230832"/>
          </a:xfrm>
          <a:prstGeom prst="rect">
            <a:avLst/>
          </a:prstGeom>
          <a:noFill/>
        </p:spPr>
        <p:txBody>
          <a:bodyPr wrap="square" rtlCol="0">
            <a:spAutoFit/>
          </a:bodyPr>
          <a:lstStyle/>
          <a:p>
            <a:pPr algn="ctr"/>
            <a:r>
              <a:rPr lang="en-US" sz="900" dirty="0"/>
              <a:t>98</a:t>
            </a:r>
          </a:p>
        </p:txBody>
      </p:sp>
      <p:sp>
        <p:nvSpPr>
          <p:cNvPr id="74" name="TextBox 73">
            <a:extLst>
              <a:ext uri="{FF2B5EF4-FFF2-40B4-BE49-F238E27FC236}">
                <a16:creationId xmlns:a16="http://schemas.microsoft.com/office/drawing/2014/main" id="{126ACDB3-8071-1B1B-6547-61EAA8984C5D}"/>
              </a:ext>
            </a:extLst>
          </p:cNvPr>
          <p:cNvSpPr txBox="1"/>
          <p:nvPr/>
        </p:nvSpPr>
        <p:spPr>
          <a:xfrm>
            <a:off x="3138310" y="3907597"/>
            <a:ext cx="570089" cy="230832"/>
          </a:xfrm>
          <a:prstGeom prst="rect">
            <a:avLst/>
          </a:prstGeom>
          <a:noFill/>
        </p:spPr>
        <p:txBody>
          <a:bodyPr wrap="square" rtlCol="0">
            <a:spAutoFit/>
          </a:bodyPr>
          <a:lstStyle/>
          <a:p>
            <a:pPr algn="ctr"/>
            <a:r>
              <a:rPr lang="en-US" sz="900" dirty="0"/>
              <a:t>89</a:t>
            </a:r>
          </a:p>
        </p:txBody>
      </p:sp>
      <p:sp>
        <p:nvSpPr>
          <p:cNvPr id="75" name="TextBox 74">
            <a:extLst>
              <a:ext uri="{FF2B5EF4-FFF2-40B4-BE49-F238E27FC236}">
                <a16:creationId xmlns:a16="http://schemas.microsoft.com/office/drawing/2014/main" id="{9CCFB0B3-DC8E-B9BF-EE83-FFF0A992D348}"/>
              </a:ext>
            </a:extLst>
          </p:cNvPr>
          <p:cNvSpPr txBox="1"/>
          <p:nvPr/>
        </p:nvSpPr>
        <p:spPr>
          <a:xfrm>
            <a:off x="7157158" y="4909484"/>
            <a:ext cx="570089" cy="230832"/>
          </a:xfrm>
          <a:prstGeom prst="rect">
            <a:avLst/>
          </a:prstGeom>
          <a:noFill/>
        </p:spPr>
        <p:txBody>
          <a:bodyPr wrap="square" rtlCol="0">
            <a:spAutoFit/>
          </a:bodyPr>
          <a:lstStyle/>
          <a:p>
            <a:pPr algn="ctr"/>
            <a:r>
              <a:rPr lang="en-US" sz="900" dirty="0"/>
              <a:t>139</a:t>
            </a:r>
          </a:p>
        </p:txBody>
      </p:sp>
      <p:sp>
        <p:nvSpPr>
          <p:cNvPr id="76" name="TextBox 75">
            <a:extLst>
              <a:ext uri="{FF2B5EF4-FFF2-40B4-BE49-F238E27FC236}">
                <a16:creationId xmlns:a16="http://schemas.microsoft.com/office/drawing/2014/main" id="{3546AF67-0C78-F50A-2D94-AD8E790F180F}"/>
              </a:ext>
            </a:extLst>
          </p:cNvPr>
          <p:cNvSpPr txBox="1"/>
          <p:nvPr/>
        </p:nvSpPr>
        <p:spPr>
          <a:xfrm>
            <a:off x="3138310" y="4909484"/>
            <a:ext cx="570089" cy="230832"/>
          </a:xfrm>
          <a:prstGeom prst="rect">
            <a:avLst/>
          </a:prstGeom>
          <a:noFill/>
        </p:spPr>
        <p:txBody>
          <a:bodyPr wrap="square" rtlCol="0">
            <a:spAutoFit/>
          </a:bodyPr>
          <a:lstStyle/>
          <a:p>
            <a:pPr algn="ctr"/>
            <a:r>
              <a:rPr lang="en-US" sz="900" dirty="0"/>
              <a:t>3679</a:t>
            </a:r>
          </a:p>
        </p:txBody>
      </p:sp>
      <p:sp>
        <p:nvSpPr>
          <p:cNvPr id="77" name="TextBox 76">
            <a:extLst>
              <a:ext uri="{FF2B5EF4-FFF2-40B4-BE49-F238E27FC236}">
                <a16:creationId xmlns:a16="http://schemas.microsoft.com/office/drawing/2014/main" id="{A872B910-27A6-2F0B-7700-075E8F0708C2}"/>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C8C1BB4A-8927-31AF-4F45-06C1E968CDC8}"/>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941B24C6-B96D-2738-D474-44E533FEACEE}"/>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63E8E3B4-6374-38C4-B39B-42FB88ACBCEE}"/>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34476952-EB62-4636-0DDC-B04FF552094C}"/>
              </a:ext>
            </a:extLst>
          </p:cNvPr>
          <p:cNvSpPr txBox="1"/>
          <p:nvPr/>
        </p:nvSpPr>
        <p:spPr>
          <a:xfrm>
            <a:off x="4216401" y="721216"/>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5D264886-94F9-E119-F945-DEC25E99177A}"/>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39CD0AAB-FB1B-EB11-A700-859EDDF249A7}"/>
              </a:ext>
            </a:extLst>
          </p:cNvPr>
          <p:cNvSpPr txBox="1"/>
          <p:nvPr/>
        </p:nvSpPr>
        <p:spPr>
          <a:xfrm>
            <a:off x="6152446" y="2905709"/>
            <a:ext cx="570089" cy="230832"/>
          </a:xfrm>
          <a:prstGeom prst="rect">
            <a:avLst/>
          </a:prstGeom>
          <a:noFill/>
        </p:spPr>
        <p:txBody>
          <a:bodyPr wrap="square" rtlCol="0">
            <a:spAutoFit/>
          </a:bodyPr>
          <a:lstStyle/>
          <a:p>
            <a:pPr algn="ctr"/>
            <a:r>
              <a:rPr lang="en-US" sz="900" dirty="0"/>
              <a:t>38</a:t>
            </a:r>
          </a:p>
        </p:txBody>
      </p:sp>
      <p:sp>
        <p:nvSpPr>
          <p:cNvPr id="39" name="TextBox 38">
            <a:extLst>
              <a:ext uri="{FF2B5EF4-FFF2-40B4-BE49-F238E27FC236}">
                <a16:creationId xmlns:a16="http://schemas.microsoft.com/office/drawing/2014/main" id="{8F1B7F95-3D6E-0182-2D6A-0C9B8EB044B8}"/>
              </a:ext>
            </a:extLst>
          </p:cNvPr>
          <p:cNvSpPr txBox="1"/>
          <p:nvPr/>
        </p:nvSpPr>
        <p:spPr>
          <a:xfrm>
            <a:off x="4216401" y="172788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68B0939C-B17A-E790-46F9-D6BC1F0290CB}"/>
              </a:ext>
            </a:extLst>
          </p:cNvPr>
          <p:cNvSpPr txBox="1"/>
          <p:nvPr/>
        </p:nvSpPr>
        <p:spPr>
          <a:xfrm>
            <a:off x="4143022" y="3406653"/>
            <a:ext cx="570089" cy="230832"/>
          </a:xfrm>
          <a:prstGeom prst="rect">
            <a:avLst/>
          </a:prstGeom>
          <a:noFill/>
        </p:spPr>
        <p:txBody>
          <a:bodyPr wrap="square" rtlCol="0">
            <a:spAutoFit/>
          </a:bodyPr>
          <a:lstStyle/>
          <a:p>
            <a:pPr algn="ctr"/>
            <a:r>
              <a:rPr lang="en-US" sz="900" dirty="0"/>
              <a:t>349</a:t>
            </a:r>
          </a:p>
        </p:txBody>
      </p:sp>
      <p:sp>
        <p:nvSpPr>
          <p:cNvPr id="81" name="TextBox 80">
            <a:extLst>
              <a:ext uri="{FF2B5EF4-FFF2-40B4-BE49-F238E27FC236}">
                <a16:creationId xmlns:a16="http://schemas.microsoft.com/office/drawing/2014/main" id="{9AC49426-30EB-297B-E626-9BB315C6EAB2}"/>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82" name="TextBox 81">
            <a:extLst>
              <a:ext uri="{FF2B5EF4-FFF2-40B4-BE49-F238E27FC236}">
                <a16:creationId xmlns:a16="http://schemas.microsoft.com/office/drawing/2014/main" id="{E7F31C4E-279E-DD18-66CF-62CD4C81DD49}"/>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83" name="TextBox 82">
            <a:extLst>
              <a:ext uri="{FF2B5EF4-FFF2-40B4-BE49-F238E27FC236}">
                <a16:creationId xmlns:a16="http://schemas.microsoft.com/office/drawing/2014/main" id="{49326BB4-2B5A-6C5D-B5CD-22AE451214C2}"/>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0ACCFD5F-D669-B2C2-8298-F3F76CE7A419}"/>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7FC49DCA-FDEF-E669-5B10-731ACAC9DE55}"/>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86" name="TextBox 85">
            <a:extLst>
              <a:ext uri="{FF2B5EF4-FFF2-40B4-BE49-F238E27FC236}">
                <a16:creationId xmlns:a16="http://schemas.microsoft.com/office/drawing/2014/main" id="{0B2E9508-E9B4-13B4-4050-C678DB02430D}"/>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87" name="TextBox 86">
            <a:extLst>
              <a:ext uri="{FF2B5EF4-FFF2-40B4-BE49-F238E27FC236}">
                <a16:creationId xmlns:a16="http://schemas.microsoft.com/office/drawing/2014/main" id="{39693721-6806-DB7C-8400-9C760FDAB1B8}"/>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8" name="TextBox 87">
            <a:extLst>
              <a:ext uri="{FF2B5EF4-FFF2-40B4-BE49-F238E27FC236}">
                <a16:creationId xmlns:a16="http://schemas.microsoft.com/office/drawing/2014/main" id="{EC4FA47B-213B-0A2B-4B26-5DDDA8D779CC}"/>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9" name="TextBox 88">
            <a:extLst>
              <a:ext uri="{FF2B5EF4-FFF2-40B4-BE49-F238E27FC236}">
                <a16:creationId xmlns:a16="http://schemas.microsoft.com/office/drawing/2014/main" id="{291594E9-0800-C9DA-EC0E-73197FD70D37}"/>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5BC5C156-5C30-55EC-CD0A-27FCE2DF17C1}"/>
              </a:ext>
            </a:extLst>
          </p:cNvPr>
          <p:cNvSpPr txBox="1"/>
          <p:nvPr/>
        </p:nvSpPr>
        <p:spPr>
          <a:xfrm>
            <a:off x="5715003" y="2231221"/>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494F5A91-99F8-CB38-BA16-2FF93DF0037B}"/>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428A7796-513A-2810-DE1E-A706D20AF89D}"/>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79D025FB-58A7-5FEF-7EAF-3098C1223BFC}"/>
              </a:ext>
            </a:extLst>
          </p:cNvPr>
          <p:cNvSpPr txBox="1"/>
          <p:nvPr/>
        </p:nvSpPr>
        <p:spPr>
          <a:xfrm>
            <a:off x="5215469" y="223122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823143FB-82D3-70D3-FBF8-D9EE9B26A2CF}"/>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41D8859C-7726-E33A-4235-F69FFA22EA04}"/>
              </a:ext>
            </a:extLst>
          </p:cNvPr>
          <p:cNvSpPr txBox="1"/>
          <p:nvPr/>
        </p:nvSpPr>
        <p:spPr>
          <a:xfrm>
            <a:off x="3716867" y="273455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4B45AFD6-52A1-E91C-B19D-4C859173F571}"/>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1455B0BE-54C1-5D07-D94E-724214016F96}"/>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6847BD77-2507-0596-7A0E-37A35516D47C}"/>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41" name="TextBox 40">
            <a:extLst>
              <a:ext uri="{FF2B5EF4-FFF2-40B4-BE49-F238E27FC236}">
                <a16:creationId xmlns:a16="http://schemas.microsoft.com/office/drawing/2014/main" id="{93FFB283-F1AC-A674-2C5B-D458939797F3}"/>
              </a:ext>
            </a:extLst>
          </p:cNvPr>
          <p:cNvSpPr txBox="1"/>
          <p:nvPr/>
        </p:nvSpPr>
        <p:spPr>
          <a:xfrm>
            <a:off x="3217333" y="2734556"/>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7B41E1F3-B0A7-428A-1319-5AF0E296D751}"/>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56" name="TextBox 55">
            <a:extLst>
              <a:ext uri="{FF2B5EF4-FFF2-40B4-BE49-F238E27FC236}">
                <a16:creationId xmlns:a16="http://schemas.microsoft.com/office/drawing/2014/main" id="{D3FD54D4-845C-2546-1EFE-E938B00F3EF8}"/>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9902C195-8F7C-B3E9-2B2A-C9D608FEF8A9}"/>
              </a:ext>
            </a:extLst>
          </p:cNvPr>
          <p:cNvSpPr txBox="1"/>
          <p:nvPr/>
        </p:nvSpPr>
        <p:spPr>
          <a:xfrm>
            <a:off x="3217333" y="3237891"/>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2A9588F0-34C1-1420-1802-15EAB1BD120F}"/>
              </a:ext>
            </a:extLst>
          </p:cNvPr>
          <p:cNvSpPr txBox="1"/>
          <p:nvPr/>
        </p:nvSpPr>
        <p:spPr>
          <a:xfrm>
            <a:off x="4715935" y="323789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32372937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23F46-5F64-D528-41B6-5A197493479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8BB1E7-3EEA-7D93-7B12-597CC9A6D946}"/>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F49028AA-E2E2-2056-D170-531B1A3D39C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D522DA5-BDF2-8934-4F87-661EF5C8CEE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0F4D324-F122-C72F-723C-564BEF577AC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DD8D959-123B-4E5C-762C-7D1519A2318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EEDE7BF-E7CF-2DC0-F170-EF5BD0665A4C}"/>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5DE7B07B-2E89-A4A1-E256-9B52F47332EF}"/>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CA139314-A5FE-9F70-E414-A18090FB0E4D}"/>
              </a:ext>
            </a:extLst>
          </p:cNvPr>
          <p:cNvSpPr txBox="1"/>
          <p:nvPr/>
        </p:nvSpPr>
        <p:spPr>
          <a:xfrm>
            <a:off x="3640666" y="4408541"/>
            <a:ext cx="570089" cy="230832"/>
          </a:xfrm>
          <a:prstGeom prst="rect">
            <a:avLst/>
          </a:prstGeom>
          <a:noFill/>
        </p:spPr>
        <p:txBody>
          <a:bodyPr wrap="square" rtlCol="0">
            <a:spAutoFit/>
          </a:bodyPr>
          <a:lstStyle/>
          <a:p>
            <a:pPr algn="ctr"/>
            <a:r>
              <a:rPr lang="en-US" sz="900" dirty="0"/>
              <a:t>578</a:t>
            </a:r>
          </a:p>
        </p:txBody>
      </p:sp>
      <p:sp>
        <p:nvSpPr>
          <p:cNvPr id="10" name="TextBox 9">
            <a:extLst>
              <a:ext uri="{FF2B5EF4-FFF2-40B4-BE49-F238E27FC236}">
                <a16:creationId xmlns:a16="http://schemas.microsoft.com/office/drawing/2014/main" id="{217E33FB-9E22-92EE-B625-548F55D9AA8D}"/>
              </a:ext>
            </a:extLst>
          </p:cNvPr>
          <p:cNvSpPr txBox="1"/>
          <p:nvPr/>
        </p:nvSpPr>
        <p:spPr>
          <a:xfrm>
            <a:off x="6654802" y="4408541"/>
            <a:ext cx="570089" cy="230832"/>
          </a:xfrm>
          <a:prstGeom prst="rect">
            <a:avLst/>
          </a:prstGeom>
          <a:noFill/>
        </p:spPr>
        <p:txBody>
          <a:bodyPr wrap="square" rtlCol="0">
            <a:spAutoFit/>
          </a:bodyPr>
          <a:lstStyle/>
          <a:p>
            <a:pPr algn="ctr"/>
            <a:r>
              <a:rPr lang="en-US" sz="900" dirty="0"/>
              <a:t>578</a:t>
            </a:r>
          </a:p>
        </p:txBody>
      </p:sp>
      <p:sp>
        <p:nvSpPr>
          <p:cNvPr id="11" name="TextBox 10">
            <a:extLst>
              <a:ext uri="{FF2B5EF4-FFF2-40B4-BE49-F238E27FC236}">
                <a16:creationId xmlns:a16="http://schemas.microsoft.com/office/drawing/2014/main" id="{5F42F2F3-5752-AFCD-40F0-0CCE197868FD}"/>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3" name="TextBox 12">
            <a:extLst>
              <a:ext uri="{FF2B5EF4-FFF2-40B4-BE49-F238E27FC236}">
                <a16:creationId xmlns:a16="http://schemas.microsoft.com/office/drawing/2014/main" id="{C37546DE-77C6-FADD-DEB1-1034679A0375}"/>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5C490E82-E8CF-1970-C757-B0C145B2ACE5}"/>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D6682DA3-1E11-1449-AA97-02955338D940}"/>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E38EFEB3-698B-88F5-E598-1CD348756049}"/>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AD82474D-B676-4FAC-B501-7C86AA667FE1}"/>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4C5A19F2-C3D1-6F65-BD7B-2C02FFB237FD}"/>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000A0122-96D1-3115-DF51-3D7578620F05}"/>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DF7A44E9-21C6-4870-AA05-D69D45E12133}"/>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AE725D9D-48B1-256F-A0A5-2F536AB8315C}"/>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BA511A74-36AB-554D-E959-5B13E6AF3167}"/>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EA437897-0A11-FA62-FC57-62BA193EB1D9}"/>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78776E41-D56E-DBFC-6503-2178F466E60B}"/>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40" name="TextBox 39">
            <a:extLst>
              <a:ext uri="{FF2B5EF4-FFF2-40B4-BE49-F238E27FC236}">
                <a16:creationId xmlns:a16="http://schemas.microsoft.com/office/drawing/2014/main" id="{CA79D964-CAF1-F3A2-0CE3-E1096B7F64E9}"/>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4D17B1F7-F434-F069-B6CA-B1F638DC1310}"/>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053D04E5-722C-36BF-A65F-5428E31751A9}"/>
              </a:ext>
            </a:extLst>
          </p:cNvPr>
          <p:cNvSpPr txBox="1"/>
          <p:nvPr/>
        </p:nvSpPr>
        <p:spPr>
          <a:xfrm>
            <a:off x="6654802" y="901933"/>
            <a:ext cx="570089" cy="230832"/>
          </a:xfrm>
          <a:prstGeom prst="rect">
            <a:avLst/>
          </a:prstGeom>
          <a:noFill/>
        </p:spPr>
        <p:txBody>
          <a:bodyPr wrap="square" rtlCol="0">
            <a:spAutoFit/>
          </a:bodyPr>
          <a:lstStyle/>
          <a:p>
            <a:pPr algn="ctr"/>
            <a:r>
              <a:rPr lang="en-US" sz="900" dirty="0"/>
              <a:t>84</a:t>
            </a:r>
          </a:p>
        </p:txBody>
      </p:sp>
      <p:sp>
        <p:nvSpPr>
          <p:cNvPr id="45" name="TextBox 44">
            <a:extLst>
              <a:ext uri="{FF2B5EF4-FFF2-40B4-BE49-F238E27FC236}">
                <a16:creationId xmlns:a16="http://schemas.microsoft.com/office/drawing/2014/main" id="{8C43A355-82D4-A8AE-2691-1D2853FEDEEF}"/>
              </a:ext>
            </a:extLst>
          </p:cNvPr>
          <p:cNvSpPr txBox="1"/>
          <p:nvPr/>
        </p:nvSpPr>
        <p:spPr>
          <a:xfrm>
            <a:off x="3640666" y="1402877"/>
            <a:ext cx="570089" cy="230832"/>
          </a:xfrm>
          <a:prstGeom prst="rect">
            <a:avLst/>
          </a:prstGeom>
          <a:noFill/>
        </p:spPr>
        <p:txBody>
          <a:bodyPr wrap="square" rtlCol="0">
            <a:spAutoFit/>
          </a:bodyPr>
          <a:lstStyle/>
          <a:p>
            <a:pPr algn="ctr"/>
            <a:r>
              <a:rPr lang="en-US" sz="900" dirty="0"/>
              <a:t>1347</a:t>
            </a:r>
          </a:p>
        </p:txBody>
      </p:sp>
      <p:sp>
        <p:nvSpPr>
          <p:cNvPr id="47" name="TextBox 46">
            <a:extLst>
              <a:ext uri="{FF2B5EF4-FFF2-40B4-BE49-F238E27FC236}">
                <a16:creationId xmlns:a16="http://schemas.microsoft.com/office/drawing/2014/main" id="{22B61ACF-CA14-08A5-A4AF-69E9F7518035}"/>
              </a:ext>
            </a:extLst>
          </p:cNvPr>
          <p:cNvSpPr txBox="1"/>
          <p:nvPr/>
        </p:nvSpPr>
        <p:spPr>
          <a:xfrm>
            <a:off x="6152446" y="1402877"/>
            <a:ext cx="570089" cy="230832"/>
          </a:xfrm>
          <a:prstGeom prst="rect">
            <a:avLst/>
          </a:prstGeom>
          <a:noFill/>
        </p:spPr>
        <p:txBody>
          <a:bodyPr wrap="square" rtlCol="0">
            <a:spAutoFit/>
          </a:bodyPr>
          <a:lstStyle/>
          <a:p>
            <a:pPr algn="ctr"/>
            <a:r>
              <a:rPr lang="en-US" sz="900" dirty="0"/>
              <a:t>137</a:t>
            </a:r>
          </a:p>
        </p:txBody>
      </p:sp>
      <p:sp>
        <p:nvSpPr>
          <p:cNvPr id="49" name="TextBox 48">
            <a:extLst>
              <a:ext uri="{FF2B5EF4-FFF2-40B4-BE49-F238E27FC236}">
                <a16:creationId xmlns:a16="http://schemas.microsoft.com/office/drawing/2014/main" id="{4A7B2BF1-704A-955B-FF1B-97CA9D0ED1D5}"/>
              </a:ext>
            </a:extLst>
          </p:cNvPr>
          <p:cNvSpPr txBox="1"/>
          <p:nvPr/>
        </p:nvSpPr>
        <p:spPr>
          <a:xfrm>
            <a:off x="3138310" y="1402877"/>
            <a:ext cx="570089" cy="230832"/>
          </a:xfrm>
          <a:prstGeom prst="rect">
            <a:avLst/>
          </a:prstGeom>
          <a:noFill/>
        </p:spPr>
        <p:txBody>
          <a:bodyPr wrap="square" rtlCol="0">
            <a:spAutoFit/>
          </a:bodyPr>
          <a:lstStyle/>
          <a:p>
            <a:pPr algn="ctr"/>
            <a:r>
              <a:rPr lang="en-US" sz="900" dirty="0"/>
              <a:t>37</a:t>
            </a:r>
          </a:p>
        </p:txBody>
      </p:sp>
      <p:sp>
        <p:nvSpPr>
          <p:cNvPr id="50" name="TextBox 49">
            <a:extLst>
              <a:ext uri="{FF2B5EF4-FFF2-40B4-BE49-F238E27FC236}">
                <a16:creationId xmlns:a16="http://schemas.microsoft.com/office/drawing/2014/main" id="{1E234705-9876-9072-04CB-56AB74326126}"/>
              </a:ext>
            </a:extLst>
          </p:cNvPr>
          <p:cNvSpPr txBox="1"/>
          <p:nvPr/>
        </p:nvSpPr>
        <p:spPr>
          <a:xfrm>
            <a:off x="3640666" y="1903821"/>
            <a:ext cx="570089" cy="230832"/>
          </a:xfrm>
          <a:prstGeom prst="rect">
            <a:avLst/>
          </a:prstGeom>
          <a:noFill/>
        </p:spPr>
        <p:txBody>
          <a:bodyPr wrap="square" rtlCol="0">
            <a:spAutoFit/>
          </a:bodyPr>
          <a:lstStyle/>
          <a:p>
            <a:pPr algn="ctr"/>
            <a:r>
              <a:rPr lang="en-US" sz="900" dirty="0"/>
              <a:t>1367</a:t>
            </a:r>
          </a:p>
        </p:txBody>
      </p:sp>
      <p:sp>
        <p:nvSpPr>
          <p:cNvPr id="51" name="TextBox 50">
            <a:extLst>
              <a:ext uri="{FF2B5EF4-FFF2-40B4-BE49-F238E27FC236}">
                <a16:creationId xmlns:a16="http://schemas.microsoft.com/office/drawing/2014/main" id="{CC2168BE-9402-660B-9C04-FFB4C12DDD62}"/>
              </a:ext>
            </a:extLst>
          </p:cNvPr>
          <p:cNvSpPr txBox="1"/>
          <p:nvPr/>
        </p:nvSpPr>
        <p:spPr>
          <a:xfrm>
            <a:off x="6654802" y="1903821"/>
            <a:ext cx="570089" cy="230832"/>
          </a:xfrm>
          <a:prstGeom prst="rect">
            <a:avLst/>
          </a:prstGeom>
          <a:noFill/>
        </p:spPr>
        <p:txBody>
          <a:bodyPr wrap="square" rtlCol="0">
            <a:spAutoFit/>
          </a:bodyPr>
          <a:lstStyle/>
          <a:p>
            <a:pPr algn="ctr"/>
            <a:r>
              <a:rPr lang="en-US" sz="900" dirty="0"/>
              <a:t>37</a:t>
            </a:r>
          </a:p>
        </p:txBody>
      </p:sp>
      <p:sp>
        <p:nvSpPr>
          <p:cNvPr id="52" name="TextBox 51">
            <a:extLst>
              <a:ext uri="{FF2B5EF4-FFF2-40B4-BE49-F238E27FC236}">
                <a16:creationId xmlns:a16="http://schemas.microsoft.com/office/drawing/2014/main" id="{E998EC82-D01F-17BF-DA76-7B1BDCD2C3D4}"/>
              </a:ext>
            </a:extLst>
          </p:cNvPr>
          <p:cNvSpPr txBox="1"/>
          <p:nvPr/>
        </p:nvSpPr>
        <p:spPr>
          <a:xfrm>
            <a:off x="7157158" y="1903821"/>
            <a:ext cx="570089" cy="230832"/>
          </a:xfrm>
          <a:prstGeom prst="rect">
            <a:avLst/>
          </a:prstGeom>
          <a:noFill/>
        </p:spPr>
        <p:txBody>
          <a:bodyPr wrap="square" rtlCol="0">
            <a:spAutoFit/>
          </a:bodyPr>
          <a:lstStyle/>
          <a:p>
            <a:pPr algn="ctr"/>
            <a:r>
              <a:rPr lang="en-US" sz="900" dirty="0"/>
              <a:t>13</a:t>
            </a:r>
          </a:p>
        </p:txBody>
      </p:sp>
      <p:sp>
        <p:nvSpPr>
          <p:cNvPr id="53" name="TextBox 52">
            <a:extLst>
              <a:ext uri="{FF2B5EF4-FFF2-40B4-BE49-F238E27FC236}">
                <a16:creationId xmlns:a16="http://schemas.microsoft.com/office/drawing/2014/main" id="{B5B70512-8C00-256F-55E9-9D8C90B2DF1E}"/>
              </a:ext>
            </a:extLst>
          </p:cNvPr>
          <p:cNvSpPr txBox="1"/>
          <p:nvPr/>
        </p:nvSpPr>
        <p:spPr>
          <a:xfrm>
            <a:off x="3138310" y="1903821"/>
            <a:ext cx="570089" cy="230832"/>
          </a:xfrm>
          <a:prstGeom prst="rect">
            <a:avLst/>
          </a:prstGeom>
          <a:noFill/>
        </p:spPr>
        <p:txBody>
          <a:bodyPr wrap="square" rtlCol="0">
            <a:spAutoFit/>
          </a:bodyPr>
          <a:lstStyle/>
          <a:p>
            <a:pPr algn="ctr"/>
            <a:r>
              <a:rPr lang="en-US" sz="900" dirty="0"/>
              <a:t>367</a:t>
            </a:r>
          </a:p>
        </p:txBody>
      </p:sp>
      <p:sp>
        <p:nvSpPr>
          <p:cNvPr id="54" name="TextBox 53">
            <a:extLst>
              <a:ext uri="{FF2B5EF4-FFF2-40B4-BE49-F238E27FC236}">
                <a16:creationId xmlns:a16="http://schemas.microsoft.com/office/drawing/2014/main" id="{28042678-8AFD-43E1-E5C6-E92DA8AA5361}"/>
              </a:ext>
            </a:extLst>
          </p:cNvPr>
          <p:cNvSpPr txBox="1"/>
          <p:nvPr/>
        </p:nvSpPr>
        <p:spPr>
          <a:xfrm>
            <a:off x="3640666" y="2404765"/>
            <a:ext cx="570089" cy="230832"/>
          </a:xfrm>
          <a:prstGeom prst="rect">
            <a:avLst/>
          </a:prstGeom>
          <a:noFill/>
        </p:spPr>
        <p:txBody>
          <a:bodyPr wrap="square" rtlCol="0">
            <a:spAutoFit/>
          </a:bodyPr>
          <a:lstStyle/>
          <a:p>
            <a:pPr algn="ctr"/>
            <a:r>
              <a:rPr lang="en-US" sz="900" dirty="0"/>
              <a:t>87</a:t>
            </a:r>
          </a:p>
        </p:txBody>
      </p:sp>
      <p:sp>
        <p:nvSpPr>
          <p:cNvPr id="57" name="TextBox 56">
            <a:extLst>
              <a:ext uri="{FF2B5EF4-FFF2-40B4-BE49-F238E27FC236}">
                <a16:creationId xmlns:a16="http://schemas.microsoft.com/office/drawing/2014/main" id="{0C5E18A6-DD28-A81F-20C9-EA9BDE19DC5D}"/>
              </a:ext>
            </a:extLst>
          </p:cNvPr>
          <p:cNvSpPr txBox="1"/>
          <p:nvPr/>
        </p:nvSpPr>
        <p:spPr>
          <a:xfrm>
            <a:off x="3138310" y="2404765"/>
            <a:ext cx="570089" cy="230832"/>
          </a:xfrm>
          <a:prstGeom prst="rect">
            <a:avLst/>
          </a:prstGeom>
          <a:noFill/>
        </p:spPr>
        <p:txBody>
          <a:bodyPr wrap="square" rtlCol="0">
            <a:spAutoFit/>
          </a:bodyPr>
          <a:lstStyle/>
          <a:p>
            <a:pPr algn="ctr"/>
            <a:r>
              <a:rPr lang="en-US" sz="900" dirty="0"/>
              <a:t>78</a:t>
            </a:r>
          </a:p>
        </p:txBody>
      </p:sp>
      <p:sp>
        <p:nvSpPr>
          <p:cNvPr id="58" name="TextBox 57">
            <a:extLst>
              <a:ext uri="{FF2B5EF4-FFF2-40B4-BE49-F238E27FC236}">
                <a16:creationId xmlns:a16="http://schemas.microsoft.com/office/drawing/2014/main" id="{401F199D-0446-30EC-8436-E84B7205CD7F}"/>
              </a:ext>
            </a:extLst>
          </p:cNvPr>
          <p:cNvSpPr txBox="1"/>
          <p:nvPr/>
        </p:nvSpPr>
        <p:spPr>
          <a:xfrm>
            <a:off x="7157158" y="2905709"/>
            <a:ext cx="570089" cy="230832"/>
          </a:xfrm>
          <a:prstGeom prst="rect">
            <a:avLst/>
          </a:prstGeom>
          <a:noFill/>
        </p:spPr>
        <p:txBody>
          <a:bodyPr wrap="square" rtlCol="0">
            <a:spAutoFit/>
          </a:bodyPr>
          <a:lstStyle/>
          <a:p>
            <a:pPr algn="ctr"/>
            <a:r>
              <a:rPr lang="en-US" sz="900" dirty="0"/>
              <a:t>83</a:t>
            </a:r>
          </a:p>
        </p:txBody>
      </p:sp>
      <p:sp>
        <p:nvSpPr>
          <p:cNvPr id="69" name="TextBox 68">
            <a:extLst>
              <a:ext uri="{FF2B5EF4-FFF2-40B4-BE49-F238E27FC236}">
                <a16:creationId xmlns:a16="http://schemas.microsoft.com/office/drawing/2014/main" id="{484E57D9-B1ED-FB93-CE14-139FA0F1D3F7}"/>
              </a:ext>
            </a:extLst>
          </p:cNvPr>
          <p:cNvSpPr txBox="1"/>
          <p:nvPr/>
        </p:nvSpPr>
        <p:spPr>
          <a:xfrm>
            <a:off x="3640666" y="4909484"/>
            <a:ext cx="570089" cy="230832"/>
          </a:xfrm>
          <a:prstGeom prst="rect">
            <a:avLst/>
          </a:prstGeom>
          <a:noFill/>
        </p:spPr>
        <p:txBody>
          <a:bodyPr wrap="square" rtlCol="0">
            <a:spAutoFit/>
          </a:bodyPr>
          <a:lstStyle/>
          <a:p>
            <a:pPr algn="ctr"/>
            <a:r>
              <a:rPr lang="en-US" sz="900" dirty="0"/>
              <a:t>67</a:t>
            </a:r>
          </a:p>
        </p:txBody>
      </p:sp>
      <p:sp>
        <p:nvSpPr>
          <p:cNvPr id="71" name="TextBox 70">
            <a:extLst>
              <a:ext uri="{FF2B5EF4-FFF2-40B4-BE49-F238E27FC236}">
                <a16:creationId xmlns:a16="http://schemas.microsoft.com/office/drawing/2014/main" id="{90E13E3B-AE0F-59F1-25FA-07571BA7B986}"/>
              </a:ext>
            </a:extLst>
          </p:cNvPr>
          <p:cNvSpPr txBox="1"/>
          <p:nvPr/>
        </p:nvSpPr>
        <p:spPr>
          <a:xfrm>
            <a:off x="6152446" y="4909484"/>
            <a:ext cx="570089" cy="230832"/>
          </a:xfrm>
          <a:prstGeom prst="rect">
            <a:avLst/>
          </a:prstGeom>
          <a:noFill/>
        </p:spPr>
        <p:txBody>
          <a:bodyPr wrap="square" rtlCol="0">
            <a:spAutoFit/>
          </a:bodyPr>
          <a:lstStyle/>
          <a:p>
            <a:pPr algn="ctr"/>
            <a:r>
              <a:rPr lang="en-US" sz="900" dirty="0"/>
              <a:t>147</a:t>
            </a:r>
          </a:p>
        </p:txBody>
      </p:sp>
      <p:sp>
        <p:nvSpPr>
          <p:cNvPr id="72" name="TextBox 71">
            <a:extLst>
              <a:ext uri="{FF2B5EF4-FFF2-40B4-BE49-F238E27FC236}">
                <a16:creationId xmlns:a16="http://schemas.microsoft.com/office/drawing/2014/main" id="{438D7263-481A-512F-B308-BEC3F6970E2D}"/>
              </a:ext>
            </a:extLst>
          </p:cNvPr>
          <p:cNvSpPr txBox="1"/>
          <p:nvPr/>
        </p:nvSpPr>
        <p:spPr>
          <a:xfrm>
            <a:off x="6654802" y="4909484"/>
            <a:ext cx="570089" cy="230832"/>
          </a:xfrm>
          <a:prstGeom prst="rect">
            <a:avLst/>
          </a:prstGeom>
          <a:noFill/>
        </p:spPr>
        <p:txBody>
          <a:bodyPr wrap="square" rtlCol="0">
            <a:spAutoFit/>
          </a:bodyPr>
          <a:lstStyle/>
          <a:p>
            <a:pPr algn="ctr"/>
            <a:r>
              <a:rPr lang="en-US" sz="900" dirty="0"/>
              <a:t>47</a:t>
            </a:r>
          </a:p>
        </p:txBody>
      </p:sp>
      <p:sp>
        <p:nvSpPr>
          <p:cNvPr id="73" name="TextBox 72">
            <a:extLst>
              <a:ext uri="{FF2B5EF4-FFF2-40B4-BE49-F238E27FC236}">
                <a16:creationId xmlns:a16="http://schemas.microsoft.com/office/drawing/2014/main" id="{3D3FCF5F-B02B-07B0-46A2-4E8ABEF897A1}"/>
              </a:ext>
            </a:extLst>
          </p:cNvPr>
          <p:cNvSpPr txBox="1"/>
          <p:nvPr/>
        </p:nvSpPr>
        <p:spPr>
          <a:xfrm>
            <a:off x="7157158" y="3907597"/>
            <a:ext cx="570089" cy="230832"/>
          </a:xfrm>
          <a:prstGeom prst="rect">
            <a:avLst/>
          </a:prstGeom>
          <a:noFill/>
        </p:spPr>
        <p:txBody>
          <a:bodyPr wrap="square" rtlCol="0">
            <a:spAutoFit/>
          </a:bodyPr>
          <a:lstStyle/>
          <a:p>
            <a:pPr algn="ctr"/>
            <a:r>
              <a:rPr lang="en-US" sz="900" dirty="0"/>
              <a:t>98</a:t>
            </a:r>
          </a:p>
        </p:txBody>
      </p:sp>
      <p:sp>
        <p:nvSpPr>
          <p:cNvPr id="74" name="TextBox 73">
            <a:extLst>
              <a:ext uri="{FF2B5EF4-FFF2-40B4-BE49-F238E27FC236}">
                <a16:creationId xmlns:a16="http://schemas.microsoft.com/office/drawing/2014/main" id="{E9CA0C2C-3023-EDAA-ECEF-B0FC4996B760}"/>
              </a:ext>
            </a:extLst>
          </p:cNvPr>
          <p:cNvSpPr txBox="1"/>
          <p:nvPr/>
        </p:nvSpPr>
        <p:spPr>
          <a:xfrm>
            <a:off x="3138310" y="3907597"/>
            <a:ext cx="570089" cy="230832"/>
          </a:xfrm>
          <a:prstGeom prst="rect">
            <a:avLst/>
          </a:prstGeom>
          <a:noFill/>
        </p:spPr>
        <p:txBody>
          <a:bodyPr wrap="square" rtlCol="0">
            <a:spAutoFit/>
          </a:bodyPr>
          <a:lstStyle/>
          <a:p>
            <a:pPr algn="ctr"/>
            <a:r>
              <a:rPr lang="en-US" sz="900" dirty="0"/>
              <a:t>89</a:t>
            </a:r>
          </a:p>
        </p:txBody>
      </p:sp>
      <p:sp>
        <p:nvSpPr>
          <p:cNvPr id="75" name="TextBox 74">
            <a:extLst>
              <a:ext uri="{FF2B5EF4-FFF2-40B4-BE49-F238E27FC236}">
                <a16:creationId xmlns:a16="http://schemas.microsoft.com/office/drawing/2014/main" id="{28390F2F-1D7C-4F02-45F7-67CE277C4C60}"/>
              </a:ext>
            </a:extLst>
          </p:cNvPr>
          <p:cNvSpPr txBox="1"/>
          <p:nvPr/>
        </p:nvSpPr>
        <p:spPr>
          <a:xfrm>
            <a:off x="7157158" y="4909484"/>
            <a:ext cx="570089" cy="230832"/>
          </a:xfrm>
          <a:prstGeom prst="rect">
            <a:avLst/>
          </a:prstGeom>
          <a:noFill/>
        </p:spPr>
        <p:txBody>
          <a:bodyPr wrap="square" rtlCol="0">
            <a:spAutoFit/>
          </a:bodyPr>
          <a:lstStyle/>
          <a:p>
            <a:pPr algn="ctr"/>
            <a:r>
              <a:rPr lang="en-US" sz="900" dirty="0"/>
              <a:t>19</a:t>
            </a:r>
          </a:p>
        </p:txBody>
      </p:sp>
      <p:sp>
        <p:nvSpPr>
          <p:cNvPr id="76" name="TextBox 75">
            <a:extLst>
              <a:ext uri="{FF2B5EF4-FFF2-40B4-BE49-F238E27FC236}">
                <a16:creationId xmlns:a16="http://schemas.microsoft.com/office/drawing/2014/main" id="{D74063D1-71C5-8017-52A5-8B284B34C6B0}"/>
              </a:ext>
            </a:extLst>
          </p:cNvPr>
          <p:cNvSpPr txBox="1"/>
          <p:nvPr/>
        </p:nvSpPr>
        <p:spPr>
          <a:xfrm>
            <a:off x="3138310" y="4909484"/>
            <a:ext cx="570089" cy="230832"/>
          </a:xfrm>
          <a:prstGeom prst="rect">
            <a:avLst/>
          </a:prstGeom>
          <a:noFill/>
        </p:spPr>
        <p:txBody>
          <a:bodyPr wrap="square" rtlCol="0">
            <a:spAutoFit/>
          </a:bodyPr>
          <a:lstStyle/>
          <a:p>
            <a:pPr algn="ctr"/>
            <a:r>
              <a:rPr lang="en-US" sz="900" dirty="0"/>
              <a:t>679</a:t>
            </a:r>
          </a:p>
        </p:txBody>
      </p:sp>
      <p:sp>
        <p:nvSpPr>
          <p:cNvPr id="77" name="TextBox 76">
            <a:extLst>
              <a:ext uri="{FF2B5EF4-FFF2-40B4-BE49-F238E27FC236}">
                <a16:creationId xmlns:a16="http://schemas.microsoft.com/office/drawing/2014/main" id="{CBE38754-2E59-1871-E57C-85DE741D1DDF}"/>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802F2377-22CA-8A66-6C48-3582F946E3AB}"/>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A532EADA-3089-60A7-7FBB-5EB3969E33F6}"/>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0EE31FA8-6978-3D7D-477A-8FC05E1C5696}"/>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12EF27AB-557D-7886-ABC9-37002E5C6E48}"/>
              </a:ext>
            </a:extLst>
          </p:cNvPr>
          <p:cNvSpPr txBox="1"/>
          <p:nvPr/>
        </p:nvSpPr>
        <p:spPr>
          <a:xfrm>
            <a:off x="4216401" y="721216"/>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305B7195-FC46-CC9D-9602-0EDC89342FD4}"/>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0F7F8F28-0FE0-18E9-AC19-2BAF6D478CD1}"/>
              </a:ext>
            </a:extLst>
          </p:cNvPr>
          <p:cNvSpPr txBox="1"/>
          <p:nvPr/>
        </p:nvSpPr>
        <p:spPr>
          <a:xfrm>
            <a:off x="6152446" y="2905709"/>
            <a:ext cx="570089" cy="230832"/>
          </a:xfrm>
          <a:prstGeom prst="rect">
            <a:avLst/>
          </a:prstGeom>
          <a:noFill/>
        </p:spPr>
        <p:txBody>
          <a:bodyPr wrap="square" rtlCol="0">
            <a:spAutoFit/>
          </a:bodyPr>
          <a:lstStyle/>
          <a:p>
            <a:pPr algn="ctr"/>
            <a:r>
              <a:rPr lang="en-US" sz="900" dirty="0"/>
              <a:t>38</a:t>
            </a:r>
          </a:p>
        </p:txBody>
      </p:sp>
      <p:sp>
        <p:nvSpPr>
          <p:cNvPr id="39" name="TextBox 38">
            <a:extLst>
              <a:ext uri="{FF2B5EF4-FFF2-40B4-BE49-F238E27FC236}">
                <a16:creationId xmlns:a16="http://schemas.microsoft.com/office/drawing/2014/main" id="{9D346B41-51FF-6888-C66F-35FB95056F74}"/>
              </a:ext>
            </a:extLst>
          </p:cNvPr>
          <p:cNvSpPr txBox="1"/>
          <p:nvPr/>
        </p:nvSpPr>
        <p:spPr>
          <a:xfrm>
            <a:off x="4216401" y="1727886"/>
            <a:ext cx="462845" cy="584775"/>
          </a:xfrm>
          <a:prstGeom prst="rect">
            <a:avLst/>
          </a:prstGeom>
          <a:noFill/>
        </p:spPr>
        <p:txBody>
          <a:bodyPr wrap="square" rtlCol="0">
            <a:spAutoFit/>
          </a:bodyPr>
          <a:lstStyle/>
          <a:p>
            <a:pPr algn="ctr"/>
            <a:r>
              <a:rPr lang="en-US" sz="3200" dirty="0"/>
              <a:t>8</a:t>
            </a:r>
          </a:p>
        </p:txBody>
      </p:sp>
      <p:sp>
        <p:nvSpPr>
          <p:cNvPr id="81" name="TextBox 80">
            <a:extLst>
              <a:ext uri="{FF2B5EF4-FFF2-40B4-BE49-F238E27FC236}">
                <a16:creationId xmlns:a16="http://schemas.microsoft.com/office/drawing/2014/main" id="{25D71BAD-E2DC-58EC-3378-89237750D8D4}"/>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82" name="TextBox 81">
            <a:extLst>
              <a:ext uri="{FF2B5EF4-FFF2-40B4-BE49-F238E27FC236}">
                <a16:creationId xmlns:a16="http://schemas.microsoft.com/office/drawing/2014/main" id="{8C703723-8DA4-5315-D34E-6A7A75BB939F}"/>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83" name="TextBox 82">
            <a:extLst>
              <a:ext uri="{FF2B5EF4-FFF2-40B4-BE49-F238E27FC236}">
                <a16:creationId xmlns:a16="http://schemas.microsoft.com/office/drawing/2014/main" id="{F786BCA9-D543-31FB-9CF6-EC7B728963A7}"/>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53010170-C381-0F2A-0303-EDE30AE95ED8}"/>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E6972876-7B9F-2D6B-C5BC-F83B097CE503}"/>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86" name="TextBox 85">
            <a:extLst>
              <a:ext uri="{FF2B5EF4-FFF2-40B4-BE49-F238E27FC236}">
                <a16:creationId xmlns:a16="http://schemas.microsoft.com/office/drawing/2014/main" id="{CA3D01C8-07EE-9BD5-7F32-137E630960D4}"/>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87" name="TextBox 86">
            <a:extLst>
              <a:ext uri="{FF2B5EF4-FFF2-40B4-BE49-F238E27FC236}">
                <a16:creationId xmlns:a16="http://schemas.microsoft.com/office/drawing/2014/main" id="{0629E06B-A5C5-C1EF-4478-B3EC38CA9654}"/>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8" name="TextBox 87">
            <a:extLst>
              <a:ext uri="{FF2B5EF4-FFF2-40B4-BE49-F238E27FC236}">
                <a16:creationId xmlns:a16="http://schemas.microsoft.com/office/drawing/2014/main" id="{4F5A66B0-07C0-54B7-96B9-83E4E509C20C}"/>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9" name="TextBox 88">
            <a:extLst>
              <a:ext uri="{FF2B5EF4-FFF2-40B4-BE49-F238E27FC236}">
                <a16:creationId xmlns:a16="http://schemas.microsoft.com/office/drawing/2014/main" id="{C15B4888-AB22-5DE2-A952-A281936AF9AF}"/>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3F0612E9-C898-FC90-23AE-17BBD6FF8EE0}"/>
              </a:ext>
            </a:extLst>
          </p:cNvPr>
          <p:cNvSpPr txBox="1"/>
          <p:nvPr/>
        </p:nvSpPr>
        <p:spPr>
          <a:xfrm>
            <a:off x="5715003" y="2231221"/>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9187A131-4760-D397-D56E-ED1FDADB0BAB}"/>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C3FE49CC-098C-542F-CC23-9FD7172FD66A}"/>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E58F0DAD-239D-B6F3-7656-693D86FD1B37}"/>
              </a:ext>
            </a:extLst>
          </p:cNvPr>
          <p:cNvSpPr txBox="1"/>
          <p:nvPr/>
        </p:nvSpPr>
        <p:spPr>
          <a:xfrm>
            <a:off x="5215469" y="223122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1F0237E4-300F-40AB-6DA1-151A4A0CB6CC}"/>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3933C9D3-22AE-0232-BDAD-32471570A63E}"/>
              </a:ext>
            </a:extLst>
          </p:cNvPr>
          <p:cNvSpPr txBox="1"/>
          <p:nvPr/>
        </p:nvSpPr>
        <p:spPr>
          <a:xfrm>
            <a:off x="3716867" y="273455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A3665089-6FF3-E8F4-30ED-5C66A654AC3D}"/>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6869BC75-D32B-E168-1D2B-BDCBE6884641}"/>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332886FD-5077-4519-8B2C-D2B8C55B6F4D}"/>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41" name="TextBox 40">
            <a:extLst>
              <a:ext uri="{FF2B5EF4-FFF2-40B4-BE49-F238E27FC236}">
                <a16:creationId xmlns:a16="http://schemas.microsoft.com/office/drawing/2014/main" id="{DD315AFB-8B45-54FC-CD34-48EB2E294D48}"/>
              </a:ext>
            </a:extLst>
          </p:cNvPr>
          <p:cNvSpPr txBox="1"/>
          <p:nvPr/>
        </p:nvSpPr>
        <p:spPr>
          <a:xfrm>
            <a:off x="3217333" y="2734556"/>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624DB4F0-10CD-97A9-DC52-4454126F0C32}"/>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56" name="TextBox 55">
            <a:extLst>
              <a:ext uri="{FF2B5EF4-FFF2-40B4-BE49-F238E27FC236}">
                <a16:creationId xmlns:a16="http://schemas.microsoft.com/office/drawing/2014/main" id="{EAED429A-B7EE-3885-4CCF-EC002A2AC7BA}"/>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62D9964E-73D0-BE0E-902E-87AA4FC15907}"/>
              </a:ext>
            </a:extLst>
          </p:cNvPr>
          <p:cNvSpPr txBox="1"/>
          <p:nvPr/>
        </p:nvSpPr>
        <p:spPr>
          <a:xfrm>
            <a:off x="3217333" y="3237891"/>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9640CAA1-B6E0-04F0-83F2-CB062915DF7D}"/>
              </a:ext>
            </a:extLst>
          </p:cNvPr>
          <p:cNvSpPr txBox="1"/>
          <p:nvPr/>
        </p:nvSpPr>
        <p:spPr>
          <a:xfrm>
            <a:off x="4715935" y="3237891"/>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19F1D66F-8FDB-503D-3CF5-C50263E0B6AE}"/>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2C9C0902-4564-9EA6-E964-02BEB968FA0D}"/>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98486C9B-F9E2-8724-107C-815BFBAED0EE}"/>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42" name="TextBox 41">
            <a:extLst>
              <a:ext uri="{FF2B5EF4-FFF2-40B4-BE49-F238E27FC236}">
                <a16:creationId xmlns:a16="http://schemas.microsoft.com/office/drawing/2014/main" id="{622A645C-ACE6-4B52-C58E-AB442B913213}"/>
              </a:ext>
            </a:extLst>
          </p:cNvPr>
          <p:cNvSpPr txBox="1"/>
          <p:nvPr/>
        </p:nvSpPr>
        <p:spPr>
          <a:xfrm>
            <a:off x="4216401"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613EE108-2574-54D3-19EF-2881C91D3745}"/>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18194360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19111-20E6-D1B6-D57D-B9A87346E94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5793A5-D25E-5627-D07D-9A9339A9CAAA}"/>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592141D-F2F3-0F9A-6136-E0E639B68F0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290CE5A-023F-4406-0BC6-449F122B594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6BDE104-8C0D-0642-5D5C-3C8B268CF5D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8BED017-6297-B258-A153-81D7D0BA13F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25DD2A6-5C1B-D60A-F1BA-9724A6FB6621}"/>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ADED72C1-2CF2-98B1-6C2F-4D087775D5C9}"/>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A085E3BE-7D75-D375-867B-76BAFC375297}"/>
              </a:ext>
            </a:extLst>
          </p:cNvPr>
          <p:cNvSpPr txBox="1"/>
          <p:nvPr/>
        </p:nvSpPr>
        <p:spPr>
          <a:xfrm>
            <a:off x="3640666" y="4408541"/>
            <a:ext cx="570089" cy="230832"/>
          </a:xfrm>
          <a:prstGeom prst="rect">
            <a:avLst/>
          </a:prstGeom>
          <a:noFill/>
        </p:spPr>
        <p:txBody>
          <a:bodyPr wrap="square" rtlCol="0">
            <a:spAutoFit/>
          </a:bodyPr>
          <a:lstStyle/>
          <a:p>
            <a:pPr algn="ctr"/>
            <a:r>
              <a:rPr lang="en-US" sz="900" dirty="0"/>
              <a:t>78</a:t>
            </a:r>
          </a:p>
        </p:txBody>
      </p:sp>
      <p:sp>
        <p:nvSpPr>
          <p:cNvPr id="10" name="TextBox 9">
            <a:extLst>
              <a:ext uri="{FF2B5EF4-FFF2-40B4-BE49-F238E27FC236}">
                <a16:creationId xmlns:a16="http://schemas.microsoft.com/office/drawing/2014/main" id="{165A66FC-3C36-43ED-AFC9-574BB7FCE8B9}"/>
              </a:ext>
            </a:extLst>
          </p:cNvPr>
          <p:cNvSpPr txBox="1"/>
          <p:nvPr/>
        </p:nvSpPr>
        <p:spPr>
          <a:xfrm>
            <a:off x="6654802" y="4408541"/>
            <a:ext cx="570089" cy="230832"/>
          </a:xfrm>
          <a:prstGeom prst="rect">
            <a:avLst/>
          </a:prstGeom>
          <a:noFill/>
        </p:spPr>
        <p:txBody>
          <a:bodyPr wrap="square" rtlCol="0">
            <a:spAutoFit/>
          </a:bodyPr>
          <a:lstStyle/>
          <a:p>
            <a:pPr algn="ctr"/>
            <a:r>
              <a:rPr lang="en-US" sz="900" dirty="0"/>
              <a:t>578</a:t>
            </a:r>
          </a:p>
        </p:txBody>
      </p:sp>
      <p:sp>
        <p:nvSpPr>
          <p:cNvPr id="11" name="TextBox 10">
            <a:extLst>
              <a:ext uri="{FF2B5EF4-FFF2-40B4-BE49-F238E27FC236}">
                <a16:creationId xmlns:a16="http://schemas.microsoft.com/office/drawing/2014/main" id="{964C8052-F292-FDC7-ED16-BF2BF749F564}"/>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3" name="TextBox 12">
            <a:extLst>
              <a:ext uri="{FF2B5EF4-FFF2-40B4-BE49-F238E27FC236}">
                <a16:creationId xmlns:a16="http://schemas.microsoft.com/office/drawing/2014/main" id="{FB2A9D0F-19FA-BC8D-DCAF-7C2463F98EB4}"/>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0C626285-637E-E82A-C00A-9ABFE4F245D2}"/>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7E7BBE02-3CE1-CCC0-14CF-21CF724A6DA1}"/>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ED65E985-2EF4-E89B-E50D-EA5EFC41DD44}"/>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884DACCB-FA70-4940-8895-208B90A06927}"/>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AC50A352-A7CC-4096-2ACB-D3F8AEA89242}"/>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35F568D0-1383-2DEF-F01F-541A6670E1BF}"/>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8853E90A-9F8B-1806-B39F-A3F9053F37A5}"/>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931A2BE7-5D1A-1B77-1407-FE911A20869D}"/>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0FC8831E-5DE0-2E27-E92A-327722B38086}"/>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E7117B98-6A47-BBC7-D2CA-1CE415F6AEEF}"/>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48E832EE-DEE8-6ABE-6C22-61E122764F85}"/>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40" name="TextBox 39">
            <a:extLst>
              <a:ext uri="{FF2B5EF4-FFF2-40B4-BE49-F238E27FC236}">
                <a16:creationId xmlns:a16="http://schemas.microsoft.com/office/drawing/2014/main" id="{32DB0308-9159-59EB-E6CE-423A3DB051A7}"/>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5A922145-31FF-33D8-4D21-2443FC662E41}"/>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8F6595F8-6BFB-43DB-594A-886349952DCB}"/>
              </a:ext>
            </a:extLst>
          </p:cNvPr>
          <p:cNvSpPr txBox="1"/>
          <p:nvPr/>
        </p:nvSpPr>
        <p:spPr>
          <a:xfrm>
            <a:off x="6654802" y="901933"/>
            <a:ext cx="570089" cy="230832"/>
          </a:xfrm>
          <a:prstGeom prst="rect">
            <a:avLst/>
          </a:prstGeom>
          <a:noFill/>
        </p:spPr>
        <p:txBody>
          <a:bodyPr wrap="square" rtlCol="0">
            <a:spAutoFit/>
          </a:bodyPr>
          <a:lstStyle/>
          <a:p>
            <a:pPr algn="ctr"/>
            <a:r>
              <a:rPr lang="en-US" sz="900" dirty="0"/>
              <a:t>84</a:t>
            </a:r>
          </a:p>
        </p:txBody>
      </p:sp>
      <p:sp>
        <p:nvSpPr>
          <p:cNvPr id="45" name="TextBox 44">
            <a:extLst>
              <a:ext uri="{FF2B5EF4-FFF2-40B4-BE49-F238E27FC236}">
                <a16:creationId xmlns:a16="http://schemas.microsoft.com/office/drawing/2014/main" id="{D687C259-91FC-9F0A-23CF-DBA8C24E9BE2}"/>
              </a:ext>
            </a:extLst>
          </p:cNvPr>
          <p:cNvSpPr txBox="1"/>
          <p:nvPr/>
        </p:nvSpPr>
        <p:spPr>
          <a:xfrm>
            <a:off x="3640666" y="1402877"/>
            <a:ext cx="570089" cy="230832"/>
          </a:xfrm>
          <a:prstGeom prst="rect">
            <a:avLst/>
          </a:prstGeom>
          <a:noFill/>
        </p:spPr>
        <p:txBody>
          <a:bodyPr wrap="square" rtlCol="0">
            <a:spAutoFit/>
          </a:bodyPr>
          <a:lstStyle/>
          <a:p>
            <a:pPr algn="ctr"/>
            <a:r>
              <a:rPr lang="en-US" sz="900" dirty="0"/>
              <a:t>14</a:t>
            </a:r>
          </a:p>
        </p:txBody>
      </p:sp>
      <p:sp>
        <p:nvSpPr>
          <p:cNvPr id="47" name="TextBox 46">
            <a:extLst>
              <a:ext uri="{FF2B5EF4-FFF2-40B4-BE49-F238E27FC236}">
                <a16:creationId xmlns:a16="http://schemas.microsoft.com/office/drawing/2014/main" id="{E46DE50B-19FB-8E52-4F4C-EB9B8F60A87A}"/>
              </a:ext>
            </a:extLst>
          </p:cNvPr>
          <p:cNvSpPr txBox="1"/>
          <p:nvPr/>
        </p:nvSpPr>
        <p:spPr>
          <a:xfrm>
            <a:off x="6152446" y="1402877"/>
            <a:ext cx="570089" cy="230832"/>
          </a:xfrm>
          <a:prstGeom prst="rect">
            <a:avLst/>
          </a:prstGeom>
          <a:noFill/>
        </p:spPr>
        <p:txBody>
          <a:bodyPr wrap="square" rtlCol="0">
            <a:spAutoFit/>
          </a:bodyPr>
          <a:lstStyle/>
          <a:p>
            <a:pPr algn="ctr"/>
            <a:r>
              <a:rPr lang="en-US" sz="900" dirty="0"/>
              <a:t>31</a:t>
            </a:r>
          </a:p>
        </p:txBody>
      </p:sp>
      <p:sp>
        <p:nvSpPr>
          <p:cNvPr id="50" name="TextBox 49">
            <a:extLst>
              <a:ext uri="{FF2B5EF4-FFF2-40B4-BE49-F238E27FC236}">
                <a16:creationId xmlns:a16="http://schemas.microsoft.com/office/drawing/2014/main" id="{5C121B45-B60B-0E15-50EE-2D38BBF52111}"/>
              </a:ext>
            </a:extLst>
          </p:cNvPr>
          <p:cNvSpPr txBox="1"/>
          <p:nvPr/>
        </p:nvSpPr>
        <p:spPr>
          <a:xfrm>
            <a:off x="3640666" y="1903821"/>
            <a:ext cx="570089" cy="230832"/>
          </a:xfrm>
          <a:prstGeom prst="rect">
            <a:avLst/>
          </a:prstGeom>
          <a:noFill/>
        </p:spPr>
        <p:txBody>
          <a:bodyPr wrap="square" rtlCol="0">
            <a:spAutoFit/>
          </a:bodyPr>
          <a:lstStyle/>
          <a:p>
            <a:pPr algn="ctr"/>
            <a:r>
              <a:rPr lang="en-US" sz="900" dirty="0"/>
              <a:t>16</a:t>
            </a:r>
          </a:p>
        </p:txBody>
      </p:sp>
      <p:sp>
        <p:nvSpPr>
          <p:cNvPr id="52" name="TextBox 51">
            <a:extLst>
              <a:ext uri="{FF2B5EF4-FFF2-40B4-BE49-F238E27FC236}">
                <a16:creationId xmlns:a16="http://schemas.microsoft.com/office/drawing/2014/main" id="{5B110E6D-8A8E-05D4-9C42-C7DC10D1A36F}"/>
              </a:ext>
            </a:extLst>
          </p:cNvPr>
          <p:cNvSpPr txBox="1"/>
          <p:nvPr/>
        </p:nvSpPr>
        <p:spPr>
          <a:xfrm>
            <a:off x="7157158" y="1903821"/>
            <a:ext cx="570089" cy="230832"/>
          </a:xfrm>
          <a:prstGeom prst="rect">
            <a:avLst/>
          </a:prstGeom>
          <a:noFill/>
        </p:spPr>
        <p:txBody>
          <a:bodyPr wrap="square" rtlCol="0">
            <a:spAutoFit/>
          </a:bodyPr>
          <a:lstStyle/>
          <a:p>
            <a:pPr algn="ctr"/>
            <a:r>
              <a:rPr lang="en-US" sz="900" dirty="0"/>
              <a:t>13</a:t>
            </a:r>
          </a:p>
        </p:txBody>
      </p:sp>
      <p:sp>
        <p:nvSpPr>
          <p:cNvPr id="53" name="TextBox 52">
            <a:extLst>
              <a:ext uri="{FF2B5EF4-FFF2-40B4-BE49-F238E27FC236}">
                <a16:creationId xmlns:a16="http://schemas.microsoft.com/office/drawing/2014/main" id="{48A289DA-0E1D-A9B7-F428-B53C0162DF4C}"/>
              </a:ext>
            </a:extLst>
          </p:cNvPr>
          <p:cNvSpPr txBox="1"/>
          <p:nvPr/>
        </p:nvSpPr>
        <p:spPr>
          <a:xfrm>
            <a:off x="3138310" y="1903821"/>
            <a:ext cx="570089" cy="230832"/>
          </a:xfrm>
          <a:prstGeom prst="rect">
            <a:avLst/>
          </a:prstGeom>
          <a:noFill/>
        </p:spPr>
        <p:txBody>
          <a:bodyPr wrap="square" rtlCol="0">
            <a:spAutoFit/>
          </a:bodyPr>
          <a:lstStyle/>
          <a:p>
            <a:pPr algn="ctr"/>
            <a:r>
              <a:rPr lang="en-US" sz="900" dirty="0"/>
              <a:t>36</a:t>
            </a:r>
          </a:p>
        </p:txBody>
      </p:sp>
      <p:sp>
        <p:nvSpPr>
          <p:cNvPr id="54" name="TextBox 53">
            <a:extLst>
              <a:ext uri="{FF2B5EF4-FFF2-40B4-BE49-F238E27FC236}">
                <a16:creationId xmlns:a16="http://schemas.microsoft.com/office/drawing/2014/main" id="{F5AD5022-1099-9378-2DB3-9A656132F23A}"/>
              </a:ext>
            </a:extLst>
          </p:cNvPr>
          <p:cNvSpPr txBox="1"/>
          <p:nvPr/>
        </p:nvSpPr>
        <p:spPr>
          <a:xfrm>
            <a:off x="3640666" y="2404765"/>
            <a:ext cx="570089" cy="230832"/>
          </a:xfrm>
          <a:prstGeom prst="rect">
            <a:avLst/>
          </a:prstGeom>
          <a:noFill/>
        </p:spPr>
        <p:txBody>
          <a:bodyPr wrap="square" rtlCol="0">
            <a:spAutoFit/>
          </a:bodyPr>
          <a:lstStyle/>
          <a:p>
            <a:pPr algn="ctr"/>
            <a:r>
              <a:rPr lang="en-US" sz="900" dirty="0"/>
              <a:t>87</a:t>
            </a:r>
          </a:p>
        </p:txBody>
      </p:sp>
      <p:sp>
        <p:nvSpPr>
          <p:cNvPr id="57" name="TextBox 56">
            <a:extLst>
              <a:ext uri="{FF2B5EF4-FFF2-40B4-BE49-F238E27FC236}">
                <a16:creationId xmlns:a16="http://schemas.microsoft.com/office/drawing/2014/main" id="{A35DA08C-3A3C-7C38-DC08-B68A44092715}"/>
              </a:ext>
            </a:extLst>
          </p:cNvPr>
          <p:cNvSpPr txBox="1"/>
          <p:nvPr/>
        </p:nvSpPr>
        <p:spPr>
          <a:xfrm>
            <a:off x="3138310" y="2404765"/>
            <a:ext cx="570089" cy="230832"/>
          </a:xfrm>
          <a:prstGeom prst="rect">
            <a:avLst/>
          </a:prstGeom>
          <a:noFill/>
        </p:spPr>
        <p:txBody>
          <a:bodyPr wrap="square" rtlCol="0">
            <a:spAutoFit/>
          </a:bodyPr>
          <a:lstStyle/>
          <a:p>
            <a:pPr algn="ctr"/>
            <a:r>
              <a:rPr lang="en-US" sz="900" dirty="0"/>
              <a:t>78</a:t>
            </a:r>
          </a:p>
        </p:txBody>
      </p:sp>
      <p:sp>
        <p:nvSpPr>
          <p:cNvPr id="58" name="TextBox 57">
            <a:extLst>
              <a:ext uri="{FF2B5EF4-FFF2-40B4-BE49-F238E27FC236}">
                <a16:creationId xmlns:a16="http://schemas.microsoft.com/office/drawing/2014/main" id="{403513FC-C43F-B736-A1AB-BBDE53A63008}"/>
              </a:ext>
            </a:extLst>
          </p:cNvPr>
          <p:cNvSpPr txBox="1"/>
          <p:nvPr/>
        </p:nvSpPr>
        <p:spPr>
          <a:xfrm>
            <a:off x="7157158" y="2905709"/>
            <a:ext cx="570089" cy="230832"/>
          </a:xfrm>
          <a:prstGeom prst="rect">
            <a:avLst/>
          </a:prstGeom>
          <a:noFill/>
        </p:spPr>
        <p:txBody>
          <a:bodyPr wrap="square" rtlCol="0">
            <a:spAutoFit/>
          </a:bodyPr>
          <a:lstStyle/>
          <a:p>
            <a:pPr algn="ctr"/>
            <a:r>
              <a:rPr lang="en-US" sz="900" dirty="0"/>
              <a:t>83</a:t>
            </a:r>
          </a:p>
        </p:txBody>
      </p:sp>
      <p:sp>
        <p:nvSpPr>
          <p:cNvPr id="69" name="TextBox 68">
            <a:extLst>
              <a:ext uri="{FF2B5EF4-FFF2-40B4-BE49-F238E27FC236}">
                <a16:creationId xmlns:a16="http://schemas.microsoft.com/office/drawing/2014/main" id="{49095BDA-2CB1-7ED9-8618-B784A5F4FCE0}"/>
              </a:ext>
            </a:extLst>
          </p:cNvPr>
          <p:cNvSpPr txBox="1"/>
          <p:nvPr/>
        </p:nvSpPr>
        <p:spPr>
          <a:xfrm>
            <a:off x="3640666" y="4909484"/>
            <a:ext cx="570089" cy="230832"/>
          </a:xfrm>
          <a:prstGeom prst="rect">
            <a:avLst/>
          </a:prstGeom>
          <a:noFill/>
        </p:spPr>
        <p:txBody>
          <a:bodyPr wrap="square" rtlCol="0">
            <a:spAutoFit/>
          </a:bodyPr>
          <a:lstStyle/>
          <a:p>
            <a:pPr algn="ctr"/>
            <a:r>
              <a:rPr lang="en-US" sz="900" dirty="0"/>
              <a:t>67</a:t>
            </a:r>
          </a:p>
        </p:txBody>
      </p:sp>
      <p:sp>
        <p:nvSpPr>
          <p:cNvPr id="71" name="TextBox 70">
            <a:extLst>
              <a:ext uri="{FF2B5EF4-FFF2-40B4-BE49-F238E27FC236}">
                <a16:creationId xmlns:a16="http://schemas.microsoft.com/office/drawing/2014/main" id="{73EBF470-DF8B-BD1F-9682-2282A9912C98}"/>
              </a:ext>
            </a:extLst>
          </p:cNvPr>
          <p:cNvSpPr txBox="1"/>
          <p:nvPr/>
        </p:nvSpPr>
        <p:spPr>
          <a:xfrm>
            <a:off x="6152446" y="4909484"/>
            <a:ext cx="570089" cy="230832"/>
          </a:xfrm>
          <a:prstGeom prst="rect">
            <a:avLst/>
          </a:prstGeom>
          <a:noFill/>
        </p:spPr>
        <p:txBody>
          <a:bodyPr wrap="square" rtlCol="0">
            <a:spAutoFit/>
          </a:bodyPr>
          <a:lstStyle/>
          <a:p>
            <a:pPr algn="ctr"/>
            <a:r>
              <a:rPr lang="en-US" sz="900" dirty="0"/>
              <a:t>147</a:t>
            </a:r>
          </a:p>
        </p:txBody>
      </p:sp>
      <p:sp>
        <p:nvSpPr>
          <p:cNvPr id="72" name="TextBox 71">
            <a:extLst>
              <a:ext uri="{FF2B5EF4-FFF2-40B4-BE49-F238E27FC236}">
                <a16:creationId xmlns:a16="http://schemas.microsoft.com/office/drawing/2014/main" id="{7757C954-9E86-372E-D4A4-422B3E18748D}"/>
              </a:ext>
            </a:extLst>
          </p:cNvPr>
          <p:cNvSpPr txBox="1"/>
          <p:nvPr/>
        </p:nvSpPr>
        <p:spPr>
          <a:xfrm>
            <a:off x="6654802" y="4909484"/>
            <a:ext cx="570089" cy="230832"/>
          </a:xfrm>
          <a:prstGeom prst="rect">
            <a:avLst/>
          </a:prstGeom>
          <a:noFill/>
        </p:spPr>
        <p:txBody>
          <a:bodyPr wrap="square" rtlCol="0">
            <a:spAutoFit/>
          </a:bodyPr>
          <a:lstStyle/>
          <a:p>
            <a:pPr algn="ctr"/>
            <a:r>
              <a:rPr lang="en-US" sz="900" dirty="0"/>
              <a:t>47</a:t>
            </a:r>
          </a:p>
        </p:txBody>
      </p:sp>
      <p:sp>
        <p:nvSpPr>
          <p:cNvPr id="73" name="TextBox 72">
            <a:extLst>
              <a:ext uri="{FF2B5EF4-FFF2-40B4-BE49-F238E27FC236}">
                <a16:creationId xmlns:a16="http://schemas.microsoft.com/office/drawing/2014/main" id="{E237AA45-E740-99F4-B0C0-F0943406E03F}"/>
              </a:ext>
            </a:extLst>
          </p:cNvPr>
          <p:cNvSpPr txBox="1"/>
          <p:nvPr/>
        </p:nvSpPr>
        <p:spPr>
          <a:xfrm>
            <a:off x="7157158" y="3907597"/>
            <a:ext cx="570089" cy="230832"/>
          </a:xfrm>
          <a:prstGeom prst="rect">
            <a:avLst/>
          </a:prstGeom>
          <a:noFill/>
        </p:spPr>
        <p:txBody>
          <a:bodyPr wrap="square" rtlCol="0">
            <a:spAutoFit/>
          </a:bodyPr>
          <a:lstStyle/>
          <a:p>
            <a:pPr algn="ctr"/>
            <a:r>
              <a:rPr lang="en-US" sz="900" dirty="0"/>
              <a:t>98</a:t>
            </a:r>
          </a:p>
        </p:txBody>
      </p:sp>
      <p:sp>
        <p:nvSpPr>
          <p:cNvPr id="74" name="TextBox 73">
            <a:extLst>
              <a:ext uri="{FF2B5EF4-FFF2-40B4-BE49-F238E27FC236}">
                <a16:creationId xmlns:a16="http://schemas.microsoft.com/office/drawing/2014/main" id="{A71703B1-E1C5-B79D-069E-F94C1B77D048}"/>
              </a:ext>
            </a:extLst>
          </p:cNvPr>
          <p:cNvSpPr txBox="1"/>
          <p:nvPr/>
        </p:nvSpPr>
        <p:spPr>
          <a:xfrm>
            <a:off x="3138310" y="3907597"/>
            <a:ext cx="570089" cy="230832"/>
          </a:xfrm>
          <a:prstGeom prst="rect">
            <a:avLst/>
          </a:prstGeom>
          <a:noFill/>
        </p:spPr>
        <p:txBody>
          <a:bodyPr wrap="square" rtlCol="0">
            <a:spAutoFit/>
          </a:bodyPr>
          <a:lstStyle/>
          <a:p>
            <a:pPr algn="ctr"/>
            <a:r>
              <a:rPr lang="en-US" sz="900" dirty="0"/>
              <a:t>89</a:t>
            </a:r>
          </a:p>
        </p:txBody>
      </p:sp>
      <p:sp>
        <p:nvSpPr>
          <p:cNvPr id="75" name="TextBox 74">
            <a:extLst>
              <a:ext uri="{FF2B5EF4-FFF2-40B4-BE49-F238E27FC236}">
                <a16:creationId xmlns:a16="http://schemas.microsoft.com/office/drawing/2014/main" id="{0F1DBA02-B2B8-9C99-CAA9-A01C8B6972A8}"/>
              </a:ext>
            </a:extLst>
          </p:cNvPr>
          <p:cNvSpPr txBox="1"/>
          <p:nvPr/>
        </p:nvSpPr>
        <p:spPr>
          <a:xfrm>
            <a:off x="7157158" y="4909484"/>
            <a:ext cx="570089" cy="230832"/>
          </a:xfrm>
          <a:prstGeom prst="rect">
            <a:avLst/>
          </a:prstGeom>
          <a:noFill/>
        </p:spPr>
        <p:txBody>
          <a:bodyPr wrap="square" rtlCol="0">
            <a:spAutoFit/>
          </a:bodyPr>
          <a:lstStyle/>
          <a:p>
            <a:pPr algn="ctr"/>
            <a:r>
              <a:rPr lang="en-US" sz="900" dirty="0"/>
              <a:t>19</a:t>
            </a:r>
          </a:p>
        </p:txBody>
      </p:sp>
      <p:sp>
        <p:nvSpPr>
          <p:cNvPr id="76" name="TextBox 75">
            <a:extLst>
              <a:ext uri="{FF2B5EF4-FFF2-40B4-BE49-F238E27FC236}">
                <a16:creationId xmlns:a16="http://schemas.microsoft.com/office/drawing/2014/main" id="{379A10C3-1355-5E4F-E40B-EF2BBA3E4700}"/>
              </a:ext>
            </a:extLst>
          </p:cNvPr>
          <p:cNvSpPr txBox="1"/>
          <p:nvPr/>
        </p:nvSpPr>
        <p:spPr>
          <a:xfrm>
            <a:off x="3138310" y="4909484"/>
            <a:ext cx="570089" cy="230832"/>
          </a:xfrm>
          <a:prstGeom prst="rect">
            <a:avLst/>
          </a:prstGeom>
          <a:noFill/>
        </p:spPr>
        <p:txBody>
          <a:bodyPr wrap="square" rtlCol="0">
            <a:spAutoFit/>
          </a:bodyPr>
          <a:lstStyle/>
          <a:p>
            <a:pPr algn="ctr"/>
            <a:r>
              <a:rPr lang="en-US" sz="900" dirty="0"/>
              <a:t>679</a:t>
            </a:r>
          </a:p>
        </p:txBody>
      </p:sp>
      <p:sp>
        <p:nvSpPr>
          <p:cNvPr id="77" name="TextBox 76">
            <a:extLst>
              <a:ext uri="{FF2B5EF4-FFF2-40B4-BE49-F238E27FC236}">
                <a16:creationId xmlns:a16="http://schemas.microsoft.com/office/drawing/2014/main" id="{A7593DEC-49E6-26B4-732F-D830F0CD089F}"/>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CE13EAE6-7637-A00C-6C46-58C7FAA2718C}"/>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1AFCFEA8-B45E-2A35-A7BD-781377AAB309}"/>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C9A30243-045D-C057-ACE1-E845EFA7932E}"/>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E99ED32A-7536-A2E6-72B3-1D5C334439CD}"/>
              </a:ext>
            </a:extLst>
          </p:cNvPr>
          <p:cNvSpPr txBox="1"/>
          <p:nvPr/>
        </p:nvSpPr>
        <p:spPr>
          <a:xfrm>
            <a:off x="4216401" y="721216"/>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7189FB28-7F2E-1DB6-5AFA-40FC9A539323}"/>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EC45F66B-CF7F-1ABB-0590-2FFB3393DDBA}"/>
              </a:ext>
            </a:extLst>
          </p:cNvPr>
          <p:cNvSpPr txBox="1"/>
          <p:nvPr/>
        </p:nvSpPr>
        <p:spPr>
          <a:xfrm>
            <a:off x="6152446" y="2905709"/>
            <a:ext cx="570089" cy="230832"/>
          </a:xfrm>
          <a:prstGeom prst="rect">
            <a:avLst/>
          </a:prstGeom>
          <a:noFill/>
        </p:spPr>
        <p:txBody>
          <a:bodyPr wrap="square" rtlCol="0">
            <a:spAutoFit/>
          </a:bodyPr>
          <a:lstStyle/>
          <a:p>
            <a:pPr algn="ctr"/>
            <a:r>
              <a:rPr lang="en-US" sz="900" dirty="0"/>
              <a:t>38</a:t>
            </a:r>
          </a:p>
        </p:txBody>
      </p:sp>
      <p:sp>
        <p:nvSpPr>
          <p:cNvPr id="39" name="TextBox 38">
            <a:extLst>
              <a:ext uri="{FF2B5EF4-FFF2-40B4-BE49-F238E27FC236}">
                <a16:creationId xmlns:a16="http://schemas.microsoft.com/office/drawing/2014/main" id="{86C9D814-EBFE-E63A-0FCB-1102AB93519D}"/>
              </a:ext>
            </a:extLst>
          </p:cNvPr>
          <p:cNvSpPr txBox="1"/>
          <p:nvPr/>
        </p:nvSpPr>
        <p:spPr>
          <a:xfrm>
            <a:off x="4216401" y="1727886"/>
            <a:ext cx="462845" cy="584775"/>
          </a:xfrm>
          <a:prstGeom prst="rect">
            <a:avLst/>
          </a:prstGeom>
          <a:noFill/>
        </p:spPr>
        <p:txBody>
          <a:bodyPr wrap="square" rtlCol="0">
            <a:spAutoFit/>
          </a:bodyPr>
          <a:lstStyle/>
          <a:p>
            <a:pPr algn="ctr"/>
            <a:r>
              <a:rPr lang="en-US" sz="3200" dirty="0"/>
              <a:t>8</a:t>
            </a:r>
          </a:p>
        </p:txBody>
      </p:sp>
      <p:sp>
        <p:nvSpPr>
          <p:cNvPr id="81" name="TextBox 80">
            <a:extLst>
              <a:ext uri="{FF2B5EF4-FFF2-40B4-BE49-F238E27FC236}">
                <a16:creationId xmlns:a16="http://schemas.microsoft.com/office/drawing/2014/main" id="{2F632EAF-FFA3-09EB-5233-96DABD66E9D9}"/>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82" name="TextBox 81">
            <a:extLst>
              <a:ext uri="{FF2B5EF4-FFF2-40B4-BE49-F238E27FC236}">
                <a16:creationId xmlns:a16="http://schemas.microsoft.com/office/drawing/2014/main" id="{8E7B8C29-61D1-1DE9-41B1-33C85B79BAB1}"/>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83" name="TextBox 82">
            <a:extLst>
              <a:ext uri="{FF2B5EF4-FFF2-40B4-BE49-F238E27FC236}">
                <a16:creationId xmlns:a16="http://schemas.microsoft.com/office/drawing/2014/main" id="{9DA2DCA2-D852-62A1-149F-513ACBD63A3D}"/>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47E33203-5E50-D6B9-6C0B-4917D455CD67}"/>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A3434C60-399A-1F1A-DF9B-119C54F13CAD}"/>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86" name="TextBox 85">
            <a:extLst>
              <a:ext uri="{FF2B5EF4-FFF2-40B4-BE49-F238E27FC236}">
                <a16:creationId xmlns:a16="http://schemas.microsoft.com/office/drawing/2014/main" id="{64B15820-D0A2-416A-D01A-562FB2D015DA}"/>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87" name="TextBox 86">
            <a:extLst>
              <a:ext uri="{FF2B5EF4-FFF2-40B4-BE49-F238E27FC236}">
                <a16:creationId xmlns:a16="http://schemas.microsoft.com/office/drawing/2014/main" id="{3A39DAA4-B517-DA91-8FED-2B7CB43650D8}"/>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8" name="TextBox 87">
            <a:extLst>
              <a:ext uri="{FF2B5EF4-FFF2-40B4-BE49-F238E27FC236}">
                <a16:creationId xmlns:a16="http://schemas.microsoft.com/office/drawing/2014/main" id="{1E3A9405-F80E-2CDB-B242-4AFE39054EFC}"/>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9" name="TextBox 88">
            <a:extLst>
              <a:ext uri="{FF2B5EF4-FFF2-40B4-BE49-F238E27FC236}">
                <a16:creationId xmlns:a16="http://schemas.microsoft.com/office/drawing/2014/main" id="{003F2C36-5740-6A97-AFC9-1F6BCC14CC43}"/>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7B8BDFFE-DFC4-A5DA-868C-3B4F6F3DC487}"/>
              </a:ext>
            </a:extLst>
          </p:cNvPr>
          <p:cNvSpPr txBox="1"/>
          <p:nvPr/>
        </p:nvSpPr>
        <p:spPr>
          <a:xfrm>
            <a:off x="5715003" y="2231221"/>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4C442A62-E4DE-9806-BED8-1F89E97E8544}"/>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C80113C8-8C55-3400-4AF6-D335CF303FB1}"/>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43C0D736-B2C8-E044-CD63-F876F23E39A5}"/>
              </a:ext>
            </a:extLst>
          </p:cNvPr>
          <p:cNvSpPr txBox="1"/>
          <p:nvPr/>
        </p:nvSpPr>
        <p:spPr>
          <a:xfrm>
            <a:off x="5215469" y="223122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6A25ACD3-DE86-7F20-909F-903CECC98676}"/>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AC40F734-D2C0-99E7-9B53-C825586D1E28}"/>
              </a:ext>
            </a:extLst>
          </p:cNvPr>
          <p:cNvSpPr txBox="1"/>
          <p:nvPr/>
        </p:nvSpPr>
        <p:spPr>
          <a:xfrm>
            <a:off x="3716867" y="273455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F844CF8A-5EA8-F15A-F849-F33A05D013A3}"/>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BCEAA468-5505-4E36-2F0D-C61A71D5A285}"/>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663982A6-F0BD-392F-AD5D-9B3908860706}"/>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41" name="TextBox 40">
            <a:extLst>
              <a:ext uri="{FF2B5EF4-FFF2-40B4-BE49-F238E27FC236}">
                <a16:creationId xmlns:a16="http://schemas.microsoft.com/office/drawing/2014/main" id="{58007A15-360D-7103-FB08-A34494BAFA24}"/>
              </a:ext>
            </a:extLst>
          </p:cNvPr>
          <p:cNvSpPr txBox="1"/>
          <p:nvPr/>
        </p:nvSpPr>
        <p:spPr>
          <a:xfrm>
            <a:off x="3217333" y="2734556"/>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276F8D09-D111-A07F-E227-7067EF5AE8B4}"/>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56" name="TextBox 55">
            <a:extLst>
              <a:ext uri="{FF2B5EF4-FFF2-40B4-BE49-F238E27FC236}">
                <a16:creationId xmlns:a16="http://schemas.microsoft.com/office/drawing/2014/main" id="{CCD859A8-4EC9-2241-9BC1-09A778FD0905}"/>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9118F9FA-3F6A-D710-868B-C834EB106999}"/>
              </a:ext>
            </a:extLst>
          </p:cNvPr>
          <p:cNvSpPr txBox="1"/>
          <p:nvPr/>
        </p:nvSpPr>
        <p:spPr>
          <a:xfrm>
            <a:off x="3217333" y="3237891"/>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DCDA663C-F803-9934-8B6B-9290757EBA55}"/>
              </a:ext>
            </a:extLst>
          </p:cNvPr>
          <p:cNvSpPr txBox="1"/>
          <p:nvPr/>
        </p:nvSpPr>
        <p:spPr>
          <a:xfrm>
            <a:off x="4715935" y="3237891"/>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40E81CBF-6D79-5EF9-B3C5-14B0BDAF6F8F}"/>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EACF716E-6CE0-B650-9E87-8AFF67D73773}"/>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B23B0FDE-C089-845C-7A49-33500A84E04E}"/>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42" name="TextBox 41">
            <a:extLst>
              <a:ext uri="{FF2B5EF4-FFF2-40B4-BE49-F238E27FC236}">
                <a16:creationId xmlns:a16="http://schemas.microsoft.com/office/drawing/2014/main" id="{4E013E60-8975-2B13-72DA-E31298159647}"/>
              </a:ext>
            </a:extLst>
          </p:cNvPr>
          <p:cNvSpPr txBox="1"/>
          <p:nvPr/>
        </p:nvSpPr>
        <p:spPr>
          <a:xfrm>
            <a:off x="4216401"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DFA71FFB-A8B7-D877-FE0A-B25D19B6CCF6}"/>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603E124F-13F1-2FD7-7218-E2A77EE64BBD}"/>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B1436690-0D2F-D3D3-3B47-67E70AE24933}"/>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3357110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74283-D69F-EA0F-D710-C002D15A22F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4561C4B-2F50-54A4-9AB9-0F159DD35D29}"/>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D69CEFD-79CF-4E8D-269D-D9AD56305A9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D48EA7E-5B1A-ABCD-6B15-5F902657DE0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0409C2D-6586-2E91-D0E7-741A0D58C99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B35F53A-454C-EC57-1DEF-0102999E7EC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DD04F4A-531F-D1B1-6B84-D384E80C41D0}"/>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C03D7F43-C67E-223C-E90E-833446F1C5F3}"/>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B4BD54AB-BC8C-1807-8F7D-D191FE084D9E}"/>
              </a:ext>
            </a:extLst>
          </p:cNvPr>
          <p:cNvSpPr txBox="1"/>
          <p:nvPr/>
        </p:nvSpPr>
        <p:spPr>
          <a:xfrm>
            <a:off x="3640666" y="4408541"/>
            <a:ext cx="570089" cy="230832"/>
          </a:xfrm>
          <a:prstGeom prst="rect">
            <a:avLst/>
          </a:prstGeom>
          <a:noFill/>
        </p:spPr>
        <p:txBody>
          <a:bodyPr wrap="square" rtlCol="0">
            <a:spAutoFit/>
          </a:bodyPr>
          <a:lstStyle/>
          <a:p>
            <a:pPr algn="ctr"/>
            <a:r>
              <a:rPr lang="en-US" sz="900" dirty="0"/>
              <a:t>78</a:t>
            </a:r>
          </a:p>
        </p:txBody>
      </p:sp>
      <p:sp>
        <p:nvSpPr>
          <p:cNvPr id="11" name="TextBox 10">
            <a:extLst>
              <a:ext uri="{FF2B5EF4-FFF2-40B4-BE49-F238E27FC236}">
                <a16:creationId xmlns:a16="http://schemas.microsoft.com/office/drawing/2014/main" id="{F82A84D2-52AE-B628-1D6E-444F37A8F468}"/>
              </a:ext>
            </a:extLst>
          </p:cNvPr>
          <p:cNvSpPr txBox="1"/>
          <p:nvPr/>
        </p:nvSpPr>
        <p:spPr>
          <a:xfrm>
            <a:off x="6152446" y="4408541"/>
            <a:ext cx="570089" cy="230832"/>
          </a:xfrm>
          <a:prstGeom prst="rect">
            <a:avLst/>
          </a:prstGeom>
          <a:noFill/>
        </p:spPr>
        <p:txBody>
          <a:bodyPr wrap="square" rtlCol="0">
            <a:spAutoFit/>
          </a:bodyPr>
          <a:lstStyle/>
          <a:p>
            <a:pPr algn="ctr"/>
            <a:r>
              <a:rPr lang="en-US" sz="900" dirty="0"/>
              <a:t>87</a:t>
            </a:r>
          </a:p>
        </p:txBody>
      </p:sp>
      <p:sp>
        <p:nvSpPr>
          <p:cNvPr id="13" name="TextBox 12">
            <a:extLst>
              <a:ext uri="{FF2B5EF4-FFF2-40B4-BE49-F238E27FC236}">
                <a16:creationId xmlns:a16="http://schemas.microsoft.com/office/drawing/2014/main" id="{5C4CDE86-5A61-3563-52C7-F4AF6533AF88}"/>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B6218C90-3B7E-51BC-6ED5-469AB7C9C0F9}"/>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4D89C187-4DF8-2D4A-2B8E-2138C9C572BE}"/>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9EA6605E-43DB-44AE-D21D-C2A692F637F1}"/>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8737523F-CAD1-5503-FF22-37D490E1A8A9}"/>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380E601D-2BF1-DD39-C5A3-1C4D27D83FE9}"/>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B5466097-F965-0A3F-7FD4-BF10A9E3B5A5}"/>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99019E31-CD8E-B4A7-E179-CB3864406164}"/>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A61D7736-0291-472C-6E1F-1865212CB485}"/>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76BA0E4B-F6A2-3E55-C9CC-5A0FA2898009}"/>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30E94465-EA1C-EB8C-333A-206CA20BC71C}"/>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85BD3D85-262D-70E7-6F1C-9732A8CF0D50}"/>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40" name="TextBox 39">
            <a:extLst>
              <a:ext uri="{FF2B5EF4-FFF2-40B4-BE49-F238E27FC236}">
                <a16:creationId xmlns:a16="http://schemas.microsoft.com/office/drawing/2014/main" id="{4747DD15-2A4E-90F7-A3D3-ED239351CFAE}"/>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DA530282-F6AE-C6B6-5BDF-14A0D5320525}"/>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44" name="TextBox 43">
            <a:extLst>
              <a:ext uri="{FF2B5EF4-FFF2-40B4-BE49-F238E27FC236}">
                <a16:creationId xmlns:a16="http://schemas.microsoft.com/office/drawing/2014/main" id="{B5EA7AEA-EACA-1B52-8127-B8B94BBF5BD9}"/>
              </a:ext>
            </a:extLst>
          </p:cNvPr>
          <p:cNvSpPr txBox="1"/>
          <p:nvPr/>
        </p:nvSpPr>
        <p:spPr>
          <a:xfrm>
            <a:off x="6654802" y="901933"/>
            <a:ext cx="570089" cy="230832"/>
          </a:xfrm>
          <a:prstGeom prst="rect">
            <a:avLst/>
          </a:prstGeom>
          <a:noFill/>
        </p:spPr>
        <p:txBody>
          <a:bodyPr wrap="square" rtlCol="0">
            <a:spAutoFit/>
          </a:bodyPr>
          <a:lstStyle/>
          <a:p>
            <a:pPr algn="ctr"/>
            <a:r>
              <a:rPr lang="en-US" sz="900" dirty="0"/>
              <a:t>84</a:t>
            </a:r>
          </a:p>
        </p:txBody>
      </p:sp>
      <p:sp>
        <p:nvSpPr>
          <p:cNvPr id="45" name="TextBox 44">
            <a:extLst>
              <a:ext uri="{FF2B5EF4-FFF2-40B4-BE49-F238E27FC236}">
                <a16:creationId xmlns:a16="http://schemas.microsoft.com/office/drawing/2014/main" id="{B6D3D12C-0A8C-1FB5-33E3-3DD475A0409F}"/>
              </a:ext>
            </a:extLst>
          </p:cNvPr>
          <p:cNvSpPr txBox="1"/>
          <p:nvPr/>
        </p:nvSpPr>
        <p:spPr>
          <a:xfrm>
            <a:off x="3640666" y="1402877"/>
            <a:ext cx="570089" cy="230832"/>
          </a:xfrm>
          <a:prstGeom prst="rect">
            <a:avLst/>
          </a:prstGeom>
          <a:noFill/>
        </p:spPr>
        <p:txBody>
          <a:bodyPr wrap="square" rtlCol="0">
            <a:spAutoFit/>
          </a:bodyPr>
          <a:lstStyle/>
          <a:p>
            <a:pPr algn="ctr"/>
            <a:r>
              <a:rPr lang="en-US" sz="900" dirty="0"/>
              <a:t>14</a:t>
            </a:r>
          </a:p>
        </p:txBody>
      </p:sp>
      <p:sp>
        <p:nvSpPr>
          <p:cNvPr id="50" name="TextBox 49">
            <a:extLst>
              <a:ext uri="{FF2B5EF4-FFF2-40B4-BE49-F238E27FC236}">
                <a16:creationId xmlns:a16="http://schemas.microsoft.com/office/drawing/2014/main" id="{8641C708-DB6B-4765-DF73-906070557E9A}"/>
              </a:ext>
            </a:extLst>
          </p:cNvPr>
          <p:cNvSpPr txBox="1"/>
          <p:nvPr/>
        </p:nvSpPr>
        <p:spPr>
          <a:xfrm>
            <a:off x="3640666" y="1903821"/>
            <a:ext cx="570089" cy="230832"/>
          </a:xfrm>
          <a:prstGeom prst="rect">
            <a:avLst/>
          </a:prstGeom>
          <a:noFill/>
        </p:spPr>
        <p:txBody>
          <a:bodyPr wrap="square" rtlCol="0">
            <a:spAutoFit/>
          </a:bodyPr>
          <a:lstStyle/>
          <a:p>
            <a:pPr algn="ctr"/>
            <a:r>
              <a:rPr lang="en-US" sz="900" dirty="0"/>
              <a:t>16</a:t>
            </a:r>
          </a:p>
        </p:txBody>
      </p:sp>
      <p:sp>
        <p:nvSpPr>
          <p:cNvPr id="54" name="TextBox 53">
            <a:extLst>
              <a:ext uri="{FF2B5EF4-FFF2-40B4-BE49-F238E27FC236}">
                <a16:creationId xmlns:a16="http://schemas.microsoft.com/office/drawing/2014/main" id="{633230C9-3369-5EA2-5DF4-5A067FB861BC}"/>
              </a:ext>
            </a:extLst>
          </p:cNvPr>
          <p:cNvSpPr txBox="1"/>
          <p:nvPr/>
        </p:nvSpPr>
        <p:spPr>
          <a:xfrm>
            <a:off x="3640666" y="2404765"/>
            <a:ext cx="570089" cy="230832"/>
          </a:xfrm>
          <a:prstGeom prst="rect">
            <a:avLst/>
          </a:prstGeom>
          <a:noFill/>
        </p:spPr>
        <p:txBody>
          <a:bodyPr wrap="square" rtlCol="0">
            <a:spAutoFit/>
          </a:bodyPr>
          <a:lstStyle/>
          <a:p>
            <a:pPr algn="ctr"/>
            <a:r>
              <a:rPr lang="en-US" sz="900" dirty="0"/>
              <a:t>87</a:t>
            </a:r>
          </a:p>
        </p:txBody>
      </p:sp>
      <p:sp>
        <p:nvSpPr>
          <p:cNvPr id="57" name="TextBox 56">
            <a:extLst>
              <a:ext uri="{FF2B5EF4-FFF2-40B4-BE49-F238E27FC236}">
                <a16:creationId xmlns:a16="http://schemas.microsoft.com/office/drawing/2014/main" id="{F79E8D8B-3A7F-E5DD-9398-7236A516579C}"/>
              </a:ext>
            </a:extLst>
          </p:cNvPr>
          <p:cNvSpPr txBox="1"/>
          <p:nvPr/>
        </p:nvSpPr>
        <p:spPr>
          <a:xfrm>
            <a:off x="3138310" y="2404765"/>
            <a:ext cx="570089" cy="230832"/>
          </a:xfrm>
          <a:prstGeom prst="rect">
            <a:avLst/>
          </a:prstGeom>
          <a:noFill/>
        </p:spPr>
        <p:txBody>
          <a:bodyPr wrap="square" rtlCol="0">
            <a:spAutoFit/>
          </a:bodyPr>
          <a:lstStyle/>
          <a:p>
            <a:pPr algn="ctr"/>
            <a:r>
              <a:rPr lang="en-US" sz="900" dirty="0"/>
              <a:t>78</a:t>
            </a:r>
          </a:p>
        </p:txBody>
      </p:sp>
      <p:sp>
        <p:nvSpPr>
          <p:cNvPr id="58" name="TextBox 57">
            <a:extLst>
              <a:ext uri="{FF2B5EF4-FFF2-40B4-BE49-F238E27FC236}">
                <a16:creationId xmlns:a16="http://schemas.microsoft.com/office/drawing/2014/main" id="{59DE04FC-7F75-65AF-4323-9964F3B5A7FB}"/>
              </a:ext>
            </a:extLst>
          </p:cNvPr>
          <p:cNvSpPr txBox="1"/>
          <p:nvPr/>
        </p:nvSpPr>
        <p:spPr>
          <a:xfrm>
            <a:off x="7157158" y="2905709"/>
            <a:ext cx="570089" cy="230832"/>
          </a:xfrm>
          <a:prstGeom prst="rect">
            <a:avLst/>
          </a:prstGeom>
          <a:noFill/>
        </p:spPr>
        <p:txBody>
          <a:bodyPr wrap="square" rtlCol="0">
            <a:spAutoFit/>
          </a:bodyPr>
          <a:lstStyle/>
          <a:p>
            <a:pPr algn="ctr"/>
            <a:r>
              <a:rPr lang="en-US" sz="900" dirty="0"/>
              <a:t>83</a:t>
            </a:r>
          </a:p>
        </p:txBody>
      </p:sp>
      <p:sp>
        <p:nvSpPr>
          <p:cNvPr id="71" name="TextBox 70">
            <a:extLst>
              <a:ext uri="{FF2B5EF4-FFF2-40B4-BE49-F238E27FC236}">
                <a16:creationId xmlns:a16="http://schemas.microsoft.com/office/drawing/2014/main" id="{31715FF3-43EE-C037-40F9-17F53BDBB6F1}"/>
              </a:ext>
            </a:extLst>
          </p:cNvPr>
          <p:cNvSpPr txBox="1"/>
          <p:nvPr/>
        </p:nvSpPr>
        <p:spPr>
          <a:xfrm>
            <a:off x="6152446" y="4909484"/>
            <a:ext cx="570089" cy="230832"/>
          </a:xfrm>
          <a:prstGeom prst="rect">
            <a:avLst/>
          </a:prstGeom>
          <a:noFill/>
        </p:spPr>
        <p:txBody>
          <a:bodyPr wrap="square" rtlCol="0">
            <a:spAutoFit/>
          </a:bodyPr>
          <a:lstStyle/>
          <a:p>
            <a:pPr algn="ctr"/>
            <a:r>
              <a:rPr lang="en-US" sz="900" dirty="0"/>
              <a:t>147</a:t>
            </a:r>
          </a:p>
        </p:txBody>
      </p:sp>
      <p:sp>
        <p:nvSpPr>
          <p:cNvPr id="73" name="TextBox 72">
            <a:extLst>
              <a:ext uri="{FF2B5EF4-FFF2-40B4-BE49-F238E27FC236}">
                <a16:creationId xmlns:a16="http://schemas.microsoft.com/office/drawing/2014/main" id="{5B371D62-40F6-9E9A-0558-ACD77B0B08CB}"/>
              </a:ext>
            </a:extLst>
          </p:cNvPr>
          <p:cNvSpPr txBox="1"/>
          <p:nvPr/>
        </p:nvSpPr>
        <p:spPr>
          <a:xfrm>
            <a:off x="7157158" y="3907597"/>
            <a:ext cx="570089" cy="230832"/>
          </a:xfrm>
          <a:prstGeom prst="rect">
            <a:avLst/>
          </a:prstGeom>
          <a:noFill/>
        </p:spPr>
        <p:txBody>
          <a:bodyPr wrap="square" rtlCol="0">
            <a:spAutoFit/>
          </a:bodyPr>
          <a:lstStyle/>
          <a:p>
            <a:pPr algn="ctr"/>
            <a:r>
              <a:rPr lang="en-US" sz="900" dirty="0"/>
              <a:t>98</a:t>
            </a:r>
          </a:p>
        </p:txBody>
      </p:sp>
      <p:sp>
        <p:nvSpPr>
          <p:cNvPr id="74" name="TextBox 73">
            <a:extLst>
              <a:ext uri="{FF2B5EF4-FFF2-40B4-BE49-F238E27FC236}">
                <a16:creationId xmlns:a16="http://schemas.microsoft.com/office/drawing/2014/main" id="{41C111DC-76EA-03A8-A0A3-3861BA5C0883}"/>
              </a:ext>
            </a:extLst>
          </p:cNvPr>
          <p:cNvSpPr txBox="1"/>
          <p:nvPr/>
        </p:nvSpPr>
        <p:spPr>
          <a:xfrm>
            <a:off x="3138310" y="3907597"/>
            <a:ext cx="570089" cy="230832"/>
          </a:xfrm>
          <a:prstGeom prst="rect">
            <a:avLst/>
          </a:prstGeom>
          <a:noFill/>
        </p:spPr>
        <p:txBody>
          <a:bodyPr wrap="square" rtlCol="0">
            <a:spAutoFit/>
          </a:bodyPr>
          <a:lstStyle/>
          <a:p>
            <a:pPr algn="ctr"/>
            <a:r>
              <a:rPr lang="en-US" sz="900" dirty="0"/>
              <a:t>89</a:t>
            </a:r>
          </a:p>
        </p:txBody>
      </p:sp>
      <p:sp>
        <p:nvSpPr>
          <p:cNvPr id="75" name="TextBox 74">
            <a:extLst>
              <a:ext uri="{FF2B5EF4-FFF2-40B4-BE49-F238E27FC236}">
                <a16:creationId xmlns:a16="http://schemas.microsoft.com/office/drawing/2014/main" id="{324AB273-779A-B7CA-922F-6ADC84C1F1A3}"/>
              </a:ext>
            </a:extLst>
          </p:cNvPr>
          <p:cNvSpPr txBox="1"/>
          <p:nvPr/>
        </p:nvSpPr>
        <p:spPr>
          <a:xfrm>
            <a:off x="7157158" y="4909484"/>
            <a:ext cx="570089" cy="230832"/>
          </a:xfrm>
          <a:prstGeom prst="rect">
            <a:avLst/>
          </a:prstGeom>
          <a:noFill/>
        </p:spPr>
        <p:txBody>
          <a:bodyPr wrap="square" rtlCol="0">
            <a:spAutoFit/>
          </a:bodyPr>
          <a:lstStyle/>
          <a:p>
            <a:pPr algn="ctr"/>
            <a:r>
              <a:rPr lang="en-US" sz="900" dirty="0"/>
              <a:t>19</a:t>
            </a:r>
          </a:p>
        </p:txBody>
      </p:sp>
      <p:sp>
        <p:nvSpPr>
          <p:cNvPr id="76" name="TextBox 75">
            <a:extLst>
              <a:ext uri="{FF2B5EF4-FFF2-40B4-BE49-F238E27FC236}">
                <a16:creationId xmlns:a16="http://schemas.microsoft.com/office/drawing/2014/main" id="{20A55263-AD6C-1BF0-9FE5-56F395E20FA3}"/>
              </a:ext>
            </a:extLst>
          </p:cNvPr>
          <p:cNvSpPr txBox="1"/>
          <p:nvPr/>
        </p:nvSpPr>
        <p:spPr>
          <a:xfrm>
            <a:off x="3138310" y="4909484"/>
            <a:ext cx="570089" cy="230832"/>
          </a:xfrm>
          <a:prstGeom prst="rect">
            <a:avLst/>
          </a:prstGeom>
          <a:noFill/>
        </p:spPr>
        <p:txBody>
          <a:bodyPr wrap="square" rtlCol="0">
            <a:spAutoFit/>
          </a:bodyPr>
          <a:lstStyle/>
          <a:p>
            <a:pPr algn="ctr"/>
            <a:r>
              <a:rPr lang="en-US" sz="900" dirty="0"/>
              <a:t>679</a:t>
            </a:r>
          </a:p>
        </p:txBody>
      </p:sp>
      <p:sp>
        <p:nvSpPr>
          <p:cNvPr id="77" name="TextBox 76">
            <a:extLst>
              <a:ext uri="{FF2B5EF4-FFF2-40B4-BE49-F238E27FC236}">
                <a16:creationId xmlns:a16="http://schemas.microsoft.com/office/drawing/2014/main" id="{77A9F070-E903-DB50-D341-CF8388586503}"/>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8277F384-0AD8-A18D-F908-8A96EDC2EE98}"/>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4ECD1EF6-7045-3DF5-55E6-932D232EF668}"/>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45071A7F-A5CC-DA09-7DAD-39B4A9DE1706}"/>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DFF3BDB9-1336-1BD4-1108-81DBB15B7AFB}"/>
              </a:ext>
            </a:extLst>
          </p:cNvPr>
          <p:cNvSpPr txBox="1"/>
          <p:nvPr/>
        </p:nvSpPr>
        <p:spPr>
          <a:xfrm>
            <a:off x="4216401" y="721216"/>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AFF60F3B-5105-945D-4CE2-F3906EA87C24}"/>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5AA88838-9FA7-BFE5-3BD7-AAB0D0AA9D6B}"/>
              </a:ext>
            </a:extLst>
          </p:cNvPr>
          <p:cNvSpPr txBox="1"/>
          <p:nvPr/>
        </p:nvSpPr>
        <p:spPr>
          <a:xfrm>
            <a:off x="6152446" y="2905709"/>
            <a:ext cx="570089" cy="230832"/>
          </a:xfrm>
          <a:prstGeom prst="rect">
            <a:avLst/>
          </a:prstGeom>
          <a:noFill/>
        </p:spPr>
        <p:txBody>
          <a:bodyPr wrap="square" rtlCol="0">
            <a:spAutoFit/>
          </a:bodyPr>
          <a:lstStyle/>
          <a:p>
            <a:pPr algn="ctr"/>
            <a:r>
              <a:rPr lang="en-US" sz="900" dirty="0"/>
              <a:t>38</a:t>
            </a:r>
          </a:p>
        </p:txBody>
      </p:sp>
      <p:sp>
        <p:nvSpPr>
          <p:cNvPr id="39" name="TextBox 38">
            <a:extLst>
              <a:ext uri="{FF2B5EF4-FFF2-40B4-BE49-F238E27FC236}">
                <a16:creationId xmlns:a16="http://schemas.microsoft.com/office/drawing/2014/main" id="{2A3BEAB5-E6BD-13CB-CBE2-E6EA9D083011}"/>
              </a:ext>
            </a:extLst>
          </p:cNvPr>
          <p:cNvSpPr txBox="1"/>
          <p:nvPr/>
        </p:nvSpPr>
        <p:spPr>
          <a:xfrm>
            <a:off x="4216401" y="1727886"/>
            <a:ext cx="462845" cy="584775"/>
          </a:xfrm>
          <a:prstGeom prst="rect">
            <a:avLst/>
          </a:prstGeom>
          <a:noFill/>
        </p:spPr>
        <p:txBody>
          <a:bodyPr wrap="square" rtlCol="0">
            <a:spAutoFit/>
          </a:bodyPr>
          <a:lstStyle/>
          <a:p>
            <a:pPr algn="ctr"/>
            <a:r>
              <a:rPr lang="en-US" sz="3200" dirty="0"/>
              <a:t>8</a:t>
            </a:r>
          </a:p>
        </p:txBody>
      </p:sp>
      <p:sp>
        <p:nvSpPr>
          <p:cNvPr id="81" name="TextBox 80">
            <a:extLst>
              <a:ext uri="{FF2B5EF4-FFF2-40B4-BE49-F238E27FC236}">
                <a16:creationId xmlns:a16="http://schemas.microsoft.com/office/drawing/2014/main" id="{CF4D6C79-A620-EE9D-EC69-BEA884EBFDC0}"/>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82" name="TextBox 81">
            <a:extLst>
              <a:ext uri="{FF2B5EF4-FFF2-40B4-BE49-F238E27FC236}">
                <a16:creationId xmlns:a16="http://schemas.microsoft.com/office/drawing/2014/main" id="{076D3D18-FB81-A6D0-5754-F7BD830A5E93}"/>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83" name="TextBox 82">
            <a:extLst>
              <a:ext uri="{FF2B5EF4-FFF2-40B4-BE49-F238E27FC236}">
                <a16:creationId xmlns:a16="http://schemas.microsoft.com/office/drawing/2014/main" id="{9565C9B2-7804-DBF4-4BEC-3EB69778B4F4}"/>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665C0EF2-B436-4C79-1AB7-06B50539411C}"/>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4450F9CA-2396-DD0B-661E-C54F4998EA7F}"/>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86" name="TextBox 85">
            <a:extLst>
              <a:ext uri="{FF2B5EF4-FFF2-40B4-BE49-F238E27FC236}">
                <a16:creationId xmlns:a16="http://schemas.microsoft.com/office/drawing/2014/main" id="{19A3EFBE-1E58-E0B0-B8E5-0219340DD5D1}"/>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87" name="TextBox 86">
            <a:extLst>
              <a:ext uri="{FF2B5EF4-FFF2-40B4-BE49-F238E27FC236}">
                <a16:creationId xmlns:a16="http://schemas.microsoft.com/office/drawing/2014/main" id="{96018FFE-718F-A9FF-2D5E-72B6E4F153BE}"/>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8" name="TextBox 87">
            <a:extLst>
              <a:ext uri="{FF2B5EF4-FFF2-40B4-BE49-F238E27FC236}">
                <a16:creationId xmlns:a16="http://schemas.microsoft.com/office/drawing/2014/main" id="{202CF4AF-B3C2-6EB8-C572-F2576D0FA22B}"/>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9" name="TextBox 88">
            <a:extLst>
              <a:ext uri="{FF2B5EF4-FFF2-40B4-BE49-F238E27FC236}">
                <a16:creationId xmlns:a16="http://schemas.microsoft.com/office/drawing/2014/main" id="{450B65BE-ACF4-F3A2-98FE-E39D99AD72FC}"/>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958ED5DA-6A19-2BA1-7CCD-8E86CDE807E5}"/>
              </a:ext>
            </a:extLst>
          </p:cNvPr>
          <p:cNvSpPr txBox="1"/>
          <p:nvPr/>
        </p:nvSpPr>
        <p:spPr>
          <a:xfrm>
            <a:off x="5715003" y="2231221"/>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810AABAB-3E3B-C87C-2BFD-AB616BDA62AF}"/>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20B33023-467B-8011-E970-1DEDB5A54221}"/>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19DF30E8-0B66-0564-8186-6AA4232AA96B}"/>
              </a:ext>
            </a:extLst>
          </p:cNvPr>
          <p:cNvSpPr txBox="1"/>
          <p:nvPr/>
        </p:nvSpPr>
        <p:spPr>
          <a:xfrm>
            <a:off x="5215469" y="223122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E0E7849D-1FD5-7CE2-B4C0-FDD4B05426BD}"/>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41C5E6CE-679A-A466-D53D-937B549003AC}"/>
              </a:ext>
            </a:extLst>
          </p:cNvPr>
          <p:cNvSpPr txBox="1"/>
          <p:nvPr/>
        </p:nvSpPr>
        <p:spPr>
          <a:xfrm>
            <a:off x="3716867" y="273455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33C7ACD7-59AC-DA76-927D-DAD12C2CF927}"/>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B8C3F026-6132-ADAD-495E-4981641B624D}"/>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7FD13C4E-95EF-D5EC-D7EF-35F84F2E1A63}"/>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41" name="TextBox 40">
            <a:extLst>
              <a:ext uri="{FF2B5EF4-FFF2-40B4-BE49-F238E27FC236}">
                <a16:creationId xmlns:a16="http://schemas.microsoft.com/office/drawing/2014/main" id="{ADD43FF1-B99E-BAAB-EC97-54C13338B2D5}"/>
              </a:ext>
            </a:extLst>
          </p:cNvPr>
          <p:cNvSpPr txBox="1"/>
          <p:nvPr/>
        </p:nvSpPr>
        <p:spPr>
          <a:xfrm>
            <a:off x="3217333" y="2734556"/>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340859A1-19D2-DBEC-9772-108D73DF6026}"/>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56" name="TextBox 55">
            <a:extLst>
              <a:ext uri="{FF2B5EF4-FFF2-40B4-BE49-F238E27FC236}">
                <a16:creationId xmlns:a16="http://schemas.microsoft.com/office/drawing/2014/main" id="{E15B3C6B-AF0D-8764-7934-864E17DDF72E}"/>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31369BC4-AE3A-DF80-08EC-7824AEE96EFD}"/>
              </a:ext>
            </a:extLst>
          </p:cNvPr>
          <p:cNvSpPr txBox="1"/>
          <p:nvPr/>
        </p:nvSpPr>
        <p:spPr>
          <a:xfrm>
            <a:off x="3217333" y="3237891"/>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E04DA961-A693-BF4D-9B08-621329AF9C20}"/>
              </a:ext>
            </a:extLst>
          </p:cNvPr>
          <p:cNvSpPr txBox="1"/>
          <p:nvPr/>
        </p:nvSpPr>
        <p:spPr>
          <a:xfrm>
            <a:off x="4715935" y="3237891"/>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C6B80B94-AEF8-000B-0D49-52D53815147E}"/>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70055B28-FD85-FA09-FC91-7230921DC645}"/>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528E4AD4-9A79-F41D-FA11-E4AAC3E1F5C6}"/>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42" name="TextBox 41">
            <a:extLst>
              <a:ext uri="{FF2B5EF4-FFF2-40B4-BE49-F238E27FC236}">
                <a16:creationId xmlns:a16="http://schemas.microsoft.com/office/drawing/2014/main" id="{1F877597-F80C-6D90-FCF9-0F969902EA6E}"/>
              </a:ext>
            </a:extLst>
          </p:cNvPr>
          <p:cNvSpPr txBox="1"/>
          <p:nvPr/>
        </p:nvSpPr>
        <p:spPr>
          <a:xfrm>
            <a:off x="4216401"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CA681E36-CC32-CD10-1B9E-41B9FF4CA001}"/>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E3F7DBB5-DBAD-5D6D-0076-DB13D555CA34}"/>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5E20915C-E71B-1955-F21E-8382C8BB475D}"/>
              </a:ext>
            </a:extLst>
          </p:cNvPr>
          <p:cNvSpPr txBox="1"/>
          <p:nvPr/>
        </p:nvSpPr>
        <p:spPr>
          <a:xfrm>
            <a:off x="6214537" y="1224551"/>
            <a:ext cx="462845" cy="584775"/>
          </a:xfrm>
          <a:prstGeom prst="rect">
            <a:avLst/>
          </a:prstGeom>
          <a:noFill/>
        </p:spPr>
        <p:txBody>
          <a:bodyPr wrap="square" rtlCol="0">
            <a:spAutoFit/>
          </a:bodyPr>
          <a:lstStyle/>
          <a:p>
            <a:pPr algn="ctr"/>
            <a:r>
              <a:rPr lang="en-US" sz="3200" dirty="0"/>
              <a:t>1</a:t>
            </a:r>
          </a:p>
        </p:txBody>
      </p:sp>
      <p:sp>
        <p:nvSpPr>
          <p:cNvPr id="49" name="TextBox 48">
            <a:extLst>
              <a:ext uri="{FF2B5EF4-FFF2-40B4-BE49-F238E27FC236}">
                <a16:creationId xmlns:a16="http://schemas.microsoft.com/office/drawing/2014/main" id="{3F0BAF3F-52C9-E8D1-B68C-8B68D68BF81D}"/>
              </a:ext>
            </a:extLst>
          </p:cNvPr>
          <p:cNvSpPr txBox="1"/>
          <p:nvPr/>
        </p:nvSpPr>
        <p:spPr>
          <a:xfrm>
            <a:off x="7213604" y="172788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BE70616E-35DA-EB58-F454-0C6B6D63A6D8}"/>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22504874-18CF-768B-CB89-0AB85C595A92}"/>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22A971EE-5AAC-9945-23DB-9595CB7BFF9F}"/>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E1BE1F1F-C154-8CEA-9835-02A4C3F103A0}"/>
              </a:ext>
            </a:extLst>
          </p:cNvPr>
          <p:cNvSpPr txBox="1"/>
          <p:nvPr/>
        </p:nvSpPr>
        <p:spPr>
          <a:xfrm>
            <a:off x="6714071" y="4244561"/>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F39A92F1-50F9-8019-4293-64D92EE42D8A}"/>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61891832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6B712-D3B1-7033-3A3D-563BE2DB786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527329-FE59-3FDF-D369-976300D19BC7}"/>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59EB4C6-AA25-A307-458A-079920671BF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84E9414-A2A5-7734-990F-300AB41386D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0E63A62-BE70-20EC-7A93-8ABA725F9FF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E08E1A7-142B-8605-546B-A442F3783D6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4619B53-0522-27D1-58F9-77B5BB05F83C}"/>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D30C3020-25AB-2CF6-6461-84864E05273B}"/>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95CEE516-1FCB-8B61-3FDE-0051AA265714}"/>
              </a:ext>
            </a:extLst>
          </p:cNvPr>
          <p:cNvSpPr txBox="1"/>
          <p:nvPr/>
        </p:nvSpPr>
        <p:spPr>
          <a:xfrm>
            <a:off x="3640666" y="4408541"/>
            <a:ext cx="570089" cy="230832"/>
          </a:xfrm>
          <a:prstGeom prst="rect">
            <a:avLst/>
          </a:prstGeom>
          <a:solidFill>
            <a:schemeClr val="accent5">
              <a:lumMod val="20000"/>
              <a:lumOff val="80000"/>
            </a:schemeClr>
          </a:solidFill>
        </p:spPr>
        <p:txBody>
          <a:bodyPr wrap="square" rtlCol="0">
            <a:spAutoFit/>
          </a:bodyPr>
          <a:lstStyle/>
          <a:p>
            <a:pPr algn="ctr"/>
            <a:r>
              <a:rPr lang="en-US" sz="900" dirty="0"/>
              <a:t>78</a:t>
            </a:r>
          </a:p>
        </p:txBody>
      </p:sp>
      <p:sp>
        <p:nvSpPr>
          <p:cNvPr id="11" name="TextBox 10">
            <a:extLst>
              <a:ext uri="{FF2B5EF4-FFF2-40B4-BE49-F238E27FC236}">
                <a16:creationId xmlns:a16="http://schemas.microsoft.com/office/drawing/2014/main" id="{271A1E86-8D23-2A65-1F6B-3E97EAA5DAA4}"/>
              </a:ext>
            </a:extLst>
          </p:cNvPr>
          <p:cNvSpPr txBox="1"/>
          <p:nvPr/>
        </p:nvSpPr>
        <p:spPr>
          <a:xfrm>
            <a:off x="6152446" y="4408541"/>
            <a:ext cx="570089" cy="230832"/>
          </a:xfrm>
          <a:prstGeom prst="rect">
            <a:avLst/>
          </a:prstGeom>
          <a:solidFill>
            <a:schemeClr val="accent5">
              <a:lumMod val="20000"/>
              <a:lumOff val="80000"/>
            </a:schemeClr>
          </a:solidFill>
        </p:spPr>
        <p:txBody>
          <a:bodyPr wrap="square" rtlCol="0">
            <a:spAutoFit/>
          </a:bodyPr>
          <a:lstStyle/>
          <a:p>
            <a:pPr algn="ctr"/>
            <a:r>
              <a:rPr lang="en-US" sz="900" dirty="0"/>
              <a:t>87</a:t>
            </a:r>
          </a:p>
        </p:txBody>
      </p:sp>
      <p:sp>
        <p:nvSpPr>
          <p:cNvPr id="13" name="TextBox 12">
            <a:extLst>
              <a:ext uri="{FF2B5EF4-FFF2-40B4-BE49-F238E27FC236}">
                <a16:creationId xmlns:a16="http://schemas.microsoft.com/office/drawing/2014/main" id="{0BE9A9E4-21BB-C40D-F7D1-CC95BCDD162E}"/>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C50B636E-92DE-1C22-DFEA-8ED6AE6CEEE6}"/>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E471B2DB-978B-7326-9021-6481751F82D4}"/>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14C8026F-CE31-36B3-6377-A2C4A3E804C8}"/>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CD563B24-E9D1-F29F-46F0-0C4F8CAF19EF}"/>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FE6314C1-E8EA-0DE4-7321-B9E05A8144E0}"/>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556CAF25-6D01-4CE9-2A27-34463E1858DB}"/>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BBC4227A-8B21-7A1F-A143-981DA4C7CBA2}"/>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C5969AA6-600E-F6F2-EF36-9DF5F9ADC53D}"/>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9E82D8C7-F804-26C0-5166-00F127B7AD29}"/>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063E4918-C0CF-3579-5923-AF4747A7F532}"/>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F0BB1B7F-6120-0E6A-445E-40CDEBFCD198}"/>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40" name="TextBox 39">
            <a:extLst>
              <a:ext uri="{FF2B5EF4-FFF2-40B4-BE49-F238E27FC236}">
                <a16:creationId xmlns:a16="http://schemas.microsoft.com/office/drawing/2014/main" id="{8EAF1293-9E85-B49F-6F1C-72EEB39275C2}"/>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98534FA1-25C2-20F8-4DB2-DED8A10AC211}"/>
              </a:ext>
            </a:extLst>
          </p:cNvPr>
          <p:cNvSpPr txBox="1"/>
          <p:nvPr/>
        </p:nvSpPr>
        <p:spPr>
          <a:xfrm>
            <a:off x="3640666"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87</a:t>
            </a:r>
          </a:p>
        </p:txBody>
      </p:sp>
      <p:sp>
        <p:nvSpPr>
          <p:cNvPr id="57" name="TextBox 56">
            <a:extLst>
              <a:ext uri="{FF2B5EF4-FFF2-40B4-BE49-F238E27FC236}">
                <a16:creationId xmlns:a16="http://schemas.microsoft.com/office/drawing/2014/main" id="{27BFFF5A-ECBB-7D5C-44C8-62E740B0BA28}"/>
              </a:ext>
            </a:extLst>
          </p:cNvPr>
          <p:cNvSpPr txBox="1"/>
          <p:nvPr/>
        </p:nvSpPr>
        <p:spPr>
          <a:xfrm>
            <a:off x="3138310"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78</a:t>
            </a:r>
          </a:p>
        </p:txBody>
      </p:sp>
      <p:sp>
        <p:nvSpPr>
          <p:cNvPr id="73" name="TextBox 72">
            <a:extLst>
              <a:ext uri="{FF2B5EF4-FFF2-40B4-BE49-F238E27FC236}">
                <a16:creationId xmlns:a16="http://schemas.microsoft.com/office/drawing/2014/main" id="{493387B9-C339-CD47-5FD5-9DC2C8D4CB00}"/>
              </a:ext>
            </a:extLst>
          </p:cNvPr>
          <p:cNvSpPr txBox="1"/>
          <p:nvPr/>
        </p:nvSpPr>
        <p:spPr>
          <a:xfrm>
            <a:off x="7157158" y="3907597"/>
            <a:ext cx="570089" cy="230832"/>
          </a:xfrm>
          <a:prstGeom prst="rect">
            <a:avLst/>
          </a:prstGeom>
          <a:solidFill>
            <a:schemeClr val="accent5">
              <a:lumMod val="20000"/>
              <a:lumOff val="80000"/>
            </a:schemeClr>
          </a:solidFill>
        </p:spPr>
        <p:txBody>
          <a:bodyPr wrap="square" rtlCol="0">
            <a:spAutoFit/>
          </a:bodyPr>
          <a:lstStyle/>
          <a:p>
            <a:pPr algn="ctr"/>
            <a:r>
              <a:rPr lang="en-US" sz="900" dirty="0"/>
              <a:t>98</a:t>
            </a:r>
          </a:p>
        </p:txBody>
      </p:sp>
      <p:sp>
        <p:nvSpPr>
          <p:cNvPr id="74" name="TextBox 73">
            <a:extLst>
              <a:ext uri="{FF2B5EF4-FFF2-40B4-BE49-F238E27FC236}">
                <a16:creationId xmlns:a16="http://schemas.microsoft.com/office/drawing/2014/main" id="{5CC6BFDD-50E3-CDF1-B25B-383FD113E57B}"/>
              </a:ext>
            </a:extLst>
          </p:cNvPr>
          <p:cNvSpPr txBox="1"/>
          <p:nvPr/>
        </p:nvSpPr>
        <p:spPr>
          <a:xfrm>
            <a:off x="3138310" y="3907597"/>
            <a:ext cx="570089" cy="230832"/>
          </a:xfrm>
          <a:prstGeom prst="rect">
            <a:avLst/>
          </a:prstGeom>
          <a:solidFill>
            <a:schemeClr val="accent5">
              <a:lumMod val="20000"/>
              <a:lumOff val="80000"/>
            </a:schemeClr>
          </a:solidFill>
        </p:spPr>
        <p:txBody>
          <a:bodyPr wrap="square" rtlCol="0">
            <a:spAutoFit/>
          </a:bodyPr>
          <a:lstStyle/>
          <a:p>
            <a:pPr algn="ctr"/>
            <a:r>
              <a:rPr lang="en-US" sz="900" dirty="0"/>
              <a:t>89</a:t>
            </a:r>
          </a:p>
        </p:txBody>
      </p:sp>
      <p:sp>
        <p:nvSpPr>
          <p:cNvPr id="75" name="TextBox 74">
            <a:extLst>
              <a:ext uri="{FF2B5EF4-FFF2-40B4-BE49-F238E27FC236}">
                <a16:creationId xmlns:a16="http://schemas.microsoft.com/office/drawing/2014/main" id="{635BBEDD-A2B7-B705-59FC-78FD1CDB1933}"/>
              </a:ext>
            </a:extLst>
          </p:cNvPr>
          <p:cNvSpPr txBox="1"/>
          <p:nvPr/>
        </p:nvSpPr>
        <p:spPr>
          <a:xfrm>
            <a:off x="7157158" y="4909484"/>
            <a:ext cx="570089" cy="230832"/>
          </a:xfrm>
          <a:prstGeom prst="rect">
            <a:avLst/>
          </a:prstGeom>
          <a:noFill/>
        </p:spPr>
        <p:txBody>
          <a:bodyPr wrap="square" rtlCol="0">
            <a:spAutoFit/>
          </a:bodyPr>
          <a:lstStyle/>
          <a:p>
            <a:pPr algn="ctr"/>
            <a:r>
              <a:rPr lang="en-US" sz="900" dirty="0"/>
              <a:t>19</a:t>
            </a:r>
          </a:p>
        </p:txBody>
      </p:sp>
      <p:sp>
        <p:nvSpPr>
          <p:cNvPr id="76" name="TextBox 75">
            <a:extLst>
              <a:ext uri="{FF2B5EF4-FFF2-40B4-BE49-F238E27FC236}">
                <a16:creationId xmlns:a16="http://schemas.microsoft.com/office/drawing/2014/main" id="{EA613CE2-003F-C0DD-77FA-5D5370461157}"/>
              </a:ext>
            </a:extLst>
          </p:cNvPr>
          <p:cNvSpPr txBox="1"/>
          <p:nvPr/>
        </p:nvSpPr>
        <p:spPr>
          <a:xfrm>
            <a:off x="3138310" y="4909484"/>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77" name="TextBox 76">
            <a:extLst>
              <a:ext uri="{FF2B5EF4-FFF2-40B4-BE49-F238E27FC236}">
                <a16:creationId xmlns:a16="http://schemas.microsoft.com/office/drawing/2014/main" id="{A6DE41D2-5F75-C89B-C44C-B42544263AD8}"/>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D07E3C2A-CA8C-368A-4C12-E60529EA2AD5}"/>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D2662E7C-AA1C-6AC7-C461-7D98C136176E}"/>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02C58F33-2701-B343-8B9E-4E32926CAC5A}"/>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BEB0CE38-1FC9-D9E2-C2F5-3923BFC994D9}"/>
              </a:ext>
            </a:extLst>
          </p:cNvPr>
          <p:cNvSpPr txBox="1"/>
          <p:nvPr/>
        </p:nvSpPr>
        <p:spPr>
          <a:xfrm>
            <a:off x="4216401" y="721216"/>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79A6DAB3-B187-287D-A30C-8B9BAE7ADB1B}"/>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C35142C3-4BA6-6E63-EAAD-9A77F1FA4A6A}"/>
              </a:ext>
            </a:extLst>
          </p:cNvPr>
          <p:cNvSpPr txBox="1"/>
          <p:nvPr/>
        </p:nvSpPr>
        <p:spPr>
          <a:xfrm>
            <a:off x="4216401" y="1727886"/>
            <a:ext cx="462845" cy="584775"/>
          </a:xfrm>
          <a:prstGeom prst="rect">
            <a:avLst/>
          </a:prstGeom>
          <a:noFill/>
        </p:spPr>
        <p:txBody>
          <a:bodyPr wrap="square" rtlCol="0">
            <a:spAutoFit/>
          </a:bodyPr>
          <a:lstStyle/>
          <a:p>
            <a:pPr algn="ctr"/>
            <a:r>
              <a:rPr lang="en-US" sz="3200" dirty="0"/>
              <a:t>8</a:t>
            </a:r>
          </a:p>
        </p:txBody>
      </p:sp>
      <p:sp>
        <p:nvSpPr>
          <p:cNvPr id="81" name="TextBox 80">
            <a:extLst>
              <a:ext uri="{FF2B5EF4-FFF2-40B4-BE49-F238E27FC236}">
                <a16:creationId xmlns:a16="http://schemas.microsoft.com/office/drawing/2014/main" id="{ACF87B8C-85C7-5A7C-E81C-2582A13CA28E}"/>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82" name="TextBox 81">
            <a:extLst>
              <a:ext uri="{FF2B5EF4-FFF2-40B4-BE49-F238E27FC236}">
                <a16:creationId xmlns:a16="http://schemas.microsoft.com/office/drawing/2014/main" id="{E566A28F-0CAF-F183-F238-EA3C665001C8}"/>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83" name="TextBox 82">
            <a:extLst>
              <a:ext uri="{FF2B5EF4-FFF2-40B4-BE49-F238E27FC236}">
                <a16:creationId xmlns:a16="http://schemas.microsoft.com/office/drawing/2014/main" id="{BB9C02E6-2D75-5B89-BD2D-BB8DBF94E58F}"/>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6A0EF06E-2A91-92FD-365C-2B7654F7F368}"/>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6D42F092-133C-E28F-BE56-E53C3748569F}"/>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86" name="TextBox 85">
            <a:extLst>
              <a:ext uri="{FF2B5EF4-FFF2-40B4-BE49-F238E27FC236}">
                <a16:creationId xmlns:a16="http://schemas.microsoft.com/office/drawing/2014/main" id="{9436A2D4-8D71-20CD-7924-3A3DD46202D6}"/>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87" name="TextBox 86">
            <a:extLst>
              <a:ext uri="{FF2B5EF4-FFF2-40B4-BE49-F238E27FC236}">
                <a16:creationId xmlns:a16="http://schemas.microsoft.com/office/drawing/2014/main" id="{9C1FFE77-46A5-A159-3C34-925AAB3BD57C}"/>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8" name="TextBox 87">
            <a:extLst>
              <a:ext uri="{FF2B5EF4-FFF2-40B4-BE49-F238E27FC236}">
                <a16:creationId xmlns:a16="http://schemas.microsoft.com/office/drawing/2014/main" id="{CD90452E-09C5-24F6-0366-60F34EC156CE}"/>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9" name="TextBox 88">
            <a:extLst>
              <a:ext uri="{FF2B5EF4-FFF2-40B4-BE49-F238E27FC236}">
                <a16:creationId xmlns:a16="http://schemas.microsoft.com/office/drawing/2014/main" id="{84F1A81B-C758-19EC-75EC-14D0921A9ADD}"/>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6512A534-C671-01D6-D6D5-85FF05C320FF}"/>
              </a:ext>
            </a:extLst>
          </p:cNvPr>
          <p:cNvSpPr txBox="1"/>
          <p:nvPr/>
        </p:nvSpPr>
        <p:spPr>
          <a:xfrm>
            <a:off x="5715003" y="2231221"/>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7D1C080E-A3B1-C187-259F-A94A10F0BEE1}"/>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924532D0-8AA6-F1D8-4A92-1734A409A2EF}"/>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08A56136-3146-12A5-686F-C3F29886FC1F}"/>
              </a:ext>
            </a:extLst>
          </p:cNvPr>
          <p:cNvSpPr txBox="1"/>
          <p:nvPr/>
        </p:nvSpPr>
        <p:spPr>
          <a:xfrm>
            <a:off x="5215469" y="223122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8A3F1F96-F64F-26F5-FC9C-6CEEF133797B}"/>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939B237A-6547-B9A2-49D3-05AFAA91E3F8}"/>
              </a:ext>
            </a:extLst>
          </p:cNvPr>
          <p:cNvSpPr txBox="1"/>
          <p:nvPr/>
        </p:nvSpPr>
        <p:spPr>
          <a:xfrm>
            <a:off x="3716867" y="273455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5B189F61-4F24-F595-1D1A-1E004F186986}"/>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3F9444A8-B937-B856-D6BD-B29B9B811E16}"/>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98010AE6-5DA1-1C4E-BAE2-F7F2BC0004CA}"/>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41" name="TextBox 40">
            <a:extLst>
              <a:ext uri="{FF2B5EF4-FFF2-40B4-BE49-F238E27FC236}">
                <a16:creationId xmlns:a16="http://schemas.microsoft.com/office/drawing/2014/main" id="{D6D8FBD0-FCCB-97C1-DC10-EA8BEFB07DB6}"/>
              </a:ext>
            </a:extLst>
          </p:cNvPr>
          <p:cNvSpPr txBox="1"/>
          <p:nvPr/>
        </p:nvSpPr>
        <p:spPr>
          <a:xfrm>
            <a:off x="3217333" y="2734556"/>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4F46EC34-8173-32BB-A5A3-70DA23B16291}"/>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56" name="TextBox 55">
            <a:extLst>
              <a:ext uri="{FF2B5EF4-FFF2-40B4-BE49-F238E27FC236}">
                <a16:creationId xmlns:a16="http://schemas.microsoft.com/office/drawing/2014/main" id="{CEA27963-AD59-4042-6712-484E439EE560}"/>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8E4C0E1A-49C6-EFCC-4B91-646A1AB9BAAC}"/>
              </a:ext>
            </a:extLst>
          </p:cNvPr>
          <p:cNvSpPr txBox="1"/>
          <p:nvPr/>
        </p:nvSpPr>
        <p:spPr>
          <a:xfrm>
            <a:off x="3217333" y="3237891"/>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57BB19F6-69B0-78A1-C0B2-885426EA8B75}"/>
              </a:ext>
            </a:extLst>
          </p:cNvPr>
          <p:cNvSpPr txBox="1"/>
          <p:nvPr/>
        </p:nvSpPr>
        <p:spPr>
          <a:xfrm>
            <a:off x="4715935" y="3237891"/>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2A61ABD7-05AA-40D6-DD92-08B5D9EF4536}"/>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635B2E59-6823-6ADE-23A3-7A0D58343F0D}"/>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DDE0804A-F498-0BE7-C7DF-A0F61A92B018}"/>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42" name="TextBox 41">
            <a:extLst>
              <a:ext uri="{FF2B5EF4-FFF2-40B4-BE49-F238E27FC236}">
                <a16:creationId xmlns:a16="http://schemas.microsoft.com/office/drawing/2014/main" id="{DA452559-20FA-D90D-0001-C4F40EB4AA68}"/>
              </a:ext>
            </a:extLst>
          </p:cNvPr>
          <p:cNvSpPr txBox="1"/>
          <p:nvPr/>
        </p:nvSpPr>
        <p:spPr>
          <a:xfrm>
            <a:off x="4216401"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750B7847-3A42-E4A1-316E-D2C020BBDC35}"/>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1F68E107-4AEF-F40B-C50F-96C18989FFD0}"/>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AC27A8FA-533B-67F0-3C23-F7C1F1F20DC8}"/>
              </a:ext>
            </a:extLst>
          </p:cNvPr>
          <p:cNvSpPr txBox="1"/>
          <p:nvPr/>
        </p:nvSpPr>
        <p:spPr>
          <a:xfrm>
            <a:off x="6214537" y="1224551"/>
            <a:ext cx="462845" cy="584775"/>
          </a:xfrm>
          <a:prstGeom prst="rect">
            <a:avLst/>
          </a:prstGeom>
          <a:noFill/>
        </p:spPr>
        <p:txBody>
          <a:bodyPr wrap="square" rtlCol="0">
            <a:spAutoFit/>
          </a:bodyPr>
          <a:lstStyle/>
          <a:p>
            <a:pPr algn="ctr"/>
            <a:r>
              <a:rPr lang="en-US" sz="3200" dirty="0"/>
              <a:t>1</a:t>
            </a:r>
          </a:p>
        </p:txBody>
      </p:sp>
      <p:sp>
        <p:nvSpPr>
          <p:cNvPr id="49" name="TextBox 48">
            <a:extLst>
              <a:ext uri="{FF2B5EF4-FFF2-40B4-BE49-F238E27FC236}">
                <a16:creationId xmlns:a16="http://schemas.microsoft.com/office/drawing/2014/main" id="{BBEE94C2-9EB5-AD7A-E12D-6F4906149EE3}"/>
              </a:ext>
            </a:extLst>
          </p:cNvPr>
          <p:cNvSpPr txBox="1"/>
          <p:nvPr/>
        </p:nvSpPr>
        <p:spPr>
          <a:xfrm>
            <a:off x="7213604" y="172788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C72756BC-6AB2-4A4F-4008-01CCCD1385A0}"/>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BADEC8C8-5F65-D927-7DB4-1AA5670BFD23}"/>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47" name="TextBox 46">
            <a:extLst>
              <a:ext uri="{FF2B5EF4-FFF2-40B4-BE49-F238E27FC236}">
                <a16:creationId xmlns:a16="http://schemas.microsoft.com/office/drawing/2014/main" id="{E4B76412-DE69-9A26-049C-F01D53093EF3}"/>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335C8E3A-B195-C26A-972F-236060185B43}"/>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4DAA98BA-A6D9-4CA1-4E47-08EDCA4CB5B9}"/>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53" name="TextBox 52">
            <a:extLst>
              <a:ext uri="{FF2B5EF4-FFF2-40B4-BE49-F238E27FC236}">
                <a16:creationId xmlns:a16="http://schemas.microsoft.com/office/drawing/2014/main" id="{5EA92A3D-D635-5DF1-E9D4-FE641440D1D7}"/>
              </a:ext>
            </a:extLst>
          </p:cNvPr>
          <p:cNvSpPr txBox="1"/>
          <p:nvPr/>
        </p:nvSpPr>
        <p:spPr>
          <a:xfrm>
            <a:off x="6714071" y="4244561"/>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87E0280A-6C8D-0277-604E-20226DDEACB8}"/>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65" name="TextBox 64">
            <a:extLst>
              <a:ext uri="{FF2B5EF4-FFF2-40B4-BE49-F238E27FC236}">
                <a16:creationId xmlns:a16="http://schemas.microsoft.com/office/drawing/2014/main" id="{C38D1D2A-3F57-8EE9-8FF8-8473C435BD07}"/>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784D4B80-42BB-2B66-14D7-B76D887ED742}"/>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10" name="TextBox 9">
            <a:extLst>
              <a:ext uri="{FF2B5EF4-FFF2-40B4-BE49-F238E27FC236}">
                <a16:creationId xmlns:a16="http://schemas.microsoft.com/office/drawing/2014/main" id="{F29B4509-AEE0-3398-37CA-DC50A2E1AF38}"/>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DB5638A8-089A-FA76-3887-D2C4F02C6B49}"/>
              </a:ext>
            </a:extLst>
          </p:cNvPr>
          <p:cNvSpPr txBox="1"/>
          <p:nvPr/>
        </p:nvSpPr>
        <p:spPr>
          <a:xfrm>
            <a:off x="6714071" y="721216"/>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AF0512B9-C868-5925-4768-5088B4FF69AF}"/>
              </a:ext>
            </a:extLst>
          </p:cNvPr>
          <p:cNvSpPr txBox="1"/>
          <p:nvPr/>
        </p:nvSpPr>
        <p:spPr>
          <a:xfrm>
            <a:off x="6214537" y="4747898"/>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30908010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D6367-DD27-756E-5AE7-A9D41E2D1FF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8920C3-E93C-827F-39F3-DD5AF3ED0D06}"/>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945788D-88B8-5F2A-8916-D0EDB021254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891662D-6D36-8F24-C79F-96FAC8DA9B5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A5E7900-FE69-E0BC-6073-A02CC43AD38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0A28E2E-5B03-DD16-B704-CD82FD34D6E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441B20C-FBFB-F932-ED87-7DD1129DADCB}"/>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B6402221-BF10-483E-CFB7-86CD45612796}"/>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844731F6-E2E1-977B-6DFD-3BDDB29CD7B2}"/>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06D89299-4ECF-9F76-5ACD-606F04183A8E}"/>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5726E8F0-E951-5DFB-4EAF-298C1DEBB52C}"/>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BB632535-295F-C0B5-1FD4-3D70E3A91422}"/>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971D49E4-EFD9-A1C1-0731-0DB708D8B2FD}"/>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07E0DCF7-0260-D630-D72A-104FCBF32F74}"/>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F1451D93-564A-1476-4805-4E7955BAF49E}"/>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8046568A-A9D2-EECE-3520-3E021FA52099}"/>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A34F277D-7B16-CD82-BCF0-7CE177ACCAD0}"/>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2521FC82-7F2C-D569-C978-42679A24E2A3}"/>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80A43152-4BB5-3E7F-7612-F6873567B527}"/>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A93DB2F1-854F-B1CF-6339-36419AD36971}"/>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40" name="TextBox 39">
            <a:extLst>
              <a:ext uri="{FF2B5EF4-FFF2-40B4-BE49-F238E27FC236}">
                <a16:creationId xmlns:a16="http://schemas.microsoft.com/office/drawing/2014/main" id="{75F10B2F-14CB-9897-4BC9-1752DE7A7CE8}"/>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75" name="TextBox 74">
            <a:extLst>
              <a:ext uri="{FF2B5EF4-FFF2-40B4-BE49-F238E27FC236}">
                <a16:creationId xmlns:a16="http://schemas.microsoft.com/office/drawing/2014/main" id="{2F83F75B-6019-3F61-06F7-A2617D674736}"/>
              </a:ext>
            </a:extLst>
          </p:cNvPr>
          <p:cNvSpPr txBox="1"/>
          <p:nvPr/>
        </p:nvSpPr>
        <p:spPr>
          <a:xfrm>
            <a:off x="7157158" y="4909484"/>
            <a:ext cx="570089" cy="230832"/>
          </a:xfrm>
          <a:prstGeom prst="rect">
            <a:avLst/>
          </a:prstGeom>
          <a:noFill/>
        </p:spPr>
        <p:txBody>
          <a:bodyPr wrap="square" rtlCol="0">
            <a:spAutoFit/>
          </a:bodyPr>
          <a:lstStyle/>
          <a:p>
            <a:pPr algn="ctr"/>
            <a:r>
              <a:rPr lang="en-US" sz="900" dirty="0"/>
              <a:t>19</a:t>
            </a:r>
          </a:p>
        </p:txBody>
      </p:sp>
      <p:sp>
        <p:nvSpPr>
          <p:cNvPr id="77" name="TextBox 76">
            <a:extLst>
              <a:ext uri="{FF2B5EF4-FFF2-40B4-BE49-F238E27FC236}">
                <a16:creationId xmlns:a16="http://schemas.microsoft.com/office/drawing/2014/main" id="{B0F93D9A-6637-6BE8-C33E-A06467722758}"/>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A594AF81-D729-932A-A84F-942F125CA5C1}"/>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D536A928-8D7A-0EA1-4584-98C25490F6D8}"/>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1189A5F5-B7BE-C404-8564-474F11062913}"/>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41597E2B-2ABA-7CE8-807A-3B314028777E}"/>
              </a:ext>
            </a:extLst>
          </p:cNvPr>
          <p:cNvSpPr txBox="1"/>
          <p:nvPr/>
        </p:nvSpPr>
        <p:spPr>
          <a:xfrm>
            <a:off x="4216401" y="721216"/>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D9450612-5EAC-9731-41CE-2276F0DF617F}"/>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6A976D5E-9593-36A4-7C49-4F6123D13C4F}"/>
              </a:ext>
            </a:extLst>
          </p:cNvPr>
          <p:cNvSpPr txBox="1"/>
          <p:nvPr/>
        </p:nvSpPr>
        <p:spPr>
          <a:xfrm>
            <a:off x="4216401" y="1727886"/>
            <a:ext cx="462845" cy="584775"/>
          </a:xfrm>
          <a:prstGeom prst="rect">
            <a:avLst/>
          </a:prstGeom>
          <a:noFill/>
        </p:spPr>
        <p:txBody>
          <a:bodyPr wrap="square" rtlCol="0">
            <a:spAutoFit/>
          </a:bodyPr>
          <a:lstStyle/>
          <a:p>
            <a:pPr algn="ctr"/>
            <a:r>
              <a:rPr lang="en-US" sz="3200" dirty="0"/>
              <a:t>8</a:t>
            </a:r>
          </a:p>
        </p:txBody>
      </p:sp>
      <p:sp>
        <p:nvSpPr>
          <p:cNvPr id="81" name="TextBox 80">
            <a:extLst>
              <a:ext uri="{FF2B5EF4-FFF2-40B4-BE49-F238E27FC236}">
                <a16:creationId xmlns:a16="http://schemas.microsoft.com/office/drawing/2014/main" id="{44B43D6E-B15E-16F4-281E-6B61E3F2CD75}"/>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82" name="TextBox 81">
            <a:extLst>
              <a:ext uri="{FF2B5EF4-FFF2-40B4-BE49-F238E27FC236}">
                <a16:creationId xmlns:a16="http://schemas.microsoft.com/office/drawing/2014/main" id="{AEDD8BA2-06AD-5817-540B-FEC0C8820B0F}"/>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83" name="TextBox 82">
            <a:extLst>
              <a:ext uri="{FF2B5EF4-FFF2-40B4-BE49-F238E27FC236}">
                <a16:creationId xmlns:a16="http://schemas.microsoft.com/office/drawing/2014/main" id="{6CCD871C-FACB-2F16-B049-A190A3D87627}"/>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11118A37-C01A-1736-6F1B-6E6765747AD9}"/>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0DF576C6-2FDD-9AE6-EE77-5DA944DA6304}"/>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86" name="TextBox 85">
            <a:extLst>
              <a:ext uri="{FF2B5EF4-FFF2-40B4-BE49-F238E27FC236}">
                <a16:creationId xmlns:a16="http://schemas.microsoft.com/office/drawing/2014/main" id="{9FA18740-9F20-666D-3819-9A8BCEC1FC4F}"/>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87" name="TextBox 86">
            <a:extLst>
              <a:ext uri="{FF2B5EF4-FFF2-40B4-BE49-F238E27FC236}">
                <a16:creationId xmlns:a16="http://schemas.microsoft.com/office/drawing/2014/main" id="{5A4727C2-7854-361B-ED12-EE245328B98D}"/>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8" name="TextBox 87">
            <a:extLst>
              <a:ext uri="{FF2B5EF4-FFF2-40B4-BE49-F238E27FC236}">
                <a16:creationId xmlns:a16="http://schemas.microsoft.com/office/drawing/2014/main" id="{3634E655-2E46-5993-AC52-6663AC66F740}"/>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9" name="TextBox 88">
            <a:extLst>
              <a:ext uri="{FF2B5EF4-FFF2-40B4-BE49-F238E27FC236}">
                <a16:creationId xmlns:a16="http://schemas.microsoft.com/office/drawing/2014/main" id="{CC772CC9-1C9F-7C44-66E8-6D29413A378D}"/>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95ABF2EC-0E7F-F6D6-E2E9-D891FDEEC4CA}"/>
              </a:ext>
            </a:extLst>
          </p:cNvPr>
          <p:cNvSpPr txBox="1"/>
          <p:nvPr/>
        </p:nvSpPr>
        <p:spPr>
          <a:xfrm>
            <a:off x="5715003" y="2231221"/>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38B84E55-9196-E91C-C7FF-CCBC0B0BF57E}"/>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22C27122-0643-CCF6-2637-D6E3A11CA28A}"/>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5C9AFCEC-97D3-E9A0-EAB2-0FBC8B5EA168}"/>
              </a:ext>
            </a:extLst>
          </p:cNvPr>
          <p:cNvSpPr txBox="1"/>
          <p:nvPr/>
        </p:nvSpPr>
        <p:spPr>
          <a:xfrm>
            <a:off x="5215469" y="223122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2FBA208C-E74A-042C-8D6C-F388069A7670}"/>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2B6C805D-BF98-717E-7940-08A9165D8DC3}"/>
              </a:ext>
            </a:extLst>
          </p:cNvPr>
          <p:cNvSpPr txBox="1"/>
          <p:nvPr/>
        </p:nvSpPr>
        <p:spPr>
          <a:xfrm>
            <a:off x="3716867" y="273455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572B51E3-6CF4-5B6C-8D7E-CFB9EFB8527C}"/>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76D9F8B2-382A-6ED8-690C-17765B9AA4AC}"/>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AC4044AE-4140-C25C-49A6-D8197730566E}"/>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41" name="TextBox 40">
            <a:extLst>
              <a:ext uri="{FF2B5EF4-FFF2-40B4-BE49-F238E27FC236}">
                <a16:creationId xmlns:a16="http://schemas.microsoft.com/office/drawing/2014/main" id="{BE562CA1-0E2F-01E6-F0ED-DFD6A1A33814}"/>
              </a:ext>
            </a:extLst>
          </p:cNvPr>
          <p:cNvSpPr txBox="1"/>
          <p:nvPr/>
        </p:nvSpPr>
        <p:spPr>
          <a:xfrm>
            <a:off x="3217333" y="2734556"/>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F02F1855-2F2E-0AB3-EF06-2EAC7694BEFA}"/>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56" name="TextBox 55">
            <a:extLst>
              <a:ext uri="{FF2B5EF4-FFF2-40B4-BE49-F238E27FC236}">
                <a16:creationId xmlns:a16="http://schemas.microsoft.com/office/drawing/2014/main" id="{56E8F3CE-9E83-0BCE-C5AD-B558B1132463}"/>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BFAC4B47-2EC2-852D-D1C2-5AFA8DF8DE57}"/>
              </a:ext>
            </a:extLst>
          </p:cNvPr>
          <p:cNvSpPr txBox="1"/>
          <p:nvPr/>
        </p:nvSpPr>
        <p:spPr>
          <a:xfrm>
            <a:off x="3217333" y="3237891"/>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C7FD6DAC-F6E1-E286-7FC8-532AA106BE16}"/>
              </a:ext>
            </a:extLst>
          </p:cNvPr>
          <p:cNvSpPr txBox="1"/>
          <p:nvPr/>
        </p:nvSpPr>
        <p:spPr>
          <a:xfrm>
            <a:off x="4715935" y="3237891"/>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5947B933-608A-2B8D-8B51-72ED8DCC7C09}"/>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AE2BA3FF-12B0-5BC4-8552-C15573BE2147}"/>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BE55C62F-D556-AA5C-51D8-E42451A53ABD}"/>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42" name="TextBox 41">
            <a:extLst>
              <a:ext uri="{FF2B5EF4-FFF2-40B4-BE49-F238E27FC236}">
                <a16:creationId xmlns:a16="http://schemas.microsoft.com/office/drawing/2014/main" id="{B03820AC-D069-C64F-4B63-2BCD6203D2DA}"/>
              </a:ext>
            </a:extLst>
          </p:cNvPr>
          <p:cNvSpPr txBox="1"/>
          <p:nvPr/>
        </p:nvSpPr>
        <p:spPr>
          <a:xfrm>
            <a:off x="4216401"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19504ACF-1F57-D28D-C63E-7CE5A3B7EF49}"/>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689409AB-F19D-06C9-95CF-C56D723A2AD1}"/>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CBF9109E-135E-4CC8-6B1D-B91E1AEB72DD}"/>
              </a:ext>
            </a:extLst>
          </p:cNvPr>
          <p:cNvSpPr txBox="1"/>
          <p:nvPr/>
        </p:nvSpPr>
        <p:spPr>
          <a:xfrm>
            <a:off x="6214537" y="1224551"/>
            <a:ext cx="462845" cy="584775"/>
          </a:xfrm>
          <a:prstGeom prst="rect">
            <a:avLst/>
          </a:prstGeom>
          <a:noFill/>
        </p:spPr>
        <p:txBody>
          <a:bodyPr wrap="square" rtlCol="0">
            <a:spAutoFit/>
          </a:bodyPr>
          <a:lstStyle/>
          <a:p>
            <a:pPr algn="ctr"/>
            <a:r>
              <a:rPr lang="en-US" sz="3200" dirty="0"/>
              <a:t>1</a:t>
            </a:r>
          </a:p>
        </p:txBody>
      </p:sp>
      <p:sp>
        <p:nvSpPr>
          <p:cNvPr id="49" name="TextBox 48">
            <a:extLst>
              <a:ext uri="{FF2B5EF4-FFF2-40B4-BE49-F238E27FC236}">
                <a16:creationId xmlns:a16="http://schemas.microsoft.com/office/drawing/2014/main" id="{28D2AA35-B31A-DDB0-30F9-50E0A08FABCC}"/>
              </a:ext>
            </a:extLst>
          </p:cNvPr>
          <p:cNvSpPr txBox="1"/>
          <p:nvPr/>
        </p:nvSpPr>
        <p:spPr>
          <a:xfrm>
            <a:off x="7213604" y="172788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AE01DE5A-57CD-1A8C-E80D-4ECBCA4302B1}"/>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22A38B53-993E-2179-3068-B9D60E533D75}"/>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47" name="TextBox 46">
            <a:extLst>
              <a:ext uri="{FF2B5EF4-FFF2-40B4-BE49-F238E27FC236}">
                <a16:creationId xmlns:a16="http://schemas.microsoft.com/office/drawing/2014/main" id="{14CF91B6-2E44-29CA-75B5-78A686B9EB90}"/>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60323AD6-A997-FDB9-51CD-D93A9C52FB38}"/>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BA500D02-7110-7816-2DFD-E63FD9CA20DD}"/>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53" name="TextBox 52">
            <a:extLst>
              <a:ext uri="{FF2B5EF4-FFF2-40B4-BE49-F238E27FC236}">
                <a16:creationId xmlns:a16="http://schemas.microsoft.com/office/drawing/2014/main" id="{CCDE75C6-CF9C-CE24-BCC9-8A9C3FAE4DD5}"/>
              </a:ext>
            </a:extLst>
          </p:cNvPr>
          <p:cNvSpPr txBox="1"/>
          <p:nvPr/>
        </p:nvSpPr>
        <p:spPr>
          <a:xfrm>
            <a:off x="6714071" y="4244561"/>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B829C60C-873E-C22A-540D-74748726CA66}"/>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04E7B181-139F-0F8F-38AD-0B725F3CB69A}"/>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E5344E8B-264E-9259-E8E2-1D7DC0D8B90D}"/>
              </a:ext>
            </a:extLst>
          </p:cNvPr>
          <p:cNvSpPr txBox="1"/>
          <p:nvPr/>
        </p:nvSpPr>
        <p:spPr>
          <a:xfrm>
            <a:off x="6714071" y="72121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09C5C200-8F79-E531-1ED3-D1E986C22969}"/>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65" name="TextBox 64">
            <a:extLst>
              <a:ext uri="{FF2B5EF4-FFF2-40B4-BE49-F238E27FC236}">
                <a16:creationId xmlns:a16="http://schemas.microsoft.com/office/drawing/2014/main" id="{BF829BAC-29B9-173E-80F8-7E5B352C4AD0}"/>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3B480727-7FA0-698C-C5FF-785BD2DF700C}"/>
              </a:ext>
            </a:extLst>
          </p:cNvPr>
          <p:cNvSpPr txBox="1"/>
          <p:nvPr/>
        </p:nvSpPr>
        <p:spPr>
          <a:xfrm>
            <a:off x="6214537" y="4747898"/>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5D7F74AD-5E88-A48E-608C-D13A5C62DDFD}"/>
              </a:ext>
            </a:extLst>
          </p:cNvPr>
          <p:cNvSpPr txBox="1"/>
          <p:nvPr/>
        </p:nvSpPr>
        <p:spPr>
          <a:xfrm>
            <a:off x="7213604" y="3741226"/>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532CB291-7668-E762-42DF-38508A36C98F}"/>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69" name="TextBox 68">
            <a:extLst>
              <a:ext uri="{FF2B5EF4-FFF2-40B4-BE49-F238E27FC236}">
                <a16:creationId xmlns:a16="http://schemas.microsoft.com/office/drawing/2014/main" id="{CFD21641-5C6E-5052-CED2-E82A5B007DFA}"/>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61143AC5-426A-5EA4-0854-5812DE43A903}"/>
              </a:ext>
            </a:extLst>
          </p:cNvPr>
          <p:cNvSpPr txBox="1"/>
          <p:nvPr/>
        </p:nvSpPr>
        <p:spPr>
          <a:xfrm>
            <a:off x="3716867" y="4244561"/>
            <a:ext cx="462845" cy="584775"/>
          </a:xfrm>
          <a:prstGeom prst="rect">
            <a:avLst/>
          </a:prstGeom>
          <a:noFill/>
        </p:spPr>
        <p:txBody>
          <a:bodyPr wrap="square" rtlCol="0">
            <a:spAutoFit/>
          </a:bodyPr>
          <a:lstStyle/>
          <a:p>
            <a:pPr algn="ctr"/>
            <a:r>
              <a:rPr lang="en-US" sz="3200" dirty="0"/>
              <a:t>7</a:t>
            </a:r>
          </a:p>
        </p:txBody>
      </p:sp>
      <p:sp>
        <p:nvSpPr>
          <p:cNvPr id="72" name="TextBox 71">
            <a:extLst>
              <a:ext uri="{FF2B5EF4-FFF2-40B4-BE49-F238E27FC236}">
                <a16:creationId xmlns:a16="http://schemas.microsoft.com/office/drawing/2014/main" id="{5CA23E86-DDBC-1AC8-840F-D21C1AFF7DD8}"/>
              </a:ext>
            </a:extLst>
          </p:cNvPr>
          <p:cNvSpPr txBox="1"/>
          <p:nvPr/>
        </p:nvSpPr>
        <p:spPr>
          <a:xfrm>
            <a:off x="3217333" y="4747898"/>
            <a:ext cx="462845" cy="584775"/>
          </a:xfrm>
          <a:prstGeom prst="rect">
            <a:avLst/>
          </a:prstGeom>
          <a:noFill/>
        </p:spPr>
        <p:txBody>
          <a:bodyPr wrap="square" rtlCol="0">
            <a:spAutoFit/>
          </a:bodyPr>
          <a:lstStyle/>
          <a:p>
            <a:pPr algn="ctr"/>
            <a:r>
              <a:rPr lang="en-US" sz="3200" dirty="0"/>
              <a:t>9</a:t>
            </a:r>
          </a:p>
        </p:txBody>
      </p:sp>
      <p:sp>
        <p:nvSpPr>
          <p:cNvPr id="90" name="TextBox 89">
            <a:extLst>
              <a:ext uri="{FF2B5EF4-FFF2-40B4-BE49-F238E27FC236}">
                <a16:creationId xmlns:a16="http://schemas.microsoft.com/office/drawing/2014/main" id="{F1E0985C-E9B6-1DA1-B9DF-6C73FD38311E}"/>
              </a:ext>
            </a:extLst>
          </p:cNvPr>
          <p:cNvSpPr txBox="1"/>
          <p:nvPr/>
        </p:nvSpPr>
        <p:spPr>
          <a:xfrm>
            <a:off x="3217333" y="2231221"/>
            <a:ext cx="462845" cy="584775"/>
          </a:xfrm>
          <a:prstGeom prst="rect">
            <a:avLst/>
          </a:prstGeom>
          <a:noFill/>
        </p:spPr>
        <p:txBody>
          <a:bodyPr wrap="square" rtlCol="0">
            <a:spAutoFit/>
          </a:bodyPr>
          <a:lstStyle/>
          <a:p>
            <a:pPr algn="ctr"/>
            <a:r>
              <a:rPr lang="en-US" sz="3200" dirty="0"/>
              <a:t>7</a:t>
            </a:r>
          </a:p>
        </p:txBody>
      </p:sp>
      <p:sp>
        <p:nvSpPr>
          <p:cNvPr id="91" name="TextBox 90">
            <a:extLst>
              <a:ext uri="{FF2B5EF4-FFF2-40B4-BE49-F238E27FC236}">
                <a16:creationId xmlns:a16="http://schemas.microsoft.com/office/drawing/2014/main" id="{8D43562B-000A-444C-F0AD-2099179E71E2}"/>
              </a:ext>
            </a:extLst>
          </p:cNvPr>
          <p:cNvSpPr txBox="1"/>
          <p:nvPr/>
        </p:nvSpPr>
        <p:spPr>
          <a:xfrm>
            <a:off x="3716867" y="2231221"/>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14313520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B40FC-E742-0C8D-89B8-4FD32EB06BA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0AD0BEA-4D2F-E065-FD70-07F5F0BDFB15}"/>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ECD8EB7-5C10-835D-3241-EE11864BC04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911440A-0472-E5D0-D4AC-9789CD1C85E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EE51F0B-6692-3173-C266-89584CC7391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FB8E1C2-BEFE-176F-1FF7-665F6C71A26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FAD2AF8-1C00-0AE9-7ABF-A01E1227BCC8}"/>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347FCE7C-89B7-B1B5-5D40-C120E98BF236}"/>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D05C16EA-884C-07A7-020D-35347E64E1E9}"/>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F4CC8CEC-F6DF-4C44-61E9-624B984EFB16}"/>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0C480623-34F9-D426-E137-5D87028D5308}"/>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DB89C2C9-09CC-582B-B1DB-0BCABADD9989}"/>
              </a:ext>
            </a:extLst>
          </p:cNvPr>
          <p:cNvSpPr txBox="1"/>
          <p:nvPr/>
        </p:nvSpPr>
        <p:spPr>
          <a:xfrm>
            <a:off x="4715935" y="374122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BCB1C985-B43A-CC08-7B69-E6B12280904A}"/>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D09A544B-3CAB-188C-E9EE-E690B9F37506}"/>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39F3B8E5-D84F-BF3E-E0A1-BC09DB118FEB}"/>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DDC6515B-7DA5-C270-ECCA-07A29E8CEAC5}"/>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7B452EDA-455B-580F-DA74-96DDC7E67C90}"/>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4F9E6CAD-8E76-E660-EC49-10E6F3D1B219}"/>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F16F02FF-9617-63CA-1367-3109D1157D5B}"/>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D82AE0B2-174D-BC67-33AE-935878733E4D}"/>
              </a:ext>
            </a:extLst>
          </p:cNvPr>
          <p:cNvSpPr txBox="1"/>
          <p:nvPr/>
        </p:nvSpPr>
        <p:spPr>
          <a:xfrm>
            <a:off x="4715935" y="2231221"/>
            <a:ext cx="462845" cy="584775"/>
          </a:xfrm>
          <a:prstGeom prst="rect">
            <a:avLst/>
          </a:prstGeom>
          <a:noFill/>
        </p:spPr>
        <p:txBody>
          <a:bodyPr wrap="square" rtlCol="0">
            <a:spAutoFit/>
          </a:bodyPr>
          <a:lstStyle/>
          <a:p>
            <a:pPr algn="ctr"/>
            <a:r>
              <a:rPr lang="en-US" sz="3200" dirty="0"/>
              <a:t>6</a:t>
            </a:r>
          </a:p>
        </p:txBody>
      </p:sp>
      <p:sp>
        <p:nvSpPr>
          <p:cNvPr id="40" name="TextBox 39">
            <a:extLst>
              <a:ext uri="{FF2B5EF4-FFF2-40B4-BE49-F238E27FC236}">
                <a16:creationId xmlns:a16="http://schemas.microsoft.com/office/drawing/2014/main" id="{2CC6DCB7-7994-47EC-F589-82C203B49369}"/>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77" name="TextBox 76">
            <a:extLst>
              <a:ext uri="{FF2B5EF4-FFF2-40B4-BE49-F238E27FC236}">
                <a16:creationId xmlns:a16="http://schemas.microsoft.com/office/drawing/2014/main" id="{706487B1-EC94-FD80-4B99-71EAE8349986}"/>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30B7E1FC-4CB7-CFE8-B892-97A7A06D9717}"/>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DA519BB9-3351-45AE-DFCD-0CAE8216AAA5}"/>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61424DBD-10E1-1747-9049-9D78FA96CB55}"/>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40BB9654-C307-1E73-D717-A3C053F2DCA7}"/>
              </a:ext>
            </a:extLst>
          </p:cNvPr>
          <p:cNvSpPr txBox="1"/>
          <p:nvPr/>
        </p:nvSpPr>
        <p:spPr>
          <a:xfrm>
            <a:off x="4216401" y="721216"/>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2CB3086A-147B-EF7D-F38F-284950B38DE4}"/>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C97D7ABB-DB88-25CD-A496-865C7C166670}"/>
              </a:ext>
            </a:extLst>
          </p:cNvPr>
          <p:cNvSpPr txBox="1"/>
          <p:nvPr/>
        </p:nvSpPr>
        <p:spPr>
          <a:xfrm>
            <a:off x="4216401" y="1727886"/>
            <a:ext cx="462845" cy="584775"/>
          </a:xfrm>
          <a:prstGeom prst="rect">
            <a:avLst/>
          </a:prstGeom>
          <a:noFill/>
        </p:spPr>
        <p:txBody>
          <a:bodyPr wrap="square" rtlCol="0">
            <a:spAutoFit/>
          </a:bodyPr>
          <a:lstStyle/>
          <a:p>
            <a:pPr algn="ctr"/>
            <a:r>
              <a:rPr lang="en-US" sz="3200" dirty="0"/>
              <a:t>8</a:t>
            </a:r>
          </a:p>
        </p:txBody>
      </p:sp>
      <p:sp>
        <p:nvSpPr>
          <p:cNvPr id="81" name="TextBox 80">
            <a:extLst>
              <a:ext uri="{FF2B5EF4-FFF2-40B4-BE49-F238E27FC236}">
                <a16:creationId xmlns:a16="http://schemas.microsoft.com/office/drawing/2014/main" id="{C05514CF-1C4E-55A9-5D11-63BD8714C27D}"/>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82" name="TextBox 81">
            <a:extLst>
              <a:ext uri="{FF2B5EF4-FFF2-40B4-BE49-F238E27FC236}">
                <a16:creationId xmlns:a16="http://schemas.microsoft.com/office/drawing/2014/main" id="{FFB02AE2-E154-895F-8A1F-E63D5A74B933}"/>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83" name="TextBox 82">
            <a:extLst>
              <a:ext uri="{FF2B5EF4-FFF2-40B4-BE49-F238E27FC236}">
                <a16:creationId xmlns:a16="http://schemas.microsoft.com/office/drawing/2014/main" id="{BB65376E-071C-3919-C155-86195FA96936}"/>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1EA87EFE-81D3-B8CD-3D47-BBD543F8A42E}"/>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CAE5536A-22AD-5252-2C0F-67311FF26079}"/>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86" name="TextBox 85">
            <a:extLst>
              <a:ext uri="{FF2B5EF4-FFF2-40B4-BE49-F238E27FC236}">
                <a16:creationId xmlns:a16="http://schemas.microsoft.com/office/drawing/2014/main" id="{3544281E-3BC2-4E29-8AD7-86BCA9666800}"/>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87" name="TextBox 86">
            <a:extLst>
              <a:ext uri="{FF2B5EF4-FFF2-40B4-BE49-F238E27FC236}">
                <a16:creationId xmlns:a16="http://schemas.microsoft.com/office/drawing/2014/main" id="{22DDE4E8-DBC1-2930-9056-C4BCF20A279E}"/>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8" name="TextBox 87">
            <a:extLst>
              <a:ext uri="{FF2B5EF4-FFF2-40B4-BE49-F238E27FC236}">
                <a16:creationId xmlns:a16="http://schemas.microsoft.com/office/drawing/2014/main" id="{3BAE6FDC-D7E0-E3DC-35B3-4739FACF272A}"/>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9" name="TextBox 88">
            <a:extLst>
              <a:ext uri="{FF2B5EF4-FFF2-40B4-BE49-F238E27FC236}">
                <a16:creationId xmlns:a16="http://schemas.microsoft.com/office/drawing/2014/main" id="{CDE1B78E-EE49-96C9-21C8-2DD3751F142E}"/>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5B1BE324-9CBC-3618-F4E5-89176ABA6290}"/>
              </a:ext>
            </a:extLst>
          </p:cNvPr>
          <p:cNvSpPr txBox="1"/>
          <p:nvPr/>
        </p:nvSpPr>
        <p:spPr>
          <a:xfrm>
            <a:off x="5715003" y="2231221"/>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16BD9B61-0F81-C2BA-4FEE-EA7B9E4CE3F7}"/>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BDED7CA1-55D2-2C05-3ECE-D2E99A65F698}"/>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E8494B01-3CA2-259E-CC68-4355C80BBB4E}"/>
              </a:ext>
            </a:extLst>
          </p:cNvPr>
          <p:cNvSpPr txBox="1"/>
          <p:nvPr/>
        </p:nvSpPr>
        <p:spPr>
          <a:xfrm>
            <a:off x="5215469" y="223122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9E445635-D22F-F92D-7CD8-13707784F710}"/>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2B500A55-8B2F-83C3-7DB3-F1ED72A2A677}"/>
              </a:ext>
            </a:extLst>
          </p:cNvPr>
          <p:cNvSpPr txBox="1"/>
          <p:nvPr/>
        </p:nvSpPr>
        <p:spPr>
          <a:xfrm>
            <a:off x="3716867" y="273455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46DEA111-E153-14B3-D34D-D2E2C146559F}"/>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BE48EA0A-3D61-E5DA-40B4-413410AF363B}"/>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6DCD61E1-7178-D95E-1AD9-E4C3AA2E0C91}"/>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41" name="TextBox 40">
            <a:extLst>
              <a:ext uri="{FF2B5EF4-FFF2-40B4-BE49-F238E27FC236}">
                <a16:creationId xmlns:a16="http://schemas.microsoft.com/office/drawing/2014/main" id="{A0006CD2-DBBB-4EA0-179A-9AAFB4660EAC}"/>
              </a:ext>
            </a:extLst>
          </p:cNvPr>
          <p:cNvSpPr txBox="1"/>
          <p:nvPr/>
        </p:nvSpPr>
        <p:spPr>
          <a:xfrm>
            <a:off x="3217333" y="2734556"/>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1AA8F542-F7AD-5A3A-FC1B-8976FC93095A}"/>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56" name="TextBox 55">
            <a:extLst>
              <a:ext uri="{FF2B5EF4-FFF2-40B4-BE49-F238E27FC236}">
                <a16:creationId xmlns:a16="http://schemas.microsoft.com/office/drawing/2014/main" id="{B4E17EBE-E41B-D6DC-F9B6-184F609F09D4}"/>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CE9C658C-C901-8AD2-95FF-4A2572BA169D}"/>
              </a:ext>
            </a:extLst>
          </p:cNvPr>
          <p:cNvSpPr txBox="1"/>
          <p:nvPr/>
        </p:nvSpPr>
        <p:spPr>
          <a:xfrm>
            <a:off x="3217333" y="3237891"/>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07C3D7EF-9762-E3E4-5922-A286E4DBAE71}"/>
              </a:ext>
            </a:extLst>
          </p:cNvPr>
          <p:cNvSpPr txBox="1"/>
          <p:nvPr/>
        </p:nvSpPr>
        <p:spPr>
          <a:xfrm>
            <a:off x="4715935" y="3237891"/>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29A8DB42-AAC4-6BCD-55E9-ADB8E09AF52A}"/>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8B5FEE77-CC24-4651-7D1A-5622CB32EF1B}"/>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892EFF7E-0338-1B89-A8E9-C9CD08F10EEB}"/>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42" name="TextBox 41">
            <a:extLst>
              <a:ext uri="{FF2B5EF4-FFF2-40B4-BE49-F238E27FC236}">
                <a16:creationId xmlns:a16="http://schemas.microsoft.com/office/drawing/2014/main" id="{38C475C3-B397-11CB-F079-EEA642EDDDF6}"/>
              </a:ext>
            </a:extLst>
          </p:cNvPr>
          <p:cNvSpPr txBox="1"/>
          <p:nvPr/>
        </p:nvSpPr>
        <p:spPr>
          <a:xfrm>
            <a:off x="4216401"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EA50BFC2-4E04-A93C-21C9-EDBF17532F6F}"/>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65D78713-C3D0-5302-CBCB-978CE458181F}"/>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F9983A44-B0C9-75CA-B18A-099DA209B4E8}"/>
              </a:ext>
            </a:extLst>
          </p:cNvPr>
          <p:cNvSpPr txBox="1"/>
          <p:nvPr/>
        </p:nvSpPr>
        <p:spPr>
          <a:xfrm>
            <a:off x="6214537" y="1224551"/>
            <a:ext cx="462845" cy="584775"/>
          </a:xfrm>
          <a:prstGeom prst="rect">
            <a:avLst/>
          </a:prstGeom>
          <a:noFill/>
        </p:spPr>
        <p:txBody>
          <a:bodyPr wrap="square" rtlCol="0">
            <a:spAutoFit/>
          </a:bodyPr>
          <a:lstStyle/>
          <a:p>
            <a:pPr algn="ctr"/>
            <a:r>
              <a:rPr lang="en-US" sz="3200" dirty="0"/>
              <a:t>1</a:t>
            </a:r>
          </a:p>
        </p:txBody>
      </p:sp>
      <p:sp>
        <p:nvSpPr>
          <p:cNvPr id="49" name="TextBox 48">
            <a:extLst>
              <a:ext uri="{FF2B5EF4-FFF2-40B4-BE49-F238E27FC236}">
                <a16:creationId xmlns:a16="http://schemas.microsoft.com/office/drawing/2014/main" id="{EBAF8088-04AB-3F6C-9E79-EA92437D7C94}"/>
              </a:ext>
            </a:extLst>
          </p:cNvPr>
          <p:cNvSpPr txBox="1"/>
          <p:nvPr/>
        </p:nvSpPr>
        <p:spPr>
          <a:xfrm>
            <a:off x="7213604" y="172788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57E53E89-FFD2-6F44-467C-BAADF4661FD9}"/>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56C5D877-58FE-7A9A-1035-1D4BED35247C}"/>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47" name="TextBox 46">
            <a:extLst>
              <a:ext uri="{FF2B5EF4-FFF2-40B4-BE49-F238E27FC236}">
                <a16:creationId xmlns:a16="http://schemas.microsoft.com/office/drawing/2014/main" id="{626191F0-BE09-58CC-7C88-9865ABCD8460}"/>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C65FEA87-683F-3BD0-223E-BA686FB79FE3}"/>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B71BD92C-15CC-A4E5-A6C4-47AE645EDBA5}"/>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53" name="TextBox 52">
            <a:extLst>
              <a:ext uri="{FF2B5EF4-FFF2-40B4-BE49-F238E27FC236}">
                <a16:creationId xmlns:a16="http://schemas.microsoft.com/office/drawing/2014/main" id="{25F6E623-0182-DB73-D98C-632E7937473D}"/>
              </a:ext>
            </a:extLst>
          </p:cNvPr>
          <p:cNvSpPr txBox="1"/>
          <p:nvPr/>
        </p:nvSpPr>
        <p:spPr>
          <a:xfrm>
            <a:off x="6714071" y="4244561"/>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C5BF3BFD-2EBF-1BBE-8379-3874E60DF585}"/>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414C4ECD-9C8C-557E-C497-ADA8465E5D59}"/>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E8433539-72E7-C61E-D3D9-0B28ADCC9AAB}"/>
              </a:ext>
            </a:extLst>
          </p:cNvPr>
          <p:cNvSpPr txBox="1"/>
          <p:nvPr/>
        </p:nvSpPr>
        <p:spPr>
          <a:xfrm>
            <a:off x="6714071" y="72121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7EA16C01-0A8C-977B-8454-6FF63910AED9}"/>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65" name="TextBox 64">
            <a:extLst>
              <a:ext uri="{FF2B5EF4-FFF2-40B4-BE49-F238E27FC236}">
                <a16:creationId xmlns:a16="http://schemas.microsoft.com/office/drawing/2014/main" id="{5DA0B61F-0D0E-9FB1-49C3-81311654B29C}"/>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B1AD6BB9-3E97-47FD-65B0-FE664B0899BB}"/>
              </a:ext>
            </a:extLst>
          </p:cNvPr>
          <p:cNvSpPr txBox="1"/>
          <p:nvPr/>
        </p:nvSpPr>
        <p:spPr>
          <a:xfrm>
            <a:off x="6214537" y="4747898"/>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33382175-7E0E-553A-E0F8-70B7B9EFEE99}"/>
              </a:ext>
            </a:extLst>
          </p:cNvPr>
          <p:cNvSpPr txBox="1"/>
          <p:nvPr/>
        </p:nvSpPr>
        <p:spPr>
          <a:xfrm>
            <a:off x="7213604" y="3741226"/>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FF2F9747-D264-1DB3-5FD7-06FC261550E7}"/>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69" name="TextBox 68">
            <a:extLst>
              <a:ext uri="{FF2B5EF4-FFF2-40B4-BE49-F238E27FC236}">
                <a16:creationId xmlns:a16="http://schemas.microsoft.com/office/drawing/2014/main" id="{88BA84D9-452B-4233-07A2-DC2FD3127287}"/>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8E7E0718-EC0B-F0F6-564C-7BB5422F474D}"/>
              </a:ext>
            </a:extLst>
          </p:cNvPr>
          <p:cNvSpPr txBox="1"/>
          <p:nvPr/>
        </p:nvSpPr>
        <p:spPr>
          <a:xfrm>
            <a:off x="3716867" y="4244561"/>
            <a:ext cx="462845" cy="584775"/>
          </a:xfrm>
          <a:prstGeom prst="rect">
            <a:avLst/>
          </a:prstGeom>
          <a:noFill/>
        </p:spPr>
        <p:txBody>
          <a:bodyPr wrap="square" rtlCol="0">
            <a:spAutoFit/>
          </a:bodyPr>
          <a:lstStyle/>
          <a:p>
            <a:pPr algn="ctr"/>
            <a:r>
              <a:rPr lang="en-US" sz="3200" dirty="0"/>
              <a:t>7</a:t>
            </a:r>
          </a:p>
        </p:txBody>
      </p:sp>
      <p:sp>
        <p:nvSpPr>
          <p:cNvPr id="72" name="TextBox 71">
            <a:extLst>
              <a:ext uri="{FF2B5EF4-FFF2-40B4-BE49-F238E27FC236}">
                <a16:creationId xmlns:a16="http://schemas.microsoft.com/office/drawing/2014/main" id="{C5AB7DB7-5F4C-A162-5322-4B1B17E24747}"/>
              </a:ext>
            </a:extLst>
          </p:cNvPr>
          <p:cNvSpPr txBox="1"/>
          <p:nvPr/>
        </p:nvSpPr>
        <p:spPr>
          <a:xfrm>
            <a:off x="3217333" y="4747898"/>
            <a:ext cx="462845" cy="584775"/>
          </a:xfrm>
          <a:prstGeom prst="rect">
            <a:avLst/>
          </a:prstGeom>
          <a:noFill/>
        </p:spPr>
        <p:txBody>
          <a:bodyPr wrap="square" rtlCol="0">
            <a:spAutoFit/>
          </a:bodyPr>
          <a:lstStyle/>
          <a:p>
            <a:pPr algn="ctr"/>
            <a:r>
              <a:rPr lang="en-US" sz="3200" dirty="0"/>
              <a:t>9</a:t>
            </a:r>
          </a:p>
        </p:txBody>
      </p:sp>
      <p:sp>
        <p:nvSpPr>
          <p:cNvPr id="90" name="TextBox 89">
            <a:extLst>
              <a:ext uri="{FF2B5EF4-FFF2-40B4-BE49-F238E27FC236}">
                <a16:creationId xmlns:a16="http://schemas.microsoft.com/office/drawing/2014/main" id="{C7819380-92BE-8F22-9176-88B57D975053}"/>
              </a:ext>
            </a:extLst>
          </p:cNvPr>
          <p:cNvSpPr txBox="1"/>
          <p:nvPr/>
        </p:nvSpPr>
        <p:spPr>
          <a:xfrm>
            <a:off x="3217333" y="2231221"/>
            <a:ext cx="462845" cy="584775"/>
          </a:xfrm>
          <a:prstGeom prst="rect">
            <a:avLst/>
          </a:prstGeom>
          <a:noFill/>
        </p:spPr>
        <p:txBody>
          <a:bodyPr wrap="square" rtlCol="0">
            <a:spAutoFit/>
          </a:bodyPr>
          <a:lstStyle/>
          <a:p>
            <a:pPr algn="ctr"/>
            <a:r>
              <a:rPr lang="en-US" sz="3200" dirty="0"/>
              <a:t>7</a:t>
            </a:r>
          </a:p>
        </p:txBody>
      </p:sp>
      <p:sp>
        <p:nvSpPr>
          <p:cNvPr id="91" name="TextBox 90">
            <a:extLst>
              <a:ext uri="{FF2B5EF4-FFF2-40B4-BE49-F238E27FC236}">
                <a16:creationId xmlns:a16="http://schemas.microsoft.com/office/drawing/2014/main" id="{498A53E1-200A-2251-BD46-96A4B6C858BD}"/>
              </a:ext>
            </a:extLst>
          </p:cNvPr>
          <p:cNvSpPr txBox="1"/>
          <p:nvPr/>
        </p:nvSpPr>
        <p:spPr>
          <a:xfrm>
            <a:off x="3716867" y="223122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5903C2A0-0176-B874-5219-6A60D02A700C}"/>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9863953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10488</TotalTime>
  <Words>3945</Words>
  <Application>Microsoft Macintosh PowerPoint</Application>
  <PresentationFormat>Widescreen</PresentationFormat>
  <Paragraphs>3130</Paragraphs>
  <Slides>62</Slides>
  <Notes>62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62</vt:i4>
      </vt:variant>
    </vt:vector>
  </HeadingPairs>
  <TitlesOfParts>
    <vt:vector size="6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Hardis</dc:creator>
  <cp:lastModifiedBy>Jonathan Hardis</cp:lastModifiedBy>
  <cp:revision>454</cp:revision>
  <cp:lastPrinted>2026-04-03T03:13:43Z</cp:lastPrinted>
  <dcterms:created xsi:type="dcterms:W3CDTF">2024-03-19T02:13:08Z</dcterms:created>
  <dcterms:modified xsi:type="dcterms:W3CDTF">2026-04-04T19:27:29Z</dcterms:modified>
</cp:coreProperties>
</file>