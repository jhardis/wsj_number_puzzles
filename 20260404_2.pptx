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457" r:id="rId2"/>
    <p:sldId id="531" r:id="rId3"/>
    <p:sldId id="532" r:id="rId4"/>
    <p:sldId id="566" r:id="rId5"/>
    <p:sldId id="573" r:id="rId6"/>
    <p:sldId id="581" r:id="rId7"/>
    <p:sldId id="583" r:id="rId8"/>
    <p:sldId id="582" r:id="rId9"/>
    <p:sldId id="584" r:id="rId10"/>
    <p:sldId id="585" r:id="rId11"/>
    <p:sldId id="586" r:id="rId12"/>
    <p:sldId id="587" r:id="rId13"/>
    <p:sldId id="588" r:id="rId14"/>
    <p:sldId id="589" r:id="rId15"/>
    <p:sldId id="590" r:id="rId16"/>
    <p:sldId id="591" r:id="rId17"/>
    <p:sldId id="592" r:id="rId18"/>
    <p:sldId id="593" r:id="rId19"/>
    <p:sldId id="594" r:id="rId20"/>
    <p:sldId id="595" r:id="rId21"/>
    <p:sldId id="610" r:id="rId22"/>
    <p:sldId id="611" r:id="rId23"/>
    <p:sldId id="596" r:id="rId24"/>
    <p:sldId id="597" r:id="rId25"/>
    <p:sldId id="598" r:id="rId26"/>
    <p:sldId id="599" r:id="rId27"/>
    <p:sldId id="600" r:id="rId28"/>
    <p:sldId id="601" r:id="rId29"/>
    <p:sldId id="602" r:id="rId30"/>
    <p:sldId id="603" r:id="rId31"/>
    <p:sldId id="604" r:id="rId32"/>
    <p:sldId id="605" r:id="rId33"/>
    <p:sldId id="621" r:id="rId34"/>
    <p:sldId id="624" r:id="rId35"/>
    <p:sldId id="625" r:id="rId36"/>
    <p:sldId id="622" r:id="rId37"/>
    <p:sldId id="623" r:id="rId38"/>
    <p:sldId id="626" r:id="rId39"/>
    <p:sldId id="606" r:id="rId40"/>
    <p:sldId id="607" r:id="rId41"/>
    <p:sldId id="612" r:id="rId42"/>
    <p:sldId id="613" r:id="rId43"/>
    <p:sldId id="614" r:id="rId44"/>
    <p:sldId id="617" r:id="rId45"/>
    <p:sldId id="618" r:id="rId46"/>
    <p:sldId id="615" r:id="rId47"/>
    <p:sldId id="616" r:id="rId48"/>
    <p:sldId id="627" r:id="rId49"/>
    <p:sldId id="628" r:id="rId50"/>
    <p:sldId id="629" r:id="rId51"/>
    <p:sldId id="630" r:id="rId52"/>
    <p:sldId id="631" r:id="rId53"/>
    <p:sldId id="632" r:id="rId54"/>
    <p:sldId id="633" r:id="rId55"/>
    <p:sldId id="634" r:id="rId56"/>
    <p:sldId id="635" r:id="rId57"/>
    <p:sldId id="636" r:id="rId58"/>
    <p:sldId id="637" r:id="rId59"/>
    <p:sldId id="638" r:id="rId60"/>
    <p:sldId id="639" r:id="rId61"/>
    <p:sldId id="640" r:id="rId62"/>
    <p:sldId id="641" r:id="rId63"/>
    <p:sldId id="642" r:id="rId64"/>
    <p:sldId id="643" r:id="rId65"/>
    <p:sldId id="64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46"/>
    <p:restoredTop sz="86490"/>
  </p:normalViewPr>
  <p:slideViewPr>
    <p:cSldViewPr snapToGrid="0">
      <p:cViewPr varScale="1">
        <p:scale>
          <a:sx n="103" d="100"/>
          <a:sy n="103" d="100"/>
        </p:scale>
        <p:origin x="1648" y="16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77" d="100"/>
          <a:sy n="77" d="100"/>
        </p:scale>
        <p:origin x="1552"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4/3/26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CE4F4-A22C-AD5B-6CF1-DCDE3A12E3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38D577-4267-0970-0814-7D36025CFD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3873F-9208-8235-C468-AEEAC10932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567AD6-A12A-C510-996D-22F87D021B7D}"/>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659275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6C735-BCE3-4124-3AA1-9C33DEE7A6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1B8334-60B8-0C58-67AC-D423E56FE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0E0AC0-A64E-A64A-B634-6231224A41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58CC72-9B22-5CA5-431F-DE72926B4829}"/>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243565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02B82-5BB6-3B0A-8681-706691FFF8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FB85AD-D4C6-4FD2-4C8D-D12414829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749C0F-07FF-CCA3-2BF3-CB87911CCA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B5A48B-8327-8D5E-5385-0FECA8786131}"/>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2353987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697C0-CD63-11EA-BC22-3C3435E145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CCA6E-2FA7-DFE3-B90D-42F6D6E7E1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0A1553-50E3-D8DE-94CE-67F88E70B7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4855E9-DCD5-EB2F-63B2-43D5BDCBD259}"/>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23825595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083BF-2FA4-D560-3E19-7C324CDEA0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08D9F0-D696-C185-92C9-5870AB11E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68397-76FA-A843-4722-57F2952EBA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7CDF10-66CE-A0FA-5971-D5C847BF3F2B}"/>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1472565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92550-7AAC-C528-9806-337342FD1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9047A-64E1-69F1-EEAD-14850FE16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F3304-6627-9646-D483-F9914995DA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36195-0288-1B54-4A7F-239EF8E18556}"/>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16986715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8DA2D-3B4B-9437-8D06-2D2EA7E52C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A1A48-E76D-3EB7-FE36-70685759D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5BA504-7473-26B9-A565-D0E064B09D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B39B7C-F35C-93DC-B929-13E027CFD76D}"/>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2472557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D6844-D485-F542-2966-C7CEBCCF33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C7506-4573-FD9D-A5B0-CB861C1988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4C59DB-419E-11F5-3D98-1D3F389F81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3580E3-2582-0A4C-2773-4394B0C644FD}"/>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6925836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8C1D6-0E32-2936-4F87-7C446DF01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A3683-2C98-F8F8-659B-2DE5B9B8E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502493-460F-0ED8-946A-EC7D9D6C62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C42740-0D00-7A44-567B-9BB60ED32D6B}"/>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3597457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3E79-C083-2C87-0312-329DC0236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55A03D-7927-C08D-0283-8441E77915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2433D4-9894-648E-4AB8-29650F44FD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F0FAA4-D18C-DE1C-C9C2-DC9C9B8E4E5E}"/>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1594881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AF072-D89F-A08B-DBCF-AF8B87A8A6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FDEE4-BD82-3035-4878-D269A9A141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94E945-AC86-1B55-6F37-95AFD9184F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98A515-5422-2EDC-0835-773AC8D18919}"/>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4462616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DA102-0C4D-9CCF-F8B4-E37D1E04A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9947D2-413A-651A-779A-24111F8A9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2FC71-CCA6-7344-236D-60A156DA4D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727E95-1EDB-B810-1883-5E9C3E83BE86}"/>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41971905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17ED3-E7B7-9570-203F-403DED5421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B82E6-8B0D-2D84-155A-763A371CBD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2D1CB2-08BA-E9C6-B863-0C71BAF216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5E3DA7-8AD6-6BC1-CA31-B370E12187AF}"/>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33159672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6ACF2-C649-E5AA-DCA4-000F7556A8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DAF8C3-E107-366A-DF17-C0635F0C9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38711-2118-E763-8D13-3B2050E143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C2C834-437A-F2A4-B80B-0A49A4AF2CAD}"/>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0760732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E2366-A2B5-52F4-9570-9527CA6EC4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59E29-3152-BE56-F10B-8AB01B724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A0845-65A2-3B9C-AF67-5DC9C825B6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6E6160-66DA-AAEC-E648-C9F1A248DEF1}"/>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899949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7E396-0D35-B05C-A51C-5454043215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1E9D6F-E5A7-683C-41B6-6E5B91FA3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75C83C-0857-45C0-155D-E5CFDF52EB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2AFBDA-9791-7979-EF4E-BBDB2D72BBAB}"/>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7820799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E78B6-7C0C-52DA-E4EE-74EDC5DB3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7ECB56-3EB7-C1E0-8F9E-B98DBC9839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1E356-E3C6-13BD-F3F6-9299AB9C9B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6239A5-05A5-9453-9EC7-F38CF3265582}"/>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8404896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34A58-E9D4-ACD4-1258-330E922315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BCF438-E461-16F7-1AC3-95CD76BED8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95EBF6-FA74-7224-CD8F-B5112FFD14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23C6F4-D33C-A5CA-D563-C9A5D53C8E9C}"/>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4026435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E2687-B5F2-CB48-72FE-D0F27FD34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F6448D-7178-533D-3C44-F07AD3C6A6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DC6144-CE4A-88F5-E808-3C46FEF2E2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1B1089-05FC-E406-4AD1-3D53B8F69D14}"/>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6133806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4F3-8A56-5D75-2E71-2068EAD9C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33E270-5A1D-0C03-5AA0-30A91616F2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AA3E9-BFCA-5D10-38B1-FDE92243EE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8BFAE1-FE41-7BAC-FFF5-267BCE4FF53D}"/>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9573633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AD799-4FD8-3E3A-3D21-0EA606E82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40BB4C-7626-9DBA-50DC-021D0FF7C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5E2B47-00CE-AF3E-E35D-E6838BFD03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5AA279-19E1-1806-F231-5DB91237F634}"/>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4703020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504B2-89A3-9296-7179-EBC1B18F0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6C8068-FB4E-9961-094C-D87214A5D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8B9E0-4A75-A204-3F63-DA03BC5B7B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633FC2-3335-625B-8FA0-5D1BAC7E6246}"/>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3809177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BEEBD-BABD-4073-F47F-75EFABC0B7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16562-BDAA-DA80-89A5-AFE07B9C73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A08C75-8E5B-0019-C881-D17A06F2A2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51E36A-5CA5-395D-8C2F-0DAD4ECC4456}"/>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4839159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322AF-CE69-B979-C45D-FDA868A34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049603-DEB8-48DD-6034-81194A1F8F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65B465-8A0D-C5F7-DA26-AB46FDD513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7FD0C8-BBCC-2BBF-DFEE-83F018F8233A}"/>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6458734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4FD31-F52C-EE61-24E5-2ABC634C6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12EBE0-F85A-01F1-84E1-5F7440AC53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DE121C-0CA0-6EC7-66E6-1858FFD237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C9E7A8-D60A-7B10-2C1F-D71DAC296733}"/>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147354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B083F-6515-162B-7414-1542E5A91C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78B20-5D90-C1D5-D591-C337D73C8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752270-C8E5-8091-7445-2BDC18F7DC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3AE47F-F13E-FDE2-C21D-A84F7F4B922C}"/>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2568089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624F4-5A00-7AD4-C2DE-2C5CC6C4E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33038-DFF5-AD77-A370-D0F17648C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9AB412-FBDC-C634-0BE7-785A95E53B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E32A7B-204E-F5EF-3EA0-9B0366868E98}"/>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4771457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1AE5B-155E-D854-8EE4-58C7B7567C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E96B6D-0EB0-7ECA-15DD-878C91795A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0BC00-CBF1-23D1-A84D-62AEF4CA45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DB7A7F-90A5-C972-24FC-2C96E8C2E5F7}"/>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18732894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EFA3E-EF39-5136-D2E3-681DCA7F3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E05FC-AF04-A773-4ABE-AC4C54CC3A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51A0C3-867E-9E37-4444-1D0AC18475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6A15AB-5E99-1E1B-0E27-59053FEE3712}"/>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12595904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6BF10-9675-81D0-66EA-9BBA28AFE7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21286B-146A-7697-D500-78952BB924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0F451-5E02-D738-3686-B17FC62B8D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F390A2-7466-8BDA-DA49-03B82C6AB60E}"/>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175380598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C0D3D-BC68-18D6-BB96-57A1B28F6B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D6C3B7-76DA-D859-BC34-F29D5A33C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0A691-7F12-74C7-1CF8-DB9A2A1EA2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C46F45-2C2E-B5D3-2A14-AF319AB6022E}"/>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1277238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BCA58-1E2A-81EE-9EF5-09915356D6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A3302-66EF-6B92-ABC9-81B69CF326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E16E9E-EB01-DC42-5127-CDFDBA0745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9E1FF2-48E5-B448-61BB-5DDAE5AC8216}"/>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5849809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EC60-35C8-1A9C-BBE1-111C88E78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482E-0701-2E9F-9F59-C0722BF0A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41AB3B-0DBF-50AA-1B63-F0A3EFCB4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3A6206-53CF-076B-F32E-2AF1AED1FEB2}"/>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1716426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ED8C5-EAB7-0D2A-B1D2-B409B6229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AF1051-FA39-7260-CD4C-C85C1EB2C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DCC15-AA8D-112F-C1E2-6815CBBACA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68A8F0-04A4-8CEA-924F-5B6D22229789}"/>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34815887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D8814-49AF-3BE8-7F38-E37347B7B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CFACB5-02A5-C10D-683F-B28AE4E9CE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C223AC-FC22-1D24-B276-A7EAAFB846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A32FD-AA20-A5D1-4EC8-E01381B703F8}"/>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417825792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8F47F-07B8-1B8F-1F84-8F8B472056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6AE8DE-8BCF-645B-674E-1A7F59F43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7756D-5816-E2C1-54E0-C0B5A98592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BEBEE29-489D-9266-49B7-4AEB14E4574C}"/>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8689755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22457-40A3-80B5-6BEC-57D97FF8F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2CE9D1-E6A3-7350-4589-2B382ACC1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A78730-9BA6-BC76-DC77-D259C5DD8B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B1E6FB-90B7-25DB-319A-DE6F4C7855CB}"/>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42451550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D6B0-51B7-615C-703B-367A4C9F38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06D25A-5ACC-CC51-4156-188B58AAC8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4DB9EE-B627-E331-94C6-8FF3DCB5F5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4AE228-A896-1C03-E8E8-0B2DA20D2698}"/>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930997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28EC2-F92D-1406-80A3-5ADE8C6795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035C19-FB02-74A0-0763-2D91BAE1D5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FECBC-FFB7-3D0F-9FF4-8F4E1D476F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E73985-6376-6F52-0EA4-286179CCF3B0}"/>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32498862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38EB3-CE78-9CF3-C9E0-AA963A2775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2371-F48A-B9DC-8EFF-9D04AE6474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DC65F0-0BB3-946C-E5A8-B9FBCDB239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2AF7E6-C490-C19D-0FC4-2E2BED0A042F}"/>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9701491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AF89B-1D8D-1AC4-430C-702541335A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561F3F-202E-58A3-D61D-14BB4E0CE2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8090DF-417B-3324-6158-8A97019848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77C475-705D-4F57-1347-5F0DBED8D7AC}"/>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2173126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C846F-5ABB-695D-937C-1308C81445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7F5DC-7E77-521E-E067-22487533F0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D40ED9-8754-FA8A-FB2A-6BE8C15CED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E5AD0F-017E-FC78-EE11-6B56A311175D}"/>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93468261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5B390-20E6-1897-54E5-650FABB82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E51C75-8BCB-22B3-71CF-AE1409BE99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0B2A5B-9195-AC36-EB16-D1893D1041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9A5D6-DAB8-0BBA-F47D-5AF2DCFFC9BD}"/>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346154070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696A-E3CE-5276-4CFB-67BC2DDDF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95113A-5CAF-80D4-883E-73144E652D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BE127-B786-5CF3-2961-3FB4532F29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99AD3F-E2E5-C85E-1BE8-B3A5C53FA337}"/>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3512547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05B26-C3C3-6BFE-B9C7-4362D27FC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2865E-6194-15BD-1895-C8FFE99B6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A667A-DBF9-4E32-134F-4CB22923B0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5F750B-88F4-BCA2-5A8D-27288034DDAC}"/>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296196516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89302-B7A3-9F58-D5A4-BE511AC6C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9F5437-CD22-E3AB-98AA-EF7437043B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408F6A-A95D-160B-ABA9-BF42092A68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753228-5D98-07C1-E2CA-AFC7D9F88184}"/>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51419581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2F398-607E-4E91-A894-6EC4E4860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D9B8B-FA59-C391-9977-5341B6DA4C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E4BEC-FA21-5D8E-3D43-9B8E09D744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B549DC-26B5-0B22-9EB7-3D5A34D29DF8}"/>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142544672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37A11-5818-4B6C-FBCE-5C1F40EFE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6B28EC-5408-E41A-73A2-784861612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29835D-7E08-5CB0-59E5-68D47F9ABF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4D8FD8-604D-AEFE-12A8-BA1E871A3A7F}"/>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364035116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402DB-B460-8A84-E5CB-844EFC3771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BF67B0-D064-318B-FAAF-00068E1A6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4A300-05C0-8496-C687-2897729BA7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44EB3D-1613-AE0A-9318-86DD7BB75659}"/>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48755449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3A106-B205-3993-0622-F4D87544B0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03535-AB93-917D-2B11-791F3FB8D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FFAC41-07B9-99DE-085A-A4DB3E2F80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8CE25C-D7C8-E031-F183-A650FC491DCD}"/>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1215488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7177F-7464-C8D8-B5C9-49C9A8475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EE05FF-0EE7-B9C4-5226-447C4F5D9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4A59F3-78FD-894C-F6CD-FE1FF40674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054E6A-348A-B7F5-F7E8-D4454BF3C32F}"/>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49164275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95E78-9FAC-6107-0B6E-39410FCF4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D27F3-A8A4-DB75-C78C-E3C4A3AEE2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AEEB5D-2D4B-337F-F9D2-EB48533858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C1DCDD-233A-EEA5-B494-63FAE7A14163}"/>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70469900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92B56-E44E-53E5-8823-A8172B395F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44B70-1ADA-3298-6615-10CBD144B4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427CFB-37F2-F990-636F-C684C16755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43C4B2-05D9-BF1C-67DA-032DEF9F4C70}"/>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23697302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71918-2D31-882B-39F1-208DD623E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7B0AF9-1DEE-986E-C4E9-9BC4BD284E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C9638-CBB5-1B59-2ACF-EC61D1F019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13C93B-8FAF-B0B9-D2C7-CA6952DE7EE9}"/>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8222660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C5537-874F-4775-594E-3096DFD4C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7960E4-E5B1-8D1A-EB68-FA6CE0019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BE5039-5FA3-458D-7724-262CEDFA24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1DA043-F317-6AA6-0D68-33D31DE88798}"/>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9220679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403B8-4E64-7803-A0BD-88AF76A7D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B91E83-5CFF-DD5A-7FFD-95E90EA4A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8B87D7-CB6A-4A09-710C-AE7D35C748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CBEF55-5439-33CD-48A4-F49FA5B6AAE5}"/>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8331407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127A-C01B-506C-2983-DC8A953933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69EE89-2F8D-D6EE-CB32-60EFF9459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4B07F4-D342-02DB-2835-9F831DFCD0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D33C15-DE61-BB2F-0A18-BE2721018677}"/>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371176381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74F2D-8AEB-CFAF-6431-7C2B9E23D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E23F01-8EC3-B01A-500E-6E57CD32A7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26ABCD-82DE-85A4-8778-077421C69D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458C17-430C-6104-30CC-4ACFDAC271A8}"/>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407485610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2CC05-28D8-176E-3F8D-5EE6D94A9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8267F7-0025-2A72-93CD-9C751B55FE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C4E635-3D91-EFC2-6112-5F53A25D22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3E6FB2-CB10-8FC2-7257-D671EFA382CC}"/>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853815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2A204-C49A-A1A1-27CF-9EF7FC69EF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1D01E9-7B37-F0DB-2B8C-E3AD23CDD6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1399E2-BECE-BA19-F13B-44B6431F14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898557-E84A-FE23-E6FE-953462EA04F1}"/>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33017874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BF54-0A45-8A52-35C4-88A8468B6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F0E11-A8A0-72EC-8117-61CE10B79C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FBE565-1331-6DCF-C07D-0C305357D6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6296AE-2A15-F8F4-CEB7-AA12BA009673}"/>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12401545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42532-41CE-3C7C-062B-1BF6E52EFB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C43284-2E05-7ED4-5CDA-4C0327E49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5020E2-F2F2-85AE-4CA2-EDF6BD3A2A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5FFF3D-9540-ED38-E9E9-53A6BB45A012}"/>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68065552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AEC1-80C1-7218-60C2-6B470611A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48CA7D-C238-5799-059F-0B49E43F1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45F31-2A7A-016C-FBE0-6EB3E782A5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509D07-0D88-4932-1CB2-1E4450A6F158}"/>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17048853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D597C-7E5D-DEF0-13B8-272E75243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C39255-7A4B-8FFA-6ACF-6EAF5CED87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EB39F2-820F-5607-2222-07538B5DDB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82E5E5-10A9-6F70-0EE7-8201F340FA6A}"/>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24580097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1B867ED-C0E3-E301-2A10-65A11C7E5D38}"/>
              </a:ext>
            </a:extLst>
          </p:cNvPr>
          <p:cNvPicPr>
            <a:picLocks noChangeAspect="1"/>
          </p:cNvPicPr>
          <p:nvPr userDrawn="1"/>
        </p:nvPicPr>
        <p:blipFill>
          <a:blip r:embed="rId2"/>
          <a:stretch>
            <a:fillRect/>
          </a:stretch>
        </p:blipFill>
        <p:spPr>
          <a:xfrm>
            <a:off x="3162871" y="96796"/>
            <a:ext cx="4546258" cy="5179281"/>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4920B-8FED-EB59-08EF-7185FA73FA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566A376-385D-2078-D1D9-1434B30DDC60}"/>
              </a:ext>
            </a:extLst>
          </p:cNvPr>
          <p:cNvSpPr>
            <a:spLocks noGrp="1"/>
          </p:cNvSpPr>
          <p:nvPr>
            <p:ph sz="half" idx="1"/>
          </p:nvPr>
        </p:nvSpPr>
        <p:spPr/>
        <p:txBody>
          <a:bodyPr/>
          <a:lstStyle/>
          <a:p>
            <a:r>
              <a:rPr lang="en-US" dirty="0"/>
              <a:t>In Row 8, there are seven cells, with different digits, that must be larger than two other digits. Therefore, they must be 3–9. The white cells at the ends of Row 8 are 1 and 2, which fit in only one way.</a:t>
            </a:r>
          </a:p>
        </p:txBody>
      </p:sp>
      <p:pic>
        <p:nvPicPr>
          <p:cNvPr id="4" name="Picture 3" descr="A grid of sudoku puzzle&#10;&#10;Description automatically generated">
            <a:extLst>
              <a:ext uri="{FF2B5EF4-FFF2-40B4-BE49-F238E27FC236}">
                <a16:creationId xmlns:a16="http://schemas.microsoft.com/office/drawing/2014/main" id="{44980539-2F81-6B11-B8B9-EE07C144752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E7C809-989C-1D95-45F1-7F52B86130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16292F-D2B5-021C-A0D0-48B2DB46736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1B2913-19F9-1815-440C-ED18A21182D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4D5B035-EF72-65F0-DBB8-C118CE602FE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E618042-C96F-8C8E-20C8-43722277D61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025583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7721F-7909-CF86-82B9-DF33C33020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38A368-441A-4903-0B6B-74D0D541C616}"/>
              </a:ext>
            </a:extLst>
          </p:cNvPr>
          <p:cNvSpPr>
            <a:spLocks noGrp="1"/>
          </p:cNvSpPr>
          <p:nvPr>
            <p:ph sz="half" idx="1"/>
          </p:nvPr>
        </p:nvSpPr>
        <p:spPr/>
        <p:txBody>
          <a:bodyPr/>
          <a:lstStyle/>
          <a:p>
            <a:r>
              <a:rPr lang="en-US" dirty="0"/>
              <a:t>The only places in the puzzle with grey cells that must be larger than three different cells are in Row 8. They must be 4–9 (greater than 1, 2, and 3).</a:t>
            </a:r>
            <a:br>
              <a:rPr lang="en-US" dirty="0"/>
            </a:br>
            <a:r>
              <a:rPr lang="en-US" dirty="0"/>
              <a:t>And in one case, not 9.</a:t>
            </a:r>
          </a:p>
        </p:txBody>
      </p:sp>
      <p:pic>
        <p:nvPicPr>
          <p:cNvPr id="4" name="Picture 3" descr="A grid of sudoku puzzle&#10;&#10;Description automatically generated">
            <a:extLst>
              <a:ext uri="{FF2B5EF4-FFF2-40B4-BE49-F238E27FC236}">
                <a16:creationId xmlns:a16="http://schemas.microsoft.com/office/drawing/2014/main" id="{4E815EC9-71A4-AF6A-42F1-B25E5909368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4C7F3D-C99A-54B9-3CE3-405D2CF5DE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957222-7F83-9932-60F0-EEFFFDEF42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40C05CF-3455-8A29-C964-44DDFBDDDC4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1E68E59-11A4-F179-EEC9-885B969464F2}"/>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7652B97-B23C-5DA2-3143-3DF94427CF9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50B07B5-6340-E5DB-4B55-F1B07E2EACF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2A4D6266-4BA4-E17A-D1F3-98576D8D698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607781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DE5E4-1ADC-FB79-5A36-A8400BB16A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8ABECD-6EC9-D933-1C50-134C3FFB20B8}"/>
              </a:ext>
            </a:extLst>
          </p:cNvPr>
          <p:cNvSpPr>
            <a:spLocks noGrp="1"/>
          </p:cNvSpPr>
          <p:nvPr>
            <p:ph sz="half" idx="1"/>
          </p:nvPr>
        </p:nvSpPr>
        <p:spPr/>
        <p:txBody>
          <a:bodyPr/>
          <a:lstStyle/>
          <a:p>
            <a:r>
              <a:rPr lang="en-US" dirty="0"/>
              <a:t>Similarly, while these two grey cells only touch two white cells, they can’t both be 1 and 2. One must be at least 3, so the grey cells must be at least 4.</a:t>
            </a:r>
          </a:p>
        </p:txBody>
      </p:sp>
      <p:pic>
        <p:nvPicPr>
          <p:cNvPr id="4" name="Picture 3" descr="A grid of sudoku puzzle&#10;&#10;Description automatically generated">
            <a:extLst>
              <a:ext uri="{FF2B5EF4-FFF2-40B4-BE49-F238E27FC236}">
                <a16:creationId xmlns:a16="http://schemas.microsoft.com/office/drawing/2014/main" id="{C3F8471B-74FD-DE1B-B794-7EC675AD1B1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71AE085-14BC-E3D9-07F2-592D85A3B5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491B0E-3659-CEA0-9AF3-771B702E105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0E9A1E-5186-68FA-4B69-2683E92BBF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AE05C3-3B4A-CEB9-4A77-C0F11C2C5B37}"/>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961A13A-EEA5-D865-E469-F3C90710F12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A436F54-A538-ED04-BDC1-E427065A8628}"/>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BCD81C67-8625-E5C2-1693-89FAAE34A8D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615B1CE1-6B25-ED39-9C13-4BEECE4953BC}"/>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C8FD1D99-7C81-3B0E-FEB9-099EE85C66C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6192647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F418D-C5A6-BFE8-0C37-D9CC79D574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0643FA-36CD-20EE-1AA9-58A658FCED87}"/>
              </a:ext>
            </a:extLst>
          </p:cNvPr>
          <p:cNvSpPr>
            <a:spLocks noGrp="1"/>
          </p:cNvSpPr>
          <p:nvPr>
            <p:ph sz="half" idx="1"/>
          </p:nvPr>
        </p:nvSpPr>
        <p:spPr/>
        <p:txBody>
          <a:bodyPr/>
          <a:lstStyle/>
          <a:p>
            <a:r>
              <a:rPr lang="en-US" dirty="0"/>
              <a:t>Initialize cell with few enough possibilities.</a:t>
            </a:r>
          </a:p>
        </p:txBody>
      </p:sp>
      <p:pic>
        <p:nvPicPr>
          <p:cNvPr id="4" name="Picture 3" descr="A grid of sudoku puzzle&#10;&#10;Description automatically generated">
            <a:extLst>
              <a:ext uri="{FF2B5EF4-FFF2-40B4-BE49-F238E27FC236}">
                <a16:creationId xmlns:a16="http://schemas.microsoft.com/office/drawing/2014/main" id="{E203E8FD-B3AB-6579-E490-1C3801375B1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DD2340-A53D-A93A-801D-9B73D6D400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893217-3942-F0EC-0D4F-A2F71DEEC2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DE795DC-E850-AFA8-DC24-80840E94269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84582B1-B85C-354D-55CF-12E28DB93DB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8AB98E1-1996-372F-2EAD-2036E568502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321A743-4400-C871-8F5A-2B8D638EB57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95AE048C-CBA7-9938-F76E-F6F5708E65D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74A175B7-8EAA-C366-4DD5-BB8EDA462EBD}"/>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B66C3168-4E0E-A936-8645-059CEB03F48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456789</a:t>
            </a:r>
          </a:p>
        </p:txBody>
      </p:sp>
      <p:sp>
        <p:nvSpPr>
          <p:cNvPr id="14" name="TextBox 13">
            <a:extLst>
              <a:ext uri="{FF2B5EF4-FFF2-40B4-BE49-F238E27FC236}">
                <a16:creationId xmlns:a16="http://schemas.microsoft.com/office/drawing/2014/main" id="{96CF197C-B1B6-96B5-C292-F2E6C5F2AB02}"/>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Tree>
    <p:extLst>
      <p:ext uri="{BB962C8B-B14F-4D97-AF65-F5344CB8AC3E}">
        <p14:creationId xmlns:p14="http://schemas.microsoft.com/office/powerpoint/2010/main" val="2786176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3F0E7A-8F87-143B-1946-B4F8656C48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031219-2B0A-933A-D847-5DE93984EA8A}"/>
              </a:ext>
            </a:extLst>
          </p:cNvPr>
          <p:cNvSpPr>
            <a:spLocks noGrp="1"/>
          </p:cNvSpPr>
          <p:nvPr>
            <p:ph sz="half" idx="1"/>
          </p:nvPr>
        </p:nvSpPr>
        <p:spPr/>
        <p:txBody>
          <a:bodyPr>
            <a:normAutofit lnSpcReduction="10000"/>
          </a:bodyPr>
          <a:lstStyle/>
          <a:p>
            <a:r>
              <a:rPr lang="en-US" dirty="0"/>
              <a:t>In the bottom center cell, one of the remaining grey cells must be 3. The cells immediately above and below it must be 1 and 2. The cells at the X above must therefore be 4 and 6. Where does the 5 go? In Column 6, the only remaining place for a 5 is on an X, which is not possible. Therefore, the 3 is in Column 4.</a:t>
            </a:r>
          </a:p>
        </p:txBody>
      </p:sp>
      <p:pic>
        <p:nvPicPr>
          <p:cNvPr id="4" name="Picture 3" descr="A grid of sudoku puzzle&#10;&#10;Description automatically generated">
            <a:extLst>
              <a:ext uri="{FF2B5EF4-FFF2-40B4-BE49-F238E27FC236}">
                <a16:creationId xmlns:a16="http://schemas.microsoft.com/office/drawing/2014/main" id="{271AC995-9269-6852-3E3B-4F21FF1AF4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CD893B-5E36-8AA4-F441-171F4F4007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8CC3E7-CC11-AAFE-C347-CCF69205D8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C5A87B4-8CF6-8185-FB45-E39C016882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E5595A2-43EF-75B5-75EF-B4980E2D2AB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4EAC7FB-B5E7-CBF0-F052-8CD80942A0F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17CD788-D7FE-DA1F-59CE-9F462D55E8B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E9D12600-FA6C-95A1-1F72-A9EC4F2C72D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A8536420-A5BA-65A2-D6C1-4C727D848EFF}"/>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DE0F9539-18C8-AD1B-ED8D-4222FB1A29AF}"/>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456789</a:t>
            </a:r>
          </a:p>
        </p:txBody>
      </p:sp>
      <p:sp>
        <p:nvSpPr>
          <p:cNvPr id="14" name="TextBox 13">
            <a:extLst>
              <a:ext uri="{FF2B5EF4-FFF2-40B4-BE49-F238E27FC236}">
                <a16:creationId xmlns:a16="http://schemas.microsoft.com/office/drawing/2014/main" id="{636A9830-ABA6-5808-0F97-16AF22E94063}"/>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FC960219-2E5F-6C13-88A3-5ED935807C9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8022B2E3-672C-CEAC-CFBE-324B1D34AE6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073C7749-0CEB-6A0D-A390-F8494797414F}"/>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72DC04E5-6C37-C86E-C9E1-036E8410C729}"/>
              </a:ext>
            </a:extLst>
          </p:cNvPr>
          <p:cNvSpPr txBox="1"/>
          <p:nvPr/>
        </p:nvSpPr>
        <p:spPr>
          <a:xfrm>
            <a:off x="4645378" y="4909484"/>
            <a:ext cx="570089" cy="230832"/>
          </a:xfrm>
          <a:prstGeom prst="rect">
            <a:avLst/>
          </a:prstGeom>
          <a:noFill/>
        </p:spPr>
        <p:txBody>
          <a:bodyPr wrap="square" rtlCol="0">
            <a:spAutoFit/>
          </a:bodyPr>
          <a:lstStyle/>
          <a:p>
            <a:pPr algn="ctr"/>
            <a:r>
              <a:rPr lang="en-US" sz="900" dirty="0"/>
              <a:t>21</a:t>
            </a:r>
          </a:p>
        </p:txBody>
      </p:sp>
      <p:sp>
        <p:nvSpPr>
          <p:cNvPr id="18" name="TextBox 17">
            <a:extLst>
              <a:ext uri="{FF2B5EF4-FFF2-40B4-BE49-F238E27FC236}">
                <a16:creationId xmlns:a16="http://schemas.microsoft.com/office/drawing/2014/main" id="{7B2420A1-4928-954C-2C64-0EE1D0C2A354}"/>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559DC1D2-447D-8EAF-3BD9-1413992DFF88}"/>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Tree>
    <p:extLst>
      <p:ext uri="{BB962C8B-B14F-4D97-AF65-F5344CB8AC3E}">
        <p14:creationId xmlns:p14="http://schemas.microsoft.com/office/powerpoint/2010/main" val="465838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3B488-A5C0-F961-384A-B719ECD218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B5ABF2-26CC-33B7-0F7F-17709E67F56D}"/>
              </a:ext>
            </a:extLst>
          </p:cNvPr>
          <p:cNvSpPr>
            <a:spLocks noGrp="1"/>
          </p:cNvSpPr>
          <p:nvPr>
            <p:ph sz="half" idx="1"/>
          </p:nvPr>
        </p:nvSpPr>
        <p:spPr/>
        <p:txBody>
          <a:bodyPr>
            <a:normAutofit/>
          </a:bodyPr>
          <a:lstStyle/>
          <a:p>
            <a:r>
              <a:rPr lang="en-US" dirty="0"/>
              <a:t>In the bottom center cell, the 9 must be in a grey cell. (Were it in a white cell, there would be no larger value for the adjacent grey cell.)</a:t>
            </a:r>
          </a:p>
        </p:txBody>
      </p:sp>
      <p:pic>
        <p:nvPicPr>
          <p:cNvPr id="4" name="Picture 3" descr="A grid of sudoku puzzle&#10;&#10;Description automatically generated">
            <a:extLst>
              <a:ext uri="{FF2B5EF4-FFF2-40B4-BE49-F238E27FC236}">
                <a16:creationId xmlns:a16="http://schemas.microsoft.com/office/drawing/2014/main" id="{D0337C4F-A9B1-4552-9DC5-9E4D590C9C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5FE8F58-ADAE-1136-A2A9-60F47087471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E6775F-47FB-F093-E7A5-F290B613848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6FB521-8E1D-EF8B-5484-93DB7869A9A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3DE7DBE-67AF-A0B4-387C-00B760BA34E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83E3654-4AB3-4BD2-068D-52FAA0BB052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D547AAB0-EBCC-96D3-782D-D1044CCAB538}"/>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06139FE-B1F5-8DE2-04B9-4623886BCEF7}"/>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26214282-EBB7-A6FF-3650-912D09440AF9}"/>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461790F-AE7A-3482-9DE4-9E495381850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4" name="TextBox 13">
            <a:extLst>
              <a:ext uri="{FF2B5EF4-FFF2-40B4-BE49-F238E27FC236}">
                <a16:creationId xmlns:a16="http://schemas.microsoft.com/office/drawing/2014/main" id="{035A9ECC-6A11-0A30-26F7-25E716EE453C}"/>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08331652-A87F-07EF-076E-28B676C59F7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304AE1D9-E080-93BB-E7E6-1BB7F4220F61}"/>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18623CAC-0941-AA7E-4E7C-EC8662EB91D1}"/>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6116E0F4-3408-E6DA-E61E-9938AE57B1FA}"/>
              </a:ext>
            </a:extLst>
          </p:cNvPr>
          <p:cNvSpPr txBox="1"/>
          <p:nvPr/>
        </p:nvSpPr>
        <p:spPr>
          <a:xfrm>
            <a:off x="4645378" y="4909484"/>
            <a:ext cx="570089" cy="230832"/>
          </a:xfrm>
          <a:prstGeom prst="rect">
            <a:avLst/>
          </a:prstGeom>
          <a:noFill/>
        </p:spPr>
        <p:txBody>
          <a:bodyPr wrap="square" rtlCol="0">
            <a:spAutoFit/>
          </a:bodyPr>
          <a:lstStyle/>
          <a:p>
            <a:pPr algn="ctr"/>
            <a:r>
              <a:rPr lang="en-US" sz="900" dirty="0"/>
              <a:t>21</a:t>
            </a:r>
          </a:p>
        </p:txBody>
      </p:sp>
      <p:sp>
        <p:nvSpPr>
          <p:cNvPr id="18" name="TextBox 17">
            <a:extLst>
              <a:ext uri="{FF2B5EF4-FFF2-40B4-BE49-F238E27FC236}">
                <a16:creationId xmlns:a16="http://schemas.microsoft.com/office/drawing/2014/main" id="{73F05F59-2514-8312-ABBD-CA58567D048C}"/>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D551E814-B067-6307-A57F-EB5FC57D3AD6}"/>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Tree>
    <p:extLst>
      <p:ext uri="{BB962C8B-B14F-4D97-AF65-F5344CB8AC3E}">
        <p14:creationId xmlns:p14="http://schemas.microsoft.com/office/powerpoint/2010/main" val="3485717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B6120-6E2A-2614-8E4D-3B924199AD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4D50D0-256D-E2B3-7139-3E90C8DFE67B}"/>
              </a:ext>
            </a:extLst>
          </p:cNvPr>
          <p:cNvSpPr>
            <a:spLocks noGrp="1"/>
          </p:cNvSpPr>
          <p:nvPr>
            <p:ph sz="half" idx="1"/>
          </p:nvPr>
        </p:nvSpPr>
        <p:spPr/>
        <p:txBody>
          <a:bodyPr>
            <a:normAutofit/>
          </a:bodyPr>
          <a:lstStyle/>
          <a:p>
            <a:r>
              <a:rPr lang="en-US" dirty="0"/>
              <a:t>Complete the X.</a:t>
            </a:r>
          </a:p>
        </p:txBody>
      </p:sp>
      <p:pic>
        <p:nvPicPr>
          <p:cNvPr id="4" name="Picture 3" descr="A grid of sudoku puzzle&#10;&#10;Description automatically generated">
            <a:extLst>
              <a:ext uri="{FF2B5EF4-FFF2-40B4-BE49-F238E27FC236}">
                <a16:creationId xmlns:a16="http://schemas.microsoft.com/office/drawing/2014/main" id="{2E6C5B29-EEAF-7F56-E57F-20A7845C6D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23AF98-6A0A-EC0F-167D-B015E78557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16C4E2-E7D1-DE2E-AC98-DB80222825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375C7C9-BDB2-E71A-8E33-A37DA59B9C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0F6A1E-4476-D37A-10AF-BB9EFD60A1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61A9EF4-6E02-1808-7616-C34A01CBEE3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7F01E65-ACF6-9E9D-6F5B-5DFBADD0FFA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ECF1854F-A6B5-C9FF-3800-C24E8E2D1B8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711A012B-EACA-68E4-0881-9B6AE93B2FAE}"/>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EF4EBE88-D853-0BAC-8F29-C23F1AC5646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4" name="TextBox 13">
            <a:extLst>
              <a:ext uri="{FF2B5EF4-FFF2-40B4-BE49-F238E27FC236}">
                <a16:creationId xmlns:a16="http://schemas.microsoft.com/office/drawing/2014/main" id="{BD4F499A-4BF4-B5A3-5E54-622DD23F1AEA}"/>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97E435DF-A668-B105-BDAA-FCE392348C87}"/>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4D496287-BFF1-ED0F-0885-507D61E34B3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D1B77DD4-CFAD-ECF3-3B3B-C58D5DE12327}"/>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58B311DD-6B70-11F3-78F3-614DA93578C8}"/>
              </a:ext>
            </a:extLst>
          </p:cNvPr>
          <p:cNvSpPr txBox="1"/>
          <p:nvPr/>
        </p:nvSpPr>
        <p:spPr>
          <a:xfrm>
            <a:off x="4645378" y="4909484"/>
            <a:ext cx="570089" cy="230832"/>
          </a:xfrm>
          <a:prstGeom prst="rect">
            <a:avLst/>
          </a:prstGeom>
          <a:noFill/>
        </p:spPr>
        <p:txBody>
          <a:bodyPr wrap="square" rtlCol="0">
            <a:spAutoFit/>
          </a:bodyPr>
          <a:lstStyle/>
          <a:p>
            <a:pPr algn="ctr"/>
            <a:r>
              <a:rPr lang="en-US" sz="900" dirty="0"/>
              <a:t>21</a:t>
            </a:r>
          </a:p>
        </p:txBody>
      </p:sp>
      <p:sp>
        <p:nvSpPr>
          <p:cNvPr id="18" name="TextBox 17">
            <a:extLst>
              <a:ext uri="{FF2B5EF4-FFF2-40B4-BE49-F238E27FC236}">
                <a16:creationId xmlns:a16="http://schemas.microsoft.com/office/drawing/2014/main" id="{39867363-7401-90F8-0E70-8C7DAE94AA7E}"/>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181F42E5-77F9-1773-488D-912CAD7976EA}"/>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0" name="TextBox 19">
            <a:extLst>
              <a:ext uri="{FF2B5EF4-FFF2-40B4-BE49-F238E27FC236}">
                <a16:creationId xmlns:a16="http://schemas.microsoft.com/office/drawing/2014/main" id="{3117E367-A2C3-FAC3-35B9-3A5FC2052180}"/>
              </a:ext>
            </a:extLst>
          </p:cNvPr>
          <p:cNvSpPr txBox="1"/>
          <p:nvPr/>
        </p:nvSpPr>
        <p:spPr>
          <a:xfrm>
            <a:off x="5147734" y="4909484"/>
            <a:ext cx="570089" cy="230832"/>
          </a:xfrm>
          <a:prstGeom prst="rect">
            <a:avLst/>
          </a:prstGeom>
          <a:noFill/>
        </p:spPr>
        <p:txBody>
          <a:bodyPr wrap="square" rtlCol="0">
            <a:spAutoFit/>
          </a:bodyPr>
          <a:lstStyle/>
          <a:p>
            <a:pPr algn="ctr"/>
            <a:r>
              <a:rPr lang="en-US" sz="900" dirty="0"/>
              <a:t>89</a:t>
            </a:r>
          </a:p>
        </p:txBody>
      </p:sp>
    </p:spTree>
    <p:extLst>
      <p:ext uri="{BB962C8B-B14F-4D97-AF65-F5344CB8AC3E}">
        <p14:creationId xmlns:p14="http://schemas.microsoft.com/office/powerpoint/2010/main" val="1374872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30ED2-B40B-08FC-C0CA-C62BEB472F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25067C-6CCF-2F7B-3828-D4B796FE53D2}"/>
              </a:ext>
            </a:extLst>
          </p:cNvPr>
          <p:cNvSpPr>
            <a:spLocks noGrp="1"/>
          </p:cNvSpPr>
          <p:nvPr>
            <p:ph sz="half" idx="1"/>
          </p:nvPr>
        </p:nvSpPr>
        <p:spPr/>
        <p:txBody>
          <a:bodyPr>
            <a:normAutofit/>
          </a:bodyPr>
          <a:lstStyle/>
          <a:p>
            <a:r>
              <a:rPr lang="en-US" dirty="0"/>
              <a:t>9 is not possible on the X because 9 is in a grey cell.</a:t>
            </a:r>
          </a:p>
        </p:txBody>
      </p:sp>
      <p:pic>
        <p:nvPicPr>
          <p:cNvPr id="4" name="Picture 3" descr="A grid of sudoku puzzle&#10;&#10;Description automatically generated">
            <a:extLst>
              <a:ext uri="{FF2B5EF4-FFF2-40B4-BE49-F238E27FC236}">
                <a16:creationId xmlns:a16="http://schemas.microsoft.com/office/drawing/2014/main" id="{A9A5FAA9-5EE2-941F-DADA-176976ED2A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39315A-E2D9-5B8F-9030-DFF4D94790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A046B9-F4A4-EE2C-EA6D-2D91C7B063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F6231C-66E6-8767-D541-4E2955DADB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063204A-725F-E672-18CE-B8661A1DB6E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D939714-CE75-B9B4-57D9-A50983885D82}"/>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6B09F31-478B-E3C7-DD5A-B2C21838E67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F636A610-AAE0-25F1-73E4-849C4B8B269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B70437D3-984D-2F50-4C51-2DC51BAC3EB4}"/>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2610FDE-AC04-211C-846C-34514A137623}"/>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4" name="TextBox 13">
            <a:extLst>
              <a:ext uri="{FF2B5EF4-FFF2-40B4-BE49-F238E27FC236}">
                <a16:creationId xmlns:a16="http://schemas.microsoft.com/office/drawing/2014/main" id="{BF62130C-4CFE-0DE8-AC98-42BB85E44FA1}"/>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37BA5439-E77D-B4EE-5805-69F9CD098B9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7066009-2529-78C1-9906-7958F5BA93D6}"/>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7597A483-223C-5714-81FA-02CF3FC2DE08}"/>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4BF96C56-12BF-B885-0B75-8AF4FC4D1C4C}"/>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3535E969-9CFC-B41E-F433-6AF0A442634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F1B9D772-21DF-508C-C12C-D1B250681D9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E16F8B8-17CA-44D6-9891-FAF51B37A59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655064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0CC1D-6D28-9ABB-95A9-EAF70EFF97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EA3316-00F7-2572-CCBD-D354F724304A}"/>
              </a:ext>
            </a:extLst>
          </p:cNvPr>
          <p:cNvSpPr>
            <a:spLocks noGrp="1"/>
          </p:cNvSpPr>
          <p:nvPr>
            <p:ph sz="half" idx="1"/>
          </p:nvPr>
        </p:nvSpPr>
        <p:spPr/>
        <p:txBody>
          <a:bodyPr>
            <a:normAutofit/>
          </a:bodyPr>
          <a:lstStyle/>
          <a:p>
            <a:r>
              <a:rPr lang="en-US" dirty="0"/>
              <a:t>The only value greater than 8 is 9.</a:t>
            </a:r>
          </a:p>
          <a:p>
            <a:r>
              <a:rPr lang="en-US" dirty="0"/>
              <a:t>And reduce.</a:t>
            </a:r>
          </a:p>
        </p:txBody>
      </p:sp>
      <p:pic>
        <p:nvPicPr>
          <p:cNvPr id="4" name="Picture 3" descr="A grid of sudoku puzzle&#10;&#10;Description automatically generated">
            <a:extLst>
              <a:ext uri="{FF2B5EF4-FFF2-40B4-BE49-F238E27FC236}">
                <a16:creationId xmlns:a16="http://schemas.microsoft.com/office/drawing/2014/main" id="{A917F969-48C1-5385-25C5-E067165D6C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A0BB79-16B6-016A-FB65-85C11AE72B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8084D37-6693-55B4-8CF6-5486E2ECB2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4FD875-4D1F-F4FC-229C-CA4E2231A1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DC8DA0-E79B-D17F-E5F6-E2BECA3F325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BC0647B-9764-D298-AA63-7F4E0C25A9F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19F6E815-D6CD-656C-2750-CD83933CE4F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62898961-51F0-C51C-9C01-D2EC7AEF0AD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6FD59FF0-1E0C-542B-77A5-AA9A315E229F}"/>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E4B64DC-4554-FF79-9F62-02D094779895}"/>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34614BB5-259F-3928-4E8E-CAF51563E0D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BD2499F-3B81-F80D-1CBB-3B9D843612E0}"/>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35248C01-C9BB-8B2E-3DDA-DECC33EB1DBD}"/>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584F2FDC-1EB1-C538-22CE-1EEB4335AF12}"/>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ACAE0A09-BD62-B963-FC17-99D6604CC5D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33DFC77-B572-0970-4471-1F2631D4CDF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8FA019D9-6FB2-6696-CC88-4F2F98D1FBA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EC66BCC-3775-6CF2-17F7-D33E84D4364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878287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497C-8950-E317-A75C-FEC92D47A2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DB04D0-E12D-DA44-8B60-581A446C41E4}"/>
              </a:ext>
            </a:extLst>
          </p:cNvPr>
          <p:cNvSpPr>
            <a:spLocks noGrp="1"/>
          </p:cNvSpPr>
          <p:nvPr>
            <p:ph sz="half" idx="1"/>
          </p:nvPr>
        </p:nvSpPr>
        <p:spPr/>
        <p:txBody>
          <a:bodyPr>
            <a:normAutofit/>
          </a:bodyPr>
          <a:lstStyle/>
          <a:p>
            <a:r>
              <a:rPr lang="en-US" dirty="0"/>
              <a:t>Complete lower center block.</a:t>
            </a:r>
          </a:p>
        </p:txBody>
      </p:sp>
      <p:pic>
        <p:nvPicPr>
          <p:cNvPr id="4" name="Picture 3" descr="A grid of sudoku puzzle&#10;&#10;Description automatically generated">
            <a:extLst>
              <a:ext uri="{FF2B5EF4-FFF2-40B4-BE49-F238E27FC236}">
                <a16:creationId xmlns:a16="http://schemas.microsoft.com/office/drawing/2014/main" id="{C2A385B9-7AE6-A55D-DB29-4FDD7A94EB6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1B5397-1CB9-8D54-CC83-A3CF03DA3E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E1F6CD-9756-EB55-8102-FE6C318037B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C7751D-5AEE-7698-DF30-0F53AAA996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E4EF92-5A90-730E-6DA2-10C94C599632}"/>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A37E751-414D-BF65-8861-30B541C3F485}"/>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74A11B5-7C25-41F2-0161-354D560BCB6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0F66B895-29DF-5F7D-03F6-ED350C1FFF17}"/>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A9209577-475B-48FB-C3E1-43F4338767CB}"/>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88E41D6-2711-BB19-621B-DF1DFB3FA7A5}"/>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2D5CCC4D-C155-5280-794F-813EF42CFC2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5248AF7-B605-9187-7A02-088F4EE1A99E}"/>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BAA114FB-B46B-3381-2929-2B97A6BA3C2C}"/>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A9039404-408F-68E9-C185-17E525219927}"/>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42F05220-FFCC-9609-1238-428082F45DD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3635D7C-0FCE-A97C-1489-2DF84A4AD037}"/>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0BD5801-FCB8-41A7-21DD-813A9E5F76C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14E913B-1E51-892D-BDCA-9435A9FC38B2}"/>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A4EC3638-17D4-32E5-1A6D-978C5C7C7159}"/>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658688DD-849F-ED0C-0656-7835533F2D3F}"/>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2B04ADF1-EC91-8BD1-C7DC-C8684523591D}"/>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Tree>
    <p:extLst>
      <p:ext uri="{BB962C8B-B14F-4D97-AF65-F5344CB8AC3E}">
        <p14:creationId xmlns:p14="http://schemas.microsoft.com/office/powerpoint/2010/main" val="3399756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FD5B-652C-68B7-1CF9-6E5CE45B263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1CFA3A-CBDE-452E-D76E-76D613F76CF4}"/>
              </a:ext>
            </a:extLst>
          </p:cNvPr>
          <p:cNvSpPr>
            <a:spLocks noGrp="1"/>
          </p:cNvSpPr>
          <p:nvPr>
            <p:ph sz="half" idx="1"/>
          </p:nvPr>
        </p:nvSpPr>
        <p:spPr/>
        <p:txBody>
          <a:bodyPr>
            <a:normAutofit/>
          </a:bodyPr>
          <a:lstStyle/>
          <a:p>
            <a:r>
              <a:rPr lang="en-US" dirty="0"/>
              <a:t>Complete Column 4. (Note grey block can’t be 7 because it must be greater than the 78 cell.)</a:t>
            </a:r>
          </a:p>
        </p:txBody>
      </p:sp>
      <p:pic>
        <p:nvPicPr>
          <p:cNvPr id="4" name="Picture 3" descr="A grid of sudoku puzzle&#10;&#10;Description automatically generated">
            <a:extLst>
              <a:ext uri="{FF2B5EF4-FFF2-40B4-BE49-F238E27FC236}">
                <a16:creationId xmlns:a16="http://schemas.microsoft.com/office/drawing/2014/main" id="{EF550820-DDB4-A7A5-C686-C90278142A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47B8526-70AE-8774-95B2-6800877FC1E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C166FC-0004-ADBC-9965-3C12D2D89F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AFFA1D-10F5-7014-C77D-2C979C3D0A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CE0C35D-6202-2335-926F-CCF93C9B492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8BF0B4E-21A3-EA88-5EE6-B4867F8E895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C538CA3-34EB-4006-24C6-4BDDDDFB2E5E}"/>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376DA9EA-7E33-178D-B935-934A48F1DC7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05C15CC3-70F5-29DC-77E2-3E02243A5043}"/>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1459F37-EB47-BDCC-9342-9AACA8CA150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DA4A4B88-ED25-1A67-8541-7C69B7AC939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A1962B7-314D-694E-7DF5-D1B3C5CD0ED1}"/>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8B98D4FF-0864-84E3-795A-16C97123CFCD}"/>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8ECB743D-32EF-736E-5994-6D1A18CBB171}"/>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E7647761-8B12-B6A7-7BE2-D698B5D02C3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E710FEB-377D-AFCA-1006-2D3D32E5CB5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A0EC994-38E4-DD38-C34C-2366003A853C}"/>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E55D206-E44E-F3C9-49D9-3A637BB49A5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7E52E32D-49D2-2B42-B35B-B4A5486F1A82}"/>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C1BA8EC0-93F7-7660-BBB9-422C14C1DE5F}"/>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56D03F80-FD12-5D36-DA7F-CDA6BCC0F75C}"/>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60B62118-E268-9594-022D-9FCBE93E1F90}"/>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BB1655D3-C700-7D72-063A-758E1CE355C8}"/>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B808D71B-2AFC-CC35-794D-52FA6C435ED9}"/>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CA47D234-FB52-175A-F29F-9E6AB2A4CA8D}"/>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Tree>
    <p:extLst>
      <p:ext uri="{BB962C8B-B14F-4D97-AF65-F5344CB8AC3E}">
        <p14:creationId xmlns:p14="http://schemas.microsoft.com/office/powerpoint/2010/main" val="2674188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08A0-EB14-03AF-58F2-07BC467C783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6AA971-1947-2A71-E864-B6F5BC6DA8F5}"/>
              </a:ext>
            </a:extLst>
          </p:cNvPr>
          <p:cNvSpPr>
            <a:spLocks noGrp="1"/>
          </p:cNvSpPr>
          <p:nvPr>
            <p:ph sz="half" idx="1"/>
          </p:nvPr>
        </p:nvSpPr>
        <p:spPr/>
        <p:txBody>
          <a:bodyPr>
            <a:normAutofit/>
          </a:bodyPr>
          <a:lstStyle/>
          <a:p>
            <a:r>
              <a:rPr lang="en-US" dirty="0"/>
              <a:t>Complete remainder of upper center block. (In addition to the givens, none of the white blocks can be 9, and none of the grey blocks can be 1. The center grey block must be &gt; 5.)</a:t>
            </a:r>
          </a:p>
        </p:txBody>
      </p:sp>
      <p:pic>
        <p:nvPicPr>
          <p:cNvPr id="4" name="Picture 3" descr="A grid of sudoku puzzle&#10;&#10;Description automatically generated">
            <a:extLst>
              <a:ext uri="{FF2B5EF4-FFF2-40B4-BE49-F238E27FC236}">
                <a16:creationId xmlns:a16="http://schemas.microsoft.com/office/drawing/2014/main" id="{8CE52230-D434-F1DF-108D-7003A72EE0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0D712B0-26D3-E455-F3C4-97D7AD371A1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253557A-95E4-3A12-7213-47426825EF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1F3AC2-D534-FB85-8CE6-3AAF82EF600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771B8B-5A30-6BAF-7608-B56FFFE2BE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36B633C-E813-31D7-EA87-CEA89E15FE0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BD7DEC6-F502-5D65-C15C-B732FDBA9ED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C186E848-894A-FD32-786A-481180C1393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CA8431F7-5739-7980-0C9B-10E996CA3A31}"/>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A686DA0-895E-2E5B-2ED7-545AF03CA07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489F0284-E7C8-E8F1-D157-36F79E2597A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A3E0899-8914-0695-450C-7AB2434D477E}"/>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B4AD46B4-0265-A080-86C5-6A674EDCB8C5}"/>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33D4B9FB-A04D-CD92-8AC5-C7E344F2E8F2}"/>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8DCDBB02-6643-BCE2-DCB7-76DEC884037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424453B-D889-B921-1B1A-731CA2F43DE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64965BE-4434-4401-138D-EE9668C9E6C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9232D48-AA5F-F0E8-47A5-C78E0DE4BC48}"/>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365A1D3-EAE4-3EFE-F530-F74986D2F804}"/>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7BA96FE8-69B1-B0A5-21E2-041D64AB430B}"/>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1DAF6947-2E98-A360-C343-98137E0FE292}"/>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9399EF8E-8C1D-CA67-FFCB-23BE3F523965}"/>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1662B209-5BA1-1676-38BB-7770571835FF}"/>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795D883E-E528-9705-292A-2A5174C3D19A}"/>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38C0BDA8-AE95-5888-7D6B-F7DB4275A00C}"/>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
        <p:nvSpPr>
          <p:cNvPr id="28" name="TextBox 27">
            <a:extLst>
              <a:ext uri="{FF2B5EF4-FFF2-40B4-BE49-F238E27FC236}">
                <a16:creationId xmlns:a16="http://schemas.microsoft.com/office/drawing/2014/main" id="{73596D16-C966-3F65-813B-E7408B47FEBB}"/>
              </a:ext>
            </a:extLst>
          </p:cNvPr>
          <p:cNvSpPr txBox="1"/>
          <p:nvPr/>
        </p:nvSpPr>
        <p:spPr>
          <a:xfrm>
            <a:off x="5650090" y="901933"/>
            <a:ext cx="570089" cy="230832"/>
          </a:xfrm>
          <a:prstGeom prst="rect">
            <a:avLst/>
          </a:prstGeom>
          <a:noFill/>
        </p:spPr>
        <p:txBody>
          <a:bodyPr wrap="square" rtlCol="0">
            <a:spAutoFit/>
          </a:bodyPr>
          <a:lstStyle/>
          <a:p>
            <a:pPr algn="ctr"/>
            <a:r>
              <a:rPr lang="en-US" sz="900" dirty="0"/>
              <a:t>1478</a:t>
            </a:r>
          </a:p>
        </p:txBody>
      </p:sp>
      <p:sp>
        <p:nvSpPr>
          <p:cNvPr id="29" name="TextBox 28">
            <a:extLst>
              <a:ext uri="{FF2B5EF4-FFF2-40B4-BE49-F238E27FC236}">
                <a16:creationId xmlns:a16="http://schemas.microsoft.com/office/drawing/2014/main" id="{47ACCB42-4F66-0146-17F7-E12185A5D87D}"/>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527054D8-EB86-AF0F-F489-4ADAF08188CB}"/>
              </a:ext>
            </a:extLst>
          </p:cNvPr>
          <p:cNvSpPr txBox="1"/>
          <p:nvPr/>
        </p:nvSpPr>
        <p:spPr>
          <a:xfrm>
            <a:off x="5650090" y="1402877"/>
            <a:ext cx="570089" cy="230832"/>
          </a:xfrm>
          <a:prstGeom prst="rect">
            <a:avLst/>
          </a:prstGeom>
          <a:noFill/>
        </p:spPr>
        <p:txBody>
          <a:bodyPr wrap="square" rtlCol="0">
            <a:spAutoFit/>
          </a:bodyPr>
          <a:lstStyle/>
          <a:p>
            <a:pPr algn="ctr"/>
            <a:r>
              <a:rPr lang="en-US" sz="900" dirty="0"/>
              <a:t>46789</a:t>
            </a:r>
          </a:p>
        </p:txBody>
      </p:sp>
      <p:sp>
        <p:nvSpPr>
          <p:cNvPr id="31" name="TextBox 30">
            <a:extLst>
              <a:ext uri="{FF2B5EF4-FFF2-40B4-BE49-F238E27FC236}">
                <a16:creationId xmlns:a16="http://schemas.microsoft.com/office/drawing/2014/main" id="{50510E38-7629-543D-E6C6-7F0D41D7343D}"/>
              </a:ext>
            </a:extLst>
          </p:cNvPr>
          <p:cNvSpPr txBox="1"/>
          <p:nvPr/>
        </p:nvSpPr>
        <p:spPr>
          <a:xfrm>
            <a:off x="5650090" y="1903821"/>
            <a:ext cx="570089" cy="230832"/>
          </a:xfrm>
          <a:prstGeom prst="rect">
            <a:avLst/>
          </a:prstGeom>
          <a:noFill/>
        </p:spPr>
        <p:txBody>
          <a:bodyPr wrap="square" rtlCol="0">
            <a:spAutoFit/>
          </a:bodyPr>
          <a:lstStyle/>
          <a:p>
            <a:pPr algn="ctr"/>
            <a:r>
              <a:rPr lang="en-US" sz="900" dirty="0"/>
              <a:t>124678</a:t>
            </a:r>
          </a:p>
        </p:txBody>
      </p:sp>
    </p:spTree>
    <p:extLst>
      <p:ext uri="{BB962C8B-B14F-4D97-AF65-F5344CB8AC3E}">
        <p14:creationId xmlns:p14="http://schemas.microsoft.com/office/powerpoint/2010/main" val="3372785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07488-07DE-C1A4-6697-2D221EDC32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8A099D-A65B-C7CC-6D1D-0E31CDF8DC72}"/>
              </a:ext>
            </a:extLst>
          </p:cNvPr>
          <p:cNvSpPr>
            <a:spLocks noGrp="1"/>
          </p:cNvSpPr>
          <p:nvPr>
            <p:ph sz="half" idx="1"/>
          </p:nvPr>
        </p:nvSpPr>
        <p:spPr/>
        <p:txBody>
          <a:bodyPr>
            <a:normAutofit/>
          </a:bodyPr>
          <a:lstStyle/>
          <a:p>
            <a:r>
              <a:rPr lang="en-US" dirty="0"/>
              <a:t>Last possible 2 in upper center block.</a:t>
            </a:r>
          </a:p>
          <a:p>
            <a:r>
              <a:rPr lang="en-US" dirty="0"/>
              <a:t>Then, last possible 1 in upper center block.</a:t>
            </a:r>
          </a:p>
        </p:txBody>
      </p:sp>
      <p:pic>
        <p:nvPicPr>
          <p:cNvPr id="4" name="Picture 3" descr="A grid of sudoku puzzle&#10;&#10;Description automatically generated">
            <a:extLst>
              <a:ext uri="{FF2B5EF4-FFF2-40B4-BE49-F238E27FC236}">
                <a16:creationId xmlns:a16="http://schemas.microsoft.com/office/drawing/2014/main" id="{65EDFDC0-1819-5A71-0A74-414BB1ED57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EEC1DF0-3C83-A3D7-3A49-6ED5E7A8BD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D93506-92EB-BEFD-0E8F-9A519AD678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5905BB-7CE0-4AE3-6391-59A7D6BD0D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24353D-D74F-6799-A3D1-B3CD7753DC6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A09FDF9-7FDD-76E0-C966-EF802D7078E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4A75189-2B4A-6975-ADC9-7B82042AB61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CEB2F16-6396-1C9C-2AE7-2DE3E76158C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5CDB6017-560D-A3CC-D958-649E6A3AAA25}"/>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D86F49B-CBEC-8EA3-5B85-FA57BA7F1927}"/>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C3F7C707-7B38-FEC0-202A-AF6CA772A26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70A7B1E-598C-978E-42F7-9B9C0AA9E179}"/>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24F7BBC1-F08C-2805-2DC8-CD184E32B954}"/>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45023A4F-9455-EBDC-A817-933CDD9D46A4}"/>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7E2320E9-0350-F297-015F-3228D3CB2A8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075E8D2-4AAE-9AD1-3428-281F1D8199A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5AA923E7-A232-D801-72B3-F01B971A3AA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67BBC36-1A12-ACD9-64F8-AADA97BFA13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79DB1954-737C-980F-AF2E-EC918DCF935C}"/>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EED7381B-CC72-FACC-A3C9-A6FE42733854}"/>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91EA537D-1071-1A88-202F-96B11EBC6714}"/>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2D10CE76-479C-78FC-9686-9999A2CEABC8}"/>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72AD142F-C856-5611-ACC7-E187B63EA37B}"/>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F8AA5D37-60E0-0688-F5DB-912CCC122604}"/>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138A7DBD-811F-9379-9BA3-53B2F7B0141D}"/>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D1FFC208-B4EF-7CFA-AEB0-A12A6B8B116D}"/>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8DDC3EBA-6A29-8D6D-10A4-27F0B801AD72}"/>
              </a:ext>
            </a:extLst>
          </p:cNvPr>
          <p:cNvSpPr txBox="1"/>
          <p:nvPr/>
        </p:nvSpPr>
        <p:spPr>
          <a:xfrm>
            <a:off x="5650090" y="1402877"/>
            <a:ext cx="570089" cy="230832"/>
          </a:xfrm>
          <a:prstGeom prst="rect">
            <a:avLst/>
          </a:prstGeom>
          <a:noFill/>
        </p:spPr>
        <p:txBody>
          <a:bodyPr wrap="square" rtlCol="0">
            <a:spAutoFit/>
          </a:bodyPr>
          <a:lstStyle/>
          <a:p>
            <a:pPr algn="ctr"/>
            <a:r>
              <a:rPr lang="en-US" sz="900" dirty="0"/>
              <a:t>46789</a:t>
            </a:r>
          </a:p>
        </p:txBody>
      </p:sp>
      <p:sp>
        <p:nvSpPr>
          <p:cNvPr id="32" name="TextBox 31">
            <a:extLst>
              <a:ext uri="{FF2B5EF4-FFF2-40B4-BE49-F238E27FC236}">
                <a16:creationId xmlns:a16="http://schemas.microsoft.com/office/drawing/2014/main" id="{1D9198B2-6009-F70A-1885-7C1A5A4E7C78}"/>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202C2B6-8E8E-253F-7FA4-A0C78539B43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501835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E0E3F-4707-7CC9-A561-7750DB5A78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74682F-3687-0A2B-714D-062813058BF5}"/>
              </a:ext>
            </a:extLst>
          </p:cNvPr>
          <p:cNvSpPr>
            <a:spLocks noGrp="1"/>
          </p:cNvSpPr>
          <p:nvPr>
            <p:ph sz="half" idx="1"/>
          </p:nvPr>
        </p:nvSpPr>
        <p:spPr/>
        <p:txBody>
          <a:bodyPr>
            <a:normAutofit/>
          </a:bodyPr>
          <a:lstStyle/>
          <a:p>
            <a:r>
              <a:rPr lang="en-US" dirty="0"/>
              <a:t>In the center block, there can’t be 46 on the X because of the 46 cell. Therefore, it must be 37.</a:t>
            </a:r>
          </a:p>
        </p:txBody>
      </p:sp>
      <p:pic>
        <p:nvPicPr>
          <p:cNvPr id="4" name="Picture 3" descr="A grid of sudoku puzzle&#10;&#10;Description automatically generated">
            <a:extLst>
              <a:ext uri="{FF2B5EF4-FFF2-40B4-BE49-F238E27FC236}">
                <a16:creationId xmlns:a16="http://schemas.microsoft.com/office/drawing/2014/main" id="{04622004-601D-8E52-C1B1-50A591C507A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DD28E1-306A-C8B8-76F2-F7A507DA656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E6E1F7-D72F-C811-238D-6E89708D09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4F18E0-7BC8-3072-30FD-15D3B8DDA27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BA24607-1830-CD2A-B27E-3C3A774DEAA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9540610-ECDE-3ACA-D3F9-B60F6A6224C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55C6311-CE85-E2D9-4D04-1CA35F4305EC}"/>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33A6CEE2-1DD6-4FA4-6717-DFB07DB3049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AC9ADF7F-5DDC-75D3-CCB9-86E50573E06D}"/>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757FC37-B984-4F43-C53A-ED8E407D33A6}"/>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3A75E472-7369-233B-E059-BD77A27F3A4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2B6352E-A720-3C93-2F51-13A62F3D22BE}"/>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35AA6196-B12D-B719-84A2-C1DB65F77F85}"/>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144F228F-F9F4-9775-EAC0-C955CC4BDC31}"/>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D5B9179A-6BAA-EB76-933F-5B0BC4F15CF0}"/>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FAEA2BE4-E997-7586-9876-34E48EE0EF7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811F9B2-D348-95EF-1833-AD2E2D10E4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D4DFCF5-1EE0-5E72-637E-62C2347F7D1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0D8A1FD-CFAA-0938-3743-DA93FD06BE6E}"/>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E51BC4DC-9108-7831-5E77-CAC85CE49007}"/>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AFD23C31-75ED-ECDB-2EB9-15EF1819FD34}"/>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D1DD2438-77CB-C23B-F059-5C65243945E6}"/>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5BA7950D-5D71-872B-DC85-1CEC78384C76}"/>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870F89ED-A1A4-BF12-E276-558B51191BD7}"/>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E45446B-5F22-97A5-82C8-28556C304E5A}"/>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13669D11-1D28-8110-1779-B4592977C3E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228E4C37-20B0-0293-1382-88D756581E65}"/>
              </a:ext>
            </a:extLst>
          </p:cNvPr>
          <p:cNvSpPr txBox="1"/>
          <p:nvPr/>
        </p:nvSpPr>
        <p:spPr>
          <a:xfrm>
            <a:off x="5650090" y="1402877"/>
            <a:ext cx="570089" cy="230832"/>
          </a:xfrm>
          <a:prstGeom prst="rect">
            <a:avLst/>
          </a:prstGeom>
          <a:noFill/>
        </p:spPr>
        <p:txBody>
          <a:bodyPr wrap="square" rtlCol="0">
            <a:spAutoFit/>
          </a:bodyPr>
          <a:lstStyle/>
          <a:p>
            <a:pPr algn="ctr"/>
            <a:r>
              <a:rPr lang="en-US" sz="900" dirty="0"/>
              <a:t>46789</a:t>
            </a:r>
          </a:p>
        </p:txBody>
      </p:sp>
      <p:sp>
        <p:nvSpPr>
          <p:cNvPr id="32" name="TextBox 31">
            <a:extLst>
              <a:ext uri="{FF2B5EF4-FFF2-40B4-BE49-F238E27FC236}">
                <a16:creationId xmlns:a16="http://schemas.microsoft.com/office/drawing/2014/main" id="{EDEF3DC4-4752-D5C2-3EAC-EBDEFF157CE5}"/>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D9789BC-FF2D-6E59-2276-16B824761573}"/>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901A6107-4C0E-97D0-1416-CBEB45641A2D}"/>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437627C4-38CC-268F-0950-DB8C35541014}"/>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Tree>
    <p:extLst>
      <p:ext uri="{BB962C8B-B14F-4D97-AF65-F5344CB8AC3E}">
        <p14:creationId xmlns:p14="http://schemas.microsoft.com/office/powerpoint/2010/main" val="38732468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9B027-9CF6-8FD2-5EC9-CB4E2CE245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BA1EB-64F6-E5FD-2D29-0A60B65C520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488F7C7-A9A1-B4C6-6CF6-CE78461941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3BAEA71-5DFB-B94E-C725-BF98DFF0FB7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E589B4-B4FA-38BA-EE27-8116DF36384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826D05B-8B13-1D36-227F-F0BEC37410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846D29C-218C-CB45-2610-8F0DA470185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C059D6C-6594-85D3-D257-0738A07320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1CCA5F8-3F88-F0EC-7F02-161F27FB6BA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4F79C8C-72E1-EB29-ADBD-A3263729A87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56EC1636-3B22-80C4-526F-6552E271A15B}"/>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2D6D74D-206D-11CF-4757-78E12B26FD41}"/>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E7F9C8FC-10C4-760C-2DA8-831A7D75B80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FE9F5F4-6A65-7834-9E52-F9CAC9950738}"/>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18" name="TextBox 17">
            <a:extLst>
              <a:ext uri="{FF2B5EF4-FFF2-40B4-BE49-F238E27FC236}">
                <a16:creationId xmlns:a16="http://schemas.microsoft.com/office/drawing/2014/main" id="{DE0A7BF9-EDF9-3457-81C6-09E2D70E887C}"/>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C9E6565F-A46D-FEE7-E5D3-BB3AFB89FA8D}"/>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EC43E161-9294-541B-21B4-FB1E7E8775A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B21D8F9-D5B4-0413-4DF7-6A7240A2D2C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4BC2972-ABE0-249F-A39E-453C51D064A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2106479-D595-8180-5F87-AC03C8E8D4F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46436DBD-954D-10F0-5B2D-D35650903FF4}"/>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3411505B-3A3D-4C20-5696-8E414C3B9B06}"/>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24BDA8F4-21D4-BC33-FE8B-1D0B5BA3CF92}"/>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4" name="TextBox 23">
            <a:extLst>
              <a:ext uri="{FF2B5EF4-FFF2-40B4-BE49-F238E27FC236}">
                <a16:creationId xmlns:a16="http://schemas.microsoft.com/office/drawing/2014/main" id="{B0DA3326-F233-26D5-321C-5349C1923CAA}"/>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268F234C-C3D6-FBC3-3D09-EE121A7E8819}"/>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A79096D9-8466-F45E-CE8A-258440BAA8B4}"/>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F03B74F0-0E2B-28A1-F9B2-A53A30038590}"/>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99846197-5544-69A4-EF8B-E636409F4E4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D53A6A75-FC2B-E31B-FF94-0409155E5F5E}"/>
              </a:ext>
            </a:extLst>
          </p:cNvPr>
          <p:cNvSpPr txBox="1"/>
          <p:nvPr/>
        </p:nvSpPr>
        <p:spPr>
          <a:xfrm>
            <a:off x="5650090" y="1402877"/>
            <a:ext cx="570089" cy="230832"/>
          </a:xfrm>
          <a:prstGeom prst="rect">
            <a:avLst/>
          </a:prstGeom>
          <a:noFill/>
        </p:spPr>
        <p:txBody>
          <a:bodyPr wrap="square" rtlCol="0">
            <a:spAutoFit/>
          </a:bodyPr>
          <a:lstStyle/>
          <a:p>
            <a:pPr algn="ctr"/>
            <a:r>
              <a:rPr lang="en-US" sz="900" dirty="0"/>
              <a:t>4689</a:t>
            </a:r>
          </a:p>
        </p:txBody>
      </p:sp>
      <p:sp>
        <p:nvSpPr>
          <p:cNvPr id="32" name="TextBox 31">
            <a:extLst>
              <a:ext uri="{FF2B5EF4-FFF2-40B4-BE49-F238E27FC236}">
                <a16:creationId xmlns:a16="http://schemas.microsoft.com/office/drawing/2014/main" id="{50B4F3CE-D74C-905E-C17F-3ECA0BE1FD4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D3331FE-3F0E-F19B-75BC-9D3715BD1C0D}"/>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E6A872D4-397C-573C-9B14-2134F2E1318F}"/>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E86683F1-FB92-5E8E-D037-C93579163C0F}"/>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Tree>
    <p:extLst>
      <p:ext uri="{BB962C8B-B14F-4D97-AF65-F5344CB8AC3E}">
        <p14:creationId xmlns:p14="http://schemas.microsoft.com/office/powerpoint/2010/main" val="22684440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BBBE6-690F-F3B9-C1BC-9AF87E98F0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5962C1-6331-C30E-ACA2-7F4DD9DD9DB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46B002-903D-70D0-6F36-7C3C755C3FC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B414621-C985-4565-521C-45ACFA76F09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4A733E-6FA7-49CB-E6F8-49EA35B5273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1626B9-7A48-E0A0-5B2E-B58A2B370C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0FC8E2-EDC2-936A-0C4F-51927431E4B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1128C72-B0F8-9066-03B2-FFB3E88E243E}"/>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52094C2-D9D1-8BBC-7537-3217B1CF360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74ED8068-001D-12E1-EA8B-93F5A073DB6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6F7582EC-EEF5-57B7-12C8-082830059AAD}"/>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EA28F4A8-B631-3970-BE9E-CC09A70B6B2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00B406EC-A177-09EC-05D5-A58AD2F2778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85B891A-7419-FEBD-2F2A-2160F3A98696}"/>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18" name="TextBox 17">
            <a:extLst>
              <a:ext uri="{FF2B5EF4-FFF2-40B4-BE49-F238E27FC236}">
                <a16:creationId xmlns:a16="http://schemas.microsoft.com/office/drawing/2014/main" id="{77CBD67F-C61F-42F7-A243-54E9081F121D}"/>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E7EE9679-B901-CBE5-86C1-338D6C7F0F16}"/>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397131E4-79B0-E76C-8047-CE5A94783B9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EC4D900-8736-AD18-B556-984DDF2CD2A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750BD9CB-7B21-29A5-2767-81C61BCC862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A2A3CF9-8932-B7D3-1466-0F99B03DC06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39AC3D2E-DA41-4F78-25AC-6567548C35C1}"/>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4F0A6DA8-BD39-2A80-CA95-447680C9EDED}"/>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4" name="TextBox 23">
            <a:extLst>
              <a:ext uri="{FF2B5EF4-FFF2-40B4-BE49-F238E27FC236}">
                <a16:creationId xmlns:a16="http://schemas.microsoft.com/office/drawing/2014/main" id="{D263CCC9-96FE-2ABE-D5C4-64C22E5C0C1C}"/>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D4E7B131-D4BA-3DFF-A0C6-D3DA261A9DFA}"/>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50B97630-3D44-5307-8C3B-EDDC163C3F63}"/>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4F3ED0EE-9784-DE69-5A6F-EBE613D7224E}"/>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6EDECE60-20B3-960D-434A-E78C278C0B63}"/>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87F1259E-6A6B-24FF-45EE-9B0219AB292B}"/>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3DAABCEA-8D02-4000-9C3E-24CC6103B3F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387C551-E167-D52D-751B-2F326DE1DF6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F94B2F2-CDF6-ABEE-B977-3286BC8E5F9F}"/>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93C17A86-C066-D89E-7DF7-251709441612}"/>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0EBE394E-6736-39B7-0C4C-11E700FB763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5744464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63D36-F24D-BCCE-41BB-A55AEBC023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F8011E-9337-7BD3-4125-E35ED5A1611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95D881-434F-07BD-C1E7-49DF11BCB65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ADE3B2-81AF-139A-533B-D93D11205B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B9BF64-1CD5-6905-329F-10206AF313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AD861D-8AA8-985A-2B68-A11E27D08C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F3B3AE6-4B0C-B181-AC69-0CF70DA69259}"/>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4272AF5-6B46-AD78-D597-C470EBCEB1B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02F73B7-801E-6749-8E11-7C8BA02A623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DA69710A-561B-2F76-E66F-F265B10525F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D5AA4FD9-623D-FC66-9F17-D3773333590C}"/>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0F243CE-46BC-D058-6760-D2D5F3E990F2}"/>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E1F45D09-C0F9-818D-ADA6-E1506014954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B90EE74-B7E4-78CB-71D5-9489A3606F72}"/>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18" name="TextBox 17">
            <a:extLst>
              <a:ext uri="{FF2B5EF4-FFF2-40B4-BE49-F238E27FC236}">
                <a16:creationId xmlns:a16="http://schemas.microsoft.com/office/drawing/2014/main" id="{992C2285-54FF-3CE2-64DB-7B5916F97110}"/>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110E7AF5-E2A3-45A4-1B21-69782F9001DF}"/>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130D8693-DF12-F569-EB61-4229B84CA22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EA14CAC-364D-FF89-6B08-4167DA9AADEC}"/>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45B7D21-E26D-295A-8DB7-DFDFCCB5193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95966F7-D62B-4B5E-B8E2-D7A47CBBAB0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F5868700-DDD8-4EE3-4331-4B5A8E44B949}"/>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121E7B94-31EB-2703-A09C-6A36A25277B1}"/>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5" name="TextBox 24">
            <a:extLst>
              <a:ext uri="{FF2B5EF4-FFF2-40B4-BE49-F238E27FC236}">
                <a16:creationId xmlns:a16="http://schemas.microsoft.com/office/drawing/2014/main" id="{AA594DAE-E0C2-5721-5733-4DE8BF11C13E}"/>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ACB46096-75DB-1A0B-C65C-E4A24ACE9F90}"/>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D3845F7C-69C1-DC5F-20FF-82AA7A7884E5}"/>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8F0E0057-C886-7ED9-598B-A12C59C5B856}"/>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EA603038-539D-B8F7-C198-9005FFAB419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0414A5C-23E4-2E87-E764-31CA4B89043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A6F2EA3-C8FA-8442-C455-CA0F93ECECEC}"/>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5045824-34A2-38B0-7D15-314B6563D93D}"/>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DA33F36F-611C-B428-89FA-2DBE54F68A3C}"/>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83B1D242-CC5E-6A60-1302-E4BCC02B0C0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5392D0D-F447-DC72-5BCA-162F031C3FE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040969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4DFD3-44FE-CFC0-1E96-D8A1688F46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68D664-91FF-1AA3-36C2-6527878F739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177F892-58BE-EA27-DB40-FD899947C8E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BE8975-A5D2-7FBE-2292-6A32D840EF1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C1079-4E2B-B0C6-3B6D-1991768A537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966769-79C0-6CE1-72C1-A0C5A3BBE5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50F6BC1-5529-3EE5-0917-4A1B02DBA4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4345DA5-E542-A94C-5948-92E79D9AA4B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72568A3-8E20-619D-121D-B7B870DD45D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32C85C4-D392-62DA-F095-A497B7ECF64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30695F17-DD6F-4E05-9B2F-FB5C773FA852}"/>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A5349F4-21D1-0EC8-90A3-428E0EEA6BEF}"/>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0633E40C-A6DB-6226-E20C-AAEEB74CC27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B4202D3-934C-C69D-9188-70A1E212C335}"/>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21" name="TextBox 20">
            <a:extLst>
              <a:ext uri="{FF2B5EF4-FFF2-40B4-BE49-F238E27FC236}">
                <a16:creationId xmlns:a16="http://schemas.microsoft.com/office/drawing/2014/main" id="{13CEEBD8-58A9-BFA3-2C0A-8FB5AB8300D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CEB466E-A894-7252-D1DD-8CE86BBDD75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284E839-437C-D9CB-9AEA-12506B791D3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9C5ABF4-56A9-3056-CB00-1AF9BDA8C941}"/>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ABFAAD53-7D36-AFF1-3E58-769F4B6E03F9}"/>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A202C01A-968A-7169-ADE4-E38F685F749D}"/>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5" name="TextBox 24">
            <a:extLst>
              <a:ext uri="{FF2B5EF4-FFF2-40B4-BE49-F238E27FC236}">
                <a16:creationId xmlns:a16="http://schemas.microsoft.com/office/drawing/2014/main" id="{C4010BEF-72C3-6906-3045-1EB8DA411352}"/>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31D31C24-B4FC-0CCF-34F3-F79FDE0E2DCA}"/>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ECB14A6B-2BB8-0CAF-288B-9C9B18567E8A}"/>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AEA1796C-9399-6592-2B39-D92889CC2E5F}"/>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9223EC14-46E9-CC1A-D8CA-797019A370A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3ABC717-4075-1134-1D8C-5E52E748FB0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97A4D07-94B1-2597-4EF3-3E01D19A1527}"/>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06B860F6-48D8-7097-8EDB-DEE90F056456}"/>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9C8A7884-7880-0002-44FB-F8AEA2AF7D4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06DD0A9-9D33-4E70-1EC2-B1D1A80E1C8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C498B17-ADC2-B288-BC0C-200382C035C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50EC4381-5D53-C3A9-6101-2680B12CC7F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17C09252-5481-6B5B-5CDB-425EAFACE2B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546863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F5C75-9826-0EEC-8EB8-10E8657B88C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7CD404-B2D4-A833-968B-E71BC58F9263}"/>
              </a:ext>
            </a:extLst>
          </p:cNvPr>
          <p:cNvSpPr>
            <a:spLocks noGrp="1"/>
          </p:cNvSpPr>
          <p:nvPr>
            <p:ph sz="half" idx="1"/>
          </p:nvPr>
        </p:nvSpPr>
        <p:spPr/>
        <p:txBody>
          <a:bodyPr>
            <a:normAutofit/>
          </a:bodyPr>
          <a:lstStyle/>
          <a:p>
            <a:r>
              <a:rPr lang="en-US" dirty="0"/>
              <a:t>Complete Columns 5 and 6.</a:t>
            </a:r>
          </a:p>
        </p:txBody>
      </p:sp>
      <p:pic>
        <p:nvPicPr>
          <p:cNvPr id="4" name="Picture 3" descr="A grid of sudoku puzzle&#10;&#10;Description automatically generated">
            <a:extLst>
              <a:ext uri="{FF2B5EF4-FFF2-40B4-BE49-F238E27FC236}">
                <a16:creationId xmlns:a16="http://schemas.microsoft.com/office/drawing/2014/main" id="{D83DF939-FEA4-0919-B27B-1AD8353488F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5AB06C-AD5C-0D3D-BCA1-2F24134EC8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93CDADE-3737-0B3A-F6C7-E10CBAF7A7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97273F-DF5B-E5FE-4429-28CF6678E31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A6B8A9-D0D0-7467-3414-63E7F84EA23E}"/>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1642D0D-ECED-654D-CFC2-724851061A8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695162C-E9F7-5CD9-FBE6-56869DA09EB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95463310-9706-F3BC-E7B0-03A59EEF5A9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263204B7-B905-1880-2943-199B5768844C}"/>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E71E517B-69A9-BEA7-B620-D0EC8FEF9F9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C9C85195-7B4C-8203-0742-D381FBC06ED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3A8157E-1F24-E9F5-26AC-4133F669F287}"/>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21" name="TextBox 20">
            <a:extLst>
              <a:ext uri="{FF2B5EF4-FFF2-40B4-BE49-F238E27FC236}">
                <a16:creationId xmlns:a16="http://schemas.microsoft.com/office/drawing/2014/main" id="{55BDFCCA-D341-2221-369B-37E71D157F2E}"/>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F8F46CD0-479C-A658-1EB8-732DAE8218DC}"/>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5DFDD05-FB43-36A2-48D5-1D37F41ADA86}"/>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25363A6-CCA8-E2E9-FD0C-5C0DD64B16C1}"/>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C271859B-2BF9-3938-F92D-9DFAD9B3B74A}"/>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9B8769C0-9B18-44F8-4230-400B1CA4F4A8}"/>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5" name="TextBox 24">
            <a:extLst>
              <a:ext uri="{FF2B5EF4-FFF2-40B4-BE49-F238E27FC236}">
                <a16:creationId xmlns:a16="http://schemas.microsoft.com/office/drawing/2014/main" id="{995BD224-8FA6-4140-4EB9-9E3EB99E657A}"/>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2AFC24BE-F8A7-529F-7790-7502D7321798}"/>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13DBEC75-5B5A-886F-80BA-587A317CE662}"/>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27DD3260-79A8-6C62-0835-DCF7D6331D5E}"/>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EEF75304-AACA-1B3C-8E6B-1C01B5E869B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317A529-9404-2BF5-1E2D-C65E833043D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952943E-8CF4-158C-60D8-B21471AFF16A}"/>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5A7F2DAE-EDC1-CACD-3A8C-94E29E6795CB}"/>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CFB3A86B-03B4-D31F-8CF1-C6AB0463D10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52840B8-F277-D79D-2209-09CB0E603C4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58EACDE-9018-24C5-E0D2-E84D98C9991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89C682F-E38E-85B3-0A6B-58183B8ECD9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38B0F3A7-7B29-F25A-861D-6E2AFFDAD003}"/>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3197AF69-40DD-ADAB-9790-9796D076AECA}"/>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000B88D-9276-8D1B-CC45-9DC084FEF37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DFF28352-F93E-540A-F8D5-ED37E8698779}"/>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AA314716-4627-F8A7-9FE7-D7335A293205}"/>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Tree>
    <p:extLst>
      <p:ext uri="{BB962C8B-B14F-4D97-AF65-F5344CB8AC3E}">
        <p14:creationId xmlns:p14="http://schemas.microsoft.com/office/powerpoint/2010/main" val="37187086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9F91E-A610-65DE-1E3D-B041DB5810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72F046-BA0B-D49A-D984-7B8E538C6179}"/>
              </a:ext>
            </a:extLst>
          </p:cNvPr>
          <p:cNvSpPr>
            <a:spLocks noGrp="1"/>
          </p:cNvSpPr>
          <p:nvPr>
            <p:ph sz="half" idx="1"/>
          </p:nvPr>
        </p:nvSpPr>
        <p:spPr/>
        <p:txBody>
          <a:bodyPr>
            <a:normAutofit/>
          </a:bodyPr>
          <a:lstStyle/>
          <a:p>
            <a:r>
              <a:rPr lang="en-US" dirty="0"/>
              <a:t>In lower center block, among the 456, the 6 must be in the grey cell to be larger than the other two.</a:t>
            </a:r>
          </a:p>
        </p:txBody>
      </p:sp>
      <p:pic>
        <p:nvPicPr>
          <p:cNvPr id="4" name="Picture 3" descr="A grid of sudoku puzzle&#10;&#10;Description automatically generated">
            <a:extLst>
              <a:ext uri="{FF2B5EF4-FFF2-40B4-BE49-F238E27FC236}">
                <a16:creationId xmlns:a16="http://schemas.microsoft.com/office/drawing/2014/main" id="{D419CE04-5389-9205-3578-22C9791046B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A8FB09D-3074-E6C1-0498-B86BD36157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ED1268-81EA-E491-541F-A5D8939D9D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11627F-2CE0-5170-38DD-1DA1D32D52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3DD7776-7196-512A-4340-F021BD8E2DC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F938A81-ED23-8A88-7D06-82E029ED38A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C795749-967F-1603-37FA-B273E184A258}"/>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BAEA9D2B-39EC-98CB-4E3E-3ACB761390B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8FB9B6FE-D884-9B6F-064B-1761BC06BF2C}"/>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1A91B2B5-8C19-589C-559B-F3691685ACC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ADBCAFBF-0FEB-71F7-C895-541F54DE697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71F3C032-63AC-A783-1A30-163C8901BAA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19FAA55-69D1-03AA-CF45-35953DA6BBF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4A835DBA-455E-7930-0E21-8E0DDA4074D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F28EF05-3BE0-C600-27F9-C756EB60DD9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8CA210A-7E81-A716-B8E2-C0DE514415E0}"/>
              </a:ext>
            </a:extLst>
          </p:cNvPr>
          <p:cNvSpPr txBox="1"/>
          <p:nvPr/>
        </p:nvSpPr>
        <p:spPr>
          <a:xfrm>
            <a:off x="5650090" y="3907597"/>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8C5BF406-DC6F-A04A-BAD6-345A82C6AC9F}"/>
              </a:ext>
            </a:extLst>
          </p:cNvPr>
          <p:cNvSpPr txBox="1"/>
          <p:nvPr/>
        </p:nvSpPr>
        <p:spPr>
          <a:xfrm>
            <a:off x="5650090" y="4909484"/>
            <a:ext cx="570089" cy="230832"/>
          </a:xfrm>
          <a:prstGeom prst="rect">
            <a:avLst/>
          </a:prstGeom>
          <a:noFill/>
        </p:spPr>
        <p:txBody>
          <a:bodyPr wrap="square" rtlCol="0">
            <a:spAutoFit/>
          </a:bodyPr>
          <a:lstStyle/>
          <a:p>
            <a:pPr algn="ctr"/>
            <a:r>
              <a:rPr lang="en-US" sz="900" dirty="0"/>
              <a:t>54</a:t>
            </a:r>
          </a:p>
        </p:txBody>
      </p:sp>
      <p:sp>
        <p:nvSpPr>
          <p:cNvPr id="25" name="TextBox 24">
            <a:extLst>
              <a:ext uri="{FF2B5EF4-FFF2-40B4-BE49-F238E27FC236}">
                <a16:creationId xmlns:a16="http://schemas.microsoft.com/office/drawing/2014/main" id="{7C8967D9-F622-D89D-75FB-CCC3534A6D9E}"/>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A2F286C6-0FCA-FD53-23D4-8A12F4F9CE18}"/>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88FAD341-2630-D03A-E427-6F55691FF205}"/>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D24B2C61-6B18-A99E-0221-BB7F72CD8CC5}"/>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26F72CCE-590B-ACFE-BF00-0E6431AA42A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D6CE475-BE73-D287-C4EB-CE2FC089CAC3}"/>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971AAE12-3F57-986F-1A76-68EA79E7286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FA42FB4C-A83F-3E8A-8A6D-CAB0A6C159D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537B22A6-276A-0869-EFFB-F25098C640A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17C1E20-5B20-4F16-86D7-000CA7C122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AE7DF15-A809-8D78-48C5-07269F19FE9C}"/>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33623AE6-D09E-45A9-1FCA-5338185AAAC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BA843BA2-EA58-34BA-C7D8-ECB11EC65A4D}"/>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3B133A2-CAA3-A8DE-B641-A5DDEDD4ED8B}"/>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820C3A53-CF2D-33B8-E23A-FA4922611E1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8015C982-99D1-0698-44E9-AB43F109E8F5}"/>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A4AAA88C-3A64-159A-9FD2-CE939750613F}"/>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BCA37F79-44BB-B417-0511-3FD2F9C62B9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1135137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C06AC-08B7-DD57-C0AE-3C7CF82862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AF6357-CAD6-B73A-DD81-CDE0CB4371D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ED034A5-C26A-9D57-D6FF-0500D7F30DF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69E1456-9DDC-594F-1B32-2560B9F398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56C662-4A7E-198C-BD7F-D2F0C0A75C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771B0A4-D522-C2C3-D50E-B9AF85E4AD9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44F018-7870-764D-059F-B125921A8622}"/>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85F4C5F-C5A4-46D4-2846-953F606EACE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CAA5833-84BC-23F4-9FF4-9822B108A5C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07C5D965-D36E-1BC2-149C-6716D57E109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F31B7FD6-EDA1-6880-B545-D9DD06457BA1}"/>
              </a:ext>
            </a:extLst>
          </p:cNvPr>
          <p:cNvSpPr txBox="1"/>
          <p:nvPr/>
        </p:nvSpPr>
        <p:spPr>
          <a:xfrm>
            <a:off x="6152446" y="4408541"/>
            <a:ext cx="570089" cy="230832"/>
          </a:xfrm>
          <a:prstGeom prst="rect">
            <a:avLst/>
          </a:prstGeom>
          <a:noFill/>
        </p:spPr>
        <p:txBody>
          <a:bodyPr wrap="square" rtlCol="0">
            <a:spAutoFit/>
          </a:bodyPr>
          <a:lstStyle/>
          <a:p>
            <a:pPr algn="ctr"/>
            <a:r>
              <a:rPr lang="en-US" sz="900" dirty="0"/>
              <a:t>478</a:t>
            </a:r>
          </a:p>
        </p:txBody>
      </p:sp>
      <p:sp>
        <p:nvSpPr>
          <p:cNvPr id="12" name="TextBox 11">
            <a:extLst>
              <a:ext uri="{FF2B5EF4-FFF2-40B4-BE49-F238E27FC236}">
                <a16:creationId xmlns:a16="http://schemas.microsoft.com/office/drawing/2014/main" id="{BDE6DBB5-A317-02DC-B185-E0729FE027AF}"/>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F575065B-EB72-0CFD-8768-34C68D85A153}"/>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0ABB004-E329-E553-512E-F8EBF85C083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748EF25-E5D2-D479-74B2-B185C536A458}"/>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E57389F-C71C-C54F-69A0-9C02717A1D7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2278DB-0028-D628-B12D-184CD2542006}"/>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9A36E982-E475-7CA9-B311-37738FA8C23C}"/>
              </a:ext>
            </a:extLst>
          </p:cNvPr>
          <p:cNvSpPr txBox="1"/>
          <p:nvPr/>
        </p:nvSpPr>
        <p:spPr>
          <a:xfrm>
            <a:off x="5650090" y="3907597"/>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37F1B878-9AC1-99C7-07AC-853F3AF9BB70}"/>
              </a:ext>
            </a:extLst>
          </p:cNvPr>
          <p:cNvSpPr txBox="1"/>
          <p:nvPr/>
        </p:nvSpPr>
        <p:spPr>
          <a:xfrm>
            <a:off x="5650090" y="4909484"/>
            <a:ext cx="570089" cy="230832"/>
          </a:xfrm>
          <a:prstGeom prst="rect">
            <a:avLst/>
          </a:prstGeom>
          <a:noFill/>
        </p:spPr>
        <p:txBody>
          <a:bodyPr wrap="square" rtlCol="0">
            <a:spAutoFit/>
          </a:bodyPr>
          <a:lstStyle/>
          <a:p>
            <a:pPr algn="ctr"/>
            <a:r>
              <a:rPr lang="en-US" sz="900" dirty="0"/>
              <a:t>54</a:t>
            </a:r>
          </a:p>
        </p:txBody>
      </p:sp>
      <p:sp>
        <p:nvSpPr>
          <p:cNvPr id="25" name="TextBox 24">
            <a:extLst>
              <a:ext uri="{FF2B5EF4-FFF2-40B4-BE49-F238E27FC236}">
                <a16:creationId xmlns:a16="http://schemas.microsoft.com/office/drawing/2014/main" id="{8A413A1F-670D-E75C-467A-D69B035CF1B2}"/>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D1F1870B-BB99-929E-ACB3-A3D796057D69}"/>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BB3C0C12-6168-F410-04D2-36FCD221C957}"/>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737E6754-1F5F-CD56-5802-50B29EEA3912}"/>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C1E1B44-A29F-3BFD-BD5D-CF6F46D037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3F7B188-5D5A-070A-A7BF-7406A52C3061}"/>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BA2B41E7-B6E1-C371-4666-32167EB62C4A}"/>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AA5FA3C8-C445-97AB-D41F-BEDF73F97E2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E78A1DE5-7FC0-0B95-8B2B-BE32A928472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1ADF6E9D-C377-2C7C-7EA0-502C8120D3D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6FCB3E3-5891-857B-2033-CC6FE9C48CC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7BAE8C9-507C-C0E5-5917-4BFC3216770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1D361C38-198C-DA50-C1C4-8742B2919B6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B6AF59DD-B922-79E0-FC04-61020939A0FC}"/>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389E171-27D5-D4EB-153D-3E37B40AA79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6AAD5F71-D8C8-3E9F-F523-D10BB4FD5EC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4EC9D5FA-189D-8137-4279-CD8A47587D79}"/>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6D8BE2EE-FF8C-D8D1-A0FC-D44D4B83043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99822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7E895-42FA-BC1B-85CC-BBB990D081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808B37-CFA2-1D7F-A7F1-AD7B94037368}"/>
              </a:ext>
            </a:extLst>
          </p:cNvPr>
          <p:cNvSpPr>
            <a:spLocks noGrp="1"/>
          </p:cNvSpPr>
          <p:nvPr>
            <p:ph sz="half" idx="1"/>
          </p:nvPr>
        </p:nvSpPr>
        <p:spPr/>
        <p:txBody>
          <a:bodyPr>
            <a:normAutofit/>
          </a:bodyPr>
          <a:lstStyle/>
          <a:p>
            <a:r>
              <a:rPr lang="en-US" dirty="0"/>
              <a:t>Complete two X’s.</a:t>
            </a:r>
          </a:p>
        </p:txBody>
      </p:sp>
      <p:pic>
        <p:nvPicPr>
          <p:cNvPr id="4" name="Picture 3" descr="A grid of sudoku puzzle&#10;&#10;Description automatically generated">
            <a:extLst>
              <a:ext uri="{FF2B5EF4-FFF2-40B4-BE49-F238E27FC236}">
                <a16:creationId xmlns:a16="http://schemas.microsoft.com/office/drawing/2014/main" id="{8DAAC6CB-0BF7-C5D2-4C9C-5BBFD1971E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D92333F-613E-C8BB-A64D-739EC90B68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4A08E8-51E6-C5A2-F9A2-0E548E70F5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FD7B12-3253-DDFC-2AA5-00CBB7F333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99A536B-40EA-8C4E-314C-84CD7FE66DE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BE9BBEE-1A24-2A6F-44A9-B40820DE7B2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7BFE079-DD21-EF0B-C70C-5732B665FCCE}"/>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3CC99B3E-DC3B-DF22-61E9-F4A43AFAAC5E}"/>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7D7AB683-1E43-194B-AB6C-1B29567B6B13}"/>
              </a:ext>
            </a:extLst>
          </p:cNvPr>
          <p:cNvSpPr txBox="1"/>
          <p:nvPr/>
        </p:nvSpPr>
        <p:spPr>
          <a:xfrm>
            <a:off x="6152446" y="4408541"/>
            <a:ext cx="570089" cy="230832"/>
          </a:xfrm>
          <a:prstGeom prst="rect">
            <a:avLst/>
          </a:prstGeom>
          <a:noFill/>
        </p:spPr>
        <p:txBody>
          <a:bodyPr wrap="square" rtlCol="0">
            <a:spAutoFit/>
          </a:bodyPr>
          <a:lstStyle/>
          <a:p>
            <a:pPr algn="ctr"/>
            <a:r>
              <a:rPr lang="en-US" sz="900" dirty="0"/>
              <a:t>478</a:t>
            </a:r>
          </a:p>
        </p:txBody>
      </p:sp>
      <p:sp>
        <p:nvSpPr>
          <p:cNvPr id="12" name="TextBox 11">
            <a:extLst>
              <a:ext uri="{FF2B5EF4-FFF2-40B4-BE49-F238E27FC236}">
                <a16:creationId xmlns:a16="http://schemas.microsoft.com/office/drawing/2014/main" id="{5D8BCB24-2F24-8E44-0B27-BA6D6163C09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4ACFEA88-FA93-F8F3-D1CE-FD51DC3C5AF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6F028F5-F983-AB69-DF93-51CE9E76993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7A191EE-7985-75AF-4D34-C5B144A1F62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DC8AA39-7173-A390-3D10-2F59A9A8BFC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9369038-5247-04AA-CEC3-555F530AFF52}"/>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8C7902F-88D6-9FF3-DC71-22FACA44332B}"/>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C6EBAE13-393E-CFFC-D111-FF900998A1D7}"/>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DE81CA76-B3FF-FBA5-9503-1B10AD15A039}"/>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73874CC9-CFB7-C09F-DFCE-252B4B8A84D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4B2F928-162E-9B08-F155-09BEDCE7232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7FAACEA-1D24-8784-4A2F-1997D34D5CE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CFC68A9-6159-C765-7E30-F13F08F4F390}"/>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A0393A3-D0A6-A962-B381-2633C77E73F6}"/>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D87E8FBD-89B9-85A2-5A4B-735D99B42E3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6799E64-926F-9992-F963-2218C33014B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C0561CE-7CBF-A7C0-408B-89D14DAAADE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4DECF4F-5A12-5836-3821-1A225C2D43A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85E46D68-B53C-8215-0651-0DE994D65E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4BDCAC58-E7D0-7ACA-2A7F-D013E783FD86}"/>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DF3E223-9A75-D3F9-E170-6EA7C78DAA7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4D15485A-8AF7-2D47-4C40-EA9FD9EE38E5}"/>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84DD8CEA-21F0-D062-C5B9-7B914C24A59E}"/>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73E251A1-50FC-F793-919E-B844AF6EEAC8}"/>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F692E1A-80AE-CC70-EA8B-3CC0A653472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EC826B66-C6F8-4FFF-8B01-A972F37334D3}"/>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2B1DEA7D-AB35-B6EE-D545-69A36DDCEBB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F1F37C01-7A62-8F59-5DB1-9CBC85AEBDA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679934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F488F-0603-973F-3CAD-3DCBEF05342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BE5997-FC94-5F9E-8217-16665C8D1C55}"/>
              </a:ext>
            </a:extLst>
          </p:cNvPr>
          <p:cNvSpPr>
            <a:spLocks noGrp="1"/>
          </p:cNvSpPr>
          <p:nvPr>
            <p:ph sz="half" idx="1"/>
          </p:nvPr>
        </p:nvSpPr>
        <p:spPr/>
        <p:txBody>
          <a:bodyPr>
            <a:normAutofit/>
          </a:bodyPr>
          <a:lstStyle/>
          <a:p>
            <a:r>
              <a:rPr lang="en-US" dirty="0"/>
              <a:t>This grey cell must be &gt; than the adjacent 6.</a:t>
            </a:r>
          </a:p>
        </p:txBody>
      </p:sp>
      <p:pic>
        <p:nvPicPr>
          <p:cNvPr id="4" name="Picture 3" descr="A grid of sudoku puzzle&#10;&#10;Description automatically generated">
            <a:extLst>
              <a:ext uri="{FF2B5EF4-FFF2-40B4-BE49-F238E27FC236}">
                <a16:creationId xmlns:a16="http://schemas.microsoft.com/office/drawing/2014/main" id="{6C91F7A3-96CD-6013-2C24-5E943714674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E94E16-958B-1ED6-C1B7-173D670E34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17F47B5-F1FD-EDA7-8A63-F33E3B2575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581A6F-9B24-5C3B-0EC7-FE2DD2BC27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D656A9-037C-ACC5-CC1F-5A602E04451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C08BD74-6485-C9D3-7C2C-F7F0B08F5FA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D4C7F78-6C93-5D09-48AD-6CEB53870B4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B85EA32B-840B-EB70-16B0-29B3C01A720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2CE82F8A-2E63-76B7-2420-C2A393380F8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F6BFEF7-2458-7292-BEDD-48B2DDC7F38E}"/>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2DFDEC4C-2A12-218A-F880-2A31E679ABB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FE4E585-2A01-73CB-2139-9093A05743C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6687049D-FF33-D2D8-1551-F076B58AFDF2}"/>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C5A3865-34B1-AD2E-B601-B824C4F66AF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7F63F91-6627-4576-600D-8C869F61495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DF07561-D5EB-6166-8FFA-A61C541204CB}"/>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5615C3D1-832D-7B8A-ABD6-6F7AA048A0EB}"/>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3B464853-AC7C-1FA4-4076-B0B19D9CFE9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D861160D-89EC-9762-28BB-82A059B9CB5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17B31589-BA92-35A8-EA99-1C3D038DD1F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0E431C7-BBE2-E9AF-8C53-3E5E0E105811}"/>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16650C2-9ADC-DAED-D537-334DB7BB0B9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D1DAB56-2029-D5F5-8468-ACE2BC6772AE}"/>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F55719F2-C6E6-7CCE-54FA-632A6AA3EB8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71FD799-9145-6A01-612C-91A9F0BE01C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A2400EB-1077-04A6-3A68-470AF804D1DD}"/>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1F854F9-DB88-1AD0-3F1E-DD1F0F9B18C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C83711A-E524-48D2-2076-C549773F4C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84928A75-5C3F-7C83-EC40-32E1F4596D5D}"/>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2BDC54B-9240-3578-CB29-8A370B090CC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CC3F018E-7C02-997F-105B-62A147AE80D0}"/>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6B58624D-FBB6-57BA-E07C-396713C47D89}"/>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6DF26BD4-9D2B-BAEF-7F75-2F52420CEB70}"/>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76E93B45-89B0-2DFD-519D-29576118DFB9}"/>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65CAE662-9757-91B4-7125-74C6C124BAA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D3F265E-816F-3B62-43A2-81F7864DAC9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0C1EC841-C296-0948-9912-84AB4ACCEB5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5096742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29F39-7DAD-63C9-9C12-2E3537D889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001B1B-2760-9B56-FD75-E1555B766D99}"/>
              </a:ext>
            </a:extLst>
          </p:cNvPr>
          <p:cNvSpPr>
            <a:spLocks noGrp="1"/>
          </p:cNvSpPr>
          <p:nvPr>
            <p:ph sz="half" idx="1"/>
          </p:nvPr>
        </p:nvSpPr>
        <p:spPr/>
        <p:txBody>
          <a:bodyPr>
            <a:normAutofit/>
          </a:bodyPr>
          <a:lstStyle/>
          <a:p>
            <a:r>
              <a:rPr lang="en-US" dirty="0"/>
              <a:t>A white cell next to a grey cell cannot be 9. So, this is the last possible 9 in Row 3.</a:t>
            </a:r>
          </a:p>
        </p:txBody>
      </p:sp>
      <p:pic>
        <p:nvPicPr>
          <p:cNvPr id="4" name="Picture 3" descr="A grid of sudoku puzzle&#10;&#10;Description automatically generated">
            <a:extLst>
              <a:ext uri="{FF2B5EF4-FFF2-40B4-BE49-F238E27FC236}">
                <a16:creationId xmlns:a16="http://schemas.microsoft.com/office/drawing/2014/main" id="{C215C721-78D0-CA42-F25D-D81B78E7E3F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C24EADF-CB31-63A5-0544-516C5B9618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7F7A679-3DB1-F8FE-E960-9A5374B2B24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69E77B5-856E-8A50-7299-C4550E0787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03AF35-D313-15D3-8387-F1396BD199D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BFACF0-5D69-B643-4F19-C10C6DCEE56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C2762B6-FCB9-6788-E8E0-28639F82849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9427D694-B239-4810-6F9A-69AC52AD1E0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EB2B519-FB06-041A-1B73-879F36D1D987}"/>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0E334C1F-C195-6349-E29F-8911F61BA5EC}"/>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96C29DEF-21AC-1B04-D484-EF434544226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6BFFC43-047D-8441-3AA2-8CA0F3A7543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FF4E36BD-5E45-BBFC-1810-E4AB65607E2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5B4123B-4CBF-D353-7F1D-6A00D1C1561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CDEB96E-B5B2-42ED-1A33-6D6B74D74D1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FBBB67C-385E-855F-AEA0-F81008814AE3}"/>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2B6AB6A7-F6B8-A77C-8EE8-4BABFF74F100}"/>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A54E071D-F2BA-B7A7-81AB-F0AAD3C39796}"/>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3438B4D9-C766-3F5E-D514-642C3BDD4F52}"/>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3D66D2EC-FF41-B204-F91C-AA93D768A2A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0CA9317-EDC2-B51E-FD07-BF27DACD6B0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1ED2938-3C25-B98D-8A4E-932B8D6104D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59601162-2162-B0CA-69B7-CA77EDAC4E3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82972CAE-247B-477C-A975-E934E5D61754}"/>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7963511-D8D9-D7CA-7E97-C90706F5FBE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BD4B84B-A84E-8632-6D0F-6CBC88F387E6}"/>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205626E-680A-13AE-B7C9-ED4386EF5AF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3C848A77-ECAA-A78A-4053-88750510A5B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D4C194E-8713-64EA-011D-62C8900CBBA0}"/>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170C920-4988-454F-7647-7CD8BC2CBF7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A5BD7DEB-9CB1-7D8F-254E-628DC8CE48D1}"/>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B3A6810D-4B1E-D607-A008-9BCFEFC3F6DB}"/>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AFC0E74A-277D-C704-8330-466D0C65B60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E3B568C-1EB7-1032-777B-758FF712B76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688015B-3293-0A5D-7384-510D000E78D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2460645-B4B5-74FD-8BC8-B8CBAD2E6F2F}"/>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43" name="TextBox 42">
            <a:extLst>
              <a:ext uri="{FF2B5EF4-FFF2-40B4-BE49-F238E27FC236}">
                <a16:creationId xmlns:a16="http://schemas.microsoft.com/office/drawing/2014/main" id="{467D63A0-A660-EEBF-1CFD-C5A0973557A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08CDAEB7-E226-54D4-5655-917947C8656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7541733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78F5D-6308-5CD3-0F2B-6C3BDA7674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EC8AC-F376-7259-84A8-2503A0DCB0C6}"/>
              </a:ext>
            </a:extLst>
          </p:cNvPr>
          <p:cNvSpPr>
            <a:spLocks noGrp="1"/>
          </p:cNvSpPr>
          <p:nvPr>
            <p:ph sz="half" idx="1"/>
          </p:nvPr>
        </p:nvSpPr>
        <p:spPr/>
        <p:txBody>
          <a:bodyPr>
            <a:normAutofit/>
          </a:bodyPr>
          <a:lstStyle/>
          <a:p>
            <a:r>
              <a:rPr lang="en-US" dirty="0"/>
              <a:t>Complete Rows 1–3.</a:t>
            </a:r>
          </a:p>
        </p:txBody>
      </p:sp>
      <p:pic>
        <p:nvPicPr>
          <p:cNvPr id="4" name="Picture 3" descr="A grid of sudoku puzzle&#10;&#10;Description automatically generated">
            <a:extLst>
              <a:ext uri="{FF2B5EF4-FFF2-40B4-BE49-F238E27FC236}">
                <a16:creationId xmlns:a16="http://schemas.microsoft.com/office/drawing/2014/main" id="{48A393B2-2DAB-79EC-FCA0-1626D75EF4A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0F3436-DA9F-7C89-8DE8-BBE095F794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FD7C0B-1830-85A1-AF3C-687028F2FB2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F24FE8-2EEE-CE1A-224B-E71E98FD0C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662F18F-EF8E-D367-470F-B5DD1835A8A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5843661-B3E3-BA1A-74A2-3B0C372D764E}"/>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D3B51EA-4D24-FDF7-FA18-204482E8C69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2DB32213-B69F-C133-BCA4-0E547C3B27E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32BB7C3-AB39-73CC-A3D0-63B1B1524CA9}"/>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79A7EE9A-0EC5-A8CB-8D33-00FEF7F5D07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749F5EB1-B0BF-CDF3-B06E-F7084B5F64D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5F3D397-BEDA-4C1B-E245-DB4215DAAC4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10804CC-95DE-C219-2B26-7918BEAE724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0AA5713-1652-A1B2-DD45-8B1C7A8BD0DE}"/>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5D59D7B-7894-4AE6-094E-F0EC9CBB29F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3BEA808-C3A5-DB05-0B54-859D84BC0D76}"/>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452DF76B-0DB2-11F0-4D40-E70A554FB861}"/>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1CC754C3-05B5-8D4B-4CA7-CAF0A0CEFE2C}"/>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F1F233BC-AED7-DBB8-E2A4-10C3E3B3BBD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629F9CDF-E972-C4A9-E398-3B9680098B15}"/>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A411FD0-0FE7-F49A-6E32-40AEF5033EB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B10165BD-5189-E641-80CD-DB6C01E6F470}"/>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556E926-8F9A-6652-4ABE-54F038E8545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D843E78-D34A-35FA-D449-46E459DC2F5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1CA4B17-CCED-378A-E8FB-C041F8B986E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905E9D0-2AF9-8531-7F28-3F288329AAC5}"/>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AE0BB94-3B17-7106-85C4-B58DF5FC810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B1DC2241-7567-883F-7DFE-C7C9C651EAB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A855D63-EF98-F686-403C-E4180685CE2F}"/>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3EF8A035-C2F8-771C-76E2-0A0660EE2DE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F0B46A85-DD89-E818-D4C0-7DF1288F1A66}"/>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4DB14C33-ACEA-FDB3-E591-04338409E6A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7CA4BF93-016E-D38F-9A0C-820F6B0DBA1F}"/>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31BFBD1-36D5-0A85-328B-6FDA4AB5B87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98BC23F-C327-B90A-EB26-A5D74EFD9BE3}"/>
              </a:ext>
            </a:extLst>
          </p:cNvPr>
          <p:cNvSpPr txBox="1"/>
          <p:nvPr/>
        </p:nvSpPr>
        <p:spPr>
          <a:xfrm>
            <a:off x="4143022" y="1903821"/>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8CE173CF-CD6D-3847-D003-675F6D46587C}"/>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CDAB9287-3A8F-9258-5054-515F5816D7E8}"/>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9551224-C5E2-51DB-83A6-54723DC65BC0}"/>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A7DB5A18-379C-6F42-AFD5-4701AA30FAA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F3F376E1-D6EB-06AF-58A2-D69FF4BAEA75}"/>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4588AEE4-3FD2-A1A0-98A1-0CB7EDB8C75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A1EEFAAB-D18D-9BF3-F146-6C4444F92B73}"/>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4C36CEA2-CE0C-A8B6-B795-ADFAFDFD4628}"/>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424F58C9-9D19-76D8-1136-42F703DF84DB}"/>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CADF90C0-A570-869A-2D95-9B0E6E76E9C3}"/>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48D6ADDE-AAB8-1F06-FE67-8D386ABB467D}"/>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C25EF3AA-DE1E-9474-BD8A-B1CE3CBEFBF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440C5B8B-A88C-25FD-E9BA-150B39BB194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56342E0C-1344-6065-8C73-D2727FB9AE74}"/>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C561B9-7DEE-E9D3-3B29-9C82608DEB8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E1F87CDD-1F05-9C23-3144-A6F80B986712}"/>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057259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350C5-D5E4-5D75-43C9-FEC0D5F7C2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B38B55-3684-4845-1F41-CC0877D15DF7}"/>
              </a:ext>
            </a:extLst>
          </p:cNvPr>
          <p:cNvSpPr>
            <a:spLocks noGrp="1"/>
          </p:cNvSpPr>
          <p:nvPr>
            <p:ph sz="half" idx="1"/>
          </p:nvPr>
        </p:nvSpPr>
        <p:spPr/>
        <p:txBody>
          <a:bodyPr>
            <a:normAutofit/>
          </a:bodyPr>
          <a:lstStyle/>
          <a:p>
            <a:r>
              <a:rPr lang="en-US" dirty="0"/>
              <a:t>Grey cell must be greater than adjacent 4.</a:t>
            </a:r>
          </a:p>
        </p:txBody>
      </p:sp>
      <p:pic>
        <p:nvPicPr>
          <p:cNvPr id="4" name="Picture 3" descr="A grid of sudoku puzzle&#10;&#10;Description automatically generated">
            <a:extLst>
              <a:ext uri="{FF2B5EF4-FFF2-40B4-BE49-F238E27FC236}">
                <a16:creationId xmlns:a16="http://schemas.microsoft.com/office/drawing/2014/main" id="{03A99E4C-D50B-EDC6-5422-9CE441099A7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2C674D-1BB3-1A75-7C12-B5ECC25F90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8D7650-E535-5D43-5A4B-8D55B24F698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1E89C5-AADB-41AD-DB71-911D37B764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D8A98FE-3C32-8F94-1FF6-002D95843B99}"/>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AE68B69-8BA8-F24D-DADE-600DD145C6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585F74F-1F32-063A-7070-041F80C3692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4092FFD1-246E-8AA6-69A4-6CE9463C7D4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159668D-CA8F-F1B5-00F3-E4BCE1078227}"/>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B1D7A542-EC63-6D9D-9765-FAA6D0D463B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8F63D7B3-EF1D-0085-5432-12CD7929576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2E22697E-3F7D-4385-B449-28A8DCCE103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AF0FEF4-B41B-106D-65D3-901391C17D45}"/>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DCED1CD-AB97-17D6-06BE-6AE68EF8F9A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AD7E1C3-47FF-E2DB-70AF-9AA7AD0D06E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EF07F32A-53DC-F2EF-5EA3-599D8C055329}"/>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8633BEA2-D564-6819-943C-F74E1E4A84FA}"/>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158FB220-9C24-EF95-4653-5DAC379AF38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A0FF4E6D-1847-1355-15AC-A6D6ADC0421A}"/>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A2C3D8B-7651-219B-4EB3-C20C8F407EF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1AE8099-CA5E-6DBD-FF61-EE1013DFDE3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F7B9916-7B81-6CD5-DFDB-802ECB4BD939}"/>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2824D798-13E9-8E39-CAA9-EA35F82ED6FF}"/>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CE24ABF-F09B-E4A8-09FD-9AABFADD07A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583368B-22A1-D0F8-7CF5-DC3E2D234C2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B8F0B5F-A36C-475F-CC79-6BB8BA33A9F7}"/>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2CA38090-56CB-26B6-A044-22EB63F3E8A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D43FF795-C35E-D940-4715-7F8B2548EBF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8EEB08D4-9184-D046-14AD-940D0B34DFD4}"/>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1015D09-F174-A7AC-9138-2069B8FC4B5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D7796197-D3C0-2E68-E1B4-5991A99BC849}"/>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978B6A35-8966-FA40-05B7-0DA47AA92CF7}"/>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DDBC1554-1EA2-99FF-8AA4-2477132A8E3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1F4697A-96AF-8CE7-E419-1336D562DCC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4527BC3-EB0E-07FF-7537-E833EA0B380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FFB55D8C-0055-9CE2-DA2E-AC67A722DF44}"/>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27D3CAA4-78D7-1DB3-A412-64D29D6726CA}"/>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386F879E-7524-411F-82C7-61F1474B8504}"/>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E9CA5710-53C6-D473-64A0-6A0534264443}"/>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1F31AF39-ED6B-BF18-9ED4-D85B465B811F}"/>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B9DAE7A6-2A39-F197-5C71-95C4B7097C6A}"/>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444B718A-23E5-812F-E193-6B7157477AAE}"/>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4A618C76-07DE-4085-57B2-6F646048E1A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703F2682-7956-C1C2-0AB1-0760BEEFB3B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D9A69D5F-CEA0-B783-7F2A-3D663C98EE75}"/>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B4BBAAB9-017A-B55F-B4EB-88834634F93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C383DE02-42C3-6CA3-CA21-13F99BE64C4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A2A17958-912A-C81F-136C-095D6664164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D53D386C-8CA3-08B8-EC42-8FB05D5FF62A}"/>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1FA0114-A94E-924B-2EEE-DB2170ABCF9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2B07D9E8-142A-2A16-EC9F-331E595E255D}"/>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1075645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AE3C5-CB3C-0E48-57AD-B8705A8DF1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25C1E4-1BB7-8BAF-6A98-C7E04E4E5720}"/>
              </a:ext>
            </a:extLst>
          </p:cNvPr>
          <p:cNvSpPr>
            <a:spLocks noGrp="1"/>
          </p:cNvSpPr>
          <p:nvPr>
            <p:ph sz="half" idx="1"/>
          </p:nvPr>
        </p:nvSpPr>
        <p:spPr/>
        <p:txBody>
          <a:bodyPr>
            <a:normAutofit/>
          </a:bodyPr>
          <a:lstStyle/>
          <a:p>
            <a:r>
              <a:rPr lang="en-US" dirty="0"/>
              <a:t>Complete Row 4. </a:t>
            </a:r>
          </a:p>
        </p:txBody>
      </p:sp>
      <p:pic>
        <p:nvPicPr>
          <p:cNvPr id="4" name="Picture 3" descr="A grid of sudoku puzzle&#10;&#10;Description automatically generated">
            <a:extLst>
              <a:ext uri="{FF2B5EF4-FFF2-40B4-BE49-F238E27FC236}">
                <a16:creationId xmlns:a16="http://schemas.microsoft.com/office/drawing/2014/main" id="{51BABEAB-B5D8-0CAD-7B21-EEEB84BB18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44A186-8134-D507-1990-209DE2523D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7DFFB26-8AD7-DC9B-FC34-3DF7AB9473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2BEEBC1-3E5C-BC55-E2E8-392522E579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FE64BF-F3E8-D406-8C12-BCEC17211A3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6F28015-AAA6-A4BD-5B68-62B898E7073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721EEF2-7F73-2C6B-CD4A-E72759BC184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60AF0ECA-833C-C776-CEE4-28DC5B3B79B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9D6D466A-F1BF-6C93-DAD0-7DABD22214F9}"/>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E1222C1-381F-2F3C-66A0-2F916251716A}"/>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06098E6D-1964-2B33-645A-0BB28A86CAA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FFCDABE-6699-A3A4-BC6E-65DB446A947A}"/>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3348BE49-51FD-5F90-F4E8-EF0FE3B897D8}"/>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B467A06-3940-2A6E-59D4-92D1AAE1A3E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8084664-89EF-066D-F01F-9C6F631A8AC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727A026-3D97-3787-999F-87CF6B58010E}"/>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4530CD35-0062-8006-4382-20AE8C80124C}"/>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24B137A3-960D-53FF-D6C7-5158BF796F5B}"/>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9E57E8BE-2F01-0ED4-EF49-8F3299D37373}"/>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6717C04-3C32-9814-D9AC-410D8AFE048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DD385A7-77CA-CCF5-D001-DA2F4A4C5813}"/>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9E81294-F784-0863-09E3-FC62F88F2AED}"/>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417BC50D-83A2-179D-05EA-30D8D20782C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94EAFBBE-BE65-992F-8C1E-A58032514D71}"/>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BE88DE9-6CEA-9BD3-0265-76034D18207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9EBBA8B-FBFA-293A-A721-2C31222BF92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5841CE3-C73E-F3D8-7998-BD687004DF1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C171E9F-2058-EE75-4927-1AA65B5CF5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E80DE494-B094-88AA-5F74-1D1F6FC9E5B9}"/>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7039BDE-8FC4-813C-BD3B-28EDDB2CADD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A8B8F032-9A49-B03F-17B3-B85F25F76CE3}"/>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7E66AA20-6146-468B-A4FB-FEBE01F609D0}"/>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38A24C4E-DA09-F057-D165-3C3F9D63118F}"/>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A90823B-E2D7-B59A-1688-9F9D12A21705}"/>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F04FB0E-E7E6-529D-ED17-BA00D96E6739}"/>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66097773-8297-64AD-EDDF-7904CB8429E8}"/>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D8EA0E68-B80F-C4AD-CA69-CE0DD1A7414F}"/>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E981B55E-576D-45BF-D2C5-4C82B97F53E9}"/>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4FD525D1-BE83-6C12-A797-7CB112A986F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5FFE15DA-D022-36B1-82F0-D311491CEC32}"/>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7187BA9E-5A07-D7A5-F6C3-5680D21F38A8}"/>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07503A12-AE12-97AB-D789-F853AAB047AC}"/>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656A974A-4A20-7149-C802-A1A8DE0DD2E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FD3C357A-6EA9-3E82-FFC5-710478308FB1}"/>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201F72D6-CBF4-A3FA-6BD5-C7CBFA6C587D}"/>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DFEF41D7-0FD4-CA96-E47B-46D98930FAF4}"/>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4C0F7E5F-4ACF-B0C5-09A5-2DBED196D41C}"/>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18DC267A-1EA0-A04F-0EFA-B039E40AEDB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234789</a:t>
            </a:r>
          </a:p>
        </p:txBody>
      </p:sp>
      <p:sp>
        <p:nvSpPr>
          <p:cNvPr id="55" name="TextBox 54">
            <a:extLst>
              <a:ext uri="{FF2B5EF4-FFF2-40B4-BE49-F238E27FC236}">
                <a16:creationId xmlns:a16="http://schemas.microsoft.com/office/drawing/2014/main" id="{27F8795D-C9F3-E82A-12C6-B4570D2DA40F}"/>
              </a:ext>
            </a:extLst>
          </p:cNvPr>
          <p:cNvSpPr txBox="1"/>
          <p:nvPr/>
        </p:nvSpPr>
        <p:spPr>
          <a:xfrm>
            <a:off x="6654802" y="2404765"/>
            <a:ext cx="570089" cy="230832"/>
          </a:xfrm>
          <a:prstGeom prst="rect">
            <a:avLst/>
          </a:prstGeom>
          <a:noFill/>
        </p:spPr>
        <p:txBody>
          <a:bodyPr wrap="square" rtlCol="0">
            <a:spAutoFit/>
          </a:bodyPr>
          <a:lstStyle/>
          <a:p>
            <a:pPr algn="ctr"/>
            <a:r>
              <a:rPr lang="en-US" sz="900" dirty="0"/>
              <a:t>234789</a:t>
            </a:r>
          </a:p>
        </p:txBody>
      </p:sp>
      <p:sp>
        <p:nvSpPr>
          <p:cNvPr id="56" name="TextBox 55">
            <a:extLst>
              <a:ext uri="{FF2B5EF4-FFF2-40B4-BE49-F238E27FC236}">
                <a16:creationId xmlns:a16="http://schemas.microsoft.com/office/drawing/2014/main" id="{AC107C34-05A4-92DE-13AF-DD50671276FF}"/>
              </a:ext>
            </a:extLst>
          </p:cNvPr>
          <p:cNvSpPr txBox="1"/>
          <p:nvPr/>
        </p:nvSpPr>
        <p:spPr>
          <a:xfrm>
            <a:off x="7157158" y="2404765"/>
            <a:ext cx="570089" cy="230832"/>
          </a:xfrm>
          <a:prstGeom prst="rect">
            <a:avLst/>
          </a:prstGeom>
          <a:noFill/>
        </p:spPr>
        <p:txBody>
          <a:bodyPr wrap="square" rtlCol="0">
            <a:spAutoFit/>
          </a:bodyPr>
          <a:lstStyle/>
          <a:p>
            <a:pPr algn="ctr"/>
            <a:r>
              <a:rPr lang="en-US" sz="900" dirty="0"/>
              <a:t>234789</a:t>
            </a:r>
          </a:p>
        </p:txBody>
      </p:sp>
      <p:sp>
        <p:nvSpPr>
          <p:cNvPr id="57" name="TextBox 56">
            <a:extLst>
              <a:ext uri="{FF2B5EF4-FFF2-40B4-BE49-F238E27FC236}">
                <a16:creationId xmlns:a16="http://schemas.microsoft.com/office/drawing/2014/main" id="{25716FAB-6492-7FB2-5AC3-5B01BB1E28E2}"/>
              </a:ext>
            </a:extLst>
          </p:cNvPr>
          <p:cNvSpPr txBox="1"/>
          <p:nvPr/>
        </p:nvSpPr>
        <p:spPr>
          <a:xfrm>
            <a:off x="3138310" y="2404765"/>
            <a:ext cx="570089" cy="230832"/>
          </a:xfrm>
          <a:prstGeom prst="rect">
            <a:avLst/>
          </a:prstGeom>
          <a:noFill/>
        </p:spPr>
        <p:txBody>
          <a:bodyPr wrap="square" rtlCol="0">
            <a:spAutoFit/>
          </a:bodyPr>
          <a:lstStyle/>
          <a:p>
            <a:pPr algn="ctr"/>
            <a:r>
              <a:rPr lang="en-US" sz="900" dirty="0"/>
              <a:t>234789</a:t>
            </a:r>
          </a:p>
        </p:txBody>
      </p:sp>
      <p:sp>
        <p:nvSpPr>
          <p:cNvPr id="58" name="TextBox 57">
            <a:extLst>
              <a:ext uri="{FF2B5EF4-FFF2-40B4-BE49-F238E27FC236}">
                <a16:creationId xmlns:a16="http://schemas.microsoft.com/office/drawing/2014/main" id="{ABE3029D-A348-2604-2E84-571795A0E1D9}"/>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CD72FD6-0979-0275-DCEA-1E6140B70CCF}"/>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758EA81A-B326-C3C4-0EB1-9E1F6A50E60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B4A1BF1F-7D1C-27E9-41A2-BE7100AD34A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9059970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B02E6-3CC2-558A-CDC8-158CD37426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960DB1-212B-5228-620D-859D4396000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320A64F-E7DE-46A4-04AB-8961B3086C1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E7E29D-272C-E3D5-E097-1E8191096F3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8A6813-ACAF-8150-B40F-DE904CE6792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708920-3FD1-3D27-3905-183CED9250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F47FA6D-D8B8-D0F9-6DB2-B6ECDB20010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7FD54AC-0981-91DB-1106-992191BACC6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933D93D-CC5B-0FBE-2ACD-1C94B5FAA40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F933BA74-A070-ED77-1034-8824678EC4B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D55FCEB7-963B-AE3A-B07C-CBFDDA09DBE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18521AD6-893B-76B1-42C6-DE0F4FAB8DC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97E8A952-A779-A01E-9440-C6F3DC1F4E1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12FD73CF-4FC8-85FE-DEAD-B37D0C99AF1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B41B6B79-9EE0-DDEE-0195-80294C837097}"/>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AD82D09-3044-49FD-2310-AB3C2275C25A}"/>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5891032-D2C9-2CF0-9ECA-58140C57DAE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6DEB9E0-A887-E871-CDA8-FB0710D316BA}"/>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D29DB556-788F-220F-B0AF-BFC56F8F696F}"/>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5EB743FC-61A3-C7CE-F5AC-7953348A4F96}"/>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BDF1F065-64B6-07B8-2706-335A48011AAE}"/>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C8DCA37-FB08-3720-8FF6-5C8A071769A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EC7715F-9EDF-FF21-9CFC-865C2A454C4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C3396CA-CB5C-5F92-2D9C-FA9EA7650B4E}"/>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B9DB935-13A6-D965-014C-93047AE0F6EC}"/>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0BE0EB8-1A71-B87D-4307-3683A5FB076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7A2C41E-1BDE-BCBA-4373-5945EDF57E4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0D1CC09-7655-CD35-490B-DD149F0B8430}"/>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24297A75-F575-CF77-6A7A-98ECDBC274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581FF1F-494B-7F01-ECDA-7011589BBF93}"/>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F878D5CB-5553-F6DA-3DB6-CA5CF6415DE5}"/>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BCA5F13-4B71-D0F0-7130-6F7B724B0AC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6B79B5FE-7AB2-3753-F7B9-E30A25D758F9}"/>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B0C0CAAA-2781-5861-6F6A-85641CF81B8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8F3D508D-2240-D897-8AB1-0D80B06CC2EB}"/>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7710C18-A767-9841-097E-DD81977059A3}"/>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977535D-E916-C140-6DEC-591BD1DB3549}"/>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5DBD8190-E213-3676-C257-38DF8EE907FC}"/>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2DCDBFB4-2233-0892-A190-3EAF6CF7AF13}"/>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87273223-0278-A343-C1D1-559982E40C02}"/>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CCD2F7E4-540B-9C06-5314-292104DFCDD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55642957-2291-430E-E9DD-EB5105AB54F7}"/>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4E292910-DA74-DAA9-7ADA-B5C052615B4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F5A38358-ED87-930F-D670-B0ED7380A9AF}"/>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99940A94-D85E-ADFF-D1AC-A654A97E1ED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AF3D7065-6F48-736D-5C3F-9DEAF68E5AB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74777E80-A322-B3CA-EA81-55D206B592F1}"/>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4377984C-BA3C-BC2D-2BAC-960C2F9F5640}"/>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13473B21-CBDD-F43C-BE5E-3DB8364F0A19}"/>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18F52C99-C4C3-44CF-4E55-CEC50C60FDC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C8562997-4F58-57B5-518C-B19399BF6E09}"/>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34789</a:t>
            </a:r>
          </a:p>
        </p:txBody>
      </p:sp>
      <p:sp>
        <p:nvSpPr>
          <p:cNvPr id="56" name="TextBox 55">
            <a:extLst>
              <a:ext uri="{FF2B5EF4-FFF2-40B4-BE49-F238E27FC236}">
                <a16:creationId xmlns:a16="http://schemas.microsoft.com/office/drawing/2014/main" id="{23573EF2-A081-80AC-BEB2-B2DFF7BFC4AF}"/>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34789</a:t>
            </a:r>
          </a:p>
        </p:txBody>
      </p:sp>
      <p:sp>
        <p:nvSpPr>
          <p:cNvPr id="57" name="TextBox 56">
            <a:extLst>
              <a:ext uri="{FF2B5EF4-FFF2-40B4-BE49-F238E27FC236}">
                <a16:creationId xmlns:a16="http://schemas.microsoft.com/office/drawing/2014/main" id="{3BF6AC2B-4AA4-D371-0E9A-121E55A4A822}"/>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34789</a:t>
            </a:r>
          </a:p>
        </p:txBody>
      </p:sp>
      <p:sp>
        <p:nvSpPr>
          <p:cNvPr id="58" name="TextBox 57">
            <a:extLst>
              <a:ext uri="{FF2B5EF4-FFF2-40B4-BE49-F238E27FC236}">
                <a16:creationId xmlns:a16="http://schemas.microsoft.com/office/drawing/2014/main" id="{21578401-204B-987E-C999-D0734132A15A}"/>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C60BDF1-D370-5C19-8EBF-0AC40D056420}"/>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14DD4D50-C253-B2F7-5308-C2D09E2A029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E206AB81-509D-4627-F895-6BD0575110F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72296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A666B-40F1-D234-D643-AE5725D667F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0C1134-24A2-11B4-342A-E0D09270D888}"/>
              </a:ext>
            </a:extLst>
          </p:cNvPr>
          <p:cNvSpPr>
            <a:spLocks noGrp="1"/>
          </p:cNvSpPr>
          <p:nvPr>
            <p:ph sz="half" idx="1"/>
          </p:nvPr>
        </p:nvSpPr>
        <p:spPr/>
        <p:txBody>
          <a:bodyPr>
            <a:normAutofit/>
          </a:bodyPr>
          <a:lstStyle/>
          <a:p>
            <a:r>
              <a:rPr lang="en-US" dirty="0"/>
              <a:t>In the lower left and lower right blocks, white cells next to grey cells cannot be 9. Therefore, in the lower left block, 9 is in Column 1, and in the lower right block, 9 is in Column 9. (Grey cells can’t be 1.)</a:t>
            </a:r>
          </a:p>
        </p:txBody>
      </p:sp>
      <p:pic>
        <p:nvPicPr>
          <p:cNvPr id="4" name="Picture 3" descr="A grid of sudoku puzzle&#10;&#10;Description automatically generated">
            <a:extLst>
              <a:ext uri="{FF2B5EF4-FFF2-40B4-BE49-F238E27FC236}">
                <a16:creationId xmlns:a16="http://schemas.microsoft.com/office/drawing/2014/main" id="{78CD6E70-002C-DE21-28AC-C25B013B80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78BA7B-B585-998A-0A46-B34D65106B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A82A6F-83C7-946D-8543-6CBAAE4FB4F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94B1329-6338-C701-6F03-5BDE930FAA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45EE365-B9A6-9120-3718-10D919ED3D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E64F28B-E41F-B1E8-2CAE-2FEDB1A0ADEC}"/>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1960E44C-D4E2-D643-B161-BB3F59FA51C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0A41A3DD-9E7B-74E3-5717-F9A76013D20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5E069546-CBEA-173C-8F6D-A21E9224058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968014D4-544F-93F4-A638-15B927D3CBE7}"/>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B7CF6FC8-DDBB-C328-7997-9E704C882B9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0A19077-01EA-58D7-F363-8D7CAB72B88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5F614C8-9746-89AB-3CCE-B7C45881A70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279BF98-DDE7-59C0-293A-9904A38F3E4B}"/>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B3C11E6-43EE-4034-91D6-DC25956FFF2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7D52457-B66E-690E-35D4-3E74BF386D15}"/>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55FDD368-A948-A648-36B3-35E2D84C89DE}"/>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D1324CCE-609A-019A-179F-19B9801ACF5F}"/>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D4591676-EB78-AF96-8934-B7BF2D448CA8}"/>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788495A4-483C-A5AC-8CBA-6833A85BE23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75DA0B8-94C2-7105-ACCF-0871F92DF54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25E09A69-4248-A2ED-379F-7BAFE5F83370}"/>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31F1309-2F71-A5C9-D35B-1C5AD62F794B}"/>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5F7FE05-6278-C3F9-1BB2-27B7E63F462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C5BAB5B-4DA9-407A-1BF2-7E2BAB3E32C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7FDAC7D-305D-B93B-AD55-DF6FE7673BF2}"/>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1E4EDDE-A9BC-9AAD-1950-2CBCDE394B9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616E471-B5BB-C682-A60A-EC7B14059B7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A066C6A-B7FD-3EED-4683-D1546957B907}"/>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24A2AC30-70A5-BCA6-F67C-B93CFBA1C9C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2F9E716B-A36F-6B23-D5F4-79BC8F5AF87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9307065C-B367-3977-8F9C-C77D26974CFE}"/>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24B26E44-7D73-090B-529C-A20E29775EB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05CD549-F885-9904-5B9D-1DD732AA20DF}"/>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F1096B8-A21E-C154-2AF0-A045F3D8DEA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9D0CB718-13AF-117D-2B41-6C1227A24DF6}"/>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F647B9CD-B7A3-3F03-C497-135A1BA79164}"/>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CB37F560-DED5-7A5C-B88B-94A7A1E71056}"/>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4BD35602-A235-0B01-5160-C74FAC22E1F5}"/>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6262A567-800B-F2DA-22A1-5B2B9ECAEC6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EB88729F-4173-C5A3-CDBA-50CCC39682B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B765940F-A214-4C35-75EC-C15DAA7DB93E}"/>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D91D4F3C-BB11-BEE1-7F12-B2698D0ED49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C3D6171F-51AF-E175-1519-3921ECE1C86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4C24B224-8ED2-A2EB-6710-7DBBD95AA926}"/>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86BB0430-093E-E08C-9E44-0BDF945ABF58}"/>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1B9BDDBD-859F-CB2A-7537-3340CD159CF6}"/>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5BD98E91-D5CA-4E1D-B135-2B4E0486837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A7972E21-10D0-9105-D1B7-A5243761AF2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34789</a:t>
            </a:r>
          </a:p>
        </p:txBody>
      </p:sp>
      <p:sp>
        <p:nvSpPr>
          <p:cNvPr id="56" name="TextBox 55">
            <a:extLst>
              <a:ext uri="{FF2B5EF4-FFF2-40B4-BE49-F238E27FC236}">
                <a16:creationId xmlns:a16="http://schemas.microsoft.com/office/drawing/2014/main" id="{3AF6DC31-1EBD-9FA1-1D3D-C7D2141FBC7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9C3348A0-16CB-E990-0C9C-585ADA1FBCD6}"/>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73613EE2-712C-907B-B559-F34F92365B3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47F33682-BD95-B625-FBF2-1D0F2BE47E2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EE4D228A-C13F-4C4B-621A-EE99421EEBBB}"/>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3D2CB5C6-5187-E35E-6329-69A85FDABD9A}"/>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44322F5E-07D8-77A3-CFA8-146BC73DAC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63" name="TextBox 62">
            <a:extLst>
              <a:ext uri="{FF2B5EF4-FFF2-40B4-BE49-F238E27FC236}">
                <a16:creationId xmlns:a16="http://schemas.microsoft.com/office/drawing/2014/main" id="{AAD26B85-8055-AC16-5808-61B70F74F009}"/>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94A7B45B-4603-69D7-5788-9146C0262F3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B9CE858B-F123-F894-CABF-14A752C7A7F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7879708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CA6A8-78C4-BCAE-F72D-3C8F9E01F9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0B42B8-992A-39B5-175E-AE624872E51E}"/>
              </a:ext>
            </a:extLst>
          </p:cNvPr>
          <p:cNvSpPr>
            <a:spLocks noGrp="1"/>
          </p:cNvSpPr>
          <p:nvPr>
            <p:ph sz="half" idx="1"/>
          </p:nvPr>
        </p:nvSpPr>
        <p:spPr/>
        <p:txBody>
          <a:bodyPr>
            <a:normAutofit/>
          </a:bodyPr>
          <a:lstStyle/>
          <a:p>
            <a:r>
              <a:rPr lang="en-US" dirty="0"/>
              <a:t>If the maximum in a grey cell is 8, the maximum in an adjacent white cell is 7.</a:t>
            </a:r>
          </a:p>
        </p:txBody>
      </p:sp>
      <p:pic>
        <p:nvPicPr>
          <p:cNvPr id="4" name="Picture 3" descr="A grid of sudoku puzzle&#10;&#10;Description automatically generated">
            <a:extLst>
              <a:ext uri="{FF2B5EF4-FFF2-40B4-BE49-F238E27FC236}">
                <a16:creationId xmlns:a16="http://schemas.microsoft.com/office/drawing/2014/main" id="{F0BBB802-8CAE-6979-8BB7-B6847CE700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F47D84A-9DCC-469C-9A2C-2C9A370270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1F7FCF0-1934-1697-C9FB-DEEA36E7B0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31BCFA0-AEA5-BB5F-AFE6-AD0C7A05D34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98D969-24C6-A5EC-4E35-49C5C008F28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E01D55F-FD50-7BB0-232D-32981D62371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4A3A204-B04C-4C3C-8F73-8F0D704C8D2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A3BDE675-25C3-7584-986C-7E2FF16EC8FC}"/>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3A12337E-165B-345A-D85D-BE2E929A476D}"/>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36C2CE13-8D83-D664-A206-FDEC97901A62}"/>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8FBDFD34-D68F-80EF-A703-3E750EB75AF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2B8B515-30BE-5470-46ED-CD7BC076187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08B3D63-45D9-A6DD-A13C-5CABA9499E2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44177FF2-2638-BDB4-BE46-FD57E5358CD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569C879-27BE-F2FF-DCDC-D393C25A52D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E69E4520-6DE5-8557-FC45-75559FE083A3}"/>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6E24C206-3635-CFF2-E52D-CCD84EE18886}"/>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BEC064CB-2125-F59B-B4EA-FF880BB5A6D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C9729681-FAED-73D3-72A6-B350F5C8CB06}"/>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1E4776C8-80AB-5109-4A94-FD19104681C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20F1BEB-67B4-DA34-3717-5EEA19907ED7}"/>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47929E5-7391-37BF-CD1B-175A75EF4EF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C26D3760-1B3A-8B58-2B41-81781BFF489B}"/>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1EF355C-EC14-4356-3EA8-A8B361DA187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B1AC998A-EE04-BB5E-5167-5A43E478057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4D3EC61-5DAE-D6F1-CD11-0FBBC5B3B8AF}"/>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DA8147E2-1A1E-7FAE-DAFF-6B1FB45FE49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5090A5DB-482D-045C-6550-7691441CC5D3}"/>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A17E06FA-7A06-B062-D9A3-1B8C6C7A6C03}"/>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FB70947D-A7D7-6D77-B00D-7498A468B01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9E7B838F-C7A4-CD40-C967-E500DAC7E160}"/>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7FBBDF06-16FE-55B2-6EFD-440B305756C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AE8E2137-C9E8-83ED-9048-3B00D1300EA5}"/>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3F689C36-DAF6-6B3C-AA2E-09A12C7E0F4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83018F-E3D1-0D31-EDE5-50B6D5672D0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3D1D7938-26DB-3AF0-BAF8-CA0CCFE5B227}"/>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87D99956-6870-D282-9C55-9C2F637C021F}"/>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B572D8F7-9CC0-A7A6-153D-3C1671D37E05}"/>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F8EEB295-DB6A-956D-B594-7C4372DE922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E1D50396-BE28-00EF-7EA7-504DBD39139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1E9D2B6E-13C4-10E4-3269-3577401FD8EA}"/>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04D09E32-F4FC-3A89-D2C0-FD7C36A77708}"/>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B33E72D5-AA58-B251-AE45-C6FB8DA46E8A}"/>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D7D3F82D-E8BF-0ADE-7664-05896DBA3C2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5FEE70E-242F-DD0E-6FFC-29C1E8323F5E}"/>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4D3BA2EC-C5CD-CBD1-7C1B-8B85CED4C877}"/>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EAE4C4C0-0D2C-9609-22CA-89FB6C92977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BB538DC8-D11A-1A38-6F24-DE43A19AF0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275801D4-D3D8-9140-D3B6-73A123D2AB66}"/>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34789</a:t>
            </a:r>
          </a:p>
        </p:txBody>
      </p:sp>
      <p:sp>
        <p:nvSpPr>
          <p:cNvPr id="56" name="TextBox 55">
            <a:extLst>
              <a:ext uri="{FF2B5EF4-FFF2-40B4-BE49-F238E27FC236}">
                <a16:creationId xmlns:a16="http://schemas.microsoft.com/office/drawing/2014/main" id="{BC04BCF3-DA6B-05BC-754B-03D6C6797C4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7AE45417-25B0-FF27-EF31-CF088E9C72B5}"/>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1E43763-7AC3-2F35-57BD-E3068AA6C47E}"/>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474A9DF4-1AE4-8619-0BFE-C011DE6059A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A4268045-8D1A-9777-ED47-4B8E6C0B22D4}"/>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BBD324F9-E2A4-4208-A8BD-3922E14281C1}"/>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324D95AD-C812-F64C-A5E9-DACF7CD855E2}"/>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89B68806-A9E1-BF02-E5CD-466F25517473}"/>
              </a:ext>
            </a:extLst>
          </p:cNvPr>
          <p:cNvSpPr txBox="1"/>
          <p:nvPr/>
        </p:nvSpPr>
        <p:spPr>
          <a:xfrm>
            <a:off x="6654802" y="2905709"/>
            <a:ext cx="570089" cy="230832"/>
          </a:xfrm>
          <a:prstGeom prst="rect">
            <a:avLst/>
          </a:prstGeom>
          <a:noFill/>
        </p:spPr>
        <p:txBody>
          <a:bodyPr wrap="square" rtlCol="0">
            <a:spAutoFit/>
          </a:bodyPr>
          <a:lstStyle/>
          <a:p>
            <a:pPr algn="ctr"/>
            <a:r>
              <a:rPr lang="en-US" sz="900" dirty="0"/>
              <a:t>13467</a:t>
            </a:r>
          </a:p>
        </p:txBody>
      </p:sp>
      <p:sp>
        <p:nvSpPr>
          <p:cNvPr id="64" name="TextBox 63">
            <a:extLst>
              <a:ext uri="{FF2B5EF4-FFF2-40B4-BE49-F238E27FC236}">
                <a16:creationId xmlns:a16="http://schemas.microsoft.com/office/drawing/2014/main" id="{58FEAFC1-183E-2BAC-E027-04D4DC7A7CC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5" name="TextBox 64">
            <a:extLst>
              <a:ext uri="{FF2B5EF4-FFF2-40B4-BE49-F238E27FC236}">
                <a16:creationId xmlns:a16="http://schemas.microsoft.com/office/drawing/2014/main" id="{57AC0562-526D-7DCE-7E0C-A7B4ED0D81D9}"/>
              </a:ext>
            </a:extLst>
          </p:cNvPr>
          <p:cNvSpPr txBox="1"/>
          <p:nvPr/>
        </p:nvSpPr>
        <p:spPr>
          <a:xfrm>
            <a:off x="6654802" y="3406653"/>
            <a:ext cx="570089" cy="230832"/>
          </a:xfrm>
          <a:prstGeom prst="rect">
            <a:avLst/>
          </a:prstGeom>
          <a:noFill/>
        </p:spPr>
        <p:txBody>
          <a:bodyPr wrap="square" rtlCol="0">
            <a:spAutoFit/>
          </a:bodyPr>
          <a:lstStyle/>
          <a:p>
            <a:pPr algn="ctr"/>
            <a:r>
              <a:rPr lang="en-US" sz="900" dirty="0"/>
              <a:t>13467</a:t>
            </a:r>
          </a:p>
        </p:txBody>
      </p:sp>
      <p:sp>
        <p:nvSpPr>
          <p:cNvPr id="66" name="TextBox 65">
            <a:extLst>
              <a:ext uri="{FF2B5EF4-FFF2-40B4-BE49-F238E27FC236}">
                <a16:creationId xmlns:a16="http://schemas.microsoft.com/office/drawing/2014/main" id="{6D0E2C7C-54D8-FF35-88B2-07DE9F35FF92}"/>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4DC6C5CD-EBF8-0509-792A-9532E4118C6E}"/>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547A1E6B-E886-CF68-B6AA-698B6E2FDF48}"/>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6E7004DD-6CB5-7110-70D0-0BD82043674D}"/>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F76055C-02CD-730A-38A7-A659B5725164}"/>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3D746FEC-DC7D-E120-0567-CFD39D3F71E6}"/>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5781CB2-F3E1-3062-29EC-0E9756961B87}"/>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997F5E87-BB10-2FA9-3A17-8F1879AB739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26B14762-7279-C152-815D-2E00EABF61EA}"/>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05A2EDF-8239-2F9E-4446-100DEBBF1B8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B657EE70-0CD1-8A23-8C77-F6F72CA2E6D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1696441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453D7-FC75-D65C-1CDE-A7D0D8FB5E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53045B-CF3F-0436-0C8E-06371BEDD2CB}"/>
              </a:ext>
            </a:extLst>
          </p:cNvPr>
          <p:cNvSpPr>
            <a:spLocks noGrp="1"/>
          </p:cNvSpPr>
          <p:nvPr>
            <p:ph sz="half" idx="1"/>
          </p:nvPr>
        </p:nvSpPr>
        <p:spPr/>
        <p:txBody>
          <a:bodyPr>
            <a:normAutofit/>
          </a:bodyPr>
          <a:lstStyle/>
          <a:p>
            <a:r>
              <a:rPr lang="en-US" dirty="0"/>
              <a:t>Fix up the last X.</a:t>
            </a:r>
          </a:p>
        </p:txBody>
      </p:sp>
      <p:pic>
        <p:nvPicPr>
          <p:cNvPr id="4" name="Picture 3" descr="A grid of sudoku puzzle&#10;&#10;Description automatically generated">
            <a:extLst>
              <a:ext uri="{FF2B5EF4-FFF2-40B4-BE49-F238E27FC236}">
                <a16:creationId xmlns:a16="http://schemas.microsoft.com/office/drawing/2014/main" id="{33A2E6A1-2CC1-3A10-5E6B-FF050EF8351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84BA9A-8DDA-A394-F284-D80B03B2349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D18D3C-C73B-475D-A142-26DFB271E1B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4EBCD7D-98CE-1BD4-2671-B0AD04C86C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1725C2-3CC2-358E-5912-66F722ADFF8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DE19E5D-3247-6E42-B8DE-6553D5C0DAF2}"/>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25EF5EF-88FD-74B9-6983-6B344C092B5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A36C8A4B-F891-08DA-9465-48409626F65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F28E8098-D433-E2F4-73BA-F721AC7631E3}"/>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B03BCD8-766C-FF47-C2ED-2311C29DB76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175BACCD-27D8-C292-01D3-A14C9572CA0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9F322168-C0A2-3DA5-59E5-66701653CB7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CB9E3A7-89D8-0A0F-B8FA-E1FC08DCD900}"/>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51B37E7E-626E-7DB9-F314-515A21DC092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928A99-2617-A138-649A-D2CF5EF6C7E6}"/>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0B4144A-FF25-8AC7-EFD7-FC7C4F665970}"/>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9E0F656A-EEC2-ED73-5824-6715601835FF}"/>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8655470F-2BC8-7A0A-6206-C5BC32417D4E}"/>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5EC23B61-E7FB-45A3-050F-008BC3CCA87E}"/>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BB91305-9573-DA1E-4FA0-5D6114DFD31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4C0482F-CB92-751E-E07E-B6764CD3A37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0D50DA5-8350-CF91-5C57-D71FCFF0257D}"/>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C30D118B-AECF-4798-D88C-74441D088A1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4E45403E-6F0D-4CA1-4653-9F532E27762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A9592B5-2C5E-C382-870D-8277B3F85B2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A55BF70-69E0-A6C5-D0BC-BEE8850D6905}"/>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EABD40B-F6EE-7341-59B5-BA9387C1354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0A973FD8-DD86-2C63-2079-ED1F4DBF50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5BBD411-137B-21E3-0E6E-F3E1D8974892}"/>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ED04AEE-14F2-9957-6341-0C8E1DF70A4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B86E535C-2786-14DA-F065-3FCCF8F2B080}"/>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722E419A-D871-6A6F-E856-EE9BE4567454}"/>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5F054369-57A0-D28E-844C-F439F57A904E}"/>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499C1B79-34A0-5CDA-DE25-9FDBF8F5823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B39E357-65EE-F644-9744-C9745A4A75A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120425DE-9B8C-AFEF-BDAD-C8DB45AC6E75}"/>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AE427BE9-0D9F-BC9A-A3DF-0BA0E4C79EF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F64B9DA-B6C3-D69C-B300-3242AA00CC67}"/>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008B0099-8F99-A9C7-43FF-9A0E5308EB79}"/>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3AAC27A9-7031-C3B7-1F6F-91B5F64B204F}"/>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6056B54A-24BB-684B-51A9-BA89D1AB7FD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A56B2FD6-B60F-949E-43F5-B0527609548D}"/>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4D234E69-9482-F22E-8C96-D277F35459E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282116AB-8BCD-D73C-7462-F0D7BE369951}"/>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975C1F60-DF1B-8B2B-2739-EF22BCE0361E}"/>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04582EDC-EDD1-EEE6-698A-011CBE18933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121786CC-B8FA-E2A6-EBD1-80E5A1122C23}"/>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51C9ED9A-C394-031E-2976-8BD12A31C1E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D67FCF2C-6304-2BA0-1C10-AA8E91C66F06}"/>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3479</a:t>
            </a:r>
          </a:p>
        </p:txBody>
      </p:sp>
      <p:sp>
        <p:nvSpPr>
          <p:cNvPr id="56" name="TextBox 55">
            <a:extLst>
              <a:ext uri="{FF2B5EF4-FFF2-40B4-BE49-F238E27FC236}">
                <a16:creationId xmlns:a16="http://schemas.microsoft.com/office/drawing/2014/main" id="{E14FAAC5-F37E-6518-4241-D1734759B362}"/>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943583E7-5AB8-EE1F-BD78-788EF148B388}"/>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38662D43-2782-FAC0-F8B3-126A1A40D37B}"/>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7E733C99-35C4-5426-20FA-176EA1FBA77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672D8799-261A-5EE7-15B6-C266D3A6D4D0}"/>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E9153E98-AE32-F9B9-7A3D-017DC5CBFE0A}"/>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F71A0AA8-B694-DD2D-B949-A20DFCF1688E}"/>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B095C5-CE48-2272-37BA-365569E840F1}"/>
              </a:ext>
            </a:extLst>
          </p:cNvPr>
          <p:cNvSpPr txBox="1"/>
          <p:nvPr/>
        </p:nvSpPr>
        <p:spPr>
          <a:xfrm>
            <a:off x="6654802" y="2905709"/>
            <a:ext cx="570089" cy="230832"/>
          </a:xfrm>
          <a:prstGeom prst="rect">
            <a:avLst/>
          </a:prstGeom>
          <a:noFill/>
        </p:spPr>
        <p:txBody>
          <a:bodyPr wrap="square" rtlCol="0">
            <a:spAutoFit/>
          </a:bodyPr>
          <a:lstStyle/>
          <a:p>
            <a:pPr algn="ctr"/>
            <a:r>
              <a:rPr lang="en-US" sz="900" dirty="0"/>
              <a:t>7631</a:t>
            </a:r>
          </a:p>
        </p:txBody>
      </p:sp>
      <p:sp>
        <p:nvSpPr>
          <p:cNvPr id="64" name="TextBox 63">
            <a:extLst>
              <a:ext uri="{FF2B5EF4-FFF2-40B4-BE49-F238E27FC236}">
                <a16:creationId xmlns:a16="http://schemas.microsoft.com/office/drawing/2014/main" id="{15DC0D29-F842-0232-FE2E-CFB49244FFA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5" name="TextBox 64">
            <a:extLst>
              <a:ext uri="{FF2B5EF4-FFF2-40B4-BE49-F238E27FC236}">
                <a16:creationId xmlns:a16="http://schemas.microsoft.com/office/drawing/2014/main" id="{A2FF043B-FB7F-B133-4BFF-802CDB0D71BF}"/>
              </a:ext>
            </a:extLst>
          </p:cNvPr>
          <p:cNvSpPr txBox="1"/>
          <p:nvPr/>
        </p:nvSpPr>
        <p:spPr>
          <a:xfrm>
            <a:off x="6654802" y="3406653"/>
            <a:ext cx="570089" cy="230832"/>
          </a:xfrm>
          <a:prstGeom prst="rect">
            <a:avLst/>
          </a:prstGeom>
          <a:noFill/>
        </p:spPr>
        <p:txBody>
          <a:bodyPr wrap="square" rtlCol="0">
            <a:spAutoFit/>
          </a:bodyPr>
          <a:lstStyle/>
          <a:p>
            <a:pPr algn="ctr"/>
            <a:r>
              <a:rPr lang="en-US" sz="900" dirty="0"/>
              <a:t>13467</a:t>
            </a:r>
          </a:p>
        </p:txBody>
      </p:sp>
      <p:sp>
        <p:nvSpPr>
          <p:cNvPr id="66" name="TextBox 65">
            <a:extLst>
              <a:ext uri="{FF2B5EF4-FFF2-40B4-BE49-F238E27FC236}">
                <a16:creationId xmlns:a16="http://schemas.microsoft.com/office/drawing/2014/main" id="{C7271AEA-C328-C862-0A00-C76DF3D2195F}"/>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F3C1617-86BD-17A1-8954-1793C4F2A3E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2E399BD7-6525-CE1E-F477-53F74C709A41}"/>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A366F7C3-931B-04D6-D906-F8B747B0E472}"/>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1A9BE63-14BA-DD27-CB95-907E6D1272F4}"/>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5176AA63-AA3D-95C5-1B5D-26612F7CF73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16DCA1A-E27D-5F15-339B-71B9A32B54B4}"/>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71489C99-2956-D82C-59F0-CCBEA7AC07F3}"/>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9FDE7459-0ED7-43ED-DC27-A1CD346C2B49}"/>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629F9516-EAAD-811D-CA67-15977492445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6776E930-8038-C0FF-AD13-3E035562126B}"/>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953169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427FA-FDFA-85B4-E933-CB96DFC3433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D14277-0170-8C4D-A59C-FB442C4FDB4C}"/>
              </a:ext>
            </a:extLst>
          </p:cNvPr>
          <p:cNvSpPr>
            <a:spLocks noGrp="1"/>
          </p:cNvSpPr>
          <p:nvPr>
            <p:ph sz="half" idx="1"/>
          </p:nvPr>
        </p:nvSpPr>
        <p:spPr/>
        <p:txBody>
          <a:bodyPr>
            <a:normAutofit/>
          </a:bodyPr>
          <a:lstStyle/>
          <a:p>
            <a:r>
              <a:rPr lang="en-US" dirty="0"/>
              <a:t>Last possible 9 in Column 8.</a:t>
            </a:r>
          </a:p>
        </p:txBody>
      </p:sp>
      <p:pic>
        <p:nvPicPr>
          <p:cNvPr id="4" name="Picture 3" descr="A grid of sudoku puzzle&#10;&#10;Description automatically generated">
            <a:extLst>
              <a:ext uri="{FF2B5EF4-FFF2-40B4-BE49-F238E27FC236}">
                <a16:creationId xmlns:a16="http://schemas.microsoft.com/office/drawing/2014/main" id="{8E8CCD5F-BF88-59A7-0DCF-9CF275DB8B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81EA07-EF7C-027B-E62A-FDE8343D5E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F12A3C-4CDC-910E-2F2E-A90C39BAF4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B735D3-0FFD-8D3C-D90F-5A389A384B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87DDEE-674A-D0C7-7E0C-574A31C65755}"/>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5C45011-599D-7F4E-1376-DD17052F275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7348BD82-3E4E-FAC5-A72C-88078968EF5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2B1FE2E-3281-2D36-D358-E111DA5C508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5F2E4303-5EE6-082D-5C05-17C8604B315B}"/>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E74F30B9-09B7-BAA9-A413-6CD7053902D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241888B4-B1AF-3C0A-5DB3-0838EC8B1B5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6CC084B-4F07-BF91-AEBB-4B23427E9D9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C9A085E-4929-FC62-866B-33D090C35C7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2DA0D19-BF57-16DF-A9D4-59E99E6FA1DA}"/>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B1BF1C3-0C54-14CC-4518-25FE12CA846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568A8702-8420-CC9F-C0CC-D3DD71BD3AF5}"/>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BDC8FB16-B86A-8847-3630-896D8A41C9B6}"/>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96EBADC4-F7C1-B64E-0869-88A844143548}"/>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51461BD9-0418-8333-2356-F9B7CEB56690}"/>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373247F-C7B4-FABC-A223-0E7733DAB3D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592F594-4D4E-A8F7-D663-7FBD5448CB2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ABC3BEB-C55C-01DA-4FA5-7FF1769A5C34}"/>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FFE8DB3-0A17-A367-2C16-2A6F0D7F1FB5}"/>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161A51E5-7656-3949-E1E9-468643FF820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8C92871-0B77-9944-DEAF-A3826FA2633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C1E07BC-812D-6D5B-4F4F-B1DBA670CE2E}"/>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CDCD5C4-2171-681C-BEA0-FEEE7A1D82B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1C5F6DB-C63F-CA62-E18B-4B83F7AA0B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4A3640C-484E-AFAE-1588-84D893E82A4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8F34EE8-84D9-ED68-AE6B-8121A06DA4B6}"/>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EEC191D3-C47C-9FAC-2FF9-0F583386AFB7}"/>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CA26051E-C6C4-A0BD-EBFC-F84F05A02ACB}"/>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C0632AD9-7DBD-8B05-B4DE-7544DFEFDECA}"/>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B61D358-45BA-0CAE-1834-B8A7FF92794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ADC5DF2-E93D-9B70-C29E-F27ABACA026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0696D46A-6971-3C70-0617-34E452BF6864}"/>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2411B827-4566-2EFF-7E1E-E3B2532F05D0}"/>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CF541B3-02FD-6403-9111-EF0A2A405581}"/>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AB3E88FB-FF8B-DA6D-0CFD-AB58B22255CD}"/>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4E32036A-6800-10CB-41F5-1A377E7ABBCE}"/>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A9CE5CAA-3AFD-8569-39C8-EA5ADC57B45B}"/>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F9C7465F-896F-FA41-CB46-035A10E47E62}"/>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6321815A-1DC5-9E32-8304-FCF67B57C88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96A926C8-8735-9F23-222A-59C76429AF8E}"/>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AF4904BE-2F9D-0D8B-6829-1276C52E04B7}"/>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13BE7002-8322-2E6B-035B-14A998A11C34}"/>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391FB56D-9AE3-40DF-A3A8-141B54DECA65}"/>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8172D20-92DE-E809-141D-1B17CF86283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3E88B143-AC05-FB46-3496-4A98AA3B504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C18086D7-BE86-038C-97BC-A4F22A86DB63}"/>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6A6B5087-C00B-26D6-08C7-04B819DEE2BB}"/>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8EA71A50-426C-16D9-2E96-4E84A873FB7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30A70D79-C7A0-439B-1E1B-E86D6B3406D8}"/>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FCFAFD74-CF94-2EFB-4D18-978585C85F90}"/>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EF2CD7D6-D9A3-B553-5F1F-E57F1A2EDAB6}"/>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4789AF78-4BCB-5F72-B90C-1C4D58513EB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5" name="TextBox 64">
            <a:extLst>
              <a:ext uri="{FF2B5EF4-FFF2-40B4-BE49-F238E27FC236}">
                <a16:creationId xmlns:a16="http://schemas.microsoft.com/office/drawing/2014/main" id="{DAB1C183-C8FE-55E1-AC6C-963C65D388AB}"/>
              </a:ext>
            </a:extLst>
          </p:cNvPr>
          <p:cNvSpPr txBox="1"/>
          <p:nvPr/>
        </p:nvSpPr>
        <p:spPr>
          <a:xfrm>
            <a:off x="6654802" y="3406653"/>
            <a:ext cx="570089" cy="230832"/>
          </a:xfrm>
          <a:prstGeom prst="rect">
            <a:avLst/>
          </a:prstGeom>
          <a:noFill/>
        </p:spPr>
        <p:txBody>
          <a:bodyPr wrap="square" rtlCol="0">
            <a:spAutoFit/>
          </a:bodyPr>
          <a:lstStyle/>
          <a:p>
            <a:pPr algn="ctr"/>
            <a:r>
              <a:rPr lang="en-US" sz="900" dirty="0"/>
              <a:t>13467</a:t>
            </a:r>
          </a:p>
        </p:txBody>
      </p:sp>
      <p:sp>
        <p:nvSpPr>
          <p:cNvPr id="66" name="TextBox 65">
            <a:extLst>
              <a:ext uri="{FF2B5EF4-FFF2-40B4-BE49-F238E27FC236}">
                <a16:creationId xmlns:a16="http://schemas.microsoft.com/office/drawing/2014/main" id="{C675EA1C-F311-FDBC-28D3-26D27C433743}"/>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4CFCF6B3-5846-49BF-5766-00DBA428C8FE}"/>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A5E71B3C-99EF-5F4E-A265-9EBC04DADF3E}"/>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2EE137C-FB6F-24EA-BE57-9936DE8B900B}"/>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9A2D0F80-FBFD-11F1-EA76-7FFC972836E7}"/>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C89FF2C0-A768-E3CB-8630-25B66D1082A1}"/>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D3433B4E-A6EB-B0FA-2E04-2B8BE8501902}"/>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0E93FB83-AC85-E317-1BA1-02039B6C3E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413EAF1B-9810-E760-E7D0-4A8AEA529AC6}"/>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B655872B-3D3A-A32C-90EE-251863AADF6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8983DBAF-BE68-BC4F-6C5C-AB58F7B3DB3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2E4C5CE4-1C63-CF26-74FE-5BED6BF425B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7053CE2B-5DD5-51C5-7D1A-810CBA33DA0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7400869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72A6-AC1D-FE07-AC79-C6853D4629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2377AE-F41D-DD0C-4C95-9A1031E49084}"/>
              </a:ext>
            </a:extLst>
          </p:cNvPr>
          <p:cNvSpPr>
            <a:spLocks noGrp="1"/>
          </p:cNvSpPr>
          <p:nvPr>
            <p:ph sz="half" idx="1"/>
          </p:nvPr>
        </p:nvSpPr>
        <p:spPr/>
        <p:txBody>
          <a:bodyPr>
            <a:normAutofit/>
          </a:bodyPr>
          <a:lstStyle/>
          <a:p>
            <a:r>
              <a:rPr lang="en-US" dirty="0"/>
              <a:t>Last possible 6 in Column 8.</a:t>
            </a:r>
          </a:p>
        </p:txBody>
      </p:sp>
      <p:pic>
        <p:nvPicPr>
          <p:cNvPr id="4" name="Picture 3" descr="A grid of sudoku puzzle&#10;&#10;Description automatically generated">
            <a:extLst>
              <a:ext uri="{FF2B5EF4-FFF2-40B4-BE49-F238E27FC236}">
                <a16:creationId xmlns:a16="http://schemas.microsoft.com/office/drawing/2014/main" id="{75E49DD1-1841-3125-71DF-9AB7A2C1BB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59AB73-4739-873F-12E1-9C9457844E7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9E7BFB3-A9A2-2F39-9BF6-815C5A91E92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3489AC-B4DF-E0B2-C6E1-3044C86BDC7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4218BE-FF43-E262-F9AC-68F1BAF5DF8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46EA63D-8A23-2350-B5EA-54711D14CB00}"/>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C8E064D-9C3C-64F0-A8D3-B80525621A1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691D4F0-9C3A-ACF3-A3AC-55CFC92E67D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B6D3A9CC-3EBE-F293-633A-2DD2FC872378}"/>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0250F68E-B54D-C75F-4C6F-4C23383765EA}"/>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4AADE32B-7FFA-EB92-3361-BDDA489BFA9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5D7BBA5-164C-15E9-7832-F495ED6CE1C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49D2FA16-BDF2-A3BD-8F52-D5706D0FB6A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4E64784-CFC3-D651-9641-A38790E73143}"/>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F90C61C-564F-2015-12D3-0FD8FE2E8028}"/>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157B192-31E6-3B1F-8F98-BB2865C7D57C}"/>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89077332-45CC-CCF3-4E46-92B9300FF842}"/>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E3867014-0505-2B94-93F2-37D010D57E6B}"/>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D5B4006E-8552-8F5F-B1A9-07E443C5D9AB}"/>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43CDFCD6-4E9A-F914-1253-B991AE4ED66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C711E91-B5A7-64E6-F8E7-C4EA6D2DB22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EDC01B9-204F-8EA8-C15D-5CAF9C4FBE03}"/>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AF474913-0C46-4D6A-0302-1765099D1CF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168C409F-E8CE-28D0-6AC5-365ABFBA972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4A514E7-3FCA-7000-F768-CDDB833B764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71CB7F6-913D-4906-68DD-8E842980E4DE}"/>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2AE0841-AB7C-A6FB-A8BA-71963E5E2E0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FBF825C-EF3A-6FFC-3B1E-A25EA5EFF58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495BBDCE-87FD-86EF-5584-E3E5F957F70C}"/>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41F73F9-79F6-9661-86B1-C661E561713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DDBB9C5F-2AAB-D8AD-6BF6-B6D8EF14E951}"/>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EDCD92E5-A2F3-6141-8A3B-8D404764C6F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1C82E6B0-1DDB-89DB-A501-2D7B1B2E541B}"/>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18E4B93-8419-651C-3BF8-57731C22A2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9D025C1-0829-11F3-F8F7-CA0071F2D49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B51C2D33-5C25-A550-8D66-F75ED2F464DB}"/>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F9DC85E5-C95C-C105-4574-55E43652592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CC7482D8-CB46-DE94-C9CB-2265E493E739}"/>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2AB2E8BE-7C66-43EF-0DFB-E423EA99F9CB}"/>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18203435-0B93-BD97-27FE-4EDE56B7ADEB}"/>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73669936-6152-977C-6F2C-9E95E6FA81A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7B4EB296-0EC6-F0BF-B433-0AA748186194}"/>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00B93EF3-0438-613F-E1AD-47FE6296941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B4B9662F-2C77-516F-9745-1E2AD075C27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DF254C8E-7DDB-6407-D567-7D27DFDF0C5C}"/>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F1607DB0-496D-1765-3943-33EC6F246891}"/>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2AEDBC8F-B697-0557-C462-98C27A9EDE8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C09A85EC-B997-81F3-1CC0-F521121751A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896E469D-6980-7DA0-0965-C628236BBF9A}"/>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14A04B59-F544-B7AB-5137-9D31C5E2FC0F}"/>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8772C15D-56AF-E502-734A-A359B58C6066}"/>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256806C9-425C-CAD7-F2FC-A12A80D5733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1DFFCBD4-45E1-9FFB-422C-BA4A99F220B3}"/>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B565CCEA-093E-C1DA-A43B-49B96F168E61}"/>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F9D73177-CD11-89F4-C173-57131A48E6AB}"/>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89940B56-7BAB-96AE-D3F2-B7882B657FD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6" name="TextBox 65">
            <a:extLst>
              <a:ext uri="{FF2B5EF4-FFF2-40B4-BE49-F238E27FC236}">
                <a16:creationId xmlns:a16="http://schemas.microsoft.com/office/drawing/2014/main" id="{1AB211A7-8374-3C7B-41CE-016D7BB40E75}"/>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25B53C6E-C5CE-5557-20B9-73759C1C078F}"/>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EA72C62D-629E-CB81-260A-ABCAF6365889}"/>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382566C-4498-3A76-39E3-899FFAB24F65}"/>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84ADD08F-7F7F-1818-7FF1-8EAC3A2815EE}"/>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8E7012E5-5125-E189-8852-E8AD0EDF2BC6}"/>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1E15C46A-D0A8-90DC-7320-4B4B958AAC0C}"/>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00C2178B-5CD9-8ABD-A0C6-D6785453B93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30360A00-687F-45BD-7F96-82A93D3C76E2}"/>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F4A075F2-CF12-6896-F3E7-DA76EA0C511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A295251C-9092-84C6-61C9-C7F506EAC93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79FD8A96-398D-4B8C-BD9A-7B7E74832EC9}"/>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A2ED191F-7006-2B45-2026-32B5FB3DE7A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EAF924C-5D71-EF99-8824-6627779ED22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1098319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DFA25-6F83-828A-C138-E0B2FEC52F3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B1652-A5EA-28CA-1BC0-E9C9F7B3B264}"/>
              </a:ext>
            </a:extLst>
          </p:cNvPr>
          <p:cNvSpPr>
            <a:spLocks noGrp="1"/>
          </p:cNvSpPr>
          <p:nvPr>
            <p:ph sz="half" idx="1"/>
          </p:nvPr>
        </p:nvSpPr>
        <p:spPr/>
        <p:txBody>
          <a:bodyPr>
            <a:normAutofit/>
          </a:bodyPr>
          <a:lstStyle/>
          <a:p>
            <a:r>
              <a:rPr lang="en-US" dirty="0"/>
              <a:t>Adjacent grey cell must be greater than 6.</a:t>
            </a:r>
          </a:p>
        </p:txBody>
      </p:sp>
      <p:pic>
        <p:nvPicPr>
          <p:cNvPr id="4" name="Picture 3" descr="A grid of sudoku puzzle&#10;&#10;Description automatically generated">
            <a:extLst>
              <a:ext uri="{FF2B5EF4-FFF2-40B4-BE49-F238E27FC236}">
                <a16:creationId xmlns:a16="http://schemas.microsoft.com/office/drawing/2014/main" id="{B79278B3-0C4E-E5F0-44EB-CBBF4A89D9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BAA510-7E5C-1F73-6192-EC659CAA06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5B1EEC5-86B8-F328-C44D-4C8782072C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245F56A-98B9-BBC4-28BA-2153EE211EE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2E0BB62-F90A-D58C-9439-379F592F9A5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C47D0ED-D35D-5F69-0146-DEAD1D6A3CB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6BE7BDD-BBAE-3C53-03D5-0D6F7C58822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FCDDCCDB-AB1C-E6A8-B6CB-D9AB61DB210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3187AFE-7047-4F24-CD61-E1AB835FE7EB}"/>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3C841490-BC00-05E3-F339-FB6D22871265}"/>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05E2ED86-9287-2EA7-5F8C-9DEA914AA30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BFD4A165-2398-137F-5E4E-F8E3BB0FA88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C9A886FC-FEA4-1129-70E3-DB78AF354B2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FDAA2CA-CAC3-E7CC-3A1A-3983415B568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311084B-8FA4-4D97-8751-308760B871F4}"/>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BA501C2-0415-E49C-F8E5-2F9A41A0DE46}"/>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32752AE0-8D20-827B-E519-D41A95705882}"/>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30E6C1F1-006B-2475-88CC-AB2834CC9A86}"/>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42DA9160-AE69-21F6-ACF3-C860341FF3E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8E144D5C-8EF3-D446-096A-28E2F2A667A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9203BA0-2149-85F2-FE66-9A9DA8A9DDC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113602F-C7EC-84C4-C54F-88ECA73BEE4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4F7886FD-3CF7-1F77-1D9A-FA0AE55B7EA0}"/>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C29CCE53-B670-6CC1-C9B9-99A183F26D0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6092005-A635-27EF-F57D-2D9C493B407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A7FFACC-F53F-6752-570C-1AE20F8F320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9C1EF70-8F60-D401-957C-47D12711A1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46FC17D-D9D8-C7A6-DF5E-120EBFA6BE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ECDCCD3E-4454-1607-D135-115F3E635F8E}"/>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EAEC997-9608-2C72-6901-1A8C7889EA5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EC603DFA-8AC2-89F1-A21C-EFCECB00A377}"/>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B2059162-ED95-73BC-023E-F8BD70F9A59E}"/>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39ED7CB8-D2B6-F376-F5C5-07D0ECF1C6E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773BC6ED-A2F9-845D-3855-CA6702944A8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4C4D5A7-672F-9294-A75B-C4A9AF6CF06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63EE015A-2AE4-9E58-21BA-08932D3726D8}"/>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317FC284-155B-C5D5-6D8B-94775E7A5B3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4B8350F-0D1F-B63D-A072-D217352DE300}"/>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CB1178A1-FBEB-3845-1ADA-9801F605F632}"/>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A671A6C7-5286-D624-ED1A-1244A4A90970}"/>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31A1C590-E0D5-D300-C0A7-94ED153EECE2}"/>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253FD805-4F63-13EA-AA96-B41F823B9349}"/>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A412076B-8B0E-1F02-A79D-AAB3109F693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637D82B0-9A3E-8314-41D7-542CFE848CC0}"/>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AB5D0526-7B5F-850D-911E-01D88A4F6915}"/>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5FF382F9-E830-8B8E-7E23-B162537D4379}"/>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23B5CFDE-D5EB-FB23-BB19-B938A604AB0B}"/>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7FE81A9-E8E4-E4CF-2DEB-68633F7FFC2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E9254304-12AC-1321-19C3-6FAE6363892F}"/>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D7A25311-2419-F419-FCCA-204344C5CA7E}"/>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5DEE3514-DD64-0DD1-D507-AC443ADC2552}"/>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F79194CF-17F5-8949-BA51-1608D2493EF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6DE9F135-9BE3-8106-5801-4890B339C16A}"/>
              </a:ext>
            </a:extLst>
          </p:cNvPr>
          <p:cNvSpPr txBox="1"/>
          <p:nvPr/>
        </p:nvSpPr>
        <p:spPr>
          <a:xfrm>
            <a:off x="7157158" y="3406653"/>
            <a:ext cx="570089" cy="230832"/>
          </a:xfrm>
          <a:prstGeom prst="rect">
            <a:avLst/>
          </a:prstGeom>
          <a:noFill/>
        </p:spPr>
        <p:txBody>
          <a:bodyPr wrap="square" rtlCol="0">
            <a:spAutoFit/>
          </a:bodyPr>
          <a:lstStyle/>
          <a:p>
            <a:pPr algn="ctr"/>
            <a:r>
              <a:rPr lang="en-US" sz="900" dirty="0"/>
              <a:t>78</a:t>
            </a:r>
          </a:p>
        </p:txBody>
      </p:sp>
      <p:sp>
        <p:nvSpPr>
          <p:cNvPr id="61" name="TextBox 60">
            <a:extLst>
              <a:ext uri="{FF2B5EF4-FFF2-40B4-BE49-F238E27FC236}">
                <a16:creationId xmlns:a16="http://schemas.microsoft.com/office/drawing/2014/main" id="{BD86AE0A-B0C5-23DD-87B6-BFF5B589B37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4DF67DF5-7D95-DC64-A3A5-C349FBFCB527}"/>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6CDC4D15-9D3E-54E9-C805-A258F3C605F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6" name="TextBox 65">
            <a:extLst>
              <a:ext uri="{FF2B5EF4-FFF2-40B4-BE49-F238E27FC236}">
                <a16:creationId xmlns:a16="http://schemas.microsoft.com/office/drawing/2014/main" id="{65A02769-122E-E729-A313-7C45A76F718D}"/>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C373DFAA-97E3-4D83-C575-EB7262676B24}"/>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DE2AFFEA-C71C-4C1E-2453-8FE723B10C2E}"/>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B1B33CD6-F4C9-F1FE-2448-3F2A79A2A704}"/>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2D9F32C3-F985-1C30-196C-6A0332CF284D}"/>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FCEC7EB1-EE32-A47D-5C31-E641BF234DF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21A80A94-1E9F-081C-0A01-D909F2B8CB7A}"/>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61313786-1E67-9B55-DDC1-64A4B1476346}"/>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B76AC9CF-DE99-CF1A-9EFB-BFEB39F90AE2}"/>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ADEB3D15-4345-E81E-49CF-17BEB3E66ED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42A83835-BE44-D9EE-781C-F98934B6C67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A0A45E65-C881-0598-1179-10286F623F2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94BC3A71-33DA-C648-8D1D-59D2ABE1B13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4260E97-DDC8-BC5D-924B-5CD4503C5236}"/>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221887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DACC3-FF6C-EEA8-7A47-1C3009C103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E76DF0-BB38-C633-B103-C308F76B13F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0BC7B1A-7856-2EB7-122E-DEE6DABCD7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530864-F5D3-C022-0B8C-7590D2EE47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E654A2-9C88-7235-4F0A-248FD965E5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90D190-238D-774F-DA4B-4A00652DE1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902407C-0215-D899-6EA1-E314ED0D479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5659B04-3D0D-1B9D-3A1A-6D074D48F2A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8E91739B-EACB-2A23-E753-997BE297574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7DA1AAC-C2A7-176B-8554-801CF042F3E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B864208-6717-DBD8-5789-9EEED3997B31}"/>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E8CD78EC-35BC-07FB-5BEF-06FE00EFBEC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BBFBB219-9216-F403-D6C2-44F7177A55B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4FF047E-D6B1-F898-8A4A-1400F9A6F14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13C0C04-F082-87EB-1709-A404997493A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8E7B0FD-0F09-D306-A878-977CFFA8B043}"/>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6B2F046-A0D3-06EA-0D7B-3B62C83E2A7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5855E4F-24F3-FA26-D0DB-9CC582E24E21}"/>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6CA6C40E-E71F-FC8A-DA6A-8814F33CAF45}"/>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163163E6-92EB-C1B3-05DA-5C9E0D3FAAD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0338284A-2D94-EA21-BDF9-5820F7E55F9F}"/>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03DCA817-8908-265A-794C-D4CDA825185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2F57512-1199-4725-2A88-33692128029F}"/>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F1AE7E3-D679-7FF0-73E4-7377AA63797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AEF912FE-DEC5-A143-8A3F-1BA2CDAA1F58}"/>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F69EF91-40B4-6A92-0DC7-B700BA51A3C9}"/>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449A2CB-9910-54DA-1DC6-B9857AD3149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245A98E-7377-8040-E48A-98BD16EF2C57}"/>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283FD5E-A3C8-3ADC-1AA2-7F3DC760A7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E1AEC4F2-1BD7-9675-D898-8D6898EB819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EF4DAA2A-4ED4-1778-2858-2210EBD7E03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2D531A9-538E-4937-F42B-CC6E71F8051A}"/>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36" name="TextBox 35">
            <a:extLst>
              <a:ext uri="{FF2B5EF4-FFF2-40B4-BE49-F238E27FC236}">
                <a16:creationId xmlns:a16="http://schemas.microsoft.com/office/drawing/2014/main" id="{7741952D-1921-6EC8-17BE-51ACD9E64ADE}"/>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40" name="TextBox 39">
            <a:extLst>
              <a:ext uri="{FF2B5EF4-FFF2-40B4-BE49-F238E27FC236}">
                <a16:creationId xmlns:a16="http://schemas.microsoft.com/office/drawing/2014/main" id="{263A365E-F5A2-B72A-AD3A-5963EFCACDE0}"/>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6BB2EEC-8242-4736-BFDB-B897CB32840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E6D36C9B-88B5-5794-B539-1E1E1C2EEE90}"/>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8263AA7B-711C-F628-F50A-3833357D6BEE}"/>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54E17F7-2315-65FE-7F5E-64EC72EDDED9}"/>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635225AF-C46F-85F5-B7E4-A54D0BD38341}"/>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B3900385-2FB1-4499-274A-780A3ACBEAA3}"/>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4E47B0A6-5CFF-C1CF-24CA-EDEF9E4D886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A3A6E101-8E09-CC18-1937-1D9FB906AF1A}"/>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81AE23F9-3EE0-49F0-6D84-C93FAFF23F3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FEFAD6A5-C41A-2EB8-86C0-38C882C0ED65}"/>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84068FDA-4EBA-0C09-5AE5-FD053B19C3D8}"/>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2DC356D5-A0B7-DCBD-3691-208B604E06E0}"/>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58EE8122-59AE-3F87-9829-740D03FAEE36}"/>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3EF14603-C7A1-C1E1-0ED6-382EA1165E4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4A776DEA-BDF0-8553-8B43-252143302C9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4D7A4BF7-F99F-82AC-C465-B9E6F2B49859}"/>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79CE7DC7-6E5A-BF91-3671-2BFCC599134D}"/>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DC1ACECF-FFAF-C46B-E04E-C9B3AD56846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FD3C4727-D7DA-61FA-14FB-387197AF67E8}"/>
              </a:ext>
            </a:extLst>
          </p:cNvPr>
          <p:cNvSpPr txBox="1"/>
          <p:nvPr/>
        </p:nvSpPr>
        <p:spPr>
          <a:xfrm>
            <a:off x="7157158" y="3406653"/>
            <a:ext cx="570089" cy="230832"/>
          </a:xfrm>
          <a:prstGeom prst="rect">
            <a:avLst/>
          </a:prstGeom>
          <a:noFill/>
        </p:spPr>
        <p:txBody>
          <a:bodyPr wrap="square" rtlCol="0">
            <a:spAutoFit/>
          </a:bodyPr>
          <a:lstStyle/>
          <a:p>
            <a:pPr algn="ctr"/>
            <a:r>
              <a:rPr lang="en-US" sz="900" dirty="0"/>
              <a:t>78</a:t>
            </a:r>
          </a:p>
        </p:txBody>
      </p:sp>
      <p:sp>
        <p:nvSpPr>
          <p:cNvPr id="61" name="TextBox 60">
            <a:extLst>
              <a:ext uri="{FF2B5EF4-FFF2-40B4-BE49-F238E27FC236}">
                <a16:creationId xmlns:a16="http://schemas.microsoft.com/office/drawing/2014/main" id="{CB007794-CC4B-930F-E8D1-42C9D92E3C8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34578</a:t>
            </a:r>
          </a:p>
        </p:txBody>
      </p:sp>
      <p:sp>
        <p:nvSpPr>
          <p:cNvPr id="62" name="TextBox 61">
            <a:extLst>
              <a:ext uri="{FF2B5EF4-FFF2-40B4-BE49-F238E27FC236}">
                <a16:creationId xmlns:a16="http://schemas.microsoft.com/office/drawing/2014/main" id="{84BC4E8B-A08D-6E8E-6D10-D4936A085E98}"/>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23241C04-1FEA-5588-9C12-46591C8665A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23457</a:t>
            </a:r>
          </a:p>
        </p:txBody>
      </p:sp>
      <p:sp>
        <p:nvSpPr>
          <p:cNvPr id="66" name="TextBox 65">
            <a:extLst>
              <a:ext uri="{FF2B5EF4-FFF2-40B4-BE49-F238E27FC236}">
                <a16:creationId xmlns:a16="http://schemas.microsoft.com/office/drawing/2014/main" id="{B59EF82E-82CF-C65A-D58C-76DBF964194C}"/>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DA046B75-A8E8-8C8E-17C8-C29D0DD22BE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947CFE69-1CC3-C0BD-54AB-3B21C7585BD2}"/>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D215F6C6-9AF5-BDBD-A731-82484DD67234}"/>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42477003-C210-747A-8DF2-47DD3B273933}"/>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D596E9CF-91E0-FD9C-0804-B3F8E8086AE3}"/>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EA8EB402-53DE-1F23-07EE-A71483B16F4A}"/>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A0E4FC44-194D-24B5-42C1-4F86837AB970}"/>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1B58DF05-3E1C-7967-244A-02DABC93A70D}"/>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6A991446-329C-5716-6D5E-16942F85280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FB3778D8-A0B8-8256-FB7F-7EE89322CEC9}"/>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F29B4812-8348-E425-55F5-6AEDBA10F0AC}"/>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5D3B93B5-CE40-5C93-FEE4-6FD03A7C386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70BB69D-130C-887D-641E-E24C3C561AC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75ED5DB-8B1E-F60B-D54A-30006616CA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5" name="TextBox 54">
            <a:extLst>
              <a:ext uri="{FF2B5EF4-FFF2-40B4-BE49-F238E27FC236}">
                <a16:creationId xmlns:a16="http://schemas.microsoft.com/office/drawing/2014/main" id="{0888D4F2-4B30-010D-DF4C-0B9F4CC6E8C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199418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7459B-E597-117C-61F9-A515AB1C0A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74ABF6-2C77-87BE-B9BB-18E88684D1A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4CBA4EB-35C8-BF89-C5A4-764F0B58C7C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3AF675-FD7E-5E75-63F6-641AF64FBDF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BD8F1D-C2BB-6444-1976-560D4A66384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2FF516E-48CE-8B1C-0896-222A1B7738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42E439-EB67-2302-F48B-4408B33D12E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374D798-F6D1-9DB5-7888-BD30AE76BAC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A950032-38E5-27C9-1551-EC413E1D6BB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642D74FA-8417-0D17-8DFA-220DC387678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F12FFBD2-898E-72DA-9239-748ABB8B014A}"/>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BB5483A-75CC-A693-6598-E431AD0FBD51}"/>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35348B7B-995D-5A7F-91EC-CAA60B2D1B5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4B75289-DA85-ECD8-9276-A77B4208B69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AF9C842-1D8C-14A2-911C-579783DA434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418E4F7-83AF-B85C-FF07-69F5A5253FC3}"/>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799672-1C78-5469-CC90-5939C9B0E70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FCB73EA-1EBE-7FB5-9977-5BB276DA6145}"/>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10793FA4-6834-717C-FDEE-DE815E50CF48}"/>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9D237A56-DA8D-3B91-557F-9F5A01FA5958}"/>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A45935F-38BF-D109-4FA2-6EC281857010}"/>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2DEA10A-CAC7-F900-7CCC-69BA6D14CEAA}"/>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5DC71D5-B5D5-2AEE-7C8D-D3654C1B4B73}"/>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1F78A05-AD74-8B43-A3B4-FBC5E9667C4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67379938-B88B-C7FD-65D3-9D2DAC56271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D88EFFA-A5D3-CA41-5E41-402502573FF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792C78A-5F3A-A492-89A4-32AF3589777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7FA7D60-972C-99A5-C64C-8F66CDEDB72F}"/>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814C0BB-AD08-B5AE-8C2F-502423B813D8}"/>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3502B96-0D0E-11D4-EBB7-F9FEB5582733}"/>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15080FAE-9A46-1D8D-2F44-30D8BE52087B}"/>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A777457-BA38-AE9C-238E-90569F2A954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24E568B8-6726-2272-59DE-44E5C8BCBBA5}"/>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B1FAB472-FFBF-81C6-257C-6BBC0A70AE3B}"/>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1A47AC90-7F74-329D-F0CF-505E5F6C6D5B}"/>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BD1544DA-02A3-6BAF-FF78-461E61EEC520}"/>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836F3C83-A43D-B749-354D-42FA173235F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7A541A67-DA69-B7D8-2B72-58AF6597510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6B8E0FC9-66A0-B3E0-9386-E2333D91B3EA}"/>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9E241A35-CCF2-A410-D752-6E6460C837D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CF34F7A6-3C68-B5A3-B319-EAE67C4721AF}"/>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869A5D1-DDDE-AA21-76AE-145AD58230C1}"/>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43D0A850-B13E-EF7D-405C-B15B471CFBA2}"/>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AF122AD3-BDC6-B822-18A4-42EDBAD99B1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6A50E8A0-BBFB-578D-8F41-2090BF625A3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A9A744C3-FEF5-1627-2B0D-B280D67940D6}"/>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3ED6F269-48E4-2D41-A085-D375CDD71448}"/>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B2940AC0-0717-D65C-0E4F-94BF03C51335}"/>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F10C096C-DDB1-18C8-1AB2-5861A1760AD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51453BD4-EFDE-B6FD-523D-3A34B0244DD2}"/>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3457</a:t>
            </a:r>
          </a:p>
        </p:txBody>
      </p:sp>
      <p:sp>
        <p:nvSpPr>
          <p:cNvPr id="62" name="TextBox 61">
            <a:extLst>
              <a:ext uri="{FF2B5EF4-FFF2-40B4-BE49-F238E27FC236}">
                <a16:creationId xmlns:a16="http://schemas.microsoft.com/office/drawing/2014/main" id="{627AFDBB-418E-6BC5-A518-5F923DB0EF96}"/>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AFE8418F-AF92-197C-FFF5-7A9B8CD5677A}"/>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3457</a:t>
            </a:r>
          </a:p>
        </p:txBody>
      </p:sp>
      <p:sp>
        <p:nvSpPr>
          <p:cNvPr id="66" name="TextBox 65">
            <a:extLst>
              <a:ext uri="{FF2B5EF4-FFF2-40B4-BE49-F238E27FC236}">
                <a16:creationId xmlns:a16="http://schemas.microsoft.com/office/drawing/2014/main" id="{127FB1F0-C021-ECF2-6208-FFB58C1402D4}"/>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1E8E3A40-A7D8-6B1C-9B61-9809807DC1BC}"/>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BD811C85-6FA3-AF5E-CCB2-9FB580CBFED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5D30FA03-D04C-8685-FDF9-409EAFBB4929}"/>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D5173C90-DED7-932F-B006-0BDD8DFCD8A5}"/>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A893B401-4553-7550-3600-101E4C67FD5B}"/>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06610D82-DD0B-24AC-D72F-E7797E5F0EC9}"/>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C1C96B71-FBE9-700D-5089-10374C389C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3769A5DC-883E-5DB2-B0CD-0F74780836EB}"/>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CAFFF9B7-75E6-9B4E-A5F0-F4A70BE3AAD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62962E42-C1BD-CEAB-7DD7-9C4E6DD7DAE4}"/>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A739595-9622-7039-C687-915E207AD5C1}"/>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14441AD-43FD-0155-B167-23BFC45D58E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01369E4-02F7-11E0-50BC-5F1C9E27CFA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F0F57E9A-E745-4025-BBDB-93FB6BD5CC9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A3DE422C-4C4A-88FE-7C08-3313C0633E20}"/>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028E1DC4-2307-D0CE-FCDC-FD7BBDABB6A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D981D4AA-B624-CCFA-68AA-A21FC3CB5F3D}"/>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4E43F39-637E-67FF-246D-8C5FFEE1D61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77" name="TextBox 76">
            <a:extLst>
              <a:ext uri="{FF2B5EF4-FFF2-40B4-BE49-F238E27FC236}">
                <a16:creationId xmlns:a16="http://schemas.microsoft.com/office/drawing/2014/main" id="{F82FD6F0-369D-97D4-1E09-10C2EDC69A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8893682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90CB7-BE05-47C5-7647-C551FB0B8ED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9F5279-9D7A-DEDF-BFD1-41A287212A8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4DCF014-95C5-2E9D-14E4-395ABEFF987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B51D6C-8024-EE71-1DA5-AD87876C91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705258B-D700-016D-4EDE-AADD9E7013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CDAE46-F955-BC7D-9217-0CF08638012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24DC23-11F5-FEF6-4F94-0B8B003D6AC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80C15C0-3206-94C3-2DD3-2FBE76FB7B6D}"/>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6B8E85A-1CD4-0EA2-7CBA-6D1302F4F49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9DEC4B4-92AD-5616-8A74-98E0F2E76BC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191B80ED-7629-63D1-3976-318414EA239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4FE4BEE-0882-E05D-F2CD-0026414744CC}"/>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4EA660DD-6F41-783B-83C8-5CE831ADDA8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48F9876-FDF2-57CF-D1AB-3F5B9D9C1FB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2BABBD5D-05EA-7268-A0B4-022F8DD8C19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3B55482-1557-A3F1-EDA9-46E1E775BAC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D96EBA8-3EAA-CBEB-41DB-1AA8A64AFAD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6A6977B5-46A8-39FB-FD5D-908F7A5850CD}"/>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5798616C-99ED-E8D6-4D3E-83DD40B77CD3}"/>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5DB2C460-CB45-38AB-7055-E20D3D252D4C}"/>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66FE2E-A385-011D-354F-DBFF4A061B8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8B5977B-5D84-F13F-642C-57D5295B6847}"/>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9D06C6C-EA7F-DFD0-5CAD-0835721681DF}"/>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043186F-45D4-3D4C-B6D3-3FA5D48A5E9F}"/>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547F42E-DC0C-14D8-8F53-99D04E307F3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5E9D1D6-D51B-0195-FA0F-E9501C9466B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C53E275-4F43-AB62-1DF8-FA7C5B18EDA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CDBCC0E-CB29-5E9F-F0EE-788C4D61B2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949FB20-A321-DABC-260D-D7102BE03E80}"/>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12163E2-52BC-9688-9361-BF0B3BA517BC}"/>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47AD9CD-A99D-31F9-2BF1-0458D6ED3928}"/>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7AB152B-2A9E-E8C7-F788-1C2F273B3D5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C681B10D-6ADC-65B5-F7F2-F330B729C67F}"/>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0B9C9172-FC5E-271C-3321-C364EFC6499F}"/>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9CD67131-69A9-C4F6-5CEC-4BD9D69068BF}"/>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1F649FE8-C227-D301-5E76-81A43A5410D9}"/>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DE924DFD-D482-6939-0C45-65615042B000}"/>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9C89BF3C-41FB-9562-F285-535DF0A6C11A}"/>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61DD3BDF-2B2E-0C4B-E0BD-949B71F2F4AA}"/>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997416A4-177C-2761-BB1E-7A7588AC1FF8}"/>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AB2AB82F-1EC5-22BD-FA29-52D5C08F83E0}"/>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8E13CE87-11D5-FBA1-7A1E-0AD78185B061}"/>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20311900-738B-B202-54E3-65917667C81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51B8443F-18A0-C723-2C41-934CA93103C3}"/>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92166D4B-DD2F-ECFA-3807-330ECD90BB3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FD368488-A90F-AA69-4687-6821ABA7AA61}"/>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71E4D58D-3805-B9DC-C0F1-84E4B1C055F2}"/>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427D060E-2EFE-83E7-E4E6-240D3EAA1BD0}"/>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28258F38-5406-7EA7-D3B3-93D89B83FECD}"/>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3B13999E-BA49-8DCC-6565-935AF074C30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DD73DD3B-97CA-822E-77A7-03096A0B955B}"/>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424889B5-4D95-92E5-5AA9-B12A8C4F2D2B}"/>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0C83A860-ADBC-0424-2B09-6A47EC2ED55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7E419233-DBFB-10EC-AB22-84E4837205B5}"/>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8FC52C82-CB4D-4106-C27F-2D5802785EDF}"/>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C19A6913-36FD-2B57-8CC4-8B8C183A47E6}"/>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C35C3F5-7E50-D55A-BFE9-41ED280403D3}"/>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14382B19-6ABC-45E1-B14B-1C48F0335B9B}"/>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8C76B1C1-0C72-9007-0516-31E60D37B482}"/>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A242B0C9-F32C-6359-3240-0F142CCC90AE}"/>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DD27011D-F95C-40B4-6769-FE0DC5F6CAF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E5795A7-3A84-45B9-98DE-EA94A7ED2D7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32031016-1497-4A36-4301-DBFA4CBC1489}"/>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AD6126E8-E254-2BA7-0C1A-253397AA83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A6AB286-42CA-CBFB-EE16-A89C7377B68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EAD25E9-960E-83E0-D67F-30C01A216AC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55CBB6A2-A6A6-C037-E3C6-EE8E15F9518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58CFFA4-92B5-E78B-C926-C598148FFCC2}"/>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00DAC53F-70B7-389F-B24D-09652599397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037F9BAE-53BF-BBD3-1B54-5A3398DBC5AB}"/>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876B52AD-98E1-782E-7FC3-66A6ACA65175}"/>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77" name="TextBox 76">
            <a:extLst>
              <a:ext uri="{FF2B5EF4-FFF2-40B4-BE49-F238E27FC236}">
                <a16:creationId xmlns:a16="http://schemas.microsoft.com/office/drawing/2014/main" id="{4DBA2F69-C5C2-9F2D-D570-B94DAE561A19}"/>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9527609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4B965-7DA6-BA18-88FD-B5E0FF2E57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0A0763-9B0E-2581-D3EE-A5B9EE6C89A2}"/>
              </a:ext>
            </a:extLst>
          </p:cNvPr>
          <p:cNvSpPr>
            <a:spLocks noGrp="1"/>
          </p:cNvSpPr>
          <p:nvPr>
            <p:ph sz="half" idx="1"/>
          </p:nvPr>
        </p:nvSpPr>
        <p:spPr/>
        <p:txBody>
          <a:bodyPr>
            <a:normAutofit/>
          </a:bodyPr>
          <a:lstStyle/>
          <a:p>
            <a:r>
              <a:rPr lang="en-US" dirty="0"/>
              <a:t>Complete Row 7.</a:t>
            </a:r>
          </a:p>
        </p:txBody>
      </p:sp>
      <p:pic>
        <p:nvPicPr>
          <p:cNvPr id="4" name="Picture 3" descr="A grid of sudoku puzzle&#10;&#10;Description automatically generated">
            <a:extLst>
              <a:ext uri="{FF2B5EF4-FFF2-40B4-BE49-F238E27FC236}">
                <a16:creationId xmlns:a16="http://schemas.microsoft.com/office/drawing/2014/main" id="{5A106034-27E4-01A9-5DD1-16F6C6D394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461759-8831-B868-0BCB-D4B38ECDA6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38B545-9214-BB31-984B-A94070C047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627DC0-05D6-7BD6-69BE-4F3C806E71E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01204F-2E28-3F8C-4801-673041D881D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1CC95D9-C43C-B0B4-7D5E-165F4DB430D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14C36B4-6527-C1B0-406F-8E34E2A0A42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2E57DB33-D0DA-17A4-7C3F-9E0ECAB6EC1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C82F7F60-352D-ECDF-D304-17CF6ACFA519}"/>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0C24605D-234A-F304-A01E-54FA999995A1}"/>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28B4DE43-C876-52C0-E3A6-11B4D06D21BB}"/>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8F1D37E-5CB7-DD44-9CB9-393D8D901F6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DEF2CBE-4C04-6B94-6F5C-BF4A0A7B1D7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61C4C83-A2F8-E917-E173-58085FCB3EF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6DCD5D-E531-7F52-B626-A30061641C9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41088CE-A2FB-9DFA-39AF-F9D6F6EF6707}"/>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CCD841DE-57A5-AF93-9C91-8B5CFD69E4A1}"/>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DE05B543-A64B-2258-28F0-3192C82BABA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3385525-6B9E-5A67-D876-32BBD68E0A86}"/>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F2863417-A9A7-4CD2-1E7B-8912E3E6F609}"/>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B32EC3B-CFE6-114B-C3CE-66022BA93E06}"/>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1DD5414A-E4F1-8D1B-9728-F2A9EFCBA54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771640A-A9A7-8E5F-2610-AC35C00554F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9706162-383E-FBDF-FB98-73867A09446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3FC5419-CF40-D15F-4F7C-590FF021C92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7FFC475-7C41-7A90-FFC6-C84921B728A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D429F195-4602-BF32-80D4-B2A3B5F00C9A}"/>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E3D2E71-7ACA-EF42-F655-E6CB6D37A3FB}"/>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5AC8865-52E2-03BB-2077-85521A2CAAE3}"/>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6AEB58D-E9B1-4F57-2663-6CD98342F48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1F21D8AD-6A45-37AF-7B0B-05E0BADF9C51}"/>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A9BC34B4-F7C3-A2D7-545B-99F98227C2D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16F8BCE-2747-FC59-996B-44682F1CB795}"/>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85A37ADF-AADF-D339-7BF3-B898692E597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ED48FDFB-454B-C67C-7E20-B7C8E708C558}"/>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98C0EBDB-8663-ED5B-F004-8F80F853C33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54F1EFF5-89B9-B173-6050-19AB6B7C7330}"/>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C4B161E5-B356-1BAF-90E6-6AC4B43E2F0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3BA16282-29DE-9924-F1E5-7C506FE11A1B}"/>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85FF01D8-C07B-F948-2A06-17292E069640}"/>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567DD491-1DA5-172C-4708-8DF8F11319F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ACF50A57-52E1-4852-A359-380AEA929023}"/>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A256551-69B9-98E9-752F-3C94E7C3C63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A4F5F438-1F39-51E6-ECA0-51A570894FDB}"/>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92CCF0BC-150A-AA95-0643-28CFAC02A434}"/>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D0ABC5B-BC4E-31DF-D6F4-5533A17DFCE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85FFDE3E-0242-B72E-62B2-D182BCA28D1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9BDCB72D-E282-90F9-3594-FBC7E872D382}"/>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9BF7E728-0046-28D1-5255-D4E81ED8BE59}"/>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F0458130-DAD0-43DA-0CB7-BE990557AD12}"/>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6D67C831-56D7-31F7-3973-95DFFCD25A1C}"/>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3D84AAA2-A8BD-B0A4-D726-088612EA86BB}"/>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3CC90340-0A8C-C864-D722-DC988CD838A7}"/>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4806117C-53D5-FDC2-8FCA-53FAB1605A6A}"/>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2C03C256-D4E1-EABE-4CF7-1038B509EC02}"/>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7FDCB0EF-22E6-6B51-A5C7-1594422FD427}"/>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8F4A9D8-47B3-6E26-159A-88E6F55D2BF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A0351277-929D-9896-318B-07F3363EA55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1095F614-8A89-E500-E450-D3C8A170F8D9}"/>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FFBDC3D-C48D-13A1-8FCA-BA95702976D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E5D01E14-E7F6-98C5-7BFB-F8CD656F87F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C9977C1B-3430-8D8E-E4D4-CCB50538028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C14C944-BABE-9831-25FF-1C288CCEAE12}"/>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C593984-8836-44B7-7A6B-60D472F69E37}"/>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EB6476D-616B-D716-2EEF-4A47204A072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1" name="TextBox 80">
            <a:extLst>
              <a:ext uri="{FF2B5EF4-FFF2-40B4-BE49-F238E27FC236}">
                <a16:creationId xmlns:a16="http://schemas.microsoft.com/office/drawing/2014/main" id="{6A5AE798-15DA-9C98-7B80-CDC2F7FF7D6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D1DA9FF7-8D75-C7E0-5F0A-CF876978CD95}"/>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44160F7A-6926-4A93-294E-A19E9D033BE3}"/>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C5BB5BB0-54F9-9EDD-6A3F-0935AFBD2502}"/>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92AC755-022A-CF4A-4F45-9AB96BA7E809}"/>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C848780B-7085-B3D8-5D2A-F905836137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13461D72-2D2B-1E59-DD28-B5C434C909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876088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C0D16-D382-3EDF-7D29-BFAD43556A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AE3218-F496-BE49-F8FE-99F6FCE47E3A}"/>
              </a:ext>
            </a:extLst>
          </p:cNvPr>
          <p:cNvSpPr>
            <a:spLocks noGrp="1"/>
          </p:cNvSpPr>
          <p:nvPr>
            <p:ph sz="half" idx="1"/>
          </p:nvPr>
        </p:nvSpPr>
        <p:spPr/>
        <p:txBody>
          <a:bodyPr>
            <a:normAutofit/>
          </a:bodyPr>
          <a:lstStyle/>
          <a:p>
            <a:r>
              <a:rPr lang="en-US" dirty="0"/>
              <a:t>Complete Row 9.</a:t>
            </a:r>
          </a:p>
        </p:txBody>
      </p:sp>
      <p:pic>
        <p:nvPicPr>
          <p:cNvPr id="4" name="Picture 3" descr="A grid of sudoku puzzle&#10;&#10;Description automatically generated">
            <a:extLst>
              <a:ext uri="{FF2B5EF4-FFF2-40B4-BE49-F238E27FC236}">
                <a16:creationId xmlns:a16="http://schemas.microsoft.com/office/drawing/2014/main" id="{7862DF75-094F-03D1-5857-DC6A59DC244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09AEBC2-FC71-C6E5-75D7-2ADC3C05E0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AA0725B-23F3-41B2-4074-0CBF766825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092F28A-3931-5DFA-BA28-0DC2014DD91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7A176C4-B858-8DB0-8FB1-AADEFB5E33D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B51C51F-9377-8C10-1E3C-72020DFFA9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B316EF1-8FD1-16AD-E50D-DD02AE59371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631C1F5-82CD-23B5-0BF0-C72A16AB896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0B6BDFEA-9013-04EF-E7BC-B2BF3973FB82}"/>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927B71A5-D832-0EBE-87DA-E0FA7D74426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148753C2-1E59-2F99-E0D4-3CB8933EE95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81EAA6C-C421-772A-5A67-62D490AEEB8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F201622-D304-EB7B-5288-88EC7EE3A6FA}"/>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F3B6714-618D-A567-9F55-899E5CA16BE0}"/>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41C61FC-E615-B501-9D46-2747153CC414}"/>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F5B6664-CCE7-B1A2-25FB-09A20E811416}"/>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3B4A8883-C9FE-C399-FE7F-7873980A8C67}"/>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70C01CDD-51AB-64AA-CA36-5001B066FAB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6F547BC-E038-713C-3773-A47D31DF584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FE75CC7-34DB-2209-46C3-849768D1897E}"/>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517C8C1-0D56-C3CE-2BB5-43FB697D08A3}"/>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2DD31973-BEAD-D0B7-4DD1-7BA9C7F3BDE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CB28D44-19AF-0D0F-0A15-E2402AF8679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206F998-2C0D-6748-AAB7-585767B23B5A}"/>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1D4F7871-BE80-48F7-70AF-31FB896D6F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36D6FD0-6487-8F1A-1E50-0FA920DDE13E}"/>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CEFED050-E95E-6E4F-D199-94C5F7B9B049}"/>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E65CE12-3F12-5F49-9A57-DD67D1D03624}"/>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7B2EF6C-81C6-8B92-C61F-9FAEEC8AEB4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CBFEBC6-26DB-56E8-2EFD-993A178A4E5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D2D9E4CC-8947-78EB-2150-BC1FF1326396}"/>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4BE38DD9-4478-04CE-9921-496ACFED422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34A751FA-0778-756D-BD70-946033329528}"/>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AD20B46C-A081-E5AE-7D7E-45CD163CFB5F}"/>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8DAA94B8-9103-C913-2A9B-01107D9A5853}"/>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63C7B44B-C2E4-4F6D-1602-3F01C851DD6C}"/>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E708DD67-AF0A-6D5A-C877-184E544D774E}"/>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31323FDF-7E8C-8FDF-B109-D26876570A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10DE446D-D066-4621-FDF7-55BDD8FD0BF2}"/>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B662E45-4CD0-8755-9257-D411ECF769FE}"/>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9A6710AB-70DE-162C-CAA7-368C4A95392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3B380049-C41C-0736-52F9-8B5D7206B5FC}"/>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42AE8E13-2659-26F7-4F2E-17BF91278ED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3A2F58B0-D301-1BAE-F92A-7669C5271298}"/>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B43E673D-7018-06BB-20F1-214353252DE2}"/>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32480A3-5BF5-88D1-BD70-8C1FFED4B30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16C91CED-BF22-AB94-B6BA-9DD69C56C93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81D7D8F2-D339-CA68-7F42-B96CC682394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F46CEC02-A448-F3C5-2830-77A2CAB093C5}"/>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8BEB3FBA-A4DB-5D67-9B73-48FCBE49405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382840FB-9D14-8EED-BB75-41AB9A3BFE0F}"/>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4EAD781A-87EC-420D-0E41-35DC86CE53C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CD597A90-BBED-4748-4053-7019A776D682}"/>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63084BA-BB06-ABB5-AD4C-08F4A7D21154}"/>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5F7DF2DC-C502-496E-321A-73985D9062DA}"/>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527B2D72-01C6-3B72-895A-447EB9CABC76}"/>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721C7417-1ADE-1332-73D9-08FDCFB6B8DC}"/>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35D63635-AB9D-3D9B-C541-D918BD1188E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F2E711CA-423E-29C7-7674-4C7CFE3E0C42}"/>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E6053D00-152B-671B-343A-3FF855B3F4A6}"/>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75683BBF-966A-1BE8-5DCB-12F4BA505EA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D756D3B9-ABCB-FD33-7C1A-60ABB58A2F2D}"/>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00F4B6E-C746-A6A1-A05B-D685E4F9FEE5}"/>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9B190E0F-E9B0-B875-0380-0472DA0BF9B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27824D6-BEEB-2BD5-8CE2-3B1274C1CA1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81" name="TextBox 80">
            <a:extLst>
              <a:ext uri="{FF2B5EF4-FFF2-40B4-BE49-F238E27FC236}">
                <a16:creationId xmlns:a16="http://schemas.microsoft.com/office/drawing/2014/main" id="{F317D197-9EF7-0E85-F5F7-F49538AB7D58}"/>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395FE6F5-E988-6F5F-5B78-60EADC0F025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2F7EFD63-CD68-26A7-1E55-DB20685AE8A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92DE6D2E-5749-A337-3166-4D50C2BA2310}"/>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C758EEC-02E7-8192-EBD3-C3D0127E27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8455302F-7D99-7334-E0DA-4C248EBC9D5E}"/>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BA30C1B5-F94A-9232-03DA-882DB88481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05F0EA1A-EE0A-A8D4-F219-51B37288EC63}"/>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4253A5D-1BB3-EBD6-75E2-17D2F8425D67}"/>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0098215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5ADB8-5946-0827-8ECD-5E1F315AE6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08F875-8325-DF9B-0B40-58AA67FF27AD}"/>
              </a:ext>
            </a:extLst>
          </p:cNvPr>
          <p:cNvSpPr>
            <a:spLocks noGrp="1"/>
          </p:cNvSpPr>
          <p:nvPr>
            <p:ph sz="half" idx="1"/>
          </p:nvPr>
        </p:nvSpPr>
        <p:spPr/>
        <p:txBody>
          <a:bodyPr>
            <a:normAutofit/>
          </a:bodyPr>
          <a:lstStyle/>
          <a:p>
            <a:r>
              <a:rPr lang="en-US" dirty="0"/>
              <a:t>In the bottom right block, the 5 is in Column 8.</a:t>
            </a:r>
          </a:p>
        </p:txBody>
      </p:sp>
      <p:pic>
        <p:nvPicPr>
          <p:cNvPr id="4" name="Picture 3" descr="A grid of sudoku puzzle&#10;&#10;Description automatically generated">
            <a:extLst>
              <a:ext uri="{FF2B5EF4-FFF2-40B4-BE49-F238E27FC236}">
                <a16:creationId xmlns:a16="http://schemas.microsoft.com/office/drawing/2014/main" id="{12A0D67E-D92B-D229-5CE0-DFD9BBBFD3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A24A2B-4825-1080-E080-01E5AF34B1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B4380E-5D70-7403-4922-6D4253755A1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6F8BCF-DB94-2F65-83A2-1B13C10AF9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0496A3-FAC4-A529-9C48-913AA977A73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28CE25C-ED70-3D02-233D-96EC9B5302B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75648A94-8A40-20E7-25CB-875F840D631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B74F3E07-EDDF-9640-FD5F-FE257DFC37F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35644C1B-98C5-336E-4290-EEE12043DB0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769D6198-9F86-83F5-FFB7-E7A5B8C2AA8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8D3BE973-2F10-2014-5985-22A31EDE6E5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324A2DF-FBD8-23C5-36DB-5383EF0CAC9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FB75559-19EA-48D8-4D5A-D1204D1D8F5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9EB5765-C183-CAC3-10DE-423C12F6FE4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8848FAF-D4EB-28F3-2ADE-8D57B8AE4BC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B020497-E8DD-E923-DB9D-E347E4160525}"/>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2BDF68AC-CEF5-A655-6CDB-324D0DC03A55}"/>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0086C8B-9B19-8412-4E73-E384FA26229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9384697-A1AE-10CE-0025-E392009B3AE0}"/>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93A32B7-6792-AEF6-49BB-C885358FBF98}"/>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02EB8389-AC71-E803-685B-DD6F357295B8}"/>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9F9B7AD6-7359-104C-D25E-9AC2387E22D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31EB813-D454-8F36-8501-0CC364BE4F7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07087B2-2FCF-009F-E6EF-1C38F5C0C52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18C8914-C6ED-6AFF-5C7B-828B45A04FE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47E2F02-CDCC-38A8-2041-ECB73FD0DA7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58A5CB75-846A-4F48-C68D-61B108EB4C12}"/>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9350F3E-6514-1220-157A-D0B87AB25C11}"/>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0CE598D9-FF0F-04C6-FA70-36ECDADD0567}"/>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A323AF0-5E98-1683-C611-50DA97959AC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56603F79-342D-548F-FDF8-71C9ED4E5198}"/>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73609397-4414-D171-6786-8B19C265439E}"/>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AB012CB9-8372-8FCC-EA03-F4FD716B50CF}"/>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2864F767-DFAD-5BEC-C9F7-D8AF43BF7EF4}"/>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03992622-B2CA-1901-C559-119C004FDA35}"/>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06D12D9F-E42E-A795-649A-30577EE802D2}"/>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DCE779A1-807D-6B06-6B1B-7FAF8F05CA0C}"/>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CE9BC8F6-678E-4AA7-2B66-0932EF2B06F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9D701880-B0B1-FE45-53C1-92EE6EF6251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2342A2A1-23D0-E7B0-1E95-025FB629C017}"/>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23FC782C-6776-8F53-08DF-82AC9AC3820B}"/>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7BF26479-80B2-9A2F-EDAC-42575E0DB4FD}"/>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2E5AD34-EC14-D2A5-987A-CB867FFEE75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6350483B-B368-E393-2B8D-669AA3C4136A}"/>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EAF76D0D-0AAB-92A9-16A1-6217E40AF009}"/>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9437F0AB-F4EE-5E4A-00A8-73FF5369FCF3}"/>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894D3F14-A3F2-CA4B-C4AD-59640CA60B7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E64E0DD4-48C8-1CDD-B882-D20ADACB1FEE}"/>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71CD9643-9E0E-9231-F535-D67B0D15FC23}"/>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82494B82-AA6A-161C-12F2-9E2F4125D8F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2F24995C-E3B2-0BE0-22AD-869CA789A4E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162E2A14-6553-3888-88D0-E444A039E3B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EB16C611-805C-0AE0-9F1E-50D7E7435B56}"/>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CED3733-FF67-662D-FC15-262B0A162147}"/>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D28EDE67-7D69-8FB4-B983-2C5A1F733A5C}"/>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8185556C-C3FD-4B3B-BB7F-0ECA74183DF9}"/>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E0BCB43-7C71-6FB2-B6EF-F692EF620CE7}"/>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979A6529-CF65-A111-0E4A-93AF5D230AB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1EAE52FC-0B2A-2129-3848-BAC937FCA954}"/>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1542A22-DC9C-FF6E-DED3-1243E9787CB5}"/>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2C9B0B77-05F1-5621-0A35-9F240A67A973}"/>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3A14D756-BEAB-B124-B565-DE8A4E9C0DA9}"/>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DA4EF7D-E99D-BE4E-75D5-F5AFBA677176}"/>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D05C6C0-08C2-7D28-03BF-D3525609483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B65B4DE4-5CD7-6463-C16A-B53BFD9577D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9C3B281-7E01-8083-FF0A-C77370F8A73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1319765-A2A4-489F-9599-C740B127101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F6BC844-2974-1762-A9AD-23C0EC97E78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D1F2193B-93EE-60AB-0D65-59AB5C13C79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1" name="TextBox 80">
            <a:extLst>
              <a:ext uri="{FF2B5EF4-FFF2-40B4-BE49-F238E27FC236}">
                <a16:creationId xmlns:a16="http://schemas.microsoft.com/office/drawing/2014/main" id="{C908BDF1-77B9-728A-83D0-95ACAE3A2E1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2" name="TextBox 81">
            <a:extLst>
              <a:ext uri="{FF2B5EF4-FFF2-40B4-BE49-F238E27FC236}">
                <a16:creationId xmlns:a16="http://schemas.microsoft.com/office/drawing/2014/main" id="{A0FE5843-54DB-A0FC-8C8A-D00873022AD3}"/>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407BF8ED-5637-F130-70D7-61E18259CCF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2229CF6A-E4CA-8958-8B4B-7F825DD90204}"/>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BCA8F17E-C7CF-1CA9-836A-54A13A235E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4547819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E576F-8072-4405-4027-B8CA44C6F2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1B0D7C0-C54A-DC96-B84E-5894172F34C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D1904F9-C346-E191-17DA-6C52D6AC41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12C5C46-13EE-25BF-0C32-7BED3948AA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5C0174-C46F-6871-21F3-6AF0E16CAE7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57BECE-B734-8B90-2EE2-3F8088FAFE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BF794BE-1B96-E5DD-CEB1-ED2CCF0049C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5F5B6B2-3031-9FC9-BA86-EA727521F70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B7800AC-D96F-8D35-4217-FD1FB465154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E20D5E7D-488A-1B5D-FCAD-2F5A270C6B5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EBD821C-6273-CAB5-8C0F-287B53595BF4}"/>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236E3292-3E80-DE9E-E149-1CC10261056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34BBB3DB-FC0C-49B2-D0DC-6D5DF171F69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1966E43-DEA9-30CC-3F3E-1406090B070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52B5D77-7B7C-4F02-C386-92E289D4FA5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1D632BE-7B25-83DB-8BD8-A96B0822469A}"/>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799A879-7F4E-CCCA-A27C-29B66A16AF5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0420BAB-1C76-9E28-C6A6-A897F750C1CF}"/>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42BB2C93-B3BF-EEDC-D8C9-CAAE795F095A}"/>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8C07E80B-927E-D524-2F07-0D90C146FB48}"/>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760DA9F-1246-9E33-5E1E-714238C6BFA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FC60FF2-5C61-F78C-6857-A114B56A391F}"/>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91952D1B-8DBC-E7BF-57FC-93F87EB08D9B}"/>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485A15F4-DA06-EEF6-369C-CE2E67A1C594}"/>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12466AB-2EB4-D3EB-E406-FB76A8B7D81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3933C82-DEBC-4326-A7D4-0D94355DF54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9B92C434-4E84-A034-63F4-0690ADC6A92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BCE160BF-57A1-41D6-4D38-E36D92E530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1D87BA8-B840-B02F-A9D5-5598567060B5}"/>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EE2E025-EC30-2728-8373-4D625FDBAD5D}"/>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41EC512B-A70F-AD0D-8029-CF751C0EB031}"/>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95BCF2E-C63E-C823-B64B-EE95F74DD1C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B8D3398-C175-B3E0-1A7D-AD905FB7DE8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A6169B50-B940-331A-9833-464A8D09B643}"/>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B2538418-96CF-D743-54D3-BA6263F9C0B0}"/>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BE8AF75A-86E4-3992-1853-845BA7576891}"/>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52338936-D2F7-8960-A074-066B3A518500}"/>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8" name="TextBox 47">
            <a:extLst>
              <a:ext uri="{FF2B5EF4-FFF2-40B4-BE49-F238E27FC236}">
                <a16:creationId xmlns:a16="http://schemas.microsoft.com/office/drawing/2014/main" id="{911D83E2-29C5-86A4-0BBB-503C57534306}"/>
              </a:ext>
            </a:extLst>
          </p:cNvPr>
          <p:cNvSpPr txBox="1"/>
          <p:nvPr/>
        </p:nvSpPr>
        <p:spPr>
          <a:xfrm>
            <a:off x="7157158" y="1402877"/>
            <a:ext cx="570089" cy="230832"/>
          </a:xfrm>
          <a:prstGeom prst="rect">
            <a:avLst/>
          </a:prstGeom>
          <a:noFill/>
        </p:spPr>
        <p:txBody>
          <a:bodyPr wrap="square" rtlCol="0">
            <a:spAutoFit/>
          </a:bodyPr>
          <a:lstStyle/>
          <a:p>
            <a:pPr algn="ctr"/>
            <a:r>
              <a:rPr lang="en-US" sz="900" dirty="0"/>
              <a:t>135</a:t>
            </a:r>
          </a:p>
        </p:txBody>
      </p:sp>
      <p:sp>
        <p:nvSpPr>
          <p:cNvPr id="49" name="TextBox 48">
            <a:extLst>
              <a:ext uri="{FF2B5EF4-FFF2-40B4-BE49-F238E27FC236}">
                <a16:creationId xmlns:a16="http://schemas.microsoft.com/office/drawing/2014/main" id="{2A7288FB-D9C9-3673-429B-14D386A5D76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B4C14DBF-6A43-B70B-2528-BCC054862F4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E4D1BD1-6250-16FB-1B5E-13321ED8D823}"/>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D2B790E-1886-255C-E4DA-29B5B6B7463D}"/>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569F1276-2152-01FA-4B38-802EDCE067C4}"/>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9DFC7706-97AA-3996-65DD-0DCC510CEBE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826E1991-30A0-0D59-D759-E316BE20A61D}"/>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D55AB1DA-0925-D2BE-4E6F-643CA1E30509}"/>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AE920550-37B7-5046-EAF9-2E5F71F45772}"/>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309D3FA3-F3CE-6E27-D167-1A140C773E22}"/>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6A3A35CB-F3CA-F6F1-D077-AB673B9DA9B0}"/>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B9C5F2F0-7CF2-0CD6-BE5D-660E47E92080}"/>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EC1000FB-BCCA-34A7-80D8-F8D7E4961B68}"/>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F03EC1E7-A98F-8D84-DC0B-7CD5A27B73BD}"/>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1621D1A-4386-E799-0A84-743ABE3DA872}"/>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F41D8C63-4B75-A8E3-5B27-22FA5852CFEB}"/>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91AACEA-69F7-5A22-DA7B-F7D0BFFB84EF}"/>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483EBCF-317E-8743-3D06-4AFF1478D37E}"/>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9E2A7605-1C4C-E3D7-4B41-ED1DEBC811C5}"/>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4235C6B8-F693-6DE6-913D-BD9CD23D5A4E}"/>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F91CF9FC-2B10-74FB-D2F0-C2E7A85A1E9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A26D6CF8-0BB6-A056-696C-2D886BDD71E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1B2D2218-957F-8FF2-21D8-2B001FBB077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7C2C4E99-261E-946D-21F8-EA6867B8FE6E}"/>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A318C6E0-7999-1698-9CA8-3070A2487AFC}"/>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4F40309F-8B06-C58F-05C8-2ED02876E6F1}"/>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4A74225-53E7-F2A6-D439-5CFEB3CC004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E5E92B9-9EFC-7F7D-23D1-122B56A4B46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2F18537-4F82-B35C-BBD9-6CB79005FA65}"/>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283FFC76-83F3-5165-856B-8FD4098F6363}"/>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9EE1734-D0A2-55D8-9CF3-1AF16DDD2AE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DE5ED903-B075-B7E0-FD9E-0E5167FA79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DB7FBD3E-3422-2FC2-F9BD-783AA30EF1CB}"/>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49262D35-44D7-C4C7-7C0B-D3E02740718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1A508ACF-1E1C-EFD6-79EE-1BA893AE0F3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4C9DA0D-238F-F1E1-9202-F3B7EEC6BD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77AEFC3-E86E-FF17-6988-6F64D19825F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CE6AA6E3-DADD-E777-607C-BBC6292FE29A}"/>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565814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9A110-4C65-1618-45A3-096E189F53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DFFA90-8A59-6CD6-6EB4-13D01E7CF0E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3D3866B-AF3C-2B90-4F68-B5D35C80AE9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8C8D47-3AB6-B90F-7F3F-465209D208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4F3F660-C218-68E1-6A5B-B60DE29390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806047D-EB33-30F2-1F69-6F1377A23D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9B28C0-8BD5-FEB9-7BAC-CB474F3B4F97}"/>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00C2CA3-DBAA-743E-51BA-179E9A74AE2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252086A-EAE0-8FD2-5535-DA9E35A1195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AB3560F2-52E0-B921-C63D-50A1A227866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E5915C3A-E3C7-AC47-5934-51F38912566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5595E246-DE79-FA40-953F-B7D431DD105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478</a:t>
            </a:r>
          </a:p>
        </p:txBody>
      </p:sp>
      <p:sp>
        <p:nvSpPr>
          <p:cNvPr id="13" name="TextBox 12">
            <a:extLst>
              <a:ext uri="{FF2B5EF4-FFF2-40B4-BE49-F238E27FC236}">
                <a16:creationId xmlns:a16="http://schemas.microsoft.com/office/drawing/2014/main" id="{8CFA082A-96C2-CFFF-EAF4-FD4174BC6E92}"/>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9854F9B-C175-5108-331A-88295A81250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FD55F2E-D5CE-4B09-1B2A-E55149F5F47A}"/>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667D379-E971-2FD2-FF9F-7EA2148A4D80}"/>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1CD1F50-79D4-C92F-BC33-BF74D36D04F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7BF3CAF-5D86-A356-C567-B1D3A5875D69}"/>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E2EE1BA1-1FEB-05D2-6614-11D09DDDB41A}"/>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5BF8C96-F802-FD72-62EB-A00B6D1B885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1268DC1-7405-770A-A6AF-B5C4A31D274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E31A24CF-6682-313B-79D7-E4BF5467CA76}"/>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E01CBFD9-C8B6-3E78-7675-0EA88441E4AC}"/>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EFE7B83B-E6E7-BF77-7792-43FCAED6056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BE39596-0F60-A232-6223-0E218BE96BA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A9124BD-DBDC-1D62-D06B-C110D8A5635A}"/>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9B5806A-C1EB-1DFD-8731-CADEB4114A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4F6B192-BB4B-3685-9436-8EDDA967E5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3DBF711-2059-27AF-6243-FE27714086DE}"/>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A176EC9E-7387-86CC-9D46-933DE01947D3}"/>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212012A-F44D-EED9-620A-67DC32829107}"/>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42FB3F0B-E9AB-264C-CC66-8ACC003D5FF4}"/>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1FC0B32-0ACE-5E2C-0527-526BA69442CD}"/>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DA5E812B-73F1-0E32-D416-F907A744982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26B5A6F2-ED82-55FE-E33A-F93235BF0CD2}"/>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F870956D-4EC1-99CA-B5BD-3AA6685CFBA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157C2510-2220-C40D-4047-EB4E770F870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EC0B0610-19E6-0836-6676-9036D8846365}"/>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E8247C99-AF65-24A2-A9E0-7209673388CB}"/>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01C3B0AD-A403-AA6E-6D51-BC5B2FE1A86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99AE077D-F92C-A45F-8F3F-80EECE47BC3F}"/>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DC10988D-F48E-5A4B-7DCE-217909BA630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B37BB30E-D34B-498B-6D2D-F39F28CC4F2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D420A4F7-BE7D-25DF-1B47-D265A6B1CA78}"/>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7DF7657-A9F5-45C7-1DA4-2D4DD7AC5E9F}"/>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8E38D522-54C7-F73A-BB54-E20407EBAD75}"/>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3433E398-1020-9FED-F08C-67B94F9F7D4F}"/>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F7272E72-B265-4817-42C8-C48803C0AF2D}"/>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EB8FC01D-713C-C57E-5163-0DFA740AE0EA}"/>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FD0CE8F3-3086-5FF1-3EF7-9770DD3BACF9}"/>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0F80B23-0DC9-6D4D-2317-AB9426ABC8D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A435DB98-6046-724C-8359-9D4CF5856E91}"/>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8590F2E-477F-CB04-D6BB-F47AFB228DDE}"/>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672EC9D-7372-CB84-42BF-AD8AB7996331}"/>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96EC9499-B45F-5F06-C122-4DE3AECAE064}"/>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31028F7-1CAC-9725-2351-E42A24B96946}"/>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82321A6B-DD65-5709-0939-AD7B69FFF3AF}"/>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AC5BB568-08E7-9E71-8230-072B29DA71A1}"/>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E4979261-0726-4336-C66A-F782DF8BD84F}"/>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CAF6118A-61B4-4A15-3B3D-52C1971FA1F4}"/>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68DA74B7-BF6B-B8C2-038E-682FEB62D0D4}"/>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F3B1D52-2B6A-03D6-E9B0-D13FD9EA92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21C11F90-F5B9-0352-F3E4-FDB7259AE97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CAC09B7-EDF7-AA09-C2D9-E7F7D09C6989}"/>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CF889067-25E9-E965-5320-B20EE5550BA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C8693666-AAB5-C8DE-F506-3B35E11B49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444CED02-057F-5EE3-279E-5AD3538F4D1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F443DBC2-FFA8-C67C-53A2-C616A64B5C4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2FC09757-5E8E-BBAA-2EA9-C19D581517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1" name="TextBox 80">
            <a:extLst>
              <a:ext uri="{FF2B5EF4-FFF2-40B4-BE49-F238E27FC236}">
                <a16:creationId xmlns:a16="http://schemas.microsoft.com/office/drawing/2014/main" id="{1D5F19CB-5200-8E68-AF72-5CDC8C0E3430}"/>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D09D72F7-67C9-458E-5523-F15EA8F998D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AEF1BB81-30D4-72CB-62BA-38C1AD3D524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60821643-D756-1E88-EB07-DF7D40E82FD2}"/>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8F591962-FB52-6D0C-CC3E-AA26B6840C91}"/>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E36F918C-890B-B071-437C-98DE333DB6AD}"/>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8ACD093E-892A-CBB0-B5E2-3DBDE72F8A62}"/>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6239508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38423-C7EE-3801-B107-2C6CAF9C93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9BF5FE-2388-4883-AF5D-1185EF13E88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18D501A-9EA6-4755-983C-84115FFB7A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CFD6E3-AC8B-4ADA-75A7-3DFD725932E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0CEA12-508D-9900-6297-A44EB39F01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E2DDBE9-0944-5507-7409-68C58E7208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E84434-7099-0606-B70D-4446C33374B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683E74E-665C-A6E0-60AC-AFDF3FFFC21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115BB84-D673-3296-D508-FAF545A7687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72E220E-8DBB-5A91-5316-455AB892EFE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59029801-AE82-884F-7B72-ABE306BB90FE}"/>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7CA09FC5-CC62-83C8-BC2E-4F12772AE2AA}"/>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1404D80C-164C-3B8D-1FB0-D2D637923D5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3B7CEA7-B9FA-36CC-8C77-AC15FB646F3B}"/>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53899C6-B3F1-CE45-3B88-FDB961AAF2D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4AC7564-DDDB-E2EA-A38C-0D74D7476E2C}"/>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5855FBE-18D4-60A1-07C9-9EA8DD2F449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D725B3D-A4B5-7125-B53D-D0F97DA48F25}"/>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0CBCF140-9554-5AD1-B75C-B9B7E62AAFDF}"/>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691E27D1-0FAD-FDDF-9240-B3986759B845}"/>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19714AB-D9E4-4407-40C0-65D9A46AEB3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B7AB9BA-B8AC-E7D5-418E-95D1C5FA2BA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C5E3177C-5F06-1CCE-69CE-B062961BE968}"/>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F021E6F0-6F98-0D90-B9A9-D136659105DB}"/>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EC92203-79CF-937B-6BC0-5EA7E9ED531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43CA78D-0C5E-2935-D9F4-C95C152588B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4A51C9A-CD77-EF1F-8579-38784663BF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5F42BDF-1D5D-0FCF-10CE-EDA187DD7B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B6E5BF00-B227-A225-7698-9EA0CF580073}"/>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82F0B133-5469-28C6-94A5-5BAA0E4A15D0}"/>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987D004-BC24-1CBF-96D3-CBF107D8CD24}"/>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6B4D5E4-442F-C3AB-1079-F3880385897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4A1E86C-995F-F37A-7239-F714590E7C75}"/>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6DB59D18-9446-F6DD-9778-8D0F2D8FD85B}"/>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F0B533B-A16A-C73A-F2BC-4841D29FF6F6}"/>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8868EE79-E66A-225E-79DF-A5ADBC44D98C}"/>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B28C2828-992C-5D0F-3F27-5A385ACDE44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9DB3CE6D-FE54-A5D9-A547-17373AF2916A}"/>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050CB25-72E5-AC1B-CF79-B0ACE305AD3C}"/>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F1D28A57-73F1-6EC3-B30C-776D625F0AF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FF956117-E8B6-E997-0F71-2D5CCD2F838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7842EDF-4AEF-AA77-70B6-9978E876562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467B8F20-EF20-2946-066C-8906758441F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AD300228-B04A-4476-86BC-D333AFC06DC6}"/>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6535AB42-AABC-322E-7ED4-725C5A26DF74}"/>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63D0254F-39F2-6FC3-7BF1-FA296874F7F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1D4B1F6F-52BB-0423-E4CC-76B03E65019B}"/>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96942864-0DF3-7926-787E-8A6B5CF61BE1}"/>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A56CA2FD-E153-A748-9C84-177D683F8A50}"/>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AED0E55A-3B88-EC10-BED1-AC11326EFE8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DE4A9BBD-ED6F-77EE-B278-D7671F71C6E5}"/>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2084224-6708-BB0B-7C22-2500420C3482}"/>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5951F567-4E38-4186-7CC3-AD323E8698B8}"/>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9586C0D-0ED8-D7C0-D206-78BC2556A73A}"/>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278C33AB-BE17-3DC5-4C6B-77E436B85D9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3F628A1E-CD6B-DFEC-3671-5F1C4B0F675D}"/>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4CD8488D-FA0C-5765-9A11-940B7805D80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04895471-068E-8FE7-692B-EA46CCC20BF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B695861F-303E-36A8-02E6-252B551D0F8F}"/>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551C0A53-85F5-ABE0-453C-E0D01D68210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998F144F-2CF9-BE02-E688-14A0E17F531C}"/>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29FB095-0951-1342-B3AA-A42663EFCAB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67CA0A8E-D70E-4C60-668B-A6B6FB26D9A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D96FC20-51B5-55F5-C165-CA2B81B8396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B43C106-6129-D61A-0C01-5F56436DA91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097E1A1B-EA4C-A7C3-58FB-22102557B149}"/>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EF129E5B-F5D0-B2DC-C304-09A7E729B25D}"/>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096596CD-EA8D-D5F5-B3A9-F8819A2A712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8E00BDE-C760-0B9E-81AA-F5DC83F8C22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248C6C1F-5B57-8A95-01CB-7181C4164C4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285A793-AE33-31F4-DDB7-57E168F02D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1" name="TextBox 80">
            <a:extLst>
              <a:ext uri="{FF2B5EF4-FFF2-40B4-BE49-F238E27FC236}">
                <a16:creationId xmlns:a16="http://schemas.microsoft.com/office/drawing/2014/main" id="{B3A1B973-8AEB-679F-4A06-7252E58F3FEF}"/>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2" name="TextBox 81">
            <a:extLst>
              <a:ext uri="{FF2B5EF4-FFF2-40B4-BE49-F238E27FC236}">
                <a16:creationId xmlns:a16="http://schemas.microsoft.com/office/drawing/2014/main" id="{F829A02C-2674-9A12-713B-CE5520BAF334}"/>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2640C9E2-C53D-7E5B-D383-AA3CDDCE6E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711581E1-1812-DCFD-A65D-1A1CF38CFAD2}"/>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FE90A13B-F00D-5C2E-9EE7-140D033896B1}"/>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033759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36896-4BA0-B26A-9EEB-E9A28A266C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803CBD-869D-8AA9-E5E6-9CBE51E5DDF8}"/>
              </a:ext>
            </a:extLst>
          </p:cNvPr>
          <p:cNvSpPr>
            <a:spLocks noGrp="1"/>
          </p:cNvSpPr>
          <p:nvPr>
            <p:ph sz="half" idx="1"/>
          </p:nvPr>
        </p:nvSpPr>
        <p:spPr/>
        <p:txBody>
          <a:bodyPr>
            <a:normAutofit/>
          </a:bodyPr>
          <a:lstStyle/>
          <a:p>
            <a:r>
              <a:rPr lang="en-US" dirty="0"/>
              <a:t>Reduce. (This cell can no longer exceed 6.)</a:t>
            </a:r>
          </a:p>
        </p:txBody>
      </p:sp>
      <p:pic>
        <p:nvPicPr>
          <p:cNvPr id="4" name="Picture 3" descr="A grid of sudoku puzzle&#10;&#10;Description automatically generated">
            <a:extLst>
              <a:ext uri="{FF2B5EF4-FFF2-40B4-BE49-F238E27FC236}">
                <a16:creationId xmlns:a16="http://schemas.microsoft.com/office/drawing/2014/main" id="{A0E2A1C9-DB92-33AC-DF1F-2DB3F68E4B2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F51ABB-9BD2-D8F4-3DAC-EA06D62919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65885B-009F-9F79-5E2F-FE50E059B9F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CB06F8-4664-B2E2-2A18-BEA326FAD1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6669975-DEFE-6541-A8DE-2B98E6655F3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1A85CA1-59B5-8B25-BC4D-29C36321EB7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C3800FB-F651-E81F-CCE2-8D272773894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1402A123-76D2-145D-AA2F-4D863B4E6DC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253D079-3D19-E651-5064-AEB3C668510A}"/>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49C40C53-3DD7-52D3-2A9F-BBA313F87C15}"/>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8E18C802-B045-ED79-3CB7-3AD05CA487D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09B0C1E-6B27-4762-0420-8D8C331593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794E0BB-B36E-2D99-F60E-F328E992B6D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EBE8554-8998-43D2-4650-85923FACE28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BF444F-B80D-948B-EC5E-69D598DC784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20467853-DB10-22F6-BB66-2E170F1D3E68}"/>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1370105E-C012-6EAD-1959-B9A889B09B12}"/>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746E7ED9-4D81-0C9F-E34E-CAB3FEEB948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51BB8DB-0FAB-15D5-146F-9DD555B21126}"/>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15A98D2-53ED-64AA-1342-385DA0DAFD43}"/>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FB121A3B-4D3D-0896-4741-8A031CB1B92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7EB50703-FE22-61D6-B4F5-5D34A40D8802}"/>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8C657415-652B-0FFD-33F5-392A1C52D14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42F9122-BCCA-D738-D355-B7C21FF4AC1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F90ECFF-9FF5-6159-5490-A23E043EE4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F9648BF-D31B-1004-EC03-3F5B7876F3B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C6106BA5-F2FD-5265-0AB3-4055D0026F8C}"/>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3D5B792-DF39-443D-ACAD-04C7AAB5BFA7}"/>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59314BD1-81AA-A88B-444A-EFF02005A9FD}"/>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F1C9A89-6EA4-EF49-21E2-1D90580D12B7}"/>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DB0D38EF-C105-0E52-B0FD-B8F83E143F0D}"/>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3A3F6DDC-E771-42A5-F6D9-DF72F941E3D5}"/>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AE522ADB-E685-9ED2-4AFE-A3751ABD3D46}"/>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E33E7EE0-D3C6-5E35-8FEE-3E215D0C839D}"/>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C64FFBC2-40A0-6B1C-1B79-2F0A1BC408B8}"/>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38B50773-F1A9-425B-E860-F68DB33F437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B9576832-F611-166A-2B59-B27CF5114197}"/>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F3B7F08-F11A-4190-96FA-56EC44848E3D}"/>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BC761CC5-4701-6903-B984-3ED5B391E492}"/>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6C711F75-E53B-BC18-06AE-A824909A995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2EBAD4BE-490E-787B-EEFD-3797BE5027AE}"/>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2B069A93-59D3-2D62-1159-434A297DAB17}"/>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07FA96BF-209C-22E1-D797-370BE0F59D63}"/>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B9D0D9A9-AF87-01B7-94AC-5E6B7936C1A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4D4A1CB7-DF41-06C5-03FF-04010D26BAF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B980E69A-502B-1E56-7745-76E4ABBE7866}"/>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7CF3643C-ACC8-CC86-0DE3-6792AEDCE458}"/>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25575FDC-37AE-7BF2-B016-6D4C0AC5B76C}"/>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23AE946B-8599-8812-0D42-EAC6F0585D4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8D72A8E3-140C-ECD5-CE65-509BF4579699}"/>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601F7F6A-66A9-A0C9-3A89-1033F2544E0A}"/>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B40B6F6-294D-072B-2004-16FA176B4149}"/>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B7129CE1-A55B-9E85-3CDB-8920302D8045}"/>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263EF5E-C9A6-2323-AD3D-87446696892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304C5A63-D6E6-CE1E-7123-11B82E1D868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4698B57D-34D0-528C-9DEA-E5971CF91D9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5CE7ECC2-3D06-C047-4C9A-C94BD71E64B9}"/>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A4BBDFF7-519D-0B71-12BC-F7D2D43AF920}"/>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67C47E82-F667-C30A-DCBB-B6FA3998BE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2BD2472-52BA-0437-0837-F0922D67D7C9}"/>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5528CF2B-6046-6A14-7E40-7C4B604684D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A9495F72-164E-05FD-8A9D-3D99E9D7F664}"/>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AA259BE-1350-5FDF-5CA6-233DA12F4C51}"/>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5319F795-DFD8-A7E9-D921-64622CEFD0E1}"/>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F9E5FF63-A685-F5E9-BAD1-867A5543B98D}"/>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EEB0E09A-C6CB-6AEA-47CF-E3DC4A1F557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51F8180-4DAA-E69F-FFA7-199A0A39A97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5DADF18-DA2C-1274-5C9F-6E62DA68DCC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80489BA-81B1-B4CC-59D1-E93C97FBD146}"/>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1" name="TextBox 80">
            <a:extLst>
              <a:ext uri="{FF2B5EF4-FFF2-40B4-BE49-F238E27FC236}">
                <a16:creationId xmlns:a16="http://schemas.microsoft.com/office/drawing/2014/main" id="{8554D289-1D27-27A5-FF99-0366D6F32343}"/>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2" name="TextBox 81">
            <a:extLst>
              <a:ext uri="{FF2B5EF4-FFF2-40B4-BE49-F238E27FC236}">
                <a16:creationId xmlns:a16="http://schemas.microsoft.com/office/drawing/2014/main" id="{796E9C02-29A4-79C1-8593-9142205868E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FC1FA0F2-9A30-BD11-E730-567592D3ECF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3DF663EC-128C-018B-25AA-C8A1C5F838C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B76CA1CF-DAA5-AA8A-040B-CBFDC05AA35C}"/>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0090906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35E33-519D-B552-4FA3-39169EC9D15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FF11CA-AAE1-64B3-222F-BEF1B070E4A4}"/>
              </a:ext>
            </a:extLst>
          </p:cNvPr>
          <p:cNvSpPr>
            <a:spLocks noGrp="1"/>
          </p:cNvSpPr>
          <p:nvPr>
            <p:ph sz="half" idx="1"/>
          </p:nvPr>
        </p:nvSpPr>
        <p:spPr/>
        <p:txBody>
          <a:bodyPr>
            <a:normAutofit/>
          </a:bodyPr>
          <a:lstStyle/>
          <a:p>
            <a:r>
              <a:rPr lang="en-US" dirty="0"/>
              <a:t>In the bottom left block, the 5 is in Column 2.</a:t>
            </a:r>
          </a:p>
        </p:txBody>
      </p:sp>
      <p:pic>
        <p:nvPicPr>
          <p:cNvPr id="4" name="Picture 3" descr="A grid of sudoku puzzle&#10;&#10;Description automatically generated">
            <a:extLst>
              <a:ext uri="{FF2B5EF4-FFF2-40B4-BE49-F238E27FC236}">
                <a16:creationId xmlns:a16="http://schemas.microsoft.com/office/drawing/2014/main" id="{7E78E80F-3994-8C3F-5906-9BD6A41D4FA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94C4B7-A024-3A34-D0C9-1C8F1B5A85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91D943-D6EF-56AA-8F18-AE1E69B3147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B63A33-C0C2-FA87-1821-8B1BE28A8B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A94E2A-520A-9B5D-E314-C3BD40BFD37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F1ADFF8-4F13-D2C4-D608-1D2352B02F6D}"/>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B42036D-48D2-87DA-841C-09372B9F852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E9A41C3F-9C65-DA62-5E2B-D4B253C60D7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E0EF4FEA-FB1A-00CA-280C-E9FDD3190F22}"/>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11849AE-331D-D471-2EF3-53B8C48A98C9}"/>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C12C2AC1-41A1-0426-A8E4-15FB3B09261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BE9F901-18DF-EDA0-87B9-1AB036807CEF}"/>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33385DA-86E5-6D2A-F6B2-4543FA29144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449B415-4227-8F80-EC93-0C3E09B38DA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8728B34-B1C3-2F61-FB16-BD865895909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F01AE75-082D-513E-9501-BC02D993D093}"/>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24B84A16-72D3-F0FE-6426-D1346B534DA4}"/>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60A58DB5-F7D4-9232-147D-F4F819BD6B7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A738356-5FF7-2F5A-DF4F-6EA136E7F3E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8C315A1-C70F-E773-C149-3F3F1ADCFF7E}"/>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1E29F91-AD87-3A07-E773-41F47460EEBE}"/>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FCBFEFA-E081-777B-CB69-C017A0AC330A}"/>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1912459-626B-1A78-BC48-5220C81B8B3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E41AAA5-9C4D-5C04-A3EB-A29AEA50C9F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89E970D8-80BA-DD47-DC9A-955E153A22C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5088C37-7011-5E4A-05BA-0E294CEB1A4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32A9A5B1-537F-5AE8-D0DA-8ADCD5727AC7}"/>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278ACBE-67AC-3541-C9E8-B87392D8236A}"/>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7E22D899-640D-41BA-8A20-7B903723AA7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A14833C-5CDF-5F1C-8472-9ED811231BE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21CA563B-1843-3D03-A1C3-C4C14C78FB0F}"/>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2F2B5AEA-A03D-3BDE-EBF6-7AD325F2E113}"/>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CDE22DE0-5B59-D225-B487-BE8B014789E8}"/>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2D60A5F3-6C72-6A8C-A6F1-46A02608FBC1}"/>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36E09DFF-4984-B6A4-590A-3C30226A69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6E76DFCF-3356-A390-90C8-E8F4DBCF39CC}"/>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A172DDD9-4AF5-89CE-1BD4-15C82592C3E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14007AED-5DD0-7469-CA1B-9B37CEBC43A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B62033F1-DE2A-CC8B-4AB7-ABCA400A1FB2}"/>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D10F1D5D-7FC2-7D69-CAC3-E98D54F8676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09F52A03-2A46-62C9-65F2-2F4EA4D44838}"/>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C256AE82-B634-D458-A5BB-74D73A185C7E}"/>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F494FE0D-17D3-CA58-3D57-E04A4419591E}"/>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66E177A6-DE04-6991-D965-DAE4BDD9AC5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6FB1601E-0713-589F-9D4E-99E3A1D26DD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9E2E25D6-7808-FA91-6F7E-00F91BD19077}"/>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23467</a:t>
            </a:r>
          </a:p>
        </p:txBody>
      </p:sp>
      <p:sp>
        <p:nvSpPr>
          <p:cNvPr id="64" name="TextBox 63">
            <a:extLst>
              <a:ext uri="{FF2B5EF4-FFF2-40B4-BE49-F238E27FC236}">
                <a16:creationId xmlns:a16="http://schemas.microsoft.com/office/drawing/2014/main" id="{9ECDD32E-4A56-04EB-EC23-103F60B5DF44}"/>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CAA572F5-3382-5490-67B4-8D450BA88594}"/>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0F0FA911-E8D6-3342-FFA8-F0B9494FC8C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A35796C6-46C5-13B8-9E76-B96E0286C6ED}"/>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7783E53D-8C53-D460-3657-C175951C60E0}"/>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06DFC184-2A7C-2544-ECA4-331B981A47F4}"/>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7F76B7D4-850E-CC4C-D0FD-6BE3F853E324}"/>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E955D4E-3773-08B3-62AA-CBCBA1A78308}"/>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E2029F6E-4063-785B-3EF0-B6F51D5F204A}"/>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FD6AC5F2-C679-0CFE-EEEB-EA61F34A7628}"/>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F40EA62B-DF4E-BA91-CA26-5FC5570C41EA}"/>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103D7727-01FF-9504-D8CE-71F352CFAAEA}"/>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C1229AE7-738F-104E-0A37-59C1EBB10225}"/>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1A7CDCF-1C1A-0717-36B3-46609C96704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24766DA-0F7A-6401-9101-18D0D7E23A2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7F0B1F24-327B-92A5-9EAE-6DE39CD5BBC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F445AEF-5519-81DF-60F4-51B31758B7C9}"/>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27C3ED6-78A6-B10E-73A8-FD77E55147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CB4F5C10-282F-347F-1C6A-2CD97FE30121}"/>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38F789B3-EF1D-F59E-5C4E-19456D2AAC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A10112F6-A75C-89CA-6741-1B1CA280B97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3F700931-ADF2-BBE3-16B2-E3FFB5EBD4A1}"/>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851BF22E-FCF6-4C16-857E-EB7D5B5082F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20BA79E7-BD7E-3A9D-D590-40367B0B6BA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D0B265E6-309F-F6DE-75DD-1D384FE2385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7DB9C07-0749-A421-8BEA-B60481FB9E2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7BE81B5-9CDF-4C25-8887-2F9F1A02501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C6A3941D-E554-1019-F1B8-7945C2B38FD8}"/>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119051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A1C12-B451-3572-7E33-D86028106EB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1475A8-3129-7663-B525-097E6E9B267F}"/>
              </a:ext>
            </a:extLst>
          </p:cNvPr>
          <p:cNvSpPr>
            <a:spLocks noGrp="1"/>
          </p:cNvSpPr>
          <p:nvPr>
            <p:ph sz="half" idx="1"/>
          </p:nvPr>
        </p:nvSpPr>
        <p:spPr/>
        <p:txBody>
          <a:bodyPr>
            <a:normAutofit/>
          </a:bodyPr>
          <a:lstStyle/>
          <a:p>
            <a:r>
              <a:rPr lang="en-US" dirty="0"/>
              <a:t>Finish Columns 3 and 7.</a:t>
            </a:r>
          </a:p>
        </p:txBody>
      </p:sp>
      <p:pic>
        <p:nvPicPr>
          <p:cNvPr id="4" name="Picture 3" descr="A grid of sudoku puzzle&#10;&#10;Description automatically generated">
            <a:extLst>
              <a:ext uri="{FF2B5EF4-FFF2-40B4-BE49-F238E27FC236}">
                <a16:creationId xmlns:a16="http://schemas.microsoft.com/office/drawing/2014/main" id="{E27F1E59-54DD-B7FB-F10E-7FF5FB13A10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95B451-1A4A-7988-637F-BDB3271DFA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E29EC4-1B48-6691-1AFA-2AA2DD70899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5A82098-10C5-762C-343E-DB7DA1CFE42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5B059B-52B5-ADE8-80DC-A1EAB0BD9DE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7A765E1-C550-5161-3110-40833A370C20}"/>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A0EFBD4-C08B-2EE3-2CA9-D080A2EEE3B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915A261D-B53B-199E-281C-FD8EC05A3A2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DA44602-AD0E-F8E5-5FAC-7B880DBB2412}"/>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31BB2511-EDCC-33CA-57D5-C6A0C84CDECA}"/>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EDA8C4B3-0910-2EE0-C319-8B74961BA157}"/>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B15E46B-3A76-9C94-605C-FA773B51A7CF}"/>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7925BFC-88D7-CCA9-894D-A3F9AB314B02}"/>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DCECCE4-3B0B-728F-810E-55D5F26F30A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ECA7D3F-5D35-EA9D-C19C-8DFF9394202E}"/>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67B115E4-484F-92F8-76B4-14639F57D19A}"/>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52741380-0D04-54D3-907D-F13A06142922}"/>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5018C485-D600-58BE-78CD-79265EC97D2D}"/>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3A0C9F8-39CF-04B8-E853-FBBE802F340F}"/>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E47C557-001A-0C5B-C5EF-BA75B7A80153}"/>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FB96A142-B422-7A1F-464E-F382DBBD214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50548969-CA5F-F9EB-5B78-7190D188A38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BCFED21-921E-053D-50F7-23A47303C2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D244AEE-52F4-3CB5-1E9F-E48112A516BC}"/>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553A562-AC4B-327F-3F73-2700181909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A37FA54-456E-609A-242C-4E03664BCAE3}"/>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BF07DEC2-DDCD-B631-3DE7-FE2D06B9EBC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261874E-1EB6-A747-2869-C0F639BC4814}"/>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7E8807E6-C631-A372-A452-15E2C0DCED7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47A2960-BF8B-ADFA-887B-BACD3F877F1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9D72B118-9AC5-A962-AFB2-BE3DB5C770EA}"/>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6340E224-B090-8C39-8A1D-D1203FE6D5FE}"/>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1DD5F4F7-5D14-6877-7F7A-8C64AECDA81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418D11EE-0AD9-DD6F-199F-A958928D9CE2}"/>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F73F064D-8310-A040-6395-4947404F67C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26A8849B-0240-384D-D9C9-92CA8850CADC}"/>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E8637F86-41D6-4E81-81CB-7F525274FF7E}"/>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8BE3619E-B65A-AEAF-303D-91B04EEC637F}"/>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A128B4F5-AF8E-C6EF-7C23-7EFF6F9A030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7F6DE28-1275-7557-08A9-A9C8D77B26B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C35758E7-C750-2CF5-18C8-8445842F8B6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479A75F0-80F9-6ACE-F319-8E1E34B67843}"/>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B9E5B89A-CF71-C30B-17AE-A5DB8D9F83E6}"/>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4CCBF5EE-C06B-7664-48A1-80A50F99AC4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5973FF28-7F92-8329-AC67-9C273AE3A55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B4159AB9-F123-E9C7-4BAB-5CA60019EA6F}"/>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23467</a:t>
            </a:r>
          </a:p>
        </p:txBody>
      </p:sp>
      <p:sp>
        <p:nvSpPr>
          <p:cNvPr id="64" name="TextBox 63">
            <a:extLst>
              <a:ext uri="{FF2B5EF4-FFF2-40B4-BE49-F238E27FC236}">
                <a16:creationId xmlns:a16="http://schemas.microsoft.com/office/drawing/2014/main" id="{EB209711-4039-B138-66E3-8EAE62CF0DD1}"/>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A5806BC6-B8B5-665C-70B9-16F4CA674960}"/>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F1F76020-6AB6-3149-5F7C-1209DFE084E9}"/>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49A8792-76FD-2B32-C113-30B0440599A5}"/>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E617406-41DA-029E-75F5-EA1F72D4FAB7}"/>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D6ECF2C-FCFB-DB4B-AFD1-03C092E9B835}"/>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631302D4-F0D8-47E8-825D-8BD614718BFD}"/>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367F1D11-644E-29CB-B81E-CE4B62805CA6}"/>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BEB9C562-3E31-977D-9814-5583B713ED2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4451D74-3E73-B010-B470-5A63B9EAD3AE}"/>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2D406615-BED2-0E34-C76D-681B5F500354}"/>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8DE56C5D-AF2C-9BE2-504A-C8BDB7427820}"/>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0D758CAB-810D-78DD-0A45-AFB46EA05335}"/>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EA9E0574-3AE2-2B91-A924-B63CA5C27FA4}"/>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BC84CEC4-904B-1205-3776-4FC15A5826F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498FA2FA-F0E9-4435-F57C-3428796348B4}"/>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59ADCE55-813A-6331-66F6-1CA3BB9C7E88}"/>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FDFFAB05-882E-2382-667D-BE8EEB0501E7}"/>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5F0381A0-7B4F-AF7D-0690-33DBAE85B5E2}"/>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4616446F-78FF-A4B9-50E8-7F697AA8D809}"/>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23D3CFE0-6A98-988B-EED6-77E6536D23CE}"/>
              </a:ext>
            </a:extLst>
          </p:cNvPr>
          <p:cNvSpPr txBox="1"/>
          <p:nvPr/>
        </p:nvSpPr>
        <p:spPr>
          <a:xfrm>
            <a:off x="4143022" y="2905709"/>
            <a:ext cx="570089" cy="230832"/>
          </a:xfrm>
          <a:prstGeom prst="rect">
            <a:avLst/>
          </a:prstGeom>
          <a:noFill/>
        </p:spPr>
        <p:txBody>
          <a:bodyPr wrap="square" rtlCol="0">
            <a:spAutoFit/>
          </a:bodyPr>
          <a:lstStyle/>
          <a:p>
            <a:pPr algn="ctr"/>
            <a:r>
              <a:rPr lang="en-US" sz="900" dirty="0"/>
              <a:t>234679</a:t>
            </a:r>
          </a:p>
        </p:txBody>
      </p:sp>
      <p:sp>
        <p:nvSpPr>
          <p:cNvPr id="48" name="TextBox 47">
            <a:extLst>
              <a:ext uri="{FF2B5EF4-FFF2-40B4-BE49-F238E27FC236}">
                <a16:creationId xmlns:a16="http://schemas.microsoft.com/office/drawing/2014/main" id="{9BC6023B-A7CA-3CA0-5162-A7D21DBCD9AB}"/>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E565DDC1-62DA-5862-0DBA-223F93886844}"/>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5EBE34D8-CDA5-2A65-85F5-E124A2BA667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05896751-7DD2-402E-A67C-9E1F829AB87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3DEED77-6293-BE60-A800-D6536D3E3CAF}"/>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04BF392-1ABA-ACE8-70CA-5FCD322E94AA}"/>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DE5E5003-50FD-D1F1-3E29-7B9B90765DC9}"/>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462A2D46-9597-FBBF-E1FE-E03D7A3B19E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3D78E317-E013-8745-246E-AB6512B518D8}"/>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47FD378F-4B7B-48D0-3A55-86DCE82808E0}"/>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069347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35037-99D2-A0AB-37D7-337CCBFF2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9557FB-099E-9451-37C4-5279799ADB99}"/>
              </a:ext>
            </a:extLst>
          </p:cNvPr>
          <p:cNvSpPr>
            <a:spLocks noGrp="1"/>
          </p:cNvSpPr>
          <p:nvPr>
            <p:ph sz="half" idx="1"/>
          </p:nvPr>
        </p:nvSpPr>
        <p:spPr/>
        <p:txBody>
          <a:bodyPr>
            <a:normAutofit/>
          </a:bodyPr>
          <a:lstStyle/>
          <a:p>
            <a:r>
              <a:rPr lang="en-US" dirty="0"/>
              <a:t>In the left center block, 3 and 4 are in Row 6.</a:t>
            </a:r>
          </a:p>
        </p:txBody>
      </p:sp>
      <p:pic>
        <p:nvPicPr>
          <p:cNvPr id="4" name="Picture 3" descr="A grid of sudoku puzzle&#10;&#10;Description automatically generated">
            <a:extLst>
              <a:ext uri="{FF2B5EF4-FFF2-40B4-BE49-F238E27FC236}">
                <a16:creationId xmlns:a16="http://schemas.microsoft.com/office/drawing/2014/main" id="{832C888C-A5E4-3460-6771-E76534048D0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C9C9B3E-882E-4CA7-EF4B-D47F5CA37A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42F2CBC-7574-98D8-ED32-6F5CC67445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2767F5-260B-67BB-6AEF-CE6CAB54FEC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94DD08-2709-02AD-34A5-13724466E66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C796645-29CF-EEAD-B1A6-70916518821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9D9FEEB-3B6B-BB87-2AFF-FB870D1CEBE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8A3A948E-DEB9-73D9-79DA-3A4DB286F88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7A8ABBF0-8ED8-36EB-3176-68750469A2F3}"/>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E9489660-A295-0848-5A21-C8AEB904DF95}"/>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CE944CEE-B490-8960-0A51-1D70A189F0A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E2BF991-2E33-260A-06B9-F96803B1FC5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35554ED4-7033-35DE-C3B6-9330B4D8085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D1557BA-D8B3-9278-7A68-A3A06C4DDDF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D55396B-A2CA-E76F-4CAB-CE9473504F6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8F58759B-204C-947C-F980-EBFA1F0F2156}"/>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6FE4981D-E0FE-C71D-545C-D9DEC14972A9}"/>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043C5356-9F06-836B-A9F8-46746A9DA96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9BCBF72-0837-097E-D0E3-7A0973E7158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FF17479A-5956-94CE-40A1-2C2192B76D0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1C6DF833-CCB6-E37E-17C3-C1ED3F8E7635}"/>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C3795DF6-312A-A1FD-51EA-295115074D4E}"/>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28542DD-D1D2-9E99-6785-62E17F15421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38DAD66-54EE-62C9-7506-5F85DFEA3D42}"/>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52E3FC7-21E0-A788-FEB0-D334807F6FB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091945F-D0A8-337F-ADC7-3715E0227C38}"/>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36B90D4-725F-1D80-B5DF-C1F4ACBFB4C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39F7650-0007-7D4B-6A17-087A92FCCF3D}"/>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2F308FF3-911D-EE7C-E4B8-C739A2598B1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704634E-9299-30B0-8AFB-D7508FAB94B6}"/>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F8B7C674-212D-D3B5-9198-D19C92A7C80D}"/>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C3B802DC-B849-A076-F403-DCD39A3BC82E}"/>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DDFF0C18-7AB9-FDE7-AD33-DD615BDAE078}"/>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600946CC-D670-86B2-B091-7A74E564F570}"/>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28F80519-5322-50CE-DB9A-D26A77C64FF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621C4ACD-3ABC-4416-4378-7CC23CDBAF3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E6D0A58C-7F7F-4503-18C2-CFAA802EAB10}"/>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71D767B4-E1AC-8EFA-6332-31C434E9B53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09211BF6-5CB1-C033-5141-348240428815}"/>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632B4911-5865-6D05-374B-812B21659188}"/>
              </a:ext>
            </a:extLst>
          </p:cNvPr>
          <p:cNvSpPr txBox="1"/>
          <p:nvPr/>
        </p:nvSpPr>
        <p:spPr>
          <a:xfrm>
            <a:off x="3640666" y="2404765"/>
            <a:ext cx="570089" cy="230832"/>
          </a:xfrm>
          <a:prstGeom prst="rect">
            <a:avLst/>
          </a:prstGeom>
          <a:noFill/>
        </p:spPr>
        <p:txBody>
          <a:bodyPr wrap="square" rtlCol="0">
            <a:spAutoFit/>
          </a:bodyPr>
          <a:lstStyle/>
          <a:p>
            <a:pPr algn="ctr"/>
            <a:r>
              <a:rPr lang="en-US" sz="900" dirty="0"/>
              <a:t>278</a:t>
            </a:r>
          </a:p>
        </p:txBody>
      </p:sp>
      <p:sp>
        <p:nvSpPr>
          <p:cNvPr id="56" name="TextBox 55">
            <a:extLst>
              <a:ext uri="{FF2B5EF4-FFF2-40B4-BE49-F238E27FC236}">
                <a16:creationId xmlns:a16="http://schemas.microsoft.com/office/drawing/2014/main" id="{B2A7E5A8-952E-D99C-CCD0-C4E292AE0BDD}"/>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D6EF715D-9EDA-800C-662D-AC1B3D693E6B}"/>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9D4A9266-7ECB-56C1-BCC7-8B31BB648DFF}"/>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A82B54B4-2141-DB51-EA54-4A18309406EF}"/>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1" name="TextBox 60">
            <a:extLst>
              <a:ext uri="{FF2B5EF4-FFF2-40B4-BE49-F238E27FC236}">
                <a16:creationId xmlns:a16="http://schemas.microsoft.com/office/drawing/2014/main" id="{BEA7DA47-9164-5939-335A-96625E6E5B7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106A21CD-2BD8-94E7-DA4A-E4866A7D415F}"/>
              </a:ext>
            </a:extLst>
          </p:cNvPr>
          <p:cNvSpPr txBox="1"/>
          <p:nvPr/>
        </p:nvSpPr>
        <p:spPr>
          <a:xfrm>
            <a:off x="3640666" y="2905709"/>
            <a:ext cx="570089" cy="230832"/>
          </a:xfrm>
          <a:prstGeom prst="rect">
            <a:avLst/>
          </a:prstGeom>
          <a:noFill/>
        </p:spPr>
        <p:txBody>
          <a:bodyPr wrap="square" rtlCol="0">
            <a:spAutoFit/>
          </a:bodyPr>
          <a:lstStyle/>
          <a:p>
            <a:pPr algn="ctr"/>
            <a:r>
              <a:rPr lang="en-US" sz="900" dirty="0"/>
              <a:t>267</a:t>
            </a:r>
          </a:p>
        </p:txBody>
      </p:sp>
      <p:sp>
        <p:nvSpPr>
          <p:cNvPr id="64" name="TextBox 63">
            <a:extLst>
              <a:ext uri="{FF2B5EF4-FFF2-40B4-BE49-F238E27FC236}">
                <a16:creationId xmlns:a16="http://schemas.microsoft.com/office/drawing/2014/main" id="{B4B3740D-5D92-FB87-635E-757F4A361B27}"/>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5DCBA43C-EBD8-29ED-1639-7E8F1FFA357B}"/>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34E7BEF7-3615-FDB3-8D98-FD2D5B3A47A8}"/>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2773BE97-E3D5-3559-1849-9530082C9A44}"/>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7E4AF00-C8C7-5CE8-7055-FBEDB170B5E2}"/>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B5F96133-7EA6-7BA2-E145-3347EB71765B}"/>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D6D0CA05-7AA2-D13E-D416-A02BD2B8E2A0}"/>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77C78F5-3604-9C17-A342-F54FE58A7FDB}"/>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C78E6755-89A4-B7AC-E157-0238ABD5158B}"/>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E3368AF4-3B20-4C39-02FB-6B51EF8FD786}"/>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B8416C0F-22A2-12FE-B2C7-549DC9748FF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36846FFC-DD54-70F6-7992-6ECCE424F098}"/>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D74B80F1-8075-F61A-5C1D-BA76428B48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5A15AF56-AA43-6B60-6B41-E50555149F61}"/>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1F8B4C06-F47B-06CD-CA7D-D6D9A4E6BF9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49F19E77-7B10-2CBC-73E1-903F790A719D}"/>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FC17EB1E-F2CB-375C-E0D7-8469E4C839CB}"/>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04FC7E81-9AC8-0243-B447-1A58834EF100}"/>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F9EDE5EC-8EFD-02B2-36FF-A17B481DBEF0}"/>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94C4270D-8923-D367-4756-6237E019E09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BEF2EC5-7CAA-CEA4-8CB6-750B4BE3DBD1}"/>
              </a:ext>
            </a:extLst>
          </p:cNvPr>
          <p:cNvSpPr txBox="1"/>
          <p:nvPr/>
        </p:nvSpPr>
        <p:spPr>
          <a:xfrm>
            <a:off x="4143022" y="2905709"/>
            <a:ext cx="570089" cy="230832"/>
          </a:xfrm>
          <a:prstGeom prst="rect">
            <a:avLst/>
          </a:prstGeom>
          <a:noFill/>
        </p:spPr>
        <p:txBody>
          <a:bodyPr wrap="square" rtlCol="0">
            <a:spAutoFit/>
          </a:bodyPr>
          <a:lstStyle/>
          <a:p>
            <a:pPr algn="ctr"/>
            <a:r>
              <a:rPr lang="en-US" sz="900" dirty="0"/>
              <a:t>2679</a:t>
            </a:r>
          </a:p>
        </p:txBody>
      </p:sp>
      <p:sp>
        <p:nvSpPr>
          <p:cNvPr id="48" name="TextBox 47">
            <a:extLst>
              <a:ext uri="{FF2B5EF4-FFF2-40B4-BE49-F238E27FC236}">
                <a16:creationId xmlns:a16="http://schemas.microsoft.com/office/drawing/2014/main" id="{C0ECA003-BC8E-8EA9-CC34-37228947D3E7}"/>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35F5FF9A-2EEB-850A-C374-5DF0E8C9AF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0AFDFE7D-DD51-6473-48FF-748809D5B69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8F33F18D-1820-B801-ECFC-B657BF10506B}"/>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FD06553-DD31-79A0-7821-784762D78EB1}"/>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DA0F4C7-CE4E-7223-DB35-5AE7D6855DC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77B97201-043F-1F0C-E190-2BA5EF8C53A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A17A6332-4F05-B702-19A6-BE8DE06EAF24}"/>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C7567EF-98E7-94A4-3799-BC10A669C74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818C5D86-8A61-C02B-50D4-C869E084E9A2}"/>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5340939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B02D8-7C57-CC60-9654-F2D0118F95F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804680-4A4C-D2B7-03A5-82DA48067FCC}"/>
              </a:ext>
            </a:extLst>
          </p:cNvPr>
          <p:cNvSpPr>
            <a:spLocks noGrp="1"/>
          </p:cNvSpPr>
          <p:nvPr>
            <p:ph sz="half" idx="1"/>
          </p:nvPr>
        </p:nvSpPr>
        <p:spPr/>
        <p:txBody>
          <a:bodyPr>
            <a:normAutofit/>
          </a:bodyPr>
          <a:lstStyle/>
          <a:p>
            <a:r>
              <a:rPr lang="en-US" dirty="0"/>
              <a:t>This grey cell must be larger than the adjacent 2, below.</a:t>
            </a:r>
          </a:p>
        </p:txBody>
      </p:sp>
      <p:pic>
        <p:nvPicPr>
          <p:cNvPr id="4" name="Picture 3" descr="A grid of sudoku puzzle&#10;&#10;Description automatically generated">
            <a:extLst>
              <a:ext uri="{FF2B5EF4-FFF2-40B4-BE49-F238E27FC236}">
                <a16:creationId xmlns:a16="http://schemas.microsoft.com/office/drawing/2014/main" id="{5AC33647-43BF-01F7-D2CA-7BBD94E85A4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0AEFB8-45F9-5AB9-DF15-8831F0C6A3A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D3BAB8-5185-CDFE-2183-3F5FFAD3FE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BAD630-1EFA-34D6-DE05-F64A174941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3EBDDBF-5A14-3956-ED5F-8013B11822A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09C530F-F701-1276-B102-AEA818AA877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3140FD2-DFC2-C1E6-7174-A8401F070EA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B5B7F5F7-813F-6C08-91CF-C0AD863AF74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D62E0A9-90D7-8B7D-5621-714A9232A22F}"/>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943D2AD7-F640-5C19-3720-F451786E00E8}"/>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0DD065E6-DF49-4AB5-9ABE-F0536C3F102B}"/>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1A1679EC-4A0D-7AD9-1C68-2E1362B7461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64546DBB-2EC8-39B8-1F7D-54373F9C50B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AB69DF2-3087-47E7-FA40-83482B37E4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40C8721-E40C-D477-7A5A-902DEC0C23F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FB0EBEB-166A-1EA6-AA99-9F5A16B1D082}"/>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FE15D04F-5A2E-8A9B-1BC9-9940C6C0DF8F}"/>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EE3A697-E1A2-FE5D-DECF-F089E4C4630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565339F-49A8-D19C-215B-090B285EF9C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FE589C6-4E7B-EEF1-BCC6-CE25792C12B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4D20A42-6256-571E-AA60-BF661A6B7191}"/>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D206C78D-2788-51ED-6C1C-6776C72F68E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A57A13D-B925-F3E8-FD37-210A53D731E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507E534-0476-631D-496E-12DD3744F68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D95AB0D-1899-4C09-027A-7E476E07D42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4F434F4-B822-E98F-3C40-6DA28581F3C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297C2A3-3F91-4C68-34F8-3E5F7BDFA653}"/>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A1765FD0-EC45-B7DD-1BC5-86608F13A473}"/>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76FA48D9-A457-C052-5AF7-586E95FEC99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F33BB17-FCE3-F337-3D79-EB23C2D5CD4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FCA60DF1-FDE9-12E1-EA77-C7D43E2972C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3BA43521-D7BA-734D-46A8-E65787DB813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8F73EA2-6C48-1B2B-B6F7-CBCA9E00CA9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D6DDA393-5725-778F-77C8-E54F706A698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78169C52-A380-D5C7-07DA-C968E07599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1A7FE14F-D232-892E-D913-E1B3DB15D10B}"/>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121C54D2-2D5F-B21F-0AB9-9F5B24C12A73}"/>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F7DA3EA-8651-56B2-9CC6-1B75CF18B6D2}"/>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24532FDF-322E-3085-4F01-9733CD6A9491}"/>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B903775F-8898-0088-6643-FD6A36363B90}"/>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6" name="TextBox 55">
            <a:extLst>
              <a:ext uri="{FF2B5EF4-FFF2-40B4-BE49-F238E27FC236}">
                <a16:creationId xmlns:a16="http://schemas.microsoft.com/office/drawing/2014/main" id="{C884C046-0B1C-E1A8-DAF6-4B1E5484998C}"/>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23F236C3-AAF9-EA8C-D262-275BE463A588}"/>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12A13EC1-C091-BBB3-0775-A9A50CF8176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0D56E19C-1062-4A6F-100B-00D5AF824992}"/>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1" name="TextBox 60">
            <a:extLst>
              <a:ext uri="{FF2B5EF4-FFF2-40B4-BE49-F238E27FC236}">
                <a16:creationId xmlns:a16="http://schemas.microsoft.com/office/drawing/2014/main" id="{ABD01BEB-21CE-E0F5-74AF-FF3EC22CE361}"/>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3E089179-64FE-54FF-A38A-7860E5A1A767}"/>
              </a:ext>
            </a:extLst>
          </p:cNvPr>
          <p:cNvSpPr txBox="1"/>
          <p:nvPr/>
        </p:nvSpPr>
        <p:spPr>
          <a:xfrm>
            <a:off x="3640666" y="2905709"/>
            <a:ext cx="570089" cy="230832"/>
          </a:xfrm>
          <a:prstGeom prst="rect">
            <a:avLst/>
          </a:prstGeom>
          <a:noFill/>
        </p:spPr>
        <p:txBody>
          <a:bodyPr wrap="square" rtlCol="0">
            <a:spAutoFit/>
          </a:bodyPr>
          <a:lstStyle/>
          <a:p>
            <a:pPr algn="ctr"/>
            <a:r>
              <a:rPr lang="en-US" sz="900" dirty="0"/>
              <a:t>267</a:t>
            </a:r>
          </a:p>
        </p:txBody>
      </p:sp>
      <p:sp>
        <p:nvSpPr>
          <p:cNvPr id="64" name="TextBox 63">
            <a:extLst>
              <a:ext uri="{FF2B5EF4-FFF2-40B4-BE49-F238E27FC236}">
                <a16:creationId xmlns:a16="http://schemas.microsoft.com/office/drawing/2014/main" id="{E88DC8FD-9D76-9CCB-BC01-D49C0E549F85}"/>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7181FD44-9B8D-41E6-D670-2785A7EE4288}"/>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B08FF003-DC5A-27E2-AC84-8B432F82277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2429875C-0357-8120-A7DB-A4D8C7CFAC28}"/>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B0684FC1-6608-3911-B1D3-99D810B3A31B}"/>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D889558B-1785-93EB-4507-BF1B072A495E}"/>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104F5E7B-A143-AA3B-D2B8-57E6C33140FE}"/>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E1310C2-0322-C794-2CB3-C77B64F0813E}"/>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E97E75AF-AA63-4B5D-F542-1E70E1ECFBA6}"/>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1C407E3-70EF-D9CE-3B59-1CB80DE3125A}"/>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C7210409-AD43-FE1B-4D19-4EE1CD8E0995}"/>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B0B6E69A-51B6-CFFA-FE56-7F6CD6EFFA15}"/>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55941A03-0557-4FC4-EB33-E8E3C58CCD60}"/>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9DC8395D-0970-4320-5292-13670D2A59E5}"/>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2FB6EF8-8487-2C42-E779-0B8522291D3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A00FD80-A009-5BDC-A1FE-921D44D057D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7D4006E4-6F29-6909-9E6F-6952515692B0}"/>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47344E82-F745-9B5B-93BF-A77D17678B09}"/>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A3D654C3-E629-D8F1-15C2-7A2D6D76709F}"/>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954D395F-05F2-AD17-3DC8-7B5BBDB27EA2}"/>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228E587E-53A5-893E-FCC4-8F058E2AF087}"/>
              </a:ext>
            </a:extLst>
          </p:cNvPr>
          <p:cNvSpPr txBox="1"/>
          <p:nvPr/>
        </p:nvSpPr>
        <p:spPr>
          <a:xfrm>
            <a:off x="4143022" y="2905709"/>
            <a:ext cx="570089" cy="230832"/>
          </a:xfrm>
          <a:prstGeom prst="rect">
            <a:avLst/>
          </a:prstGeom>
          <a:noFill/>
        </p:spPr>
        <p:txBody>
          <a:bodyPr wrap="square" rtlCol="0">
            <a:spAutoFit/>
          </a:bodyPr>
          <a:lstStyle/>
          <a:p>
            <a:pPr algn="ctr"/>
            <a:r>
              <a:rPr lang="en-US" sz="900" dirty="0"/>
              <a:t>2679</a:t>
            </a:r>
          </a:p>
        </p:txBody>
      </p:sp>
      <p:sp>
        <p:nvSpPr>
          <p:cNvPr id="48" name="TextBox 47">
            <a:extLst>
              <a:ext uri="{FF2B5EF4-FFF2-40B4-BE49-F238E27FC236}">
                <a16:creationId xmlns:a16="http://schemas.microsoft.com/office/drawing/2014/main" id="{CEF42B54-7E9F-C9E5-8A21-9D19359AF62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EA86E75B-639D-E1AD-BA66-A1C37EB0FB48}"/>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83548F5-C02F-BA0B-040A-0D55AEB14B3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BC5BC05F-58BA-4B9A-EE89-CEA3BDD5CD3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CF12310A-0305-D0CC-AC7B-CA1936499EF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4EB4D8F-2962-0E92-F5A7-9CC00AA59C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0B246E97-8328-3E5E-38A0-0602CD257B9B}"/>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4453B1A9-0AE7-7AA8-2160-449DD8AE86A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ACDF53B-CC9E-DD10-1D8B-B7133EFB7A7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738F46C-37EF-81E9-6468-805B0C94165C}"/>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1588782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7583F-FDE8-E942-64ED-1FFDF2CBA4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500E2E-2368-96BB-B3C0-A52E1B6A0A6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579F7D1-3F3E-5BDA-CF90-7830DECF05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5DC7048-AA7D-C785-F704-9BBA5EF602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8DAA4F9-8C70-8851-B220-1E9E9B2436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3F97CC-D842-65C0-78B2-B11C991CC7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90B277-BE26-8FFC-4E49-497AA4512C57}"/>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27DDA8F-6BCC-FED6-51A2-A118B80C954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7A21B001-16C7-26C5-96BA-8384D4D5A30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D429759-8D7A-6A18-5ACC-3F273B8F6BF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2FF0BEB-4449-F5B7-5775-2D072A94C5D1}"/>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F5A38F91-CC90-BAB3-8CF9-FFF421F43E1C}"/>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5EBDDB4A-3F90-3E53-CF51-818F72C24021}"/>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FB647636-50E9-27AE-D5A5-11D9C70CF4C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69D7130-B429-45F4-6B60-A090D59875A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A8171E2-C86D-88C9-1FF3-CDC5408CAB7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9D7B69F-E7AF-A79E-F6AE-B5E594BE0F2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D7A9B34-A0C6-B1F7-F699-CBF351FA4FD7}"/>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5D9D6F3E-341B-7322-017A-5FA2BA6A929E}"/>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D00CA75B-DBE3-F28A-ED7D-89E50BA9406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F1AEEF8-7F4F-150E-BF37-C52855C74B0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7FD1D46-30E9-BF97-4BB0-38290285CECA}"/>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8FD79B05-5FFE-6520-D6BF-ABDAC9A778F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B3595C7-3F31-3724-CC07-08389C96B6EE}"/>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DAD56CB0-DAC1-0D6B-4C8E-BA8E1265B28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FB43710-EF88-8A24-81FA-A0657DAA32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D87A915D-65AA-00E1-4944-B6BF1C56FE20}"/>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2CC40BE-3E4B-FBC7-3962-97F2CC0EBC97}"/>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5B8009B3-634B-EE89-6AA8-243C50FE6E1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E5B3478-C3B9-C7CF-505C-8A595E8B7DF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C8B74003-0B17-6833-1F8D-081E567B5B5B}"/>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CAA42FE0-47A8-0466-8D8B-4882226BEC78}"/>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942774AE-61E4-3142-9E85-F2F441B4AAF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C2BD9D10-CBC0-F18A-92E7-C3579D1DA95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E29EC47B-3C1E-637D-D5BE-0CD5B390680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0EDBC89A-66BE-D386-5548-A1C3749ED0C9}"/>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5460B2F-AE4D-1A03-884E-454C8A33E154}"/>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8C355926-3E98-2382-4276-01534D5422C6}"/>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7A47AA03-45F8-D752-0B05-E3B77BA5189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46621064-AF98-9830-1A38-0D2F7E542C24}"/>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6" name="TextBox 55">
            <a:extLst>
              <a:ext uri="{FF2B5EF4-FFF2-40B4-BE49-F238E27FC236}">
                <a16:creationId xmlns:a16="http://schemas.microsoft.com/office/drawing/2014/main" id="{7C7B7A7F-8185-4833-2AF6-77EFC0357F9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a:t>
            </a:r>
          </a:p>
        </p:txBody>
      </p:sp>
      <p:sp>
        <p:nvSpPr>
          <p:cNvPr id="57" name="TextBox 56">
            <a:extLst>
              <a:ext uri="{FF2B5EF4-FFF2-40B4-BE49-F238E27FC236}">
                <a16:creationId xmlns:a16="http://schemas.microsoft.com/office/drawing/2014/main" id="{C2F9E828-FDD5-4CEA-2B76-2DC459EADBCB}"/>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6103D62D-3D87-66EA-7335-D703E3C56FB2}"/>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F53DEFFA-D2C8-EA42-5F40-BA9CAEBC354F}"/>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C552F741-3E39-D60E-804A-F5DAEAE2FDB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DCC03D56-94B0-77B5-E9B4-E86B9A0A10EF}"/>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18338928-6854-53B0-AC9E-6E054C35C0F2}"/>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B4AAF26A-3585-05F9-6668-815F2A222F65}"/>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77ABFDE0-3E88-7611-E66F-C217FDF4D939}"/>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E39F86D-CEAF-4D26-3ADC-7E491F34146D}"/>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47513A1D-4B79-23A1-87EF-0DFB20D1EFFE}"/>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55712F24-7490-FD5E-7962-DC7ED7A3974B}"/>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636F890F-57C2-AEA9-E73C-CCDDDC1531F2}"/>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5E245B5A-B362-76ED-7785-5D8BF3E30534}"/>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FE0F2712-FEC4-2F31-92F1-B10983D82C7E}"/>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C03BF4CF-2685-9FF7-FAF8-920DA82C4C94}"/>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DFAFABAE-91E1-E765-3DFC-28B93D124821}"/>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2F1071A2-CD21-9639-A3CA-843DEFA1404B}"/>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44696AAE-903C-EE52-DCA8-D6007060AA5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7E427D5-F986-1E9B-289A-E170135CBCB6}"/>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D62BC7E-7598-64E2-840D-F5E488B26A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764514F1-43C7-73B6-5874-E1F8D6D7ECC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3837C00-B451-19E7-5E04-DB156F1CA9D2}"/>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63BC3F9C-89CC-1CCC-AA79-08F59920D65F}"/>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13F8F5C9-AAD4-2939-7469-ED9BB211D56C}"/>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6D14C897-7811-0BA3-F355-A0769A4B9068}"/>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E20E72DE-4F1B-6DAF-9431-C6D715D40BB3}"/>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4AC2BF19-659E-B9E0-B3D1-0B78AC116AC5}"/>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479D980A-509E-89AC-2DA2-F0497D9133D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0D33AFEF-1AC3-7F69-B5C1-D34E965A5B2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CA9ED773-17FB-1A74-AA8A-3EC7E67189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EC5C11B-41DA-EB17-3FC4-3B818C951737}"/>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1CABA3D4-EC67-D597-0D62-162D6A4CA59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BD45023E-1F93-91CC-2773-3300E14E21A4}"/>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761BCD99-1F79-158C-DBE2-A0AABFC156E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E1D62FFC-6865-ED46-1BDB-73AD0C59410B}"/>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E031F3D8-610D-6669-772D-66A5305DFF92}"/>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F9C5544-8697-B824-A473-66277E44C8D2}"/>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30065D89-56B9-6422-79F4-F9F3AF1FBEEA}"/>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201124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031B-BC19-7948-3FBC-CAB861154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679CAB-72E0-6B22-4BC2-E4B0F2F8516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E97543F-5A61-BEDF-2DCD-E9DC4228327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BE1F62-117B-7B94-0255-F93E82D335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2D31A8-80CB-B829-5409-897FB457BC0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477677-C18E-6AF3-8B00-0AA78B4E4B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C8ED82-D3C3-3D31-D6E3-39DF1EB96F0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E7F2B27-A2A9-B24D-9CE3-9021F3B05C8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ED31542-BF3D-1974-B799-C787761D55E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92490D5-94B1-3F09-C308-75EED83E523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1B71427D-99A1-4BA9-93CB-A2CD943D223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25C58DF-8A19-D8F6-4242-60D01BAFA95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5BE3F875-32FC-E90F-83B5-D3476E51357B}"/>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423DD45-6E27-384C-F3AD-2D72990D015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D47ED54-8E4A-C13D-109B-5CB4AEF5440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E54243F-58E1-5E6F-768D-D070D9CA5C3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666CE0D-3872-8834-E65F-B181A144167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E2EFEFC-933E-B4F4-2B4F-D4FF9F4E3E80}"/>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3CEB2DFB-38C4-172B-A904-D263878D59B4}"/>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5534198-7FF3-240B-F1BA-5159D22104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A1992CE-4925-E017-535C-AFB8D37A4208}"/>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557E922E-23E2-E89B-6E67-4C85D91349EA}"/>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226A411-23EA-ABE7-1436-56EDAC6BE0A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78BBB03-516D-ACE9-B9A7-105BFC15FFA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ED8D4DB-8CB1-0CCE-51BC-2A1C43F685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9B9C5F3-9A98-40C3-6628-AC86835843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385409C7-67FB-0E5E-E090-1E597F83C087}"/>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3CD50DC-DC93-56E5-820D-779B702DC834}"/>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573F51CF-31B2-1CF7-7FF6-DDC7F84E97E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4E7503C-A7FF-5961-D54F-DAFE19A8F1A5}"/>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7A10D4E7-E386-C7A1-7EC1-AE1411A7A0D0}"/>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F359CDB6-753A-C59B-19A5-67588C3C6A09}"/>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A67B85B-A675-509C-98DE-DDE3898A88E6}"/>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1D2DC373-007E-D607-9AF8-25122EB4B717}"/>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930790DF-5B00-F78F-F068-08624AC9DF1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BFAD61D7-658A-E6C1-FA34-9D3A7A2A35CE}"/>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A0651A2-5AE7-CC29-02A2-7633FEF43F3F}"/>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D000C902-886F-EB6F-2E3A-F08CA17EE0F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06570F99-31DC-ED1A-D3D0-3C91CF901B44}"/>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1A02075-BB14-D660-71B0-A2AC430ED861}"/>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1F214E84-9C27-9BA5-5DF0-91ECF2B878DC}"/>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0915F86C-D18A-E64F-BCA0-01A7D867A74F}"/>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9116696B-9C22-6F83-41F1-FBDCC1B5EC46}"/>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277B6B7B-1967-C670-B56E-E417BB8E868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FCAD580F-600B-E364-13A9-C6140BB5851F}"/>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EB792D46-C551-C186-1FFD-DFC1617550A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AA31B995-7DA1-2E7B-9A74-B3134E066BB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F8FE53A7-1441-AAF0-9AF5-69DD575757A3}"/>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B6E9489C-9BC9-A01A-14CD-4C5646097F1B}"/>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27C2A59-DB70-41CD-96A4-087050AAE5A5}"/>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E8CE02CB-0810-EB9A-2723-623477E87E53}"/>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0F37BBCD-8B8B-3D08-BE6B-78B2F4D8B2FC}"/>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4FD1D526-EF33-2AD8-1AF1-B2D029B8AC73}"/>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2A974B5C-1C06-AFC6-F2A7-4127830EBC1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7DA5E27D-A6E8-DC59-0119-C7E442712A6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DDC3FDC0-CFF4-403C-FF8B-1BC8EBC2BB5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CAD29341-FB42-EF5C-752C-F4F244EE0B24}"/>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271B256A-5146-6E4F-86F6-C648E4FA40B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A0DE11C-0F33-4B9F-AFA8-52356182B0D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123362D-BF13-B305-5A50-2E8827B6F70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6751914-6740-6578-E820-96E02D968378}"/>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126ABE0-F7C2-DFCE-FB39-987258470C5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AAAF7613-E964-7CBF-7887-EEACAA821D62}"/>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210A987D-538E-67D5-5FEA-C5281599609A}"/>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AA2CD9FB-8DE1-9190-9579-470718F4CD96}"/>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2A391D5-323E-E1EE-12F8-8B5E633CD80A}"/>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670560CA-BCF1-21C7-048A-72C587ADBD7A}"/>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A767120A-B423-18B5-5E15-9235FF24DC0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3E6EF19-F633-B6DA-0FC9-5C93E4A05A6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EB1DF4C5-618E-365C-9C19-A71B8DDC560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D60EAC64-017C-5103-F029-AE9977A509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5B814B5B-0A51-CFFF-BECA-90D20B0DA3BB}"/>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04266BD7-693C-4177-2B62-AEA3FB08C2F8}"/>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2E4BE197-07EE-DAC8-ABEE-2CC5DA251E03}"/>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4FAE490E-7D72-769F-D064-5F45707D6896}"/>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ED0B7DCE-E029-E980-879D-7670F5FC0E6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3228959-D88F-787C-5770-957903A02EF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2BC9C206-D743-CC1D-D1CB-552C50E69D71}"/>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CCC826E-40D2-A85A-AD4B-7BBDDE4835D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901708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655DE-8050-8FFE-590B-BDA6B6B98D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5F11010-0651-C083-08DE-77581E734A2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1364C6-7247-9799-D69E-AD487A812B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61CCBC2-8DE0-53D0-C253-CB25F00A3CF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F695B8-F70C-FDC2-5B69-6411DD22AC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3B7F26-4AC8-256D-AEF2-36951B7B3ED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CA18738-5BF6-2BBF-2E56-18F32E3087E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C28F0F6-87CC-5402-EE7B-57891C835CB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EB742EC-E4EA-3239-B68A-3712C5F6AEA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730E1355-A451-30C6-393D-789AEF0C351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FD0B1D85-AF55-8E76-633D-94AFED7D1FE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8FDA89D8-2258-C048-8195-4E65E6186DD6}"/>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B276932F-0C2B-FF6C-E3B7-3A19B4CF96C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3A45964-B2F8-5AD4-4C92-8B2F461D3CE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1B1E905-5BD9-C7B1-0A28-0F31324540E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45B0F83-A898-0E95-7319-7933D6A5DB16}"/>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B570BF-2F98-A679-ED31-1BE19C332E00}"/>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E7BE14C-1C0A-3D03-CF9C-4B966180DDAD}"/>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AEC97EA0-516A-5620-0F62-B372458EB68F}"/>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53E9FED0-3FA2-1F87-8A06-BF56D7E77A2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473FC15-3577-8455-9F1E-F29F8F6D494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F462F8CC-5D5E-C8C4-DD69-41A98BB94A3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B2A84568-EA4E-2EEC-1C58-665820219DC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D587444-BF40-2045-AA52-5520322C496F}"/>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C7CD305-4E1B-AAD2-3D15-BE2571FF877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005104B-4841-29E0-64B9-381594236B9A}"/>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ED89A37A-F5BF-930C-0802-9666CEBB7E33}"/>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B35031F-62B6-8CD1-35AC-BCF63AB47E5E}"/>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94E94B4-4441-B4C6-6038-BCD12E4787C6}"/>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4594A8E2-B73F-A37E-4759-3E9F30B25594}"/>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6F126398-F842-6D8F-AB25-8C1B23D3DFC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4F94CBE2-AE2B-057E-3441-CCE0FCBD144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56EDE1FD-3149-2335-5F05-3E8EC419BA5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39AF9A42-89D3-4406-E9DE-7AB9D3C30D54}"/>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E1DF956-206E-21B3-0C7E-F8C97F60E539}"/>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FBA452A0-7BAC-82CE-CC3E-0DFAE4387F6F}"/>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DE24DC94-D218-2104-367F-EBC6EA7B27B8}"/>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065EDAA-24A1-0958-320E-A1C6109CA4A2}"/>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6DDB053C-79F0-45B3-1DAB-C1A068250A0F}"/>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B70D9162-3EA2-43F5-4F65-5A643C04DDB1}"/>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45379C42-29E6-DA07-8995-6C904BE93440}"/>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292990B7-C66F-02AA-A011-6A011E56498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2ADCD75B-45DA-8434-498E-F681FC29946A}"/>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D672D79A-4B1A-0BDE-A2F4-807F0ED02D0E}"/>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ED0165D1-CB2D-6ACC-06BF-32CB72B6EF82}"/>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3412FB20-EDB3-50E9-E102-D21AD8488377}"/>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E27BF9AB-86E6-2894-9F0A-2E2F7CEFA6A5}"/>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E1243BC-234F-889E-D967-7FBAD24E9AB0}"/>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0F12680-AF18-8FDF-D622-2DA027048928}"/>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8C4FC58A-815C-ACEC-EE28-5D03B5A7C20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576D73FF-451A-2C0F-BAB5-E55BD10750EE}"/>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5AE2183C-F9CB-E03D-98D6-578764F4406C}"/>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7B63DE56-FD63-057B-4B32-9DF50365D7D3}"/>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A398842B-28C4-9E72-6B3D-3CFD6C94C232}"/>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70E35058-AA8D-340C-3B7A-9AE454845A1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A20F00C9-B795-5CB2-BB7A-2905A7DBBFA4}"/>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8AE8CCE-E429-0D14-7135-12EFAA0CB633}"/>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B98664EB-4AF8-2461-BD05-C3FF9BDCE8E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C2194C4-A45E-C010-F910-D7DF2051182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B0A101D5-C43C-CD90-69F1-28C892FD1BA9}"/>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87CA8087-06E6-4948-7743-A2F5189F324E}"/>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9CF30990-8FA2-DDD4-18A8-2CB8CC924D94}"/>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14352104-85AB-0F7B-13BF-11DA4F86AFD6}"/>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8CF88293-C133-FF72-B0AC-15AF0D0425AA}"/>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E9757AF0-CECB-2E32-E462-D8B571B66A1B}"/>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845B7814-6AFC-2D47-FE56-EED95C494A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2809D98-D731-EEA7-A48F-7421FD3B5D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AF3C7B25-0C12-F2BC-32AB-09F356E713A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31D2C2BD-52ED-47CD-EC26-CD84AE01D04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B52A561-738B-3017-F981-8B4D96692E9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72EF3529-16F2-D09E-0813-C5BA0620A02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A4485CD8-91F2-B408-B9BD-28E563C574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9250551F-3312-B928-91B2-96F88BE41D30}"/>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28F895E6-6D75-8F8F-B941-73C83F0966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8E395B3-36C1-658D-1451-2D15C179FE73}"/>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C6D04330-AEBE-8567-E381-9FEE98AE259D}"/>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A99F966A-6EFF-BC87-5D2A-1DC0D580AF0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C919D70-8012-86F4-ABB4-FC8307FAC326}"/>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10D71EF-F8B3-F815-2698-26A92B2A31B1}"/>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213682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4D13E-B0D4-DF31-80C8-67C30351B2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204F39-7D1E-3782-5D3C-A6760CF42875}"/>
              </a:ext>
            </a:extLst>
          </p:cNvPr>
          <p:cNvSpPr>
            <a:spLocks noGrp="1"/>
          </p:cNvSpPr>
          <p:nvPr>
            <p:ph sz="half" idx="1"/>
          </p:nvPr>
        </p:nvSpPr>
        <p:spPr/>
        <p:txBody>
          <a:bodyPr>
            <a:normAutofit/>
          </a:bodyPr>
          <a:lstStyle/>
          <a:p>
            <a:r>
              <a:rPr lang="en-US" dirty="0"/>
              <a:t>This grey cell can’t be 4 because there aren’t two different digits lower than it available (only 3, twice).</a:t>
            </a:r>
          </a:p>
        </p:txBody>
      </p:sp>
      <p:pic>
        <p:nvPicPr>
          <p:cNvPr id="4" name="Picture 3" descr="A grid of sudoku puzzle&#10;&#10;Description automatically generated">
            <a:extLst>
              <a:ext uri="{FF2B5EF4-FFF2-40B4-BE49-F238E27FC236}">
                <a16:creationId xmlns:a16="http://schemas.microsoft.com/office/drawing/2014/main" id="{B215D831-150B-07D7-9334-C11C94B2B3F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429B4ED-0375-F21F-8A27-95B10D9212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D952F48-822E-4F39-670F-11A38C8ACE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C79D512-E2A1-D83B-07F7-1D7495712D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AF26AA-7AD6-0ABA-3796-70F1C857E65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0C3E174-C1A0-DF15-5C42-407A8487728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C0AB99A-888C-3EBD-A665-9A624F420CA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E743D88-A00C-FB28-36BA-998840F5E502}"/>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3D579BC8-8494-490D-05A6-E18EA890A0DB}"/>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F57C35B1-C90F-87FF-96EA-1D72B00AC68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6A6DF9B4-DF7C-ECDD-9A3B-89D94FB64AF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E6C8B19F-DCAB-705D-683F-A54ADE1A65BA}"/>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529441D-899A-0D95-BD90-27D1A051FE1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11B4734-92D8-6935-7673-F788B504982B}"/>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6F3CD5F-5703-7B6A-EE34-03C799EAE32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249D4EF1-B708-29B2-2A51-AA45CF12FBA6}"/>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A733D32F-EAC3-1354-6324-2C7182A80D1C}"/>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2715DFB9-9E8B-E072-D881-CF7E96D8C01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86E8C56-8D90-4ED6-DD8E-7C7845539C6E}"/>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5C59CD3-0246-D81C-AFB6-69E3DE571FA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D1436D6-50DF-45E6-C739-00F8292B3DD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8F77BE3-B295-0D9C-4575-39F7E11739BD}"/>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9A7B672-3159-F2E7-F875-BCBF43690D8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736FFAC-4921-3176-A73C-570DDC7F1ED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C1084CB-274A-8AB2-8742-F60F83D7FA7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A459F69-995D-354C-5B1C-E644FEBDAF26}"/>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4145C855-EAB7-AC12-1F07-6D947D6F6843}"/>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C61C620D-6AF0-DC20-EEFD-09CFE7C45ECB}"/>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1AEBE53A-0FC7-3BDE-12CD-98B62BE998CD}"/>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7673CAE7-2E40-4A19-85D1-00F5672D3757}"/>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A8BD4BA3-7017-4D69-5A8E-95E54C8B346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F9EB14A4-1DB1-B097-273C-68E703DBBB5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595B42B-C6B6-83AC-149D-4D74F1BF35BA}"/>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4A655492-E19D-630D-236C-A77B82A746E9}"/>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E9715A83-A71C-8ECF-047E-C5C1DA355285}"/>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71547C9-9347-CE4B-4B78-F47ECEC91C9A}"/>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DD7BB80-9FCF-B2CF-C228-55DDEED97B0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6A7E2691-D2F1-3F30-E57D-C7C2734ADD1D}"/>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6E7FE1D3-D9D0-D3A6-E984-FECFBB771EBD}"/>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1A61B2DF-FF89-FEBA-584A-A92BD19A1FC4}"/>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3B5A7952-CD5F-4019-DC2A-1D73F66CA701}"/>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77CE5C01-BBCF-4593-517E-5BDFB726E017}"/>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E00C6F9F-0D2C-14A2-983D-64FDCA835FED}"/>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F1BF671B-42AA-458D-C96E-B758E90FD675}"/>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675836BA-E585-28EB-6ED7-36AA7B15613D}"/>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63AC2E9-6F2C-9CC1-649A-B6398B3D5EAC}"/>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A9E78D68-FE79-FFD9-F243-41E7F2F374CD}"/>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8370BB7B-FFE8-AC87-8AC0-558F0E94693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7871004-AFB0-12D6-67E2-59FF0A59085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6E9F6851-CBA7-045D-7C05-9FF30E2F6D3B}"/>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5151AE76-04DC-5AD6-6792-132E9409BFED}"/>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B25312A9-82DB-15C8-D768-727962D87437}"/>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74D8279B-0009-432B-B499-258CEF9BA33E}"/>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73047B1B-C9B6-5906-AAFE-190940CCBE5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B7C11309-3FF3-0CD2-6FED-CC29BC2377C2}"/>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72B64702-34E3-A888-2ACA-38D5E71782E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10B28F5-A9AF-10DC-BA2E-840AE792C34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9022C55-A57A-ED11-4DCC-558C4C3937BF}"/>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68426B1F-0277-F55A-C503-1C9F82223092}"/>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108AA2DA-24EE-1201-6D66-C59054995CD9}"/>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830505BF-A497-C656-DAC9-F5EDE8A16B12}"/>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C13E4E4C-E6CD-5BE7-394D-AC572E9559F4}"/>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45DE51C3-BED5-8470-2887-D4CE6FDAFC9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7E404F74-6E73-A353-FC6B-0B272A47F2A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5478D1D6-E551-9744-D890-9470D069878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A4B06D60-5520-C083-EEEE-584F3BF25F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D6F56C9B-254F-26BD-482F-FBFEE7BA062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E69E7BC1-B1FC-6C03-B84B-DC2317815DBA}"/>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EF538199-1021-4524-79F7-5BC175067DBE}"/>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35F13292-2273-DF36-CDC0-4CC1034E258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0853C02F-C6BB-7FD8-F0B2-BFF981E6753A}"/>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2681A8C-226F-B745-268F-DA2131FFF1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F7B144C-B291-AFFC-37A2-89142F01AC8F}"/>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C16F3DA3-948F-6D85-12B6-8E710EA66C0E}"/>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AF606420-2BC4-DA9D-D637-F87ED2F2423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F2AEB8E-06FC-47E7-DECB-F03082C3ECEA}"/>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182CE1A-E079-DF7D-46F2-30EB7047CADD}"/>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5529207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2B1B7-A792-369D-8E67-A4EB7C61BA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8E5A09-942D-4540-232C-963B2C21C6C5}"/>
              </a:ext>
            </a:extLst>
          </p:cNvPr>
          <p:cNvSpPr>
            <a:spLocks noGrp="1"/>
          </p:cNvSpPr>
          <p:nvPr>
            <p:ph sz="half" idx="1"/>
          </p:nvPr>
        </p:nvSpPr>
        <p:spPr/>
        <p:txBody>
          <a:bodyPr>
            <a:normAutofit/>
          </a:bodyPr>
          <a:lstStyle/>
          <a:p>
            <a:r>
              <a:rPr lang="en-US" dirty="0"/>
              <a:t>In the lower left block, 4 is in Row 8.</a:t>
            </a:r>
          </a:p>
        </p:txBody>
      </p:sp>
      <p:pic>
        <p:nvPicPr>
          <p:cNvPr id="4" name="Picture 3" descr="A grid of sudoku puzzle&#10;&#10;Description automatically generated">
            <a:extLst>
              <a:ext uri="{FF2B5EF4-FFF2-40B4-BE49-F238E27FC236}">
                <a16:creationId xmlns:a16="http://schemas.microsoft.com/office/drawing/2014/main" id="{678D8268-6B87-BB5B-2489-00C8EED5D1D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883106A-1004-3630-936E-E1800F75E10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ECB6B1-E44D-21A7-F036-16901B7D7A6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2458F63-59DF-F9EE-65E6-8F997FA8A72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A04F0A-1B95-349D-3F4C-9EA581BBB29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48C2535-68C2-061B-A8D4-70FA7317312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D9FF2C3-BBCB-6EF9-9931-7AD31218DCF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F5DA60F-BDD1-EFE4-33EF-9F6F63379ECE}"/>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AD87D16D-5CFF-18D5-C9DB-19EB2BFC148D}"/>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C02DC4F-5493-FD18-CC52-95563A74A9D9}"/>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DF0B4EEE-3D99-FED9-2023-5E41249EB06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10EB8226-B1FA-3F4F-2D3C-6B386E891F4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27EF4B6-1F12-2AA0-FADE-C9F3AA988D8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2DD346A-4F41-5176-EDD7-32A6EE21CCF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2C3C60B-4BDD-26ED-0F15-E186B032EEF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3B4CFCC-C8CC-D89B-F42F-9DFF42096D3A}"/>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02F4BD7D-6C94-C93E-165E-9AEAB5FAAF85}"/>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61274E5B-ED15-BE57-56B2-97219B5FF80C}"/>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4FF36F8-1F82-883F-76A3-5197B24454C7}"/>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CD40353-D3CA-4C23-214D-2C7E68E3208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3327260-C387-E577-C248-F82BA288DB8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DB5104F-B218-3C7E-9FB1-F629CFF59656}"/>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94D2D71-F7EE-1FCA-C14D-CE80CF68AAA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CA7B9F5C-F70D-6AA1-2374-15C18A3B89BF}"/>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8E11F6B-D61F-CDBE-43AC-54BB724B9F05}"/>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02251FA-95F8-F9D1-389B-39E0A7FFE08B}"/>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3BC81F32-D6F3-4944-437B-C6358C4FB14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9428509A-697D-E947-6DB0-67B55551CA15}"/>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20FED0EB-86DA-1EE6-B65E-A0D26DF6C96E}"/>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1D9F8FA9-6207-21CC-39CB-8F12A29334E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FF6161F3-5ED9-BADB-8DA3-F9B92083E665}"/>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A62CFEC0-1BD4-F536-ABA2-D1888892042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39780CC5-B967-0CDE-DB64-164D84DDB5D6}"/>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6E516D48-E3F8-F9EA-7555-510FDCDBC37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96117262-0C70-BB83-533F-5E51EC40EC60}"/>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09A45423-E692-E41D-6D46-D7EDBF3A595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661968DC-D23B-2AB3-171C-0387B6AE4431}"/>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3D85BB3F-6348-D735-FF9F-9E41F0AFBE53}"/>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B32AB547-94CC-A13B-5D02-6A2322D7861A}"/>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900C5526-6759-1F39-BE67-0D82D63BD55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AD4D75BA-955B-B864-BB83-9C7409BF870A}"/>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9E5390AB-1924-AC5D-9636-EF82F85B57EF}"/>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9B53913B-4115-D333-1390-6F5A1BC04FFB}"/>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A8E3A799-5C33-742D-EF60-A8C1C47F36BC}"/>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2527D61-6376-38B7-576F-BA344E2CD3A9}"/>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F8D4BB3-AF83-ADFB-C2A8-7E01F0374F64}"/>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2327715F-23F1-3B04-BF67-28C0500B327D}"/>
              </a:ext>
            </a:extLst>
          </p:cNvPr>
          <p:cNvSpPr txBox="1"/>
          <p:nvPr/>
        </p:nvSpPr>
        <p:spPr>
          <a:xfrm>
            <a:off x="4143022" y="4909484"/>
            <a:ext cx="570089" cy="230832"/>
          </a:xfrm>
          <a:prstGeom prst="rect">
            <a:avLst/>
          </a:prstGeom>
          <a:noFill/>
        </p:spPr>
        <p:txBody>
          <a:bodyPr wrap="square" rtlCol="0">
            <a:spAutoFit/>
          </a:bodyPr>
          <a:lstStyle/>
          <a:p>
            <a:pPr algn="ctr"/>
            <a:r>
              <a:rPr lang="en-US" sz="900" dirty="0"/>
              <a:t>36</a:t>
            </a:r>
          </a:p>
        </p:txBody>
      </p:sp>
      <p:sp>
        <p:nvSpPr>
          <p:cNvPr id="71" name="TextBox 70">
            <a:extLst>
              <a:ext uri="{FF2B5EF4-FFF2-40B4-BE49-F238E27FC236}">
                <a16:creationId xmlns:a16="http://schemas.microsoft.com/office/drawing/2014/main" id="{9302EF5D-E649-A321-A593-3352A0DC542A}"/>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FB322C40-9B7C-496B-5F26-B37D6F6A517B}"/>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B45D8A78-CE86-011D-B361-B4986730BA9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019CC07E-0EE8-9915-D55F-69DCA9C6BDE4}"/>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4FFFC87D-9D4F-78D7-AD54-3CE04312D64C}"/>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147D921A-0D87-5C82-56DA-30B071EF193E}"/>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95581530-8ADF-F980-49E5-4BF9D41D9C35}"/>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42EC6FBA-D8E3-ED52-4236-BAFE5715156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CEC564EE-0C9A-69D6-81F6-4EF552D1B65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90A337EA-7C39-6E5A-326B-C38C30579CAE}"/>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683C4D8-9167-FA95-A619-42984617831D}"/>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176F503D-1C71-5D4A-0631-9542EC6EA70D}"/>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8524B586-457B-BCBD-804D-0F20F2D207CC}"/>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47AF5975-704B-5E9F-20B3-5590B9FCC910}"/>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4064421-B8EB-B40D-EAC6-F7B6EF66785E}"/>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C2666DF4-8D4D-6618-024D-6AB7A95D6806}"/>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F21A2945-5B7C-A001-5D27-490785BA8F3E}"/>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549677CF-029D-BE85-BC81-BD41836B95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F2922017-3FE9-7F2C-6CAA-9CCB4A94D3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28AE634-B780-D84B-0327-4C5EE091371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0E2D571-058B-ACEB-1D62-39CFCA192C92}"/>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A50BD5E4-FD70-1C0C-E5A0-3B9E9C3415DB}"/>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FB6A3FE8-05E3-BE96-18BB-8A168BB67DB3}"/>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2A5DD0E-A682-5BF2-3DBB-127065F64F73}"/>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CEA23BC-5852-281B-56B2-4A34CED2D8C0}"/>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A7CAA69-A217-4140-891C-1FEEBA98CB03}"/>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3F65E34C-0D47-9033-7E86-E1143B9E8600}"/>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6294E63-07FD-040C-D05D-BC6B5E390DA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A8C2EE3-D3B5-F23A-2545-2740CAC48194}"/>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E1D2440-7E77-7A0B-B204-BF8C71854C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2697051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A585B-C8DE-14CF-D447-E29D601E70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5F5426-D695-C086-87AE-D4A815387312}"/>
              </a:ext>
            </a:extLst>
          </p:cNvPr>
          <p:cNvSpPr>
            <a:spLocks noGrp="1"/>
          </p:cNvSpPr>
          <p:nvPr>
            <p:ph sz="half" idx="1"/>
          </p:nvPr>
        </p:nvSpPr>
        <p:spPr/>
        <p:txBody>
          <a:bodyPr>
            <a:normAutofit/>
          </a:bodyPr>
          <a:lstStyle/>
          <a:p>
            <a:r>
              <a:rPr lang="en-US" dirty="0"/>
              <a:t>This grey cell can’t be 3. It must be &gt; 3.</a:t>
            </a:r>
          </a:p>
        </p:txBody>
      </p:sp>
      <p:pic>
        <p:nvPicPr>
          <p:cNvPr id="4" name="Picture 3" descr="A grid of sudoku puzzle&#10;&#10;Description automatically generated">
            <a:extLst>
              <a:ext uri="{FF2B5EF4-FFF2-40B4-BE49-F238E27FC236}">
                <a16:creationId xmlns:a16="http://schemas.microsoft.com/office/drawing/2014/main" id="{030B8821-FA1C-38D3-3801-F1F0B30C4E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FB1DB1-B3A7-A537-F703-2090DE7653C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1A76A7-C8D8-11AD-FC7A-36C0D8A66A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F7D4A9-3CF7-4727-0AAB-A5CD4877650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6C1F31-7D4E-340B-1453-51FE7424FB0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EA1EDB3-C60F-77B6-6C85-6BD2B0ABAE8F}"/>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9EEE473-4AA3-FC66-881F-740ADF776D3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D01C09C-C69B-0918-21FD-A119E4183F63}"/>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C01C7B3B-71C9-BB6A-7728-B7FA5C085473}"/>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1283CEF8-AD44-A43F-0389-F96F91C72B1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B45B3E35-88EC-524E-62E1-6E77A060276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09B0B5D-C5D7-C21F-423C-7A7C2602B29F}"/>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332FC9A-2926-B852-4CF6-3B6693E261A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410F352F-7819-AEE4-2DF2-FA2B91ACABF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162CE28-120A-5A53-CE36-B416D3EA26C0}"/>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74098CC-FD36-09D6-843E-FC6DD47279CA}"/>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F2F25AFD-76CC-74A2-3A54-111726FCCBBD}"/>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78E47977-9DA0-E667-682F-7D28550788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0DC1F20-3919-DB3D-C17A-0582AE835A57}"/>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15B4F379-B006-1946-67B2-37C4ADA8DD8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B0C0BAB-02CD-DB20-7900-206AAABE5AA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6FABDD6-1110-2977-7D46-2A5382C7DFF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1011798-0330-6C53-24FC-3B7B44B57F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B95676A4-0351-1C5E-A9AB-533A19786B1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D775D967-F3A8-3181-6DD3-88917EC84F38}"/>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D628454-7C54-148A-B09D-A36D6A979652}"/>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A3E0C2B2-E6CB-181C-B044-8734F86BB3D4}"/>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A836E1D2-2027-9B4C-0CB1-BF42CF091B38}"/>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70D6B35F-516A-1249-06A8-29520505B9FC}"/>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17B59418-CF98-1E67-7FBA-3107620CBEE1}"/>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22FC89A2-E88E-932B-2F6B-EFEBEBC307A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ECB7CC9C-3BE2-1861-23CF-2E7A984CDDF5}"/>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021D832F-3F15-E82F-6CFB-1C0CA926409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9A259281-BBF0-189B-5DDD-2AE4E4DFC0F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D56E6DE3-EA27-DC69-71B6-6598BA219CC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0D771960-40C7-15F9-F6A0-52572F7DB60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06276EFB-CF18-8C3E-C8D3-79D637C6ED97}"/>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BBBC8DFB-7336-6EF2-183E-53F02C656F26}"/>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77DB4F6B-4DF9-7C61-DD23-C8E3F0DA95BD}"/>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B65D2A7C-7C37-3D9E-DE7C-3DFDEFF755C5}"/>
              </a:ext>
            </a:extLst>
          </p:cNvPr>
          <p:cNvSpPr txBox="1"/>
          <p:nvPr/>
        </p:nvSpPr>
        <p:spPr>
          <a:xfrm>
            <a:off x="3138310" y="3406653"/>
            <a:ext cx="570089" cy="230832"/>
          </a:xfrm>
          <a:prstGeom prst="rect">
            <a:avLst/>
          </a:prstGeom>
          <a:noFill/>
        </p:spPr>
        <p:txBody>
          <a:bodyPr wrap="square" rtlCol="0">
            <a:spAutoFit/>
          </a:bodyPr>
          <a:lstStyle/>
          <a:p>
            <a:pPr algn="ctr"/>
            <a:r>
              <a:rPr lang="en-US" sz="900" dirty="0"/>
              <a:t>45</a:t>
            </a:r>
          </a:p>
        </p:txBody>
      </p:sp>
      <p:sp>
        <p:nvSpPr>
          <p:cNvPr id="62" name="TextBox 61">
            <a:extLst>
              <a:ext uri="{FF2B5EF4-FFF2-40B4-BE49-F238E27FC236}">
                <a16:creationId xmlns:a16="http://schemas.microsoft.com/office/drawing/2014/main" id="{C1784377-6515-DE93-75D9-73568B86C8D3}"/>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01CE5CF9-CB1C-E7AB-F4F6-FA41682C3641}"/>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8E4CA678-3DC9-B142-36ED-32EB924B7B19}"/>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DB76AF9-5026-0A50-967A-4A33B4994B91}"/>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5D8BA742-F38F-05AC-8C76-693A39A3177B}"/>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DE8DF7DA-4EEA-6306-D1B7-C7D1E1B2FC84}"/>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A93DDECB-0C75-11B5-8058-17765C3E9E17}"/>
              </a:ext>
            </a:extLst>
          </p:cNvPr>
          <p:cNvSpPr txBox="1"/>
          <p:nvPr/>
        </p:nvSpPr>
        <p:spPr>
          <a:xfrm>
            <a:off x="4143022" y="4909484"/>
            <a:ext cx="570089" cy="230832"/>
          </a:xfrm>
          <a:prstGeom prst="rect">
            <a:avLst/>
          </a:prstGeom>
          <a:noFill/>
        </p:spPr>
        <p:txBody>
          <a:bodyPr wrap="square" rtlCol="0">
            <a:spAutoFit/>
          </a:bodyPr>
          <a:lstStyle/>
          <a:p>
            <a:pPr algn="ctr"/>
            <a:r>
              <a:rPr lang="en-US" sz="900" dirty="0"/>
              <a:t>36</a:t>
            </a:r>
          </a:p>
        </p:txBody>
      </p:sp>
      <p:sp>
        <p:nvSpPr>
          <p:cNvPr id="71" name="TextBox 70">
            <a:extLst>
              <a:ext uri="{FF2B5EF4-FFF2-40B4-BE49-F238E27FC236}">
                <a16:creationId xmlns:a16="http://schemas.microsoft.com/office/drawing/2014/main" id="{69C9F060-5FD2-B647-19A9-DE4AF8126533}"/>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6A2033AC-29A3-AAA5-A449-A86B6777CC58}"/>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4D1C2802-7B8F-B893-11E1-EEDE6FE1723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97DB1ED-C882-09E0-BC86-9145FE093A5B}"/>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7E549D45-B362-FD28-B89C-BB8F1016E3C7}"/>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142CE4EA-584B-7AB7-66BF-134BEEA8958B}"/>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2497FAE0-FB04-5474-4385-4AC9819A35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5166DC80-AF33-6DAB-52A4-C90E2BEF230E}"/>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3608450-21A6-5A13-582A-4F6035AF31F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ACB35CBF-BAB9-6C37-043F-AD6A98B8CFC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3816F160-E729-2F2D-ADA0-01925CE4A341}"/>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C2322215-7A9A-369F-E679-0D5A2C09A06C}"/>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2351BF35-87BD-ADDA-E2B7-340A965AE7B4}"/>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FB586ACC-0E3C-27B0-94A0-E4AC851EB27A}"/>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73D5937-CA91-025B-415D-68EC21876079}"/>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289A74F7-52FA-CDFF-13F1-D78495897534}"/>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B1BEEA91-52F3-33FC-1111-AD36B560E87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525C023-25AC-2FE7-BAEF-0E04AADC1B0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8FF6E295-A457-9919-CD2A-2003E730EF9E}"/>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F40EB6E7-9952-FA25-302A-A916EECCB1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463E724-63DD-1D1A-CCD8-6AF2284F836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18BA7C74-464A-1362-937A-4FFABB2D7939}"/>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AADC653C-831A-C14D-5CFE-62BD9A07C88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DEA7B01D-3E4E-0F9C-B721-3EBE186A94F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B59CC680-96DC-9CA5-F55A-01AD7688A3CE}"/>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97FD784-D359-EE9C-0BCA-B0A245A61128}"/>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FE7BCC5A-599D-48F3-27A0-C95386754245}"/>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F6943EAF-BF52-0431-0202-A20D415299E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910D1F3-B2A9-C285-1D5A-A45E006D6557}"/>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3A24B57-E678-08AD-8006-E63E7BD6339C}"/>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789131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9B75D-E3B3-23A3-A647-0F062425297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80C5CE-BDFB-D8B6-C94F-5E23E5B74D9B}"/>
              </a:ext>
            </a:extLst>
          </p:cNvPr>
          <p:cNvSpPr>
            <a:spLocks noGrp="1"/>
          </p:cNvSpPr>
          <p:nvPr>
            <p:ph sz="half" idx="1"/>
          </p:nvPr>
        </p:nvSpPr>
        <p:spPr/>
        <p:txBody>
          <a:bodyPr>
            <a:normAutofit/>
          </a:bodyPr>
          <a:lstStyle/>
          <a:p>
            <a:r>
              <a:rPr lang="en-US" dirty="0"/>
              <a:t>This white can’t be 6 because the grey cell to its left can’t be greater than 6.</a:t>
            </a:r>
          </a:p>
        </p:txBody>
      </p:sp>
      <p:pic>
        <p:nvPicPr>
          <p:cNvPr id="4" name="Picture 3" descr="A grid of sudoku puzzle&#10;&#10;Description automatically generated">
            <a:extLst>
              <a:ext uri="{FF2B5EF4-FFF2-40B4-BE49-F238E27FC236}">
                <a16:creationId xmlns:a16="http://schemas.microsoft.com/office/drawing/2014/main" id="{70005FA1-FA47-21FF-D14F-8B8E4154FD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10DD2A7-88C0-3D7F-790C-1BA7146B84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D9836EA-29E6-AB6A-73BD-98AB7799A4A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E213C0-D90C-530B-B928-8941B2E61A2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8270843-BBAC-C1FE-84D4-B1077AC9FD3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BF42B1E-CD64-F721-9557-5E450D66715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AD1E862-8BB6-4106-50C5-D639CA08ED0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3E01EB4-9461-B55C-451E-103D698AC293}"/>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C7014956-BDFE-1492-55F7-6A6D40CC883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A2ADA01D-5079-4695-63E9-ECCE8B633804}"/>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A69A786F-3922-B354-9398-DBF419AE236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A9723607-9D70-EB32-350D-606BB528A6D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AB8A508-A73B-E441-D658-CF785224B37C}"/>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81A9BB56-D22C-C754-64BD-B9B8DDCEE8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4DADEFD-0DFC-15D1-CED8-A6D234760666}"/>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09864DBA-A47A-3861-2A02-BFE4C8292D08}"/>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E697DD0D-3DCD-A51D-0ED8-A899B6605A79}"/>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E5CE7D5E-EEA4-AD84-0A9B-4E68A681823F}"/>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B51EB1E-EC35-C1D7-8F64-07B5AB6BE33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688B9E83-9830-D7E7-4457-13CC742CECB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51F6A431-5A1B-C6CE-2D19-D2E719F8027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44446ED-6E58-B40A-A78E-58BE6D7F821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1C237995-4A69-230C-5F91-C367F3B8540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913E0F6-1A6E-99B7-BEA8-5E953209E8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8C380349-C025-D07B-9A04-22B9CF9E6030}"/>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8DA73B0-7903-C83C-346D-A98DAB75CBA2}"/>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4CBB415-70F9-59BB-E021-D742951CB3BF}"/>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8AAA06BB-C9DD-9B0F-FA9F-A86D233A2E60}"/>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1D59AA06-EDA6-6883-9761-2FE27BABC350}"/>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04AE3D32-53E4-6947-E64E-C6E71DDE426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D25DD7E4-6D34-80DC-8D61-D4D105873DA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84A35669-C836-23A6-0B8D-CBFCA9E9D10A}"/>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BA94966-F61A-23EB-D150-2E4241DF52B7}"/>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2EBC18A5-32B1-5563-22DA-BB7A8A5F1C4C}"/>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C0FD9FE7-BF19-B127-6977-31FC02192D6D}"/>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D8114E33-035E-5CAE-B567-0E8CE796523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18BF3F1B-739E-AD09-B9B9-85FCE1B59A6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247F7FB3-BE57-2133-38B0-AA19BF7BA593}"/>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6FF897DB-D0E7-BBEA-6BF8-91E76A325A45}"/>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2E83F1DC-8286-1BA4-C248-0EF7B1190704}"/>
              </a:ext>
            </a:extLst>
          </p:cNvPr>
          <p:cNvSpPr txBox="1"/>
          <p:nvPr/>
        </p:nvSpPr>
        <p:spPr>
          <a:xfrm>
            <a:off x="3138310" y="3406653"/>
            <a:ext cx="570089" cy="230832"/>
          </a:xfrm>
          <a:prstGeom prst="rect">
            <a:avLst/>
          </a:prstGeom>
          <a:noFill/>
        </p:spPr>
        <p:txBody>
          <a:bodyPr wrap="square" rtlCol="0">
            <a:spAutoFit/>
          </a:bodyPr>
          <a:lstStyle/>
          <a:p>
            <a:pPr algn="ctr"/>
            <a:r>
              <a:rPr lang="en-US" sz="900" dirty="0"/>
              <a:t>45</a:t>
            </a:r>
          </a:p>
        </p:txBody>
      </p:sp>
      <p:sp>
        <p:nvSpPr>
          <p:cNvPr id="64" name="TextBox 63">
            <a:extLst>
              <a:ext uri="{FF2B5EF4-FFF2-40B4-BE49-F238E27FC236}">
                <a16:creationId xmlns:a16="http://schemas.microsoft.com/office/drawing/2014/main" id="{775EF86E-7A59-38B7-50EC-ACA62582B7D2}"/>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8B96003F-5301-28A9-391C-E4B28A165A92}"/>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EC6F129D-112B-D178-35FF-5A02E4CBC8EB}"/>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599BF370-976B-7A3E-8C5A-DED74C9D5D3F}"/>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DDB1BD63-1563-6B7E-A35E-E9B91F10C529}"/>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29ADC81F-4EBB-4C34-5D1E-E8805DA55655}"/>
              </a:ext>
            </a:extLst>
          </p:cNvPr>
          <p:cNvSpPr txBox="1"/>
          <p:nvPr/>
        </p:nvSpPr>
        <p:spPr>
          <a:xfrm>
            <a:off x="4143022" y="4909484"/>
            <a:ext cx="570089" cy="230832"/>
          </a:xfrm>
          <a:prstGeom prst="rect">
            <a:avLst/>
          </a:prstGeom>
          <a:noFill/>
        </p:spPr>
        <p:txBody>
          <a:bodyPr wrap="square" rtlCol="0">
            <a:spAutoFit/>
          </a:bodyPr>
          <a:lstStyle/>
          <a:p>
            <a:pPr algn="ctr"/>
            <a:r>
              <a:rPr lang="en-US" sz="900" dirty="0"/>
              <a:t>36</a:t>
            </a:r>
          </a:p>
        </p:txBody>
      </p:sp>
      <p:sp>
        <p:nvSpPr>
          <p:cNvPr id="71" name="TextBox 70">
            <a:extLst>
              <a:ext uri="{FF2B5EF4-FFF2-40B4-BE49-F238E27FC236}">
                <a16:creationId xmlns:a16="http://schemas.microsoft.com/office/drawing/2014/main" id="{44989818-EF56-5B47-947E-3586EB976BF7}"/>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995971A1-B40C-603F-AED3-91A13951B015}"/>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F9D7F818-F6AC-022F-022E-1E30D190358E}"/>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62022DC1-1D8B-F90E-150C-AE70702DDEA8}"/>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A733509A-B997-2F80-E59C-E98814E95C9D}"/>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5014B3F2-AABF-AE6B-DB71-1DF9A49CDAB6}"/>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B64FE106-5B5D-6EDC-6D5F-815FD15625D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146C3A8-4F4C-6F29-5870-9B3585AF860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A61354E5-2E73-15C3-ECAC-DEA3C737405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4DFACA6-1DA8-1E65-8AA5-114F1CB28DD2}"/>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41B7958-96D5-82E5-DEC4-E57AA71C2B80}"/>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32A2D717-F436-165B-B181-BAFBDC7DF1F5}"/>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5CA53394-4CDD-67D1-BA12-0F1D828AF204}"/>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B52053D7-9BBF-C6A9-BE7B-F5FF9935F2CB}"/>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B6DEEB11-F076-536E-D42E-04A9FA36F646}"/>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C55AD963-FE16-1FF2-38CF-097FAB9808D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A8F774F9-4750-6ABA-3CE2-E4D36B415901}"/>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E5E37E6-D790-6880-0AB8-28EAFDFF8C4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CD73B4E3-B18B-869B-8953-82FD82DB8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55EED63-5AFF-3DC3-F423-C8A68C49D6B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EE0EF7F-C2FA-EFA0-46E3-309558D15F11}"/>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AE720DFF-A065-5670-CB1B-6A7FF41387CA}"/>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447B9837-9D29-FDC4-369B-689703576CB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06653B9F-B02C-71DF-54EC-D37526C276F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E7F118B-9F6F-AEDE-D5ED-A3AEB9F7CF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32F27ED-1EA1-DBE1-8B85-1C68C417A5A0}"/>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FFCAF7A3-4B9E-12CA-3600-E1BE8C64AB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49973894-52C5-F55C-CD24-E7C38C0ABBF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39CA961-3089-A5E1-BD0B-BA2E9F6C62CF}"/>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52D0A7A-F9DB-4A16-B72D-564F248509C3}"/>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C993D4B4-F897-E9DD-2AA6-273F31635FAE}"/>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4331996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9B7A9-C80B-9675-C604-6F6BD0987FC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E3559E-6F95-99FB-9901-1DDDAA544AD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820872C-73DE-AC15-676D-913BE81691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ABFEE5F-4099-8284-E7A9-6BF7DDBF2B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0EF28F-F9C2-BCF3-0C54-5C1C9FBF34C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9659AC-4707-1A19-D92B-3F6BE0E454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F0A39B-6E4B-9CDD-FB11-2AAE8FECAA1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82936B8-E88F-B0CB-B352-997EDD00D42C}"/>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EBE211B-139A-FD77-CCD7-4723367BD57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FF6FBB9-A34F-7F57-500A-6CF613652F0C}"/>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C27F8D66-7CF0-E120-5549-DC0262A0FA0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452043D0-A57D-E838-AC3E-F62A0C92EC7C}"/>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EEEB0C94-606A-F0A1-1B02-70ECA1B420D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E43B1B29-43DB-F7F0-DD4B-C2A7EBF1325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23BE9EB1-149B-A614-F449-B2D516F48E7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5418E40-3A8F-E78F-ED7C-8E08EC9E3D5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DAB4D17-7930-FE9F-CE54-68B50D9B414B}"/>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93E1498-AAB5-76F1-A9EB-2A78D77F67B3}"/>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90535A97-6170-0424-4A74-7C91CDE23A90}"/>
              </a:ext>
            </a:extLst>
          </p:cNvPr>
          <p:cNvSpPr txBox="1"/>
          <p:nvPr/>
        </p:nvSpPr>
        <p:spPr>
          <a:xfrm>
            <a:off x="4645378"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91A8910-60F5-3D41-C844-D9F01C2164C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C26FF07-39CD-4A5A-FD6A-88060AFDEC52}"/>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2CE8E12D-2D22-96FB-95C5-58522DE356B1}"/>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85F4999-85BA-5B0C-E42E-DAA8DA52945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6E4FC8B-A3E8-30EC-A866-92E05127FB8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BF17478-530F-8561-0722-0958919C003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41A92A9-EA1B-0D0E-8647-F01BC52F14B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8F18028-B8B2-3F55-904E-3F8978465701}"/>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543D358-EB8E-5B17-41B2-F88E529DE938}"/>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B3E17ACC-C9CE-B76C-0637-69CA1F6EE7C5}"/>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BA09E203-3641-A2AC-E863-60DC8DBE9F43}"/>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9F2728E3-B8A7-C047-B4E8-FB6584440F3C}"/>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56FA8FF1-8CF2-58C4-B2A0-0A59BF0462F8}"/>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74115CC9-8B5E-1E1E-83C1-2A0F1481517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B8AD13D8-0568-4773-D56C-67B0C2F8B440}"/>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50543ED-FD1A-4B1A-70B7-6E5F6516228A}"/>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1DEA401-3C86-441E-D80A-38DEEFB646B0}"/>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C0674894-4329-511B-59EC-7D7E9A6122BD}"/>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99E610DD-351B-6EA1-E0E4-B15089EFC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64823AD-2D8F-0464-47F6-8B4448EEA70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D5413587-F70C-FB1C-EBB4-E00D25819A3C}"/>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89D91ACF-AC64-1550-93CF-54B293197DBF}"/>
              </a:ext>
            </a:extLst>
          </p:cNvPr>
          <p:cNvSpPr txBox="1"/>
          <p:nvPr/>
        </p:nvSpPr>
        <p:spPr>
          <a:xfrm>
            <a:off x="3138310"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65</a:t>
            </a:r>
          </a:p>
        </p:txBody>
      </p:sp>
      <p:sp>
        <p:nvSpPr>
          <p:cNvPr id="61" name="TextBox 60">
            <a:extLst>
              <a:ext uri="{FF2B5EF4-FFF2-40B4-BE49-F238E27FC236}">
                <a16:creationId xmlns:a16="http://schemas.microsoft.com/office/drawing/2014/main" id="{B11765D6-D3FF-95F0-8B2D-6564D5584CD3}"/>
              </a:ext>
            </a:extLst>
          </p:cNvPr>
          <p:cNvSpPr txBox="1"/>
          <p:nvPr/>
        </p:nvSpPr>
        <p:spPr>
          <a:xfrm>
            <a:off x="313831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54DB3AE2-77B7-47C2-CF5B-CF32D2B19C71}"/>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D84CA0A8-738A-D121-640A-7AC4C24CDF90}"/>
              </a:ext>
            </a:extLst>
          </p:cNvPr>
          <p:cNvSpPr txBox="1"/>
          <p:nvPr/>
        </p:nvSpPr>
        <p:spPr>
          <a:xfrm>
            <a:off x="3640666" y="3907597"/>
            <a:ext cx="570089" cy="230832"/>
          </a:xfrm>
          <a:prstGeom prst="rect">
            <a:avLst/>
          </a:prstGeom>
          <a:noFill/>
        </p:spPr>
        <p:txBody>
          <a:bodyPr wrap="square" rtlCol="0">
            <a:spAutoFit/>
          </a:bodyPr>
          <a:lstStyle/>
          <a:p>
            <a:pPr algn="ctr"/>
            <a:r>
              <a:rPr lang="en-US" sz="900" dirty="0"/>
              <a:t>53</a:t>
            </a:r>
          </a:p>
        </p:txBody>
      </p:sp>
      <p:sp>
        <p:nvSpPr>
          <p:cNvPr id="67" name="TextBox 66">
            <a:extLst>
              <a:ext uri="{FF2B5EF4-FFF2-40B4-BE49-F238E27FC236}">
                <a16:creationId xmlns:a16="http://schemas.microsoft.com/office/drawing/2014/main" id="{D59495E7-31ED-1133-C9BC-50C6F8EBD63C}"/>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C6432EC-D418-2978-E899-621CADBCD93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3551BBD-0EEC-EDD8-CEEF-A157A000F874}"/>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042343D8-BC1E-E21C-6D43-62A058526436}"/>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63</a:t>
            </a:r>
          </a:p>
        </p:txBody>
      </p:sp>
      <p:sp>
        <p:nvSpPr>
          <p:cNvPr id="71" name="TextBox 70">
            <a:extLst>
              <a:ext uri="{FF2B5EF4-FFF2-40B4-BE49-F238E27FC236}">
                <a16:creationId xmlns:a16="http://schemas.microsoft.com/office/drawing/2014/main" id="{C6331CB8-F057-5B59-B931-96ED2E226435}"/>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F7BAAFCD-3473-6ADA-56AF-04C63CD05D5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B7C39D10-55E7-AC58-F690-A0132BC5179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95F7B8F-B4C8-019F-5CD5-E14BD893A9E6}"/>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A5EE978C-8233-1C01-173D-321A43BDE046}"/>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C70D1D1F-6902-A1DD-A534-E9378948CA96}"/>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06B381C1-5D1C-4B72-D4C8-91D8BB1AB056}"/>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9AEBDA9B-9AE1-EDB3-8DA6-E790224012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B7A52B6-89CC-7464-8A9D-87D796C6D582}"/>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36DC362-9936-E4F1-9C76-FE6057C9C1E8}"/>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67E681C3-0148-4A0C-52B3-2DB319167821}"/>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DFF5E58-B31E-95F6-A907-D01D9E6FB393}"/>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10B0160D-6741-2BAE-4C38-7237E874A656}"/>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6E2D845E-954D-7BA2-03A7-66440CE4E42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C5DBCB6-4356-E763-F22B-DB04D64CAD78}"/>
              </a:ext>
            </a:extLst>
          </p:cNvPr>
          <p:cNvSpPr txBox="1"/>
          <p:nvPr/>
        </p:nvSpPr>
        <p:spPr>
          <a:xfrm>
            <a:off x="4143022"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96</a:t>
            </a:r>
          </a:p>
        </p:txBody>
      </p:sp>
      <p:sp>
        <p:nvSpPr>
          <p:cNvPr id="48" name="TextBox 47">
            <a:extLst>
              <a:ext uri="{FF2B5EF4-FFF2-40B4-BE49-F238E27FC236}">
                <a16:creationId xmlns:a16="http://schemas.microsoft.com/office/drawing/2014/main" id="{434A8F2D-157E-26D3-47F5-B96ABE31B03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95E78B48-426E-14C9-D2C3-FF4C6F9E8907}"/>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E9C892D-E253-31D6-D23F-8B8C9DCEA54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538C2C5D-913D-14E0-78DE-18D93BBD234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C218D5A-A69A-CEB8-84DB-D0A2A117C0E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29E57584-0F97-3F98-3178-5C9C9D51E0C8}"/>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255B0649-DB55-F78E-AE95-4727397BDAB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9AC92D92-A036-46D4-3A16-24141B0FF3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A8A35A30-EBE3-A87F-9ED5-90497D741E50}"/>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3B7EF4A8-FDB3-0A48-DBA1-0ADFCDE58F3F}"/>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75BA3D2-F267-71B8-6110-25329C77AD8F}"/>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445CFC56-64CE-9828-0F17-01BAC0A50F1D}"/>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90A673B5-0CE6-352A-2149-B8E4BFE5450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50E921A-7F52-08C8-06DA-0C876C84B3C1}"/>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E320D40-45C6-A78E-1167-6B4A6CF1C7BF}"/>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6A00B463-80F9-9267-9B0F-A6802B44940C}"/>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08422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02B3D-75DD-B3A4-7B2F-C109044AE3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DAF74D-6DCC-5460-40F3-AC0640F576A7}"/>
              </a:ext>
            </a:extLst>
          </p:cNvPr>
          <p:cNvSpPr>
            <a:spLocks noGrp="1"/>
          </p:cNvSpPr>
          <p:nvPr>
            <p:ph sz="half" idx="1"/>
          </p:nvPr>
        </p:nvSpPr>
        <p:spPr/>
        <p:txBody>
          <a:bodyPr>
            <a:normAutofit/>
          </a:bodyPr>
          <a:lstStyle/>
          <a:p>
            <a:r>
              <a:rPr lang="en-US" dirty="0"/>
              <a:t>Last possible 2 in Column 3 (and lower left block).</a:t>
            </a:r>
          </a:p>
        </p:txBody>
      </p:sp>
      <p:pic>
        <p:nvPicPr>
          <p:cNvPr id="4" name="Picture 3" descr="A grid of sudoku puzzle&#10;&#10;Description automatically generated">
            <a:extLst>
              <a:ext uri="{FF2B5EF4-FFF2-40B4-BE49-F238E27FC236}">
                <a16:creationId xmlns:a16="http://schemas.microsoft.com/office/drawing/2014/main" id="{9F8D378A-1F4D-C73E-E600-555CEB32B06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756B81-79B4-4DA7-113D-1AC3BC1CB55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49B46E5-2E87-FAD3-8CDD-2F2EADC534B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9665C7-1208-3E15-4360-51AADEE55EA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044991-C35A-B12D-9E52-728DD49D07E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2FEF32F-A941-0E17-28DF-8B52B1DFE33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2708F0C-C2E7-D44D-00AE-3BF48F95D5B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F85682B9-D8A3-9956-FC44-4B8E9C2AAFB0}"/>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A49882DB-1DF5-F44B-099D-29B8A60D91A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68CD1617-DAE4-ECFE-D786-897C5470E040}"/>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30B730E2-037A-0AEA-0DD1-DC0DA4DD208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F15C8B96-4231-6A03-6133-F4C53A59C5B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CB806999-BE02-D7C3-AA08-B486485991D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50E10B8D-D83F-ADD7-9D0A-4FD8E8941C0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4426E4E-E16C-998F-1342-05EF4B0B2F88}"/>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5E22133-43D9-669E-BED5-BEE2C4D95F52}"/>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03BCAB26-F901-112E-68B7-EA7184D5D4C2}"/>
              </a:ext>
            </a:extLst>
          </p:cNvPr>
          <p:cNvSpPr txBox="1"/>
          <p:nvPr/>
        </p:nvSpPr>
        <p:spPr>
          <a:xfrm>
            <a:off x="4645378"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3789C82D-55AF-4414-F7BD-4486D4E9C500}"/>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A723D7B-C4F8-2572-632E-28428527981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6ABC1C0-D747-98EA-171C-32BF8362B4F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52B1DD1C-A464-67C0-A89D-FA30E5F50D7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0C593A5-F0F4-8086-C563-E38F39F92D6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9FFADFEA-85CD-396C-0406-755787D52D8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AC4A202-4F5C-DF5D-3974-186197CB37C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4DEF4B87-75FB-6CFF-BADB-831C73C7ECD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28071B9-1A28-675B-FDEB-85074753C864}"/>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8CEE5699-A030-B3B8-A4EB-EA0F108A7F60}"/>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FC5E7B82-E0E5-FB86-8016-9063FB3D512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ECDDC1B6-B3F5-7A40-B2C8-1E0664EBCD27}"/>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27A03655-0AF7-0E3A-6CB6-CB29D060E60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A739E2D1-B824-EB33-D7FE-C126D430D64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48EC8F04-1496-F44A-E699-168FE91DE112}"/>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3B2D3513-9E00-D1BA-A9E3-9C128139F33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2D70F164-C7FB-70E4-201B-12BF4DC5E71C}"/>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16CC84CB-FB83-9584-B807-F772D1F118B9}"/>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1D35CF4-049B-37C1-9BBF-650C6EC08ADA}"/>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38C7AC1-41B9-DFEC-B905-55F102BAA89A}"/>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7DD1329D-A10D-3C4F-FBE2-9AD353D3DADC}"/>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E782B21D-57E6-8362-6A32-B45D85FD8004}"/>
              </a:ext>
            </a:extLst>
          </p:cNvPr>
          <p:cNvSpPr txBox="1"/>
          <p:nvPr/>
        </p:nvSpPr>
        <p:spPr>
          <a:xfrm>
            <a:off x="3138310"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65</a:t>
            </a:r>
          </a:p>
        </p:txBody>
      </p:sp>
      <p:sp>
        <p:nvSpPr>
          <p:cNvPr id="61" name="TextBox 60">
            <a:extLst>
              <a:ext uri="{FF2B5EF4-FFF2-40B4-BE49-F238E27FC236}">
                <a16:creationId xmlns:a16="http://schemas.microsoft.com/office/drawing/2014/main" id="{6A2461D2-98CC-AF39-3755-E97A0004C916}"/>
              </a:ext>
            </a:extLst>
          </p:cNvPr>
          <p:cNvSpPr txBox="1"/>
          <p:nvPr/>
        </p:nvSpPr>
        <p:spPr>
          <a:xfrm>
            <a:off x="313831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9E0417E5-3D84-D58F-85E3-85688EE9A5C8}"/>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6C47F06E-9C99-FC83-1EED-1F3D1E3D09E6}"/>
              </a:ext>
            </a:extLst>
          </p:cNvPr>
          <p:cNvSpPr txBox="1"/>
          <p:nvPr/>
        </p:nvSpPr>
        <p:spPr>
          <a:xfrm>
            <a:off x="3640666" y="3907597"/>
            <a:ext cx="570089" cy="230832"/>
          </a:xfrm>
          <a:prstGeom prst="rect">
            <a:avLst/>
          </a:prstGeom>
          <a:noFill/>
        </p:spPr>
        <p:txBody>
          <a:bodyPr wrap="square" rtlCol="0">
            <a:spAutoFit/>
          </a:bodyPr>
          <a:lstStyle/>
          <a:p>
            <a:pPr algn="ctr"/>
            <a:r>
              <a:rPr lang="en-US" sz="900" dirty="0"/>
              <a:t>53</a:t>
            </a:r>
          </a:p>
        </p:txBody>
      </p:sp>
      <p:sp>
        <p:nvSpPr>
          <p:cNvPr id="68" name="TextBox 67">
            <a:extLst>
              <a:ext uri="{FF2B5EF4-FFF2-40B4-BE49-F238E27FC236}">
                <a16:creationId xmlns:a16="http://schemas.microsoft.com/office/drawing/2014/main" id="{200450FF-87AD-2E7F-7720-06054F5998E5}"/>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C61FB320-9065-128D-6C30-03E6627B76FE}"/>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C7D47595-DD04-5992-974F-FB5C7425D8B1}"/>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63</a:t>
            </a:r>
          </a:p>
        </p:txBody>
      </p:sp>
      <p:sp>
        <p:nvSpPr>
          <p:cNvPr id="71" name="TextBox 70">
            <a:extLst>
              <a:ext uri="{FF2B5EF4-FFF2-40B4-BE49-F238E27FC236}">
                <a16:creationId xmlns:a16="http://schemas.microsoft.com/office/drawing/2014/main" id="{AFDB2C61-A7E4-5542-5F9C-DB794C4827C0}"/>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0069FAF4-B465-8773-2B67-216DA5D72A70}"/>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D9BBE6D1-B368-682D-FEC6-EB294FC40578}"/>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C5ABB43A-C055-8EF8-6959-77C33ACA0F90}"/>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75E0C5A-8DF8-CECB-00E2-8A704767F3C3}"/>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D0CAB735-9F01-3722-0723-998C2B232A55}"/>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4D4DE4C7-E76B-6A22-0775-A033D241D2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8918FE4-737C-5035-C838-8591AC5898FA}"/>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AA09B2E-5F09-182F-2856-460E7BD0723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2D592CAD-A7B8-0A7F-E419-291AB4F7AC7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15392B8B-F651-DC0A-250D-C6070C218C63}"/>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3F4E54F3-7ADF-78FB-AAFA-92C8D63292AF}"/>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73DBDE3D-97C9-AE70-9456-059142643D12}"/>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E6917132-EE7D-1709-7C42-F94BA00D0750}"/>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C140EE7A-51D0-199A-C203-DFCEB41A77AA}"/>
              </a:ext>
            </a:extLst>
          </p:cNvPr>
          <p:cNvSpPr txBox="1"/>
          <p:nvPr/>
        </p:nvSpPr>
        <p:spPr>
          <a:xfrm>
            <a:off x="4143022"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96</a:t>
            </a:r>
          </a:p>
        </p:txBody>
      </p:sp>
      <p:sp>
        <p:nvSpPr>
          <p:cNvPr id="48" name="TextBox 47">
            <a:extLst>
              <a:ext uri="{FF2B5EF4-FFF2-40B4-BE49-F238E27FC236}">
                <a16:creationId xmlns:a16="http://schemas.microsoft.com/office/drawing/2014/main" id="{5AC5D3A9-45BF-81E2-C3E2-AC2FD9910582}"/>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02A29808-BB58-EA5C-FBBA-C91FC2C91C74}"/>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29D181E-E3FB-2E82-B6EA-BE5CD4ECE58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D89FF22E-A8C9-26A2-72A7-AEEE9ED280E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3EEF8A08-CB0B-9050-8292-1425F83F2CF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D1B32C09-D776-14D7-63F0-631D4648F77B}"/>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E1B1DC05-D4E2-2643-C800-9ED6B3480DB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09164576-8411-C49F-C3B7-AE35FB0FF1E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6FB48956-DF45-1867-F816-570E2FE05475}"/>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693082C8-420C-905F-8129-AFC0B275BB1A}"/>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BF420AD-2AEF-08D9-17A1-145735E58C37}"/>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18E39E74-63F0-8F2D-8129-1D1F84CE7432}"/>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24923EF6-133A-CCDB-A8E7-6155F61921D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97B4C20-1DFE-0B10-D94C-DFF35EF11939}"/>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D610AE8-38C5-FE7D-D380-AF88F9E6A0D7}"/>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88EE14A6-5261-40AC-F513-43F2E7A7FC07}"/>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C2142D93-045B-D877-1FA4-C8D7102BFFF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5050640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03F20-F04B-A188-CBE9-6D07C39567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9D7242-F06B-4BAB-B395-5094884E8E98}"/>
              </a:ext>
            </a:extLst>
          </p:cNvPr>
          <p:cNvSpPr>
            <a:spLocks noGrp="1"/>
          </p:cNvSpPr>
          <p:nvPr>
            <p:ph sz="half" idx="1"/>
          </p:nvPr>
        </p:nvSpPr>
        <p:spPr/>
        <p:txBody>
          <a:bodyPr>
            <a:normAutofit/>
          </a:bodyPr>
          <a:lstStyle/>
          <a:p>
            <a:r>
              <a:rPr lang="en-US" dirty="0"/>
              <a:t>In the bottom left block, there are two grey cells that could be 4. The one that is 4 would have to have two lesser digits, other than 1, above and below it. The only way that could happen is with a 2 and a 3. And there is only way that works.</a:t>
            </a:r>
          </a:p>
        </p:txBody>
      </p:sp>
      <p:pic>
        <p:nvPicPr>
          <p:cNvPr id="4" name="Picture 3" descr="A grid of sudoku puzzle&#10;&#10;Description automatically generated">
            <a:extLst>
              <a:ext uri="{FF2B5EF4-FFF2-40B4-BE49-F238E27FC236}">
                <a16:creationId xmlns:a16="http://schemas.microsoft.com/office/drawing/2014/main" id="{649C28C2-C65E-FDD5-4137-7F69837068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7032A4-41D1-84D0-3330-3903A2F4EA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FA75D0-D951-078E-6CDB-070EC78944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F93FDED-5757-5CA9-DFEE-93F7CA42F0E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5FC41F-F47D-2A83-4DD8-A42D3AD47AA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EB19EA2-244F-3FD9-F01C-7571B6FCAF72}"/>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F8C5EA0-7F40-461A-1B9F-C7C8EF3B3366}"/>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a:t>
            </a:r>
          </a:p>
        </p:txBody>
      </p:sp>
      <p:sp>
        <p:nvSpPr>
          <p:cNvPr id="10" name="TextBox 9">
            <a:extLst>
              <a:ext uri="{FF2B5EF4-FFF2-40B4-BE49-F238E27FC236}">
                <a16:creationId xmlns:a16="http://schemas.microsoft.com/office/drawing/2014/main" id="{D0C8936B-76AF-8B82-CABD-83EBD442FED0}"/>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2E508125-A5FF-ACB0-5EA9-F6AFC4A5FF1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3" name="TextBox 12">
            <a:extLst>
              <a:ext uri="{FF2B5EF4-FFF2-40B4-BE49-F238E27FC236}">
                <a16:creationId xmlns:a16="http://schemas.microsoft.com/office/drawing/2014/main" id="{909398C1-C17E-003C-5FF3-543D94FD5B21}"/>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D669484-8485-46CE-B718-8926A43C1D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48F0CB0B-FB0D-E5A9-0444-DC3BD66C2D1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C97CE31-7825-A383-62D0-E459F589BC5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23F1480-87EA-A7FA-3649-A67F7AB47514}"/>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9A10DA5-DDBC-0C06-7BFE-A8DC8372B8FB}"/>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2284FE3-87BB-F33A-0224-289BDDD87346}"/>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6D78B8D0-7356-F41F-DCD4-33A66ABBC36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482FCE6-D3F9-022C-42AD-D7736A89D50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D540EB6-6ACB-8CC1-56AB-7F002E1462C5}"/>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19E9069A-63CC-E45E-EFF7-56C4B1F2720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F595E700-8B6F-7697-5130-C3E15A746CB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F0065368-BC2E-1DA0-C520-E97C52476B4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9B9E71D-ACAC-F0DA-C639-6668AC8194E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1642A147-2F08-03FF-91ED-BB6F88EF0386}"/>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52C0F6F7-15E5-2E63-9B43-5D0CE3C683F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80C571D-2B7A-88FA-DFCA-FA4173A7E48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B931D0E9-8A66-9C9C-95A6-0707936F89E6}"/>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5125EBD0-786B-213E-409B-934FDCEB089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0E2015C0-934E-E1A5-4C32-BA0785B199A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B9FB6EB-3E64-2C50-A953-17037749474D}"/>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53722DC1-BE4B-D87E-8AD9-DF119CB77E1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5121CA10-1544-ECCE-CF77-9BB80970AE81}"/>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3CA3686-8295-341B-90F3-DCF1378D5317}"/>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1CDF8CFE-EBA4-2FD7-A4EF-C5E9C9F5589E}"/>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1E922CE1-F0F1-6EA0-923E-9A4F7534B6B9}"/>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64" name="TextBox 63">
            <a:extLst>
              <a:ext uri="{FF2B5EF4-FFF2-40B4-BE49-F238E27FC236}">
                <a16:creationId xmlns:a16="http://schemas.microsoft.com/office/drawing/2014/main" id="{C1EE6EFB-170F-157B-3FDF-772255F0295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2F748D10-AC88-ED3F-DE2B-022B9B97AA3C}"/>
              </a:ext>
            </a:extLst>
          </p:cNvPr>
          <p:cNvSpPr txBox="1"/>
          <p:nvPr/>
        </p:nvSpPr>
        <p:spPr>
          <a:xfrm>
            <a:off x="3640666" y="3907597"/>
            <a:ext cx="570089" cy="230832"/>
          </a:xfrm>
          <a:prstGeom prst="rect">
            <a:avLst/>
          </a:prstGeom>
          <a:noFill/>
        </p:spPr>
        <p:txBody>
          <a:bodyPr wrap="square" rtlCol="0">
            <a:spAutoFit/>
          </a:bodyPr>
          <a:lstStyle/>
          <a:p>
            <a:pPr algn="ctr"/>
            <a:r>
              <a:rPr lang="en-US" sz="900" dirty="0"/>
              <a:t>53</a:t>
            </a:r>
          </a:p>
        </p:txBody>
      </p:sp>
      <p:sp>
        <p:nvSpPr>
          <p:cNvPr id="68" name="TextBox 67">
            <a:extLst>
              <a:ext uri="{FF2B5EF4-FFF2-40B4-BE49-F238E27FC236}">
                <a16:creationId xmlns:a16="http://schemas.microsoft.com/office/drawing/2014/main" id="{FDB2AFE9-C15E-8834-D054-F9A60438387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4914FA41-6352-5490-F7EC-392C968E6409}"/>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1" name="TextBox 70">
            <a:extLst>
              <a:ext uri="{FF2B5EF4-FFF2-40B4-BE49-F238E27FC236}">
                <a16:creationId xmlns:a16="http://schemas.microsoft.com/office/drawing/2014/main" id="{73B9623B-05C5-FC48-AADF-0F6DC61B9DB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ADF1E0DF-4D2B-E5CC-5354-13227D1098A5}"/>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31FC55F6-517E-634E-B094-48C26E9EECB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126ACDB3-8071-1B1B-6547-61EAA8984C5D}"/>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9CCFB0B3-DC8E-B9BF-EE83-FFF0A992D34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3546AF67-0C78-F50A-2D94-AD8E790F180F}"/>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A872B910-27A6-2F0B-7700-075E8F0708C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8C1BB4A-8927-31AF-4F45-06C1E968CDC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941B24C6-B96D-2738-D474-44E533FEACE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3E8E3B4-6374-38C4-B39B-42FB88ACBCEE}"/>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34476952-EB62-4636-0DDC-B04FF552094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5D264886-94F9-E119-F945-DEC25E99177A}"/>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39CD0AAB-FB1B-EB11-A700-859EDDF249A7}"/>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8F1B7F95-3D6E-0182-2D6A-0C9B8EB044B8}"/>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8B0939C-B17A-E790-46F9-D6BC1F0290CB}"/>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9AC49426-30EB-297B-E626-9BB315C6EAB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E7F31C4E-279E-DD18-66CF-62CD4C81DD4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49326BB4-2B5A-6C5D-B5CD-22AE451214C2}"/>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ACCFD5F-D669-B2C2-8298-F3F76CE7A4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FC49DCA-FDEF-E669-5B10-731ACAC9DE55}"/>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0B2E9508-E9B4-13B4-4050-C678DB02430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39693721-6806-DB7C-8400-9C760FDAB1B8}"/>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EC4FA47B-213B-0A2B-4B26-5DDDA8D779C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291594E9-0800-C9DA-EC0E-73197FD70D37}"/>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BC5C156-5C30-55EC-CD0A-27FCE2DF17C1}"/>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494F5A91-99F8-CB38-BA16-2FF93DF0037B}"/>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428A7796-513A-2810-DE1E-A706D20AF89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9D025FB-58A7-5FEF-7EAF-3098C1223BFC}"/>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23143FB-82D3-70D3-FBF8-D9EE9B26A2CF}"/>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41D8859C-7726-E33A-4235-F69FFA22EA04}"/>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B45AFD6-52A1-E91C-B19D-4C859173F571}"/>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1455B0BE-54C1-5D07-D94E-724214016F96}"/>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6847BD77-2507-0596-7A0E-37A35516D47C}"/>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93FFB283-F1AC-A674-2C5B-D458939797F3}"/>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7B41E1F3-B0A7-428A-1319-5AF0E296D75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D3FD54D4-845C-2546-1EFE-E938B00F3EF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9902C195-8F7C-B3E9-2B2A-C9D608FEF8A9}"/>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2A9588F0-34C1-1420-1802-15EAB1BD120F}"/>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2372937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23F46-5F64-D528-41B6-5A197493479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8BB1E7-3EEA-7D93-7B12-597CC9A6D94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49028AA-E2E2-2056-D170-531B1A3D39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522DA5-BDF2-8934-4F87-661EF5C8CEE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F4D324-F122-C72F-723C-564BEF577A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DD8D959-123B-4E5C-762C-7D1519A2318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EDE7BF-E7CF-2DC0-F170-EF5BD0665A4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DE7B07B-2E89-A4A1-E256-9B52F47332EF}"/>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A139314-A5FE-9F70-E414-A18090FB0E4D}"/>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a:t>
            </a:r>
          </a:p>
        </p:txBody>
      </p:sp>
      <p:sp>
        <p:nvSpPr>
          <p:cNvPr id="10" name="TextBox 9">
            <a:extLst>
              <a:ext uri="{FF2B5EF4-FFF2-40B4-BE49-F238E27FC236}">
                <a16:creationId xmlns:a16="http://schemas.microsoft.com/office/drawing/2014/main" id="{217E33FB-9E22-92EE-B625-548F55D9AA8D}"/>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5F42F2F3-5752-AFCD-40F0-0CCE197868FD}"/>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3" name="TextBox 12">
            <a:extLst>
              <a:ext uri="{FF2B5EF4-FFF2-40B4-BE49-F238E27FC236}">
                <a16:creationId xmlns:a16="http://schemas.microsoft.com/office/drawing/2014/main" id="{C37546DE-77C6-FADD-DEB1-1034679A037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C490E82-E8CF-1970-C757-B0C145B2ACE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6682DA3-1E11-1449-AA97-02955338D940}"/>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38EFEB3-698B-88F5-E598-1CD34875604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D82474D-B676-4FAC-B501-7C86AA667FE1}"/>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C5A19F2-C3D1-6F65-BD7B-2C02FFB237FD}"/>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00A0122-96D1-3115-DF51-3D7578620F0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F7A44E9-21C6-4870-AA05-D69D45E1213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E725D9D-48B1-256F-A0A5-2F536AB8315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A511A74-36AB-554D-E959-5B13E6AF3167}"/>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A437897-0A11-FA62-FC57-62BA193EB1D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8776E41-D56E-DBFC-6503-2178F466E60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CA79D964-CAF1-F3A2-0CE3-E1096B7F64E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4D17B1F7-F434-F069-B6CA-B1F638DC1310}"/>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053D04E5-722C-36BF-A65F-5428E31751A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8C43A355-82D4-A8AE-2691-1D2853FEDEEF}"/>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7" name="TextBox 46">
            <a:extLst>
              <a:ext uri="{FF2B5EF4-FFF2-40B4-BE49-F238E27FC236}">
                <a16:creationId xmlns:a16="http://schemas.microsoft.com/office/drawing/2014/main" id="{22B61ACF-CA14-08A5-A4AF-69E9F751803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4A7B2BF1-704A-955B-FF1B-97CA9D0ED1D5}"/>
              </a:ext>
            </a:extLst>
          </p:cNvPr>
          <p:cNvSpPr txBox="1"/>
          <p:nvPr/>
        </p:nvSpPr>
        <p:spPr>
          <a:xfrm>
            <a:off x="3138310" y="1402877"/>
            <a:ext cx="570089" cy="230832"/>
          </a:xfrm>
          <a:prstGeom prst="rect">
            <a:avLst/>
          </a:prstGeom>
          <a:noFill/>
        </p:spPr>
        <p:txBody>
          <a:bodyPr wrap="square" rtlCol="0">
            <a:spAutoFit/>
          </a:bodyPr>
          <a:lstStyle/>
          <a:p>
            <a:pPr algn="ctr"/>
            <a:r>
              <a:rPr lang="en-US" sz="900" dirty="0"/>
              <a:t>37</a:t>
            </a:r>
          </a:p>
        </p:txBody>
      </p:sp>
      <p:sp>
        <p:nvSpPr>
          <p:cNvPr id="50" name="TextBox 49">
            <a:extLst>
              <a:ext uri="{FF2B5EF4-FFF2-40B4-BE49-F238E27FC236}">
                <a16:creationId xmlns:a16="http://schemas.microsoft.com/office/drawing/2014/main" id="{1E234705-9876-9072-04CB-56AB7432612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CC2168BE-9402-660B-9C04-FFB4C12DDD6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E998EC82-D01F-17BF-DA76-7B1BDCD2C3D4}"/>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B5B70512-8C00-256F-55E9-9D8C90B2DF1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8042678-8AFD-43E1-E5C6-E92DA8AA5361}"/>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0C5E18A6-DD28-A81F-20C9-EA9BDE19DC5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401F199D-0446-30EC-8436-E84B7205CD7F}"/>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69" name="TextBox 68">
            <a:extLst>
              <a:ext uri="{FF2B5EF4-FFF2-40B4-BE49-F238E27FC236}">
                <a16:creationId xmlns:a16="http://schemas.microsoft.com/office/drawing/2014/main" id="{484E57D9-B1ED-FB93-CE14-139FA0F1D3F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a:t>
            </a:r>
          </a:p>
        </p:txBody>
      </p:sp>
      <p:sp>
        <p:nvSpPr>
          <p:cNvPr id="71" name="TextBox 70">
            <a:extLst>
              <a:ext uri="{FF2B5EF4-FFF2-40B4-BE49-F238E27FC236}">
                <a16:creationId xmlns:a16="http://schemas.microsoft.com/office/drawing/2014/main" id="{90E13E3B-AE0F-59F1-25FA-07571BA7B986}"/>
              </a:ext>
            </a:extLst>
          </p:cNvPr>
          <p:cNvSpPr txBox="1"/>
          <p:nvPr/>
        </p:nvSpPr>
        <p:spPr>
          <a:xfrm>
            <a:off x="6152446" y="4909484"/>
            <a:ext cx="570089" cy="230832"/>
          </a:xfrm>
          <a:prstGeom prst="rect">
            <a:avLst/>
          </a:prstGeom>
          <a:noFill/>
        </p:spPr>
        <p:txBody>
          <a:bodyPr wrap="square" rtlCol="0">
            <a:spAutoFit/>
          </a:bodyPr>
          <a:lstStyle/>
          <a:p>
            <a:pPr algn="ctr"/>
            <a:r>
              <a:rPr lang="en-US" sz="900" dirty="0"/>
              <a:t>147</a:t>
            </a:r>
          </a:p>
        </p:txBody>
      </p:sp>
      <p:sp>
        <p:nvSpPr>
          <p:cNvPr id="72" name="TextBox 71">
            <a:extLst>
              <a:ext uri="{FF2B5EF4-FFF2-40B4-BE49-F238E27FC236}">
                <a16:creationId xmlns:a16="http://schemas.microsoft.com/office/drawing/2014/main" id="{438D7263-481A-512F-B308-BEC3F6970E2D}"/>
              </a:ext>
            </a:extLst>
          </p:cNvPr>
          <p:cNvSpPr txBox="1"/>
          <p:nvPr/>
        </p:nvSpPr>
        <p:spPr>
          <a:xfrm>
            <a:off x="6654802" y="4909484"/>
            <a:ext cx="570089" cy="230832"/>
          </a:xfrm>
          <a:prstGeom prst="rect">
            <a:avLst/>
          </a:prstGeom>
          <a:noFill/>
        </p:spPr>
        <p:txBody>
          <a:bodyPr wrap="square" rtlCol="0">
            <a:spAutoFit/>
          </a:bodyPr>
          <a:lstStyle/>
          <a:p>
            <a:pPr algn="ctr"/>
            <a:r>
              <a:rPr lang="en-US" sz="900" dirty="0"/>
              <a:t>47</a:t>
            </a:r>
          </a:p>
        </p:txBody>
      </p:sp>
      <p:sp>
        <p:nvSpPr>
          <p:cNvPr id="73" name="TextBox 72">
            <a:extLst>
              <a:ext uri="{FF2B5EF4-FFF2-40B4-BE49-F238E27FC236}">
                <a16:creationId xmlns:a16="http://schemas.microsoft.com/office/drawing/2014/main" id="{3D3FCF5F-B02B-07B0-46A2-4E8ABEF897A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E9CA0C2C-3023-EDAA-ECEF-B0FC4996B760}"/>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28390F2F-1D7C-4F02-45F7-67CE277C4C60}"/>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D74063D1-71C5-8017-52A5-8B284B34C6B0}"/>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77" name="TextBox 76">
            <a:extLst>
              <a:ext uri="{FF2B5EF4-FFF2-40B4-BE49-F238E27FC236}">
                <a16:creationId xmlns:a16="http://schemas.microsoft.com/office/drawing/2014/main" id="{CBE38754-2E59-1871-E57C-85DE741D1DDF}"/>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802F2377-22CA-8A66-6C48-3582F946E3AB}"/>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A532EADA-3089-60A7-7FBB-5EB3969E33F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EE31FA8-6978-3D7D-477A-8FC05E1C569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12EF27AB-557D-7886-ABC9-37002E5C6E48}"/>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305B7195-FC46-CC9D-9602-0EDC89342FD4}"/>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0F7F8F28-0FE0-18E9-AC19-2BAF6D478CD1}"/>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9D346B41-51FF-6888-C66F-35FB95056F74}"/>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25D71BAD-E2DC-58EC-3378-89237750D8D4}"/>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8C703723-8DA4-5315-D34E-6A7A75BB939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F786BCA9-D543-31FB-9CF6-EC7B728963A7}"/>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53010170-C381-0F2A-0303-EDE30AE95ED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E6972876-7B9F-2D6B-C5BC-F83B097CE503}"/>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CA3D01C8-07EE-9BD5-7F32-137E630960D4}"/>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0629E06B-A5C5-C1EF-4478-B3EC38CA9654}"/>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4F5A66B0-07C0-54B7-96B9-83E4E509C20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C15B4888-AB22-5DE2-A952-A281936AF9AF}"/>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F0612E9-C898-FC90-23AE-17BBD6FF8EE0}"/>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9187A131-4760-D397-D56E-ED1FDADB0BAB}"/>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3FE49CC-098C-542F-CC23-9FD7172FD66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58F0DAD-239D-B6F3-7656-693D86FD1B37}"/>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F0237E4-300F-40AB-6DA1-151A4A0CB6CC}"/>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3933C9D3-22AE-0232-BDAD-32471570A63E}"/>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A3665089-6FF3-E8F4-30ED-5C66A654AC3D}"/>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6869BC75-D32B-E168-1D2B-BDCBE6884641}"/>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332886FD-5077-4519-8B2C-D2B8C55B6F4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DD315AFB-8B45-54FC-CD34-48EB2E294D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24DB4F0-10CD-97A9-DC52-4454126F0C32}"/>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EAED429A-B7EE-3885-4CCF-EC002A2AC7B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62D9964E-73D0-BE0E-902E-87AA4FC15907}"/>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9640CAA1-B6E0-04F0-83F2-CB062915DF7D}"/>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9F1D66F-8FDB-503D-3CF5-C50263E0B6AE}"/>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2C9C0902-4564-9EA6-E964-02BEB968FA0D}"/>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98486C9B-F9E2-8724-107C-815BFBAED0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622A645C-ACE6-4B52-C58E-AB442B913213}"/>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613EE108-2574-54D3-19EF-2881C91D3745}"/>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8194360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19111-20E6-D1B6-D57D-B9A87346E9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5793A5-D25E-5627-D07D-9A9339A9CAA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592141D-F2F3-0F9A-6136-E0E639B68F0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90CE5A-023F-4406-0BC6-449F122B59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BDE104-8C0D-0642-5D5C-3C8B268CF5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8BED017-6297-B258-A153-81D7D0BA13F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5DD2A6-5C1B-D60A-F1BA-9724A6FB662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DED72C1-2CF2-98B1-6C2F-4D087775D5C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085E3BE-7D75-D375-867B-76BAFC375297}"/>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10" name="TextBox 9">
            <a:extLst>
              <a:ext uri="{FF2B5EF4-FFF2-40B4-BE49-F238E27FC236}">
                <a16:creationId xmlns:a16="http://schemas.microsoft.com/office/drawing/2014/main" id="{165A66FC-3C36-43ED-AFC9-574BB7FCE8B9}"/>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964C8052-F292-FDC7-ED16-BF2BF749F564}"/>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3" name="TextBox 12">
            <a:extLst>
              <a:ext uri="{FF2B5EF4-FFF2-40B4-BE49-F238E27FC236}">
                <a16:creationId xmlns:a16="http://schemas.microsoft.com/office/drawing/2014/main" id="{FB2A9D0F-19FA-BC8D-DCAF-7C2463F98EB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C626285-637E-E82A-C00A-9ABFE4F245D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E7BBE02-3CE1-CCC0-14CF-21CF724A6DA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D65E985-2EF4-E89B-E50D-EA5EFC41DD4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84DACCB-FA70-4940-8895-208B90A0692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C50A352-A7CC-4096-2ACB-D3F8AEA8924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5F568D0-1383-2DEF-F01F-541A6670E1BF}"/>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853E90A-9F8B-1806-B39F-A3F9053F37A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31A2BE7-5D1A-1B77-1407-FE911A20869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FC8831E-5DE0-2E27-E92A-327722B38086}"/>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7117B98-6A47-BBC7-D2CA-1CE415F6AEE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8E832EE-DEE8-6ABE-6C22-61E122764F8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32DB0308-9159-59EB-E6CE-423A3DB051A7}"/>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A922145-31FF-33D8-4D21-2443FC662E4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8F6595F8-6BFB-43DB-594A-886349952DCB}"/>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D687C259-91FC-9F0A-23CF-DBA8C24E9BE2}"/>
              </a:ext>
            </a:extLst>
          </p:cNvPr>
          <p:cNvSpPr txBox="1"/>
          <p:nvPr/>
        </p:nvSpPr>
        <p:spPr>
          <a:xfrm>
            <a:off x="3640666" y="1402877"/>
            <a:ext cx="570089" cy="230832"/>
          </a:xfrm>
          <a:prstGeom prst="rect">
            <a:avLst/>
          </a:prstGeom>
          <a:noFill/>
        </p:spPr>
        <p:txBody>
          <a:bodyPr wrap="square" rtlCol="0">
            <a:spAutoFit/>
          </a:bodyPr>
          <a:lstStyle/>
          <a:p>
            <a:pPr algn="ctr"/>
            <a:r>
              <a:rPr lang="en-US" sz="900" dirty="0"/>
              <a:t>14</a:t>
            </a:r>
          </a:p>
        </p:txBody>
      </p:sp>
      <p:sp>
        <p:nvSpPr>
          <p:cNvPr id="47" name="TextBox 46">
            <a:extLst>
              <a:ext uri="{FF2B5EF4-FFF2-40B4-BE49-F238E27FC236}">
                <a16:creationId xmlns:a16="http://schemas.microsoft.com/office/drawing/2014/main" id="{E46DE50B-19FB-8E52-4F4C-EB9B8F60A87A}"/>
              </a:ext>
            </a:extLst>
          </p:cNvPr>
          <p:cNvSpPr txBox="1"/>
          <p:nvPr/>
        </p:nvSpPr>
        <p:spPr>
          <a:xfrm>
            <a:off x="6152446" y="1402877"/>
            <a:ext cx="570089" cy="230832"/>
          </a:xfrm>
          <a:prstGeom prst="rect">
            <a:avLst/>
          </a:prstGeom>
          <a:noFill/>
        </p:spPr>
        <p:txBody>
          <a:bodyPr wrap="square" rtlCol="0">
            <a:spAutoFit/>
          </a:bodyPr>
          <a:lstStyle/>
          <a:p>
            <a:pPr algn="ctr"/>
            <a:r>
              <a:rPr lang="en-US" sz="900" dirty="0"/>
              <a:t>31</a:t>
            </a:r>
          </a:p>
        </p:txBody>
      </p:sp>
      <p:sp>
        <p:nvSpPr>
          <p:cNvPr id="50" name="TextBox 49">
            <a:extLst>
              <a:ext uri="{FF2B5EF4-FFF2-40B4-BE49-F238E27FC236}">
                <a16:creationId xmlns:a16="http://schemas.microsoft.com/office/drawing/2014/main" id="{5C121B45-B60B-0E15-50EE-2D38BBF52111}"/>
              </a:ext>
            </a:extLst>
          </p:cNvPr>
          <p:cNvSpPr txBox="1"/>
          <p:nvPr/>
        </p:nvSpPr>
        <p:spPr>
          <a:xfrm>
            <a:off x="3640666" y="1903821"/>
            <a:ext cx="570089" cy="230832"/>
          </a:xfrm>
          <a:prstGeom prst="rect">
            <a:avLst/>
          </a:prstGeom>
          <a:noFill/>
        </p:spPr>
        <p:txBody>
          <a:bodyPr wrap="square" rtlCol="0">
            <a:spAutoFit/>
          </a:bodyPr>
          <a:lstStyle/>
          <a:p>
            <a:pPr algn="ctr"/>
            <a:r>
              <a:rPr lang="en-US" sz="900" dirty="0"/>
              <a:t>16</a:t>
            </a:r>
          </a:p>
        </p:txBody>
      </p:sp>
      <p:sp>
        <p:nvSpPr>
          <p:cNvPr id="51" name="TextBox 50">
            <a:extLst>
              <a:ext uri="{FF2B5EF4-FFF2-40B4-BE49-F238E27FC236}">
                <a16:creationId xmlns:a16="http://schemas.microsoft.com/office/drawing/2014/main" id="{B488C53B-D8E6-9723-6F64-E99C243A96E9}"/>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5B110E6D-8A8E-05D4-9C42-C7DC10D1A36F}"/>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48A289DA-0E1D-A9B7-F428-B53C0162DF4C}"/>
              </a:ext>
            </a:extLst>
          </p:cNvPr>
          <p:cNvSpPr txBox="1"/>
          <p:nvPr/>
        </p:nvSpPr>
        <p:spPr>
          <a:xfrm>
            <a:off x="3138310" y="1903821"/>
            <a:ext cx="570089" cy="230832"/>
          </a:xfrm>
          <a:prstGeom prst="rect">
            <a:avLst/>
          </a:prstGeom>
          <a:noFill/>
        </p:spPr>
        <p:txBody>
          <a:bodyPr wrap="square" rtlCol="0">
            <a:spAutoFit/>
          </a:bodyPr>
          <a:lstStyle/>
          <a:p>
            <a:pPr algn="ctr"/>
            <a:r>
              <a:rPr lang="en-US" sz="900" dirty="0"/>
              <a:t>36</a:t>
            </a:r>
          </a:p>
        </p:txBody>
      </p:sp>
      <p:sp>
        <p:nvSpPr>
          <p:cNvPr id="54" name="TextBox 53">
            <a:extLst>
              <a:ext uri="{FF2B5EF4-FFF2-40B4-BE49-F238E27FC236}">
                <a16:creationId xmlns:a16="http://schemas.microsoft.com/office/drawing/2014/main" id="{F5AD5022-1099-9378-2DB3-9A656132F23A}"/>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35DA08C-3A3C-7C38-DC08-B68A44092715}"/>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403513FC-C43F-B736-A1AB-BBDE53A63008}"/>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69" name="TextBox 68">
            <a:extLst>
              <a:ext uri="{FF2B5EF4-FFF2-40B4-BE49-F238E27FC236}">
                <a16:creationId xmlns:a16="http://schemas.microsoft.com/office/drawing/2014/main" id="{49095BDA-2CB1-7ED9-8618-B784A5F4FCE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a:t>
            </a:r>
          </a:p>
        </p:txBody>
      </p:sp>
      <p:sp>
        <p:nvSpPr>
          <p:cNvPr id="71" name="TextBox 70">
            <a:extLst>
              <a:ext uri="{FF2B5EF4-FFF2-40B4-BE49-F238E27FC236}">
                <a16:creationId xmlns:a16="http://schemas.microsoft.com/office/drawing/2014/main" id="{73EBF470-DF8B-BD1F-9682-2282A9912C98}"/>
              </a:ext>
            </a:extLst>
          </p:cNvPr>
          <p:cNvSpPr txBox="1"/>
          <p:nvPr/>
        </p:nvSpPr>
        <p:spPr>
          <a:xfrm>
            <a:off x="6152446" y="4909484"/>
            <a:ext cx="570089" cy="230832"/>
          </a:xfrm>
          <a:prstGeom prst="rect">
            <a:avLst/>
          </a:prstGeom>
          <a:noFill/>
        </p:spPr>
        <p:txBody>
          <a:bodyPr wrap="square" rtlCol="0">
            <a:spAutoFit/>
          </a:bodyPr>
          <a:lstStyle/>
          <a:p>
            <a:pPr algn="ctr"/>
            <a:r>
              <a:rPr lang="en-US" sz="900" dirty="0"/>
              <a:t>147</a:t>
            </a:r>
          </a:p>
        </p:txBody>
      </p:sp>
      <p:sp>
        <p:nvSpPr>
          <p:cNvPr id="72" name="TextBox 71">
            <a:extLst>
              <a:ext uri="{FF2B5EF4-FFF2-40B4-BE49-F238E27FC236}">
                <a16:creationId xmlns:a16="http://schemas.microsoft.com/office/drawing/2014/main" id="{7757C954-9E86-372E-D4A4-422B3E18748D}"/>
              </a:ext>
            </a:extLst>
          </p:cNvPr>
          <p:cNvSpPr txBox="1"/>
          <p:nvPr/>
        </p:nvSpPr>
        <p:spPr>
          <a:xfrm>
            <a:off x="6654802" y="4909484"/>
            <a:ext cx="570089" cy="230832"/>
          </a:xfrm>
          <a:prstGeom prst="rect">
            <a:avLst/>
          </a:prstGeom>
          <a:noFill/>
        </p:spPr>
        <p:txBody>
          <a:bodyPr wrap="square" rtlCol="0">
            <a:spAutoFit/>
          </a:bodyPr>
          <a:lstStyle/>
          <a:p>
            <a:pPr algn="ctr"/>
            <a:r>
              <a:rPr lang="en-US" sz="900" dirty="0"/>
              <a:t>47</a:t>
            </a:r>
          </a:p>
        </p:txBody>
      </p:sp>
      <p:sp>
        <p:nvSpPr>
          <p:cNvPr id="73" name="TextBox 72">
            <a:extLst>
              <a:ext uri="{FF2B5EF4-FFF2-40B4-BE49-F238E27FC236}">
                <a16:creationId xmlns:a16="http://schemas.microsoft.com/office/drawing/2014/main" id="{E237AA45-E740-99F4-B0C0-F0943406E03F}"/>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A71703B1-E1C5-B79D-069E-F94C1B77D048}"/>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0F1DBA02-B2B8-9C99-CAA9-A01C8B6972A8}"/>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379A10C3-1355-5E4F-E40B-EF2BBA3E4700}"/>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77" name="TextBox 76">
            <a:extLst>
              <a:ext uri="{FF2B5EF4-FFF2-40B4-BE49-F238E27FC236}">
                <a16:creationId xmlns:a16="http://schemas.microsoft.com/office/drawing/2014/main" id="{A7593DEC-49E6-26B4-732F-D830F0CD08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E13EAE6-7637-A00C-6C46-58C7FAA2718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1AFCFEA8-B45E-2A35-A7BD-781377AAB30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C9A30243-045D-C057-ACE1-E845EFA7932E}"/>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99ED32A-7536-A2E6-72B3-1D5C334439CD}"/>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189FB28-7F2E-1DB6-5AFA-40FC9A539323}"/>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EC45F66B-CF7F-1ABB-0590-2FFB3393DDBA}"/>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86C9D814-EBFE-E63A-0FCB-1102AB93519D}"/>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2F632EAF-FFA3-09EB-5233-96DABD66E9D9}"/>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8E7B8C29-61D1-1DE9-41B1-33C85B79BAB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9DA2DCA2-D852-62A1-149F-513ACBD63A3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47E33203-5E50-D6B9-6C0B-4917D455CD67}"/>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A3434C60-399A-1F1A-DF9B-119C54F13CA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64B15820-D0A2-416A-D01A-562FB2D015DA}"/>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3A39DAA4-B517-DA91-8FED-2B7CB43650D8}"/>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1E3A9405-F80E-2CDB-B242-4AFE39054EF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003F2C36-5740-6A97-AFC9-1F6BCC14CC4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B8BDFFE-DFC4-A5DA-868C-3B4F6F3DC487}"/>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4C442A62-E4DE-9806-BED8-1F89E97E8544}"/>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80113C8-8C55-3400-4AF6-D335CF303FB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3C0D736-B2C8-E044-CD63-F876F23E39A5}"/>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A25ACD3-DE86-7F20-909F-903CECC98676}"/>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AC40F734-D2C0-99E7-9B53-C825586D1E28}"/>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F844CF8A-5EA8-F15A-F849-F33A05D013A3}"/>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CEAA468-5505-4E36-2F0D-C61A71D5A285}"/>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663982A6-F0BD-392F-AD5D-9B3908860706}"/>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58007A15-360D-7103-FB08-A34494BAFA24}"/>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276F8D09-D111-A07F-E227-7067EF5AE8B4}"/>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CCD859A8-4EC9-2241-9BC1-09A778FD090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9118F9FA-3F6A-D710-868B-C834EB106999}"/>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DCDA663C-F803-9934-8B6B-9290757EBA55}"/>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0E81CBF-6D79-5EF9-B3C5-14B0BDAF6F8F}"/>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EACF716E-6CE0-B650-9E87-8AFF67D73773}"/>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23B0FDE-C089-845C-7A49-33500A84E04E}"/>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4E013E60-8975-2B13-72DA-E31298159647}"/>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DFA71FFB-A8B7-D877-FE0A-B25D19B6CCF6}"/>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03E124F-13F1-2FD7-7218-E2A77EE64BB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357110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74283-D69F-EA0F-D710-C002D15A22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561C4B-2F50-54A4-9AB9-0F159DD35D2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D69CEFD-79CF-4E8D-269D-D9AD56305A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48EA7E-5B1A-ABCD-6B15-5F902657DE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409C2D-6586-2E91-D0E7-741A0D58C9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B35F53A-454C-EC57-1DEF-0102999E7E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DD04F4A-531F-D1B1-6B84-D384E80C41D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03D7F43-C67E-223C-E90E-833446F1C5F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4BD54AB-BC8C-1807-8F7D-D191FE084D9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11" name="TextBox 10">
            <a:extLst>
              <a:ext uri="{FF2B5EF4-FFF2-40B4-BE49-F238E27FC236}">
                <a16:creationId xmlns:a16="http://schemas.microsoft.com/office/drawing/2014/main" id="{F82A84D2-52AE-B628-1D6E-444F37A8F468}"/>
              </a:ext>
            </a:extLst>
          </p:cNvPr>
          <p:cNvSpPr txBox="1"/>
          <p:nvPr/>
        </p:nvSpPr>
        <p:spPr>
          <a:xfrm>
            <a:off x="6152446" y="4408541"/>
            <a:ext cx="570089" cy="230832"/>
          </a:xfrm>
          <a:prstGeom prst="rect">
            <a:avLst/>
          </a:prstGeom>
          <a:noFill/>
        </p:spPr>
        <p:txBody>
          <a:bodyPr wrap="square" rtlCol="0">
            <a:spAutoFit/>
          </a:bodyPr>
          <a:lstStyle/>
          <a:p>
            <a:pPr algn="ctr"/>
            <a:r>
              <a:rPr lang="en-US" sz="900" dirty="0"/>
              <a:t>87</a:t>
            </a:r>
          </a:p>
        </p:txBody>
      </p:sp>
      <p:sp>
        <p:nvSpPr>
          <p:cNvPr id="13" name="TextBox 12">
            <a:extLst>
              <a:ext uri="{FF2B5EF4-FFF2-40B4-BE49-F238E27FC236}">
                <a16:creationId xmlns:a16="http://schemas.microsoft.com/office/drawing/2014/main" id="{5C4CDE86-5A61-3563-52C7-F4AF6533AF8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B6218C90-3B7E-51BC-6ED5-469AB7C9C0F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4D89C187-4DF8-2D4A-2B8E-2138C9C572B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EA6605E-43DB-44AE-D21D-C2A692F637F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737523F-CAD1-5503-FF22-37D490E1A8A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80E601D-2BF1-DD39-C5A3-1C4D27D83FE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5466097-F965-0A3F-7FD4-BF10A9E3B5A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99019E31-CD8E-B4A7-E179-CB3864406164}"/>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61D7736-0291-472C-6E1F-1865212CB48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6BA0E4B-F6A2-3E55-C9CC-5A0FA289800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30E94465-EA1C-EB8C-333A-206CA20BC71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85BD3D85-262D-70E7-6F1C-9732A8CF0D5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4747DD15-2A4E-90F7-A3D3-ED239351CFAE}"/>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A530282-F6AE-C6B6-5BDF-14A0D5320525}"/>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B5EA7AEA-EACA-1B52-8127-B8B94BBF5BD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B6D3D12C-0A8C-1FB5-33E3-3DD475A0409F}"/>
              </a:ext>
            </a:extLst>
          </p:cNvPr>
          <p:cNvSpPr txBox="1"/>
          <p:nvPr/>
        </p:nvSpPr>
        <p:spPr>
          <a:xfrm>
            <a:off x="3640666" y="1402877"/>
            <a:ext cx="570089" cy="230832"/>
          </a:xfrm>
          <a:prstGeom prst="rect">
            <a:avLst/>
          </a:prstGeom>
          <a:noFill/>
        </p:spPr>
        <p:txBody>
          <a:bodyPr wrap="square" rtlCol="0">
            <a:spAutoFit/>
          </a:bodyPr>
          <a:lstStyle/>
          <a:p>
            <a:pPr algn="ctr"/>
            <a:r>
              <a:rPr lang="en-US" sz="900" dirty="0"/>
              <a:t>14</a:t>
            </a:r>
          </a:p>
        </p:txBody>
      </p:sp>
      <p:sp>
        <p:nvSpPr>
          <p:cNvPr id="50" name="TextBox 49">
            <a:extLst>
              <a:ext uri="{FF2B5EF4-FFF2-40B4-BE49-F238E27FC236}">
                <a16:creationId xmlns:a16="http://schemas.microsoft.com/office/drawing/2014/main" id="{8641C708-DB6B-4765-DF73-906070557E9A}"/>
              </a:ext>
            </a:extLst>
          </p:cNvPr>
          <p:cNvSpPr txBox="1"/>
          <p:nvPr/>
        </p:nvSpPr>
        <p:spPr>
          <a:xfrm>
            <a:off x="3640666" y="1903821"/>
            <a:ext cx="570089" cy="230832"/>
          </a:xfrm>
          <a:prstGeom prst="rect">
            <a:avLst/>
          </a:prstGeom>
          <a:noFill/>
        </p:spPr>
        <p:txBody>
          <a:bodyPr wrap="square" rtlCol="0">
            <a:spAutoFit/>
          </a:bodyPr>
          <a:lstStyle/>
          <a:p>
            <a:pPr algn="ctr"/>
            <a:r>
              <a:rPr lang="en-US" sz="900" dirty="0"/>
              <a:t>16</a:t>
            </a:r>
          </a:p>
        </p:txBody>
      </p:sp>
      <p:sp>
        <p:nvSpPr>
          <p:cNvPr id="54" name="TextBox 53">
            <a:extLst>
              <a:ext uri="{FF2B5EF4-FFF2-40B4-BE49-F238E27FC236}">
                <a16:creationId xmlns:a16="http://schemas.microsoft.com/office/drawing/2014/main" id="{633230C9-3369-5EA2-5DF4-5A067FB861B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F79E8D8B-3A7F-E5DD-9398-7236A516579C}"/>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59DE04FC-7F75-65AF-4323-9964F3B5A7FB}"/>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71" name="TextBox 70">
            <a:extLst>
              <a:ext uri="{FF2B5EF4-FFF2-40B4-BE49-F238E27FC236}">
                <a16:creationId xmlns:a16="http://schemas.microsoft.com/office/drawing/2014/main" id="{31715FF3-43EE-C037-40F9-17F53BDBB6F1}"/>
              </a:ext>
            </a:extLst>
          </p:cNvPr>
          <p:cNvSpPr txBox="1"/>
          <p:nvPr/>
        </p:nvSpPr>
        <p:spPr>
          <a:xfrm>
            <a:off x="6152446" y="4909484"/>
            <a:ext cx="570089" cy="230832"/>
          </a:xfrm>
          <a:prstGeom prst="rect">
            <a:avLst/>
          </a:prstGeom>
          <a:noFill/>
        </p:spPr>
        <p:txBody>
          <a:bodyPr wrap="square" rtlCol="0">
            <a:spAutoFit/>
          </a:bodyPr>
          <a:lstStyle/>
          <a:p>
            <a:pPr algn="ctr"/>
            <a:r>
              <a:rPr lang="en-US" sz="900" dirty="0"/>
              <a:t>147</a:t>
            </a:r>
          </a:p>
        </p:txBody>
      </p:sp>
      <p:sp>
        <p:nvSpPr>
          <p:cNvPr id="72" name="TextBox 71">
            <a:extLst>
              <a:ext uri="{FF2B5EF4-FFF2-40B4-BE49-F238E27FC236}">
                <a16:creationId xmlns:a16="http://schemas.microsoft.com/office/drawing/2014/main" id="{21319253-21FD-460B-C5A2-DDE4341D620E}"/>
              </a:ext>
            </a:extLst>
          </p:cNvPr>
          <p:cNvSpPr txBox="1"/>
          <p:nvPr/>
        </p:nvSpPr>
        <p:spPr>
          <a:xfrm>
            <a:off x="6654802" y="4909484"/>
            <a:ext cx="570089" cy="230832"/>
          </a:xfrm>
          <a:prstGeom prst="rect">
            <a:avLst/>
          </a:prstGeom>
          <a:noFill/>
        </p:spPr>
        <p:txBody>
          <a:bodyPr wrap="square" rtlCol="0">
            <a:spAutoFit/>
          </a:bodyPr>
          <a:lstStyle/>
          <a:p>
            <a:pPr algn="ctr"/>
            <a:r>
              <a:rPr lang="en-US" sz="900" dirty="0"/>
              <a:t>47</a:t>
            </a:r>
          </a:p>
        </p:txBody>
      </p:sp>
      <p:sp>
        <p:nvSpPr>
          <p:cNvPr id="73" name="TextBox 72">
            <a:extLst>
              <a:ext uri="{FF2B5EF4-FFF2-40B4-BE49-F238E27FC236}">
                <a16:creationId xmlns:a16="http://schemas.microsoft.com/office/drawing/2014/main" id="{5B371D62-40F6-9E9A-0558-ACD77B0B08CB}"/>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41C111DC-76EA-03A8-A0A3-3861BA5C0883}"/>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324AB273-779A-B7CA-922F-6ADC84C1F1A3}"/>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20A55263-AD6C-1BF0-9FE5-56F395E20FA3}"/>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77" name="TextBox 76">
            <a:extLst>
              <a:ext uri="{FF2B5EF4-FFF2-40B4-BE49-F238E27FC236}">
                <a16:creationId xmlns:a16="http://schemas.microsoft.com/office/drawing/2014/main" id="{77A9F070-E903-DB50-D341-CF8388586503}"/>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8277F384-0AD8-A18D-F908-8A96EDC2EE9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4ECD1EF6-7045-3DF5-55E6-932D232EF66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45071A7F-A5CC-DA09-7DAD-39B4A9DE170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DFF3BDB9-1336-1BD4-1108-81DBB15B7AFB}"/>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AFF60F3B-5105-945D-4CE2-F3906EA87C24}"/>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5AA88838-9FA7-BFE5-3BD7-AAB0D0AA9D6B}"/>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2A3BEAB5-E6BD-13CB-CBE2-E6EA9D083011}"/>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F4D6C79-A620-EE9D-EC69-BEA884EBFDC0}"/>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076D3D18-FB81-A6D0-5754-F7BD830A5E9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9565C9B2-7804-DBF4-4BEC-3EB69778B4F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65C0EF2-B436-4C79-1AB7-06B50539411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450F9CA-2396-DD0B-661E-C54F4998EA7F}"/>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19A3EFBE-1E58-E0B0-B8E5-0219340DD5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96018FFE-718F-A9FF-2D5E-72B6E4F153B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02CF4AF-B3C2-6EB8-C572-F2576D0FA22B}"/>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450B65BE-ACF4-F3A2-98FE-E39D99AD72FC}"/>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58ED5DA-6A19-2BA1-7CCD-8E86CDE807E5}"/>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810AABAB-3E3B-C87C-2BFD-AB616BDA62AF}"/>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20B33023-467B-8011-E970-1DEDB5A5422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9DF30E8-0B66-0564-8186-6AA4232AA96B}"/>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0E7849D-1FD5-7CE2-B4C0-FDD4B05426BD}"/>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41C5E6CE-679A-A466-D53D-937B549003AC}"/>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33C7ACD7-59AC-DA76-927D-DAD12C2CF9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8C3F026-6132-ADAD-495E-4981641B624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7FD13C4E-95EF-D5EC-D7EF-35F84F2E1A63}"/>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ADD43FF1-B99E-BAAB-EC97-54C13338B2D5}"/>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40859A1-19D2-DBEC-9772-108D73DF6026}"/>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E15B3C6B-AF0D-8764-7934-864E17DDF72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1369BC4-AE3A-DF80-08EC-7824AEE96EFD}"/>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E04DA961-A693-BF4D-9B08-621329AF9C20}"/>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6B80B94-AEF8-000B-0D49-52D53815147E}"/>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0055B28-FD85-FA09-FC91-7230921DC645}"/>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528E4AD4-9A79-F41D-FA11-E4AAC3E1F5C6}"/>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1F877597-F80C-6D90-FCF9-0F969902EA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CA681E36-CC32-CD10-1B9E-41B9FF4CA001}"/>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3F7DBB5-DBAD-5D6D-0076-DB13D555CA3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5E20915C-E71B-1955-F21E-8382C8BB475D}"/>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3F0BAF3F-52C9-E8D1-B68C-8B68D68BF81D}"/>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E70616E-35DA-EB58-F454-0C6B6D63A6D8}"/>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2504874-18CF-768B-CB89-0AB85C595A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22A971EE-5AAC-9945-23DB-9595CB7BFF9F}"/>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E1BE1F1F-C154-8CEA-9835-02A4C3F103A0}"/>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6189183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6B712-D3B1-7033-3A3D-563BE2DB78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527329-FE59-3FDF-D369-976300D19BC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59EB4C6-AA25-A307-458A-079920671BF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4E9414-A2A5-7734-990F-300AB41386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0E63A62-BE70-20EC-7A93-8ABA725F9FF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08E1A7-142B-8605-546B-A442F3783D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619B53-0522-27D1-58F9-77B5BB05F83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30C3020-25AB-2CF6-6461-84864E05273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5CEE516-1FCB-8B61-3FDE-0051AA265714}"/>
              </a:ext>
            </a:extLst>
          </p:cNvPr>
          <p:cNvSpPr txBox="1"/>
          <p:nvPr/>
        </p:nvSpPr>
        <p:spPr>
          <a:xfrm>
            <a:off x="3640666"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a:t>
            </a:r>
          </a:p>
        </p:txBody>
      </p:sp>
      <p:sp>
        <p:nvSpPr>
          <p:cNvPr id="11" name="TextBox 10">
            <a:extLst>
              <a:ext uri="{FF2B5EF4-FFF2-40B4-BE49-F238E27FC236}">
                <a16:creationId xmlns:a16="http://schemas.microsoft.com/office/drawing/2014/main" id="{271A1E86-8D23-2A65-1F6B-3E97EAA5DAA4}"/>
              </a:ext>
            </a:extLst>
          </p:cNvPr>
          <p:cNvSpPr txBox="1"/>
          <p:nvPr/>
        </p:nvSpPr>
        <p:spPr>
          <a:xfrm>
            <a:off x="6152446"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87</a:t>
            </a:r>
          </a:p>
        </p:txBody>
      </p:sp>
      <p:sp>
        <p:nvSpPr>
          <p:cNvPr id="13" name="TextBox 12">
            <a:extLst>
              <a:ext uri="{FF2B5EF4-FFF2-40B4-BE49-F238E27FC236}">
                <a16:creationId xmlns:a16="http://schemas.microsoft.com/office/drawing/2014/main" id="{0BE9A9E4-21BB-C40D-F7D1-CC95BCDD162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50B636E-92DE-1C22-DFEA-8ED6AE6CEEE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471B2DB-978B-7326-9021-6481751F82D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4C8026F-CE31-36B3-6377-A2C4A3E804C8}"/>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D563B24-E9D1-F29F-46F0-0C4F8CAF19E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E6314C1-E8EA-0DE4-7321-B9E05A8144E0}"/>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56CAF25-6D01-4CE9-2A27-34463E1858D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BBC4227A-8B21-7A1F-A143-981DA4C7CBA2}"/>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5969AA6-600E-F6F2-EF36-9DF5F9ADC53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E82D8C7-F804-26C0-5166-00F127B7AD2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63E4918-C0CF-3579-5923-AF4747A7F53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F0BB1B7F-6120-0E6A-445E-40CDEBFCD1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8EAF1293-9E85-B49F-6F1C-72EEB39275C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25F35DB-86E2-9C0B-8190-8F621A437DD8}"/>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DF8414B1-6046-5B69-8D1A-6A6EB0E99951}"/>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54" name="TextBox 53">
            <a:extLst>
              <a:ext uri="{FF2B5EF4-FFF2-40B4-BE49-F238E27FC236}">
                <a16:creationId xmlns:a16="http://schemas.microsoft.com/office/drawing/2014/main" id="{98534FA1-25C2-20F8-4DB2-DED8A10AC211}"/>
              </a:ext>
            </a:extLst>
          </p:cNvPr>
          <p:cNvSpPr txBox="1"/>
          <p:nvPr/>
        </p:nvSpPr>
        <p:spPr>
          <a:xfrm>
            <a:off x="3640666" y="2404765"/>
            <a:ext cx="570089" cy="230832"/>
          </a:xfrm>
          <a:prstGeom prst="rect">
            <a:avLst/>
          </a:prstGeom>
          <a:solidFill>
            <a:schemeClr val="accent5">
              <a:lumMod val="20000"/>
              <a:lumOff val="80000"/>
            </a:schemeClr>
          </a:solid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27BFFF5A-ECBB-7D5C-44C8-62E740B0BA28}"/>
              </a:ext>
            </a:extLst>
          </p:cNvPr>
          <p:cNvSpPr txBox="1"/>
          <p:nvPr/>
        </p:nvSpPr>
        <p:spPr>
          <a:xfrm>
            <a:off x="3138310" y="2404765"/>
            <a:ext cx="570089" cy="230832"/>
          </a:xfrm>
          <a:prstGeom prst="rect">
            <a:avLst/>
          </a:prstGeom>
          <a:solidFill>
            <a:schemeClr val="accent5">
              <a:lumMod val="20000"/>
              <a:lumOff val="80000"/>
            </a:schemeClr>
          </a:solidFill>
        </p:spPr>
        <p:txBody>
          <a:bodyPr wrap="square" rtlCol="0">
            <a:spAutoFit/>
          </a:bodyPr>
          <a:lstStyle/>
          <a:p>
            <a:pPr algn="ctr"/>
            <a:r>
              <a:rPr lang="en-US" sz="900" dirty="0"/>
              <a:t>78</a:t>
            </a:r>
          </a:p>
        </p:txBody>
      </p:sp>
      <p:sp>
        <p:nvSpPr>
          <p:cNvPr id="71" name="TextBox 70">
            <a:extLst>
              <a:ext uri="{FF2B5EF4-FFF2-40B4-BE49-F238E27FC236}">
                <a16:creationId xmlns:a16="http://schemas.microsoft.com/office/drawing/2014/main" id="{14002AC1-0BCA-A2F6-F8A7-DC452ED0F921}"/>
              </a:ext>
            </a:extLst>
          </p:cNvPr>
          <p:cNvSpPr txBox="1"/>
          <p:nvPr/>
        </p:nvSpPr>
        <p:spPr>
          <a:xfrm>
            <a:off x="6152446" y="4909484"/>
            <a:ext cx="570089" cy="230832"/>
          </a:xfrm>
          <a:prstGeom prst="rect">
            <a:avLst/>
          </a:prstGeom>
          <a:noFill/>
        </p:spPr>
        <p:txBody>
          <a:bodyPr wrap="square" rtlCol="0">
            <a:spAutoFit/>
          </a:bodyPr>
          <a:lstStyle/>
          <a:p>
            <a:pPr algn="ctr"/>
            <a:r>
              <a:rPr lang="en-US" sz="900" dirty="0"/>
              <a:t>47</a:t>
            </a:r>
          </a:p>
        </p:txBody>
      </p:sp>
      <p:sp>
        <p:nvSpPr>
          <p:cNvPr id="73" name="TextBox 72">
            <a:extLst>
              <a:ext uri="{FF2B5EF4-FFF2-40B4-BE49-F238E27FC236}">
                <a16:creationId xmlns:a16="http://schemas.microsoft.com/office/drawing/2014/main" id="{493387B9-C339-CD47-5FD5-9DC2C8D4CB00}"/>
              </a:ext>
            </a:extLst>
          </p:cNvPr>
          <p:cNvSpPr txBox="1"/>
          <p:nvPr/>
        </p:nvSpPr>
        <p:spPr>
          <a:xfrm>
            <a:off x="7157158"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5CC6BFDD-50E3-CDF1-B25B-383FD113E57B}"/>
              </a:ext>
            </a:extLst>
          </p:cNvPr>
          <p:cNvSpPr txBox="1"/>
          <p:nvPr/>
        </p:nvSpPr>
        <p:spPr>
          <a:xfrm>
            <a:off x="3138310"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35BBEDD-A2B7-B705-59FC-78FD1CDB1933}"/>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EA613CE2-003F-C0DD-77FA-5D5370461157}"/>
              </a:ext>
            </a:extLst>
          </p:cNvPr>
          <p:cNvSpPr txBox="1"/>
          <p:nvPr/>
        </p:nvSpPr>
        <p:spPr>
          <a:xfrm>
            <a:off x="3138310" y="4909484"/>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77" name="TextBox 76">
            <a:extLst>
              <a:ext uri="{FF2B5EF4-FFF2-40B4-BE49-F238E27FC236}">
                <a16:creationId xmlns:a16="http://schemas.microsoft.com/office/drawing/2014/main" id="{A6DE41D2-5F75-C89B-C44C-B42544263AD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D07E3C2A-CA8C-368A-4C12-E60529EA2AD5}"/>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2662E7C-AA1C-6AC7-C461-7D98C136176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2C58F33-2701-B343-8B9E-4E32926CAC5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BEB0CE38-1FC9-D9E2-C2F5-3923BFC994D9}"/>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9A6DAB3-B187-287D-A30C-8B9BAE7ADB1B}"/>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C35142C3-4BA6-6E63-EAAD-9A77F1FA4A6A}"/>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ACF87B8C-85C7-5A7C-E81C-2582A13CA28E}"/>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E566A28F-0CAF-F183-F238-EA3C665001C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BB9C02E6-2D75-5B89-BD2D-BB8DBF94E58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A0EF06E-2A91-92FD-365C-2B7654F7F36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6D42F092-133C-E28F-BE56-E53C3748569F}"/>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9436A2D4-8D71-20CD-7924-3A3DD46202D6}"/>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9C1FFE77-46A5-A159-3C34-925AAB3BD57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D90452E-09C5-24F6-0366-60F34EC156CE}"/>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84F1A81B-C758-19EC-75EC-14D0921A9A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512A534-C671-01D6-D6D5-85FF05C320FF}"/>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7D1C080E-A3B1-C187-259F-A94A10F0BEE1}"/>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924532D0-8AA6-F1D8-4A92-1734A409A2E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8A56136-3146-12A5-686F-C3F29886FC1F}"/>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A3F1F96-F64F-26F5-FC9C-6CEEF133797B}"/>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939B237A-6547-B9A2-49D3-05AFAA91E3F8}"/>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B189F61-4F24-F595-1D1A-1E004F18698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3F9444A8-B937-B856-D6BD-B29B9B811E16}"/>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98010AE6-5DA1-1C4E-BAE2-F7F2BC0004C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D6D8FBD0-FCCB-97C1-DC10-EA8BEFB07DB6}"/>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F46EC34-8173-32BB-A5A3-70DA23B1629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CEA27963-AD59-4042-6712-484E439EE56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8E4C0E1A-49C6-EFCC-4B91-646A1AB9BAAC}"/>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57BB19F6-69B0-78A1-C0B2-885426EA8B75}"/>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2A61ABD7-05AA-40D6-DD92-08B5D9EF4536}"/>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635B2E59-6823-6ADE-23A3-7A0D58343F0D}"/>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DDE0804A-F498-0BE7-C7DF-A0F61A92B018}"/>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DA452559-20FA-D90D-0001-C4F40EB4AA68}"/>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750B7847-3A42-E4A1-316E-D2C020BBDC35}"/>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F68E107-4AEF-F40B-C50F-96C18989FFD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AC27A8FA-533B-67F0-3C23-F7C1F1F20DC8}"/>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BBEE94C2-9EB5-AD7A-E12D-6F4906149EE3}"/>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72756BC-6AB2-4A4F-4008-01CCCD1385A0}"/>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BADEC8C8-5F65-D927-7DB4-1AA5670BFD23}"/>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E4B76412-DE69-9A26-049C-F01D53093EF3}"/>
              </a:ext>
            </a:extLst>
          </p:cNvPr>
          <p:cNvSpPr txBox="1"/>
          <p:nvPr/>
        </p:nvSpPr>
        <p:spPr>
          <a:xfrm>
            <a:off x="371686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335C8E3A-B195-C26A-972F-236060185B43}"/>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DAA98BA-A6D9-4CA1-4E47-08EDCA4CB5B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53" name="TextBox 52">
            <a:extLst>
              <a:ext uri="{FF2B5EF4-FFF2-40B4-BE49-F238E27FC236}">
                <a16:creationId xmlns:a16="http://schemas.microsoft.com/office/drawing/2014/main" id="{5EA92A3D-D635-5DF1-E9D4-FE641440D1D7}"/>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87E0280A-6C8D-0277-604E-20226DDEACB8}"/>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C38D1D2A-3F57-8EE9-8FF8-8473C435BD07}"/>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784D4B80-42BB-2B66-14D7-B76D887ED74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0908010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D6367-DD27-756E-5AE7-A9D41E2D1F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8920C3-E93C-827F-39F3-DD5AF3ED0D0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945788D-88B8-5F2A-8916-D0EDB02125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91662D-6D36-8F24-C79F-96FAC8DA9B5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5E7900-FE69-E0BC-6073-A02CC43AD3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A28E2E-5B03-DD16-B704-CD82FD34D6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441B20C-FBFB-F932-ED87-7DD1129DADC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6402221-BF10-483E-CFB7-86CD4561279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44731F6-E2E1-977B-6DFD-3BDDB29CD7B2}"/>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6D89299-4ECF-9F76-5ACD-606F04183A8E}"/>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726E8F0-E951-5DFB-4EAF-298C1DEBB52C}"/>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632535-295F-C0B5-1FD4-3D70E3A9142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71D49E4-EFD9-A1C1-0731-0DB708D8B2F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7E0DCF7-0260-D630-D72A-104FCBF32F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1451D93-564A-1476-4805-4E7955BAF49E}"/>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046568A-A9D2-EECE-3520-3E021FA52099}"/>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34F277D-7B16-CD82-BCF0-7CE177ACCAD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521FC82-7F2C-D569-C978-42679A24E2A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80A43152-4BB5-3E7F-7612-F6873567B52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93DB2F1-854F-B1CF-6339-36419AD3697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75F10B2F-14CB-9897-4BC9-1752DE7A7CE8}"/>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2F83F75B-6019-3F61-06F7-A2617D674736}"/>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7" name="TextBox 76">
            <a:extLst>
              <a:ext uri="{FF2B5EF4-FFF2-40B4-BE49-F238E27FC236}">
                <a16:creationId xmlns:a16="http://schemas.microsoft.com/office/drawing/2014/main" id="{B0F93D9A-6637-6BE8-C33E-A0646772275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594AF81-D729-932A-A84F-942F125CA5C1}"/>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536A928-8D7A-0EA1-4584-98C25490F6D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1189A5F5-B7BE-C404-8564-474F1106291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41597E2B-2ABA-7CE8-807A-3B314028777E}"/>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D9450612-5EAC-9731-41CE-2276F0DF617F}"/>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6A976D5E-9593-36A4-7C49-4F6123D13C4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44B43D6E-B15E-16F4-281E-6B61E3F2CD7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AEDD8BA2-06AD-5817-540B-FEC0C8820B0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CCD871C-FACB-2F16-B049-A190A3D87627}"/>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1118A37-C01A-1736-6F1B-6E6765747A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DF576C6-2FDD-9AE6-EE77-5DA944DA630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9FA18740-9F20-666D-3819-9A8BCEC1FC4F}"/>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5A4727C2-7854-361B-ED12-EE245328B98D}"/>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3634E655-2E46-5993-AC52-6663AC66F740}"/>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CC772CC9-1C9F-7C44-66E8-6D29413A378D}"/>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5ABF2EC-0E7F-F6D6-E2E9-D891FDEEC4C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38B84E55-9196-E91C-C7FF-CCBC0B0BF57E}"/>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22C27122-0643-CCF6-2637-D6E3A11CA2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C9AFCEC-97D3-E9A0-EAB2-0FBC8B5EA168}"/>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FBA208C-E74A-042C-8D6C-F388069A7670}"/>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2B6C805D-BF98-717E-7940-08A9165D8DC3}"/>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72B51E3-6CF4-5B6C-8D7E-CFB9EFB8527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76D9F8B2-382A-6ED8-690C-17765B9AA4A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AC4044AE-4140-C25C-49A6-D8197730566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BE562CA1-0E2F-01E6-F0ED-DFD6A1A33814}"/>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F02F1855-2F2E-0AB3-EF06-2EAC7694BEFA}"/>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56E8F3CE-9E83-0BCE-C5AD-B558B113246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BFAC4B47-2EC2-852D-D1C2-5AFA8DF8DE57}"/>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C7FD6DAC-F6E1-E286-7FC8-532AA106BE16}"/>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947B933-608A-2B8D-8B51-72ED8DCC7C09}"/>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AE2BA3FF-12B0-5BC4-8552-C15573BE2147}"/>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E55C62F-D556-AA5C-51D8-E42451A53ABD}"/>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B03820AC-D069-C64F-4B63-2BCD6203D2DA}"/>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19504ACF-1F57-D28D-C63E-7CE5A3B7EF49}"/>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89409AB-F19D-06C9-95CF-C56D723A2AD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BF9109E-135E-4CC8-6B1D-B91E1AEB72DD}"/>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28D2AA35-B31A-DDB0-30F9-50E0A08FABCC}"/>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AE01DE5A-57CD-1A8C-E80D-4ECBCA4302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2A38B53-993E-2179-3068-B9D60E533D75}"/>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14CF91B6-2E44-29CA-75B5-78A686B9EB90}"/>
              </a:ext>
            </a:extLst>
          </p:cNvPr>
          <p:cNvSpPr txBox="1"/>
          <p:nvPr/>
        </p:nvSpPr>
        <p:spPr>
          <a:xfrm>
            <a:off x="371686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60323AD6-A997-FDB9-51CD-D93A9C52FB38}"/>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A500D02-7110-7816-2DFD-E63FD9CA20D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53" name="TextBox 52">
            <a:extLst>
              <a:ext uri="{FF2B5EF4-FFF2-40B4-BE49-F238E27FC236}">
                <a16:creationId xmlns:a16="http://schemas.microsoft.com/office/drawing/2014/main" id="{CCDE75C6-CF9C-CE24-BCC9-8A9C3FAE4DD5}"/>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B829C60C-873E-C22A-540D-74748726CA66}"/>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04E7B181-139F-0F8F-38AD-0B725F3CB69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5344E8B-264E-9259-E8E2-1D7DC0D8B90D}"/>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09C5C200-8F79-E531-1ED3-D1E986C22969}"/>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65" name="TextBox 64">
            <a:extLst>
              <a:ext uri="{FF2B5EF4-FFF2-40B4-BE49-F238E27FC236}">
                <a16:creationId xmlns:a16="http://schemas.microsoft.com/office/drawing/2014/main" id="{BF829BAC-29B9-173E-80F8-7E5B352C4AD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3B480727-7FA0-698C-C5FF-785BD2DF700C}"/>
              </a:ext>
            </a:extLst>
          </p:cNvPr>
          <p:cNvSpPr txBox="1"/>
          <p:nvPr/>
        </p:nvSpPr>
        <p:spPr>
          <a:xfrm>
            <a:off x="6214537"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5D7F74AD-5E88-A48E-608C-D13A5C62DDF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32CB291-7668-E762-42DF-38508A36C98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CFD21641-5C6E-5052-CED2-E82A5B007DFA}"/>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61143AC5-426A-5EA4-0854-5812DE43A903}"/>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5CA23E86-DDBC-1AC8-840F-D21C1AFF7DD8}"/>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F1E0985C-E9B6-1DA1-B9DF-6C73FD38311E}"/>
              </a:ext>
            </a:extLst>
          </p:cNvPr>
          <p:cNvSpPr txBox="1"/>
          <p:nvPr/>
        </p:nvSpPr>
        <p:spPr>
          <a:xfrm>
            <a:off x="3217333" y="2231221"/>
            <a:ext cx="462845" cy="584775"/>
          </a:xfrm>
          <a:prstGeom prst="rect">
            <a:avLst/>
          </a:prstGeom>
          <a:noFill/>
        </p:spPr>
        <p:txBody>
          <a:bodyPr wrap="square" rtlCol="0">
            <a:spAutoFit/>
          </a:bodyPr>
          <a:lstStyle/>
          <a:p>
            <a:pPr algn="ctr"/>
            <a:r>
              <a:rPr lang="en-US" sz="3200" dirty="0"/>
              <a:t>7</a:t>
            </a:r>
          </a:p>
        </p:txBody>
      </p:sp>
      <p:sp>
        <p:nvSpPr>
          <p:cNvPr id="91" name="TextBox 90">
            <a:extLst>
              <a:ext uri="{FF2B5EF4-FFF2-40B4-BE49-F238E27FC236}">
                <a16:creationId xmlns:a16="http://schemas.microsoft.com/office/drawing/2014/main" id="{8D43562B-000A-444C-F0AD-2099179E71E2}"/>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13520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B40FC-E742-0C8D-89B8-4FD32EB06B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AD0BEA-4D2F-E065-FD70-07F5F0BDFB1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ECD8EB7-5C10-835D-3241-EE11864BC0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911440A-0472-E5D0-D4AC-9789CD1C85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EE51F0B-6692-3173-C266-89584CC739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B8E1C2-BEFE-176F-1FF7-665F6C71A2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AD2AF8-1C00-0AE9-7ABF-A01E1227BCC8}"/>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47FCE7C-89B7-B1B5-5D40-C120E98BF23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05C16EA-884C-07A7-020D-35347E64E1E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F4CC8CEC-F6DF-4C44-61E9-624B984EFB1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C480623-34F9-D426-E137-5D87028D5308}"/>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B89C2C9-09CC-582B-B1DB-0BCABADD99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CB1C985-B43A-CC08-7B69-E6B12280904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09A544B-3CAB-188C-E9EE-E690B9F3750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9F3B8E5-D84F-BF3E-E0A1-BC09DB118FE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DC6515B-7DA5-C270-ECCA-07A29E8CEAC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B452EDA-455B-580F-DA74-96DDC7E67C9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F9E6CAD-8E76-E660-EC49-10E6F3D1B21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16F02FF-9617-63CA-1367-3109D1157D5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D82AE0B2-174D-BC67-33AE-935878733E4D}"/>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2CC6DCB7-7994-47EC-F589-82C203B493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77" name="TextBox 76">
            <a:extLst>
              <a:ext uri="{FF2B5EF4-FFF2-40B4-BE49-F238E27FC236}">
                <a16:creationId xmlns:a16="http://schemas.microsoft.com/office/drawing/2014/main" id="{706487B1-EC94-FD80-4B99-71EAE8349986}"/>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0B7E1FC-4CB7-CFE8-B892-97A7A06D971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A519BB9-3351-45AE-DFCD-0CAE8216AAA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1424DBD-10E1-1747-9049-9D78FA96CB5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40BB9654-C307-1E73-D717-A3C053F2DCA7}"/>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2CB3086A-147B-EF7D-F38F-284950B38DE4}"/>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C97D7ABB-DB88-25CD-A496-865C7C166670}"/>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5514CF-1C4E-55A9-5D11-63BD8714C27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FB02AE2-E154-895F-8A1F-E63D5A74B93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BB65376E-071C-3919-C155-86195FA96936}"/>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EA87EFE-81D3-B8CD-3D47-BBD543F8A42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CAE5536A-22AD-5252-2C0F-67311FF260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3544281E-3BC2-4E29-8AD7-86BCA966680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22DDE4E8-DBC1-2930-9056-C4BCF20A279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3BAE6FDC-D7E0-E3DC-35B3-4739FACF272A}"/>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CDE1B78E-EE49-96C9-21C8-2DD3751F142E}"/>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B1BE324-9CBC-3618-F4E5-89176ABA6290}"/>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16BD9B61-0F81-C2BA-4FEE-EA7B9E4CE3F7}"/>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DED7CA1-55D2-2C05-3ECE-D2E99A65F6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8494B01-3CA2-259E-CC68-4355C80BBB4E}"/>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9E445635-D22F-F92D-7CD8-13707784F710}"/>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2B500A55-8B2F-83C3-7DB3-F1ED72A2A6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6DEA111-E153-14B3-D34D-D2E2C146559F}"/>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E48EA0A-3D61-E5DA-40B4-413410AF36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6DCD61E1-7178-D95E-1AD9-E4C3AA2E0C91}"/>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A0006CD2-DBBB-4EA0-179A-9AAFB4660EAC}"/>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AA8F542-F7AD-5A3A-FC1B-8976FC93095A}"/>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B4E17EBE-E41B-D6DC-F9B6-184F609F09D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CE9C658C-C901-8AD2-95FF-4A2572BA169D}"/>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07C3D7EF-9762-E3E4-5922-A286E4DBAE71}"/>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29A8DB42-AAC4-6BCD-55E9-ADB8E09AF52A}"/>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8B5FEE77-CC24-4651-7D1A-5622CB32EF1B}"/>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892EFF7E-0338-1B89-A8E9-C9CD08F10EEB}"/>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38C475C3-B397-11CB-F079-EEA642EDDDF6}"/>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EA50BFC2-4E04-A93C-21C9-EDBF17532F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5D78713-C3D0-5302-CBCB-978CE458181F}"/>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F9983A44-B0C9-75CA-B18A-099DA209B4E8}"/>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EBAF8088-04AB-3F6C-9E79-EA92437D7C94}"/>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57E53E89-FFD2-6F44-467C-BAADF4661FD9}"/>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6C5D877-58FE-7A9A-1035-1D4BED35247C}"/>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626191F0-BE09-58CC-7C88-9865ABCD8460}"/>
              </a:ext>
            </a:extLst>
          </p:cNvPr>
          <p:cNvSpPr txBox="1"/>
          <p:nvPr/>
        </p:nvSpPr>
        <p:spPr>
          <a:xfrm>
            <a:off x="371686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C65FEA87-683F-3BD0-223E-BA686FB79FE3}"/>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71BD92C-15CC-A4E5-A6C4-47AE645EDB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53" name="TextBox 52">
            <a:extLst>
              <a:ext uri="{FF2B5EF4-FFF2-40B4-BE49-F238E27FC236}">
                <a16:creationId xmlns:a16="http://schemas.microsoft.com/office/drawing/2014/main" id="{25F6E623-0182-DB73-D98C-632E7937473D}"/>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C5BF3BFD-2EBF-1BBE-8379-3874E60DF58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14C4ECD-9C8C-557E-C497-ADA8465E5D5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8433539-72E7-C61E-D3D9-0B28ADCC9AAB}"/>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7EA16C01-0A8C-977B-8454-6FF63910AE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65" name="TextBox 64">
            <a:extLst>
              <a:ext uri="{FF2B5EF4-FFF2-40B4-BE49-F238E27FC236}">
                <a16:creationId xmlns:a16="http://schemas.microsoft.com/office/drawing/2014/main" id="{5DA0B61F-0D0E-9FB1-49C3-81311654B29C}"/>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B1AD6BB9-3E97-47FD-65B0-FE664B0899BB}"/>
              </a:ext>
            </a:extLst>
          </p:cNvPr>
          <p:cNvSpPr txBox="1"/>
          <p:nvPr/>
        </p:nvSpPr>
        <p:spPr>
          <a:xfrm>
            <a:off x="6214537"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33382175-7E0E-553A-E0F8-70B7B9EFEE99}"/>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F2F9747-D264-1DB3-5FD7-06FC261550E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88BA84D9-452B-4233-07A2-DC2FD3127287}"/>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E7E0718-EC0B-F0F6-564C-7BB5422F474D}"/>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C5AB7DB7-5F4C-A162-5322-4B1B17E24747}"/>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C7819380-92BE-8F22-9176-88B57D9750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7</a:t>
            </a:r>
          </a:p>
        </p:txBody>
      </p:sp>
      <p:sp>
        <p:nvSpPr>
          <p:cNvPr id="91" name="TextBox 90">
            <a:extLst>
              <a:ext uri="{FF2B5EF4-FFF2-40B4-BE49-F238E27FC236}">
                <a16:creationId xmlns:a16="http://schemas.microsoft.com/office/drawing/2014/main" id="{498A53E1-200A-2251-BD46-96A4B6C858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5903C2A0-0176-B874-5219-6A60D02A700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863953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10345</TotalTime>
  <Words>4137</Words>
  <Application>Microsoft Macintosh PowerPoint</Application>
  <PresentationFormat>Widescreen</PresentationFormat>
  <Paragraphs>3359</Paragraphs>
  <Slides>65</Slides>
  <Notes>65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65</vt:i4>
      </vt:variant>
    </vt:vector>
  </HeadingPairs>
  <TitlesOfParts>
    <vt:vector size="6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440</cp:revision>
  <cp:lastPrinted>2026-04-03T03:13:43Z</cp:lastPrinted>
  <dcterms:created xsi:type="dcterms:W3CDTF">2024-03-19T02:13:08Z</dcterms:created>
  <dcterms:modified xsi:type="dcterms:W3CDTF">2026-04-03T05:33:29Z</dcterms:modified>
</cp:coreProperties>
</file>