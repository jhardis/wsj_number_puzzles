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sldIdLst>
    <p:sldId id="457" r:id="rId2"/>
    <p:sldId id="531" r:id="rId3"/>
    <p:sldId id="532" r:id="rId4"/>
    <p:sldId id="533" r:id="rId5"/>
    <p:sldId id="534" r:id="rId6"/>
    <p:sldId id="548" r:id="rId7"/>
    <p:sldId id="540" r:id="rId8"/>
    <p:sldId id="541" r:id="rId9"/>
    <p:sldId id="542" r:id="rId10"/>
    <p:sldId id="543" r:id="rId11"/>
    <p:sldId id="544" r:id="rId12"/>
    <p:sldId id="545" r:id="rId13"/>
    <p:sldId id="587" r:id="rId14"/>
    <p:sldId id="553" r:id="rId15"/>
    <p:sldId id="554" r:id="rId16"/>
    <p:sldId id="535" r:id="rId17"/>
    <p:sldId id="536" r:id="rId18"/>
    <p:sldId id="537" r:id="rId19"/>
    <p:sldId id="538" r:id="rId20"/>
    <p:sldId id="546" r:id="rId21"/>
    <p:sldId id="561" r:id="rId22"/>
    <p:sldId id="570" r:id="rId23"/>
    <p:sldId id="539" r:id="rId24"/>
    <p:sldId id="564" r:id="rId25"/>
    <p:sldId id="565" r:id="rId26"/>
    <p:sldId id="566" r:id="rId27"/>
    <p:sldId id="589" r:id="rId28"/>
    <p:sldId id="590" r:id="rId29"/>
    <p:sldId id="592" r:id="rId30"/>
    <p:sldId id="593" r:id="rId31"/>
    <p:sldId id="594" r:id="rId32"/>
    <p:sldId id="595" r:id="rId33"/>
    <p:sldId id="596" r:id="rId34"/>
    <p:sldId id="597" r:id="rId35"/>
    <p:sldId id="598" r:id="rId36"/>
    <p:sldId id="599" r:id="rId37"/>
    <p:sldId id="600" r:id="rId38"/>
    <p:sldId id="603" r:id="rId39"/>
    <p:sldId id="602" r:id="rId40"/>
    <p:sldId id="601" r:id="rId41"/>
    <p:sldId id="579" r:id="rId42"/>
    <p:sldId id="580" r:id="rId43"/>
    <p:sldId id="581" r:id="rId44"/>
    <p:sldId id="582" r:id="rId45"/>
    <p:sldId id="583" r:id="rId46"/>
    <p:sldId id="584" r:id="rId47"/>
    <p:sldId id="585" r:id="rId48"/>
    <p:sldId id="586"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708"/>
    <p:restoredTop sz="94568"/>
  </p:normalViewPr>
  <p:slideViewPr>
    <p:cSldViewPr snapToGrid="0">
      <p:cViewPr varScale="1">
        <p:scale>
          <a:sx n="113" d="100"/>
          <a:sy n="113" d="100"/>
        </p:scale>
        <p:origin x="1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CCFB1C-7F6E-CC48-8B12-2D5A9AE1C913}" type="datetimeFigureOut">
              <a:rPr lang="en-US" smtClean="0"/>
              <a:t>3/9/26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E9560A-78B4-504A-9396-2AE516B1349B}" type="slidenum">
              <a:rPr lang="en-US" smtClean="0"/>
              <a:t>‹#›</a:t>
            </a:fld>
            <a:endParaRPr lang="en-US"/>
          </a:p>
        </p:txBody>
      </p:sp>
    </p:spTree>
    <p:extLst>
      <p:ext uri="{BB962C8B-B14F-4D97-AF65-F5344CB8AC3E}">
        <p14:creationId xmlns:p14="http://schemas.microsoft.com/office/powerpoint/2010/main" val="3059927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4D157-A7E6-0CD3-8266-DE0939AE4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26FDA5-ABD9-E89C-43FB-F19D8441B2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E2E9E-AD91-B134-310C-59487A42F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F40DBF-0F4C-781C-F266-8D63105C1D0C}"/>
              </a:ext>
            </a:extLst>
          </p:cNvPr>
          <p:cNvSpPr>
            <a:spLocks noGrp="1"/>
          </p:cNvSpPr>
          <p:nvPr>
            <p:ph type="sldNum" sz="quarter" idx="5"/>
          </p:nvPr>
        </p:nvSpPr>
        <p:spPr/>
        <p:txBody>
          <a:bodyPr/>
          <a:lstStyle/>
          <a:p>
            <a:fld id="{C0E9560A-78B4-504A-9396-2AE516B1349B}" type="slidenum">
              <a:rPr lang="en-US" smtClean="0"/>
              <a:t>1</a:t>
            </a:fld>
            <a:endParaRPr lang="en-US"/>
          </a:p>
        </p:txBody>
      </p:sp>
    </p:spTree>
    <p:extLst>
      <p:ext uri="{BB962C8B-B14F-4D97-AF65-F5344CB8AC3E}">
        <p14:creationId xmlns:p14="http://schemas.microsoft.com/office/powerpoint/2010/main" val="1795578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F92EA-31A5-A6CC-8EAB-E4886567BD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20055F-D1DC-00C4-B838-E3C62A193E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5DB57D-8992-8D38-5D86-1A3C533E18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B06636-FEA9-0837-6943-1FFFB0DF9DE2}"/>
              </a:ext>
            </a:extLst>
          </p:cNvPr>
          <p:cNvSpPr>
            <a:spLocks noGrp="1"/>
          </p:cNvSpPr>
          <p:nvPr>
            <p:ph type="sldNum" sz="quarter" idx="5"/>
          </p:nvPr>
        </p:nvSpPr>
        <p:spPr/>
        <p:txBody>
          <a:bodyPr/>
          <a:lstStyle/>
          <a:p>
            <a:fld id="{C0E9560A-78B4-504A-9396-2AE516B1349B}" type="slidenum">
              <a:rPr lang="en-US" smtClean="0"/>
              <a:t>2</a:t>
            </a:fld>
            <a:endParaRPr lang="en-US"/>
          </a:p>
        </p:txBody>
      </p:sp>
    </p:spTree>
    <p:extLst>
      <p:ext uri="{BB962C8B-B14F-4D97-AF65-F5344CB8AC3E}">
        <p14:creationId xmlns:p14="http://schemas.microsoft.com/office/powerpoint/2010/main" val="734720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E02B6-7EC1-6476-F79B-AF86110F9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799B1F-BFAE-41C1-9872-BCFA221EEF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DFA831-261B-51E0-90CD-EBB2A094A2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9DFF38-EB9C-B33D-E716-DACF0C512EAE}"/>
              </a:ext>
            </a:extLst>
          </p:cNvPr>
          <p:cNvSpPr>
            <a:spLocks noGrp="1"/>
          </p:cNvSpPr>
          <p:nvPr>
            <p:ph type="sldNum" sz="quarter" idx="5"/>
          </p:nvPr>
        </p:nvSpPr>
        <p:spPr/>
        <p:txBody>
          <a:bodyPr/>
          <a:lstStyle/>
          <a:p>
            <a:fld id="{C0E9560A-78B4-504A-9396-2AE516B1349B}" type="slidenum">
              <a:rPr lang="en-US" smtClean="0"/>
              <a:t>3</a:t>
            </a:fld>
            <a:endParaRPr lang="en-US"/>
          </a:p>
        </p:txBody>
      </p:sp>
    </p:spTree>
    <p:extLst>
      <p:ext uri="{BB962C8B-B14F-4D97-AF65-F5344CB8AC3E}">
        <p14:creationId xmlns:p14="http://schemas.microsoft.com/office/powerpoint/2010/main" val="15251582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C17F7-8985-7DAF-6D5C-13A754625F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6D70AC-E49B-9877-5FF6-ACD786C2E3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78EE51-32CA-91E1-2736-5376561D08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CF771C-537D-BBF2-3CBE-BB70C12886AC}"/>
              </a:ext>
            </a:extLst>
          </p:cNvPr>
          <p:cNvSpPr>
            <a:spLocks noGrp="1"/>
          </p:cNvSpPr>
          <p:nvPr>
            <p:ph type="sldNum" sz="quarter" idx="5"/>
          </p:nvPr>
        </p:nvSpPr>
        <p:spPr/>
        <p:txBody>
          <a:bodyPr/>
          <a:lstStyle/>
          <a:p>
            <a:fld id="{C0E9560A-78B4-504A-9396-2AE516B1349B}" type="slidenum">
              <a:rPr lang="en-US" smtClean="0"/>
              <a:t>4</a:t>
            </a:fld>
            <a:endParaRPr lang="en-US"/>
          </a:p>
        </p:txBody>
      </p:sp>
    </p:spTree>
    <p:extLst>
      <p:ext uri="{BB962C8B-B14F-4D97-AF65-F5344CB8AC3E}">
        <p14:creationId xmlns:p14="http://schemas.microsoft.com/office/powerpoint/2010/main" val="26932504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520B9-57F3-C1E6-48F1-84DA026D7C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CBA168-33F5-E76B-9D09-1A791EE818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16DC9C-8589-3E0D-CD34-FFDBEA1A9D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766FE7-9868-10A1-E681-F211047D46CE}"/>
              </a:ext>
            </a:extLst>
          </p:cNvPr>
          <p:cNvSpPr>
            <a:spLocks noGrp="1"/>
          </p:cNvSpPr>
          <p:nvPr>
            <p:ph type="sldNum" sz="quarter" idx="5"/>
          </p:nvPr>
        </p:nvSpPr>
        <p:spPr/>
        <p:txBody>
          <a:bodyPr/>
          <a:lstStyle/>
          <a:p>
            <a:fld id="{C0E9560A-78B4-504A-9396-2AE516B1349B}" type="slidenum">
              <a:rPr lang="en-US" smtClean="0"/>
              <a:t>5</a:t>
            </a:fld>
            <a:endParaRPr lang="en-US"/>
          </a:p>
        </p:txBody>
      </p:sp>
    </p:spTree>
    <p:extLst>
      <p:ext uri="{BB962C8B-B14F-4D97-AF65-F5344CB8AC3E}">
        <p14:creationId xmlns:p14="http://schemas.microsoft.com/office/powerpoint/2010/main" val="5368374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ABB88-461E-2FC8-5937-8509EAF757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6F115D-84D7-4AA1-1EF5-C6031F50C9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BD8363-0A82-7B7E-BF21-DA92550257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C16F30-EFBC-12D3-2EBA-72BA3134F90C}"/>
              </a:ext>
            </a:extLst>
          </p:cNvPr>
          <p:cNvSpPr>
            <a:spLocks noGrp="1"/>
          </p:cNvSpPr>
          <p:nvPr>
            <p:ph type="sldNum" sz="quarter" idx="5"/>
          </p:nvPr>
        </p:nvSpPr>
        <p:spPr/>
        <p:txBody>
          <a:bodyPr/>
          <a:lstStyle/>
          <a:p>
            <a:fld id="{C0E9560A-78B4-504A-9396-2AE516B1349B}" type="slidenum">
              <a:rPr lang="en-US" smtClean="0"/>
              <a:t>6</a:t>
            </a:fld>
            <a:endParaRPr lang="en-US"/>
          </a:p>
        </p:txBody>
      </p:sp>
    </p:spTree>
    <p:extLst>
      <p:ext uri="{BB962C8B-B14F-4D97-AF65-F5344CB8AC3E}">
        <p14:creationId xmlns:p14="http://schemas.microsoft.com/office/powerpoint/2010/main" val="39625572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EDDFE-94C0-7174-5FEA-95A42B47EB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7E65F-7DA9-6B35-498F-61A8B65460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77C2EB-9839-CCD5-31FD-465F33DB5C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E61468-4FE0-4F00-B1D4-86E225739A94}"/>
              </a:ext>
            </a:extLst>
          </p:cNvPr>
          <p:cNvSpPr>
            <a:spLocks noGrp="1"/>
          </p:cNvSpPr>
          <p:nvPr>
            <p:ph type="sldNum" sz="quarter" idx="5"/>
          </p:nvPr>
        </p:nvSpPr>
        <p:spPr/>
        <p:txBody>
          <a:bodyPr/>
          <a:lstStyle/>
          <a:p>
            <a:fld id="{C0E9560A-78B4-504A-9396-2AE516B1349B}" type="slidenum">
              <a:rPr lang="en-US" smtClean="0"/>
              <a:t>7</a:t>
            </a:fld>
            <a:endParaRPr lang="en-US"/>
          </a:p>
        </p:txBody>
      </p:sp>
    </p:spTree>
    <p:extLst>
      <p:ext uri="{BB962C8B-B14F-4D97-AF65-F5344CB8AC3E}">
        <p14:creationId xmlns:p14="http://schemas.microsoft.com/office/powerpoint/2010/main" val="26037452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0668B-3477-6BBD-540C-C72EDDFCB5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1268C9-044F-A7D4-7F9C-CFA053D89B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8BF707-F31D-D301-EAD0-2D5976FC64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080623-77DB-61E9-B53A-1408EE022841}"/>
              </a:ext>
            </a:extLst>
          </p:cNvPr>
          <p:cNvSpPr>
            <a:spLocks noGrp="1"/>
          </p:cNvSpPr>
          <p:nvPr>
            <p:ph type="sldNum" sz="quarter" idx="5"/>
          </p:nvPr>
        </p:nvSpPr>
        <p:spPr/>
        <p:txBody>
          <a:bodyPr/>
          <a:lstStyle/>
          <a:p>
            <a:fld id="{C0E9560A-78B4-504A-9396-2AE516B1349B}" type="slidenum">
              <a:rPr lang="en-US" smtClean="0"/>
              <a:t>8</a:t>
            </a:fld>
            <a:endParaRPr lang="en-US"/>
          </a:p>
        </p:txBody>
      </p:sp>
    </p:spTree>
    <p:extLst>
      <p:ext uri="{BB962C8B-B14F-4D97-AF65-F5344CB8AC3E}">
        <p14:creationId xmlns:p14="http://schemas.microsoft.com/office/powerpoint/2010/main" val="24129381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4A950-86DE-D2E1-D140-FB3A92A7C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B75BBE-F6E7-30C5-7E02-6AAABFD918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EEF35E-252E-5FCC-B317-CB0C5FB871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6C514D-A93E-3639-90AE-14326470547C}"/>
              </a:ext>
            </a:extLst>
          </p:cNvPr>
          <p:cNvSpPr>
            <a:spLocks noGrp="1"/>
          </p:cNvSpPr>
          <p:nvPr>
            <p:ph type="sldNum" sz="quarter" idx="5"/>
          </p:nvPr>
        </p:nvSpPr>
        <p:spPr/>
        <p:txBody>
          <a:bodyPr/>
          <a:lstStyle/>
          <a:p>
            <a:fld id="{C0E9560A-78B4-504A-9396-2AE516B1349B}" type="slidenum">
              <a:rPr lang="en-US" smtClean="0"/>
              <a:t>9</a:t>
            </a:fld>
            <a:endParaRPr lang="en-US"/>
          </a:p>
        </p:txBody>
      </p:sp>
    </p:spTree>
    <p:extLst>
      <p:ext uri="{BB962C8B-B14F-4D97-AF65-F5344CB8AC3E}">
        <p14:creationId xmlns:p14="http://schemas.microsoft.com/office/powerpoint/2010/main" val="4439329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42C4A-ADA6-1842-D30B-0EE90A946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64B749-7F04-D2B7-EBA9-D4243E80C6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92470C-E3B7-F18B-2F75-37230FA56E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1E69BB-C797-43D6-AAE0-BEF25A367AF8}"/>
              </a:ext>
            </a:extLst>
          </p:cNvPr>
          <p:cNvSpPr>
            <a:spLocks noGrp="1"/>
          </p:cNvSpPr>
          <p:nvPr>
            <p:ph type="sldNum" sz="quarter" idx="5"/>
          </p:nvPr>
        </p:nvSpPr>
        <p:spPr/>
        <p:txBody>
          <a:bodyPr/>
          <a:lstStyle/>
          <a:p>
            <a:fld id="{C0E9560A-78B4-504A-9396-2AE516B1349B}" type="slidenum">
              <a:rPr lang="en-US" smtClean="0"/>
              <a:t>10</a:t>
            </a:fld>
            <a:endParaRPr lang="en-US"/>
          </a:p>
        </p:txBody>
      </p:sp>
    </p:spTree>
    <p:extLst>
      <p:ext uri="{BB962C8B-B14F-4D97-AF65-F5344CB8AC3E}">
        <p14:creationId xmlns:p14="http://schemas.microsoft.com/office/powerpoint/2010/main" val="37946203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F8937-FA8A-1C0A-D571-2C22952F65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F70767-4047-91E5-BD5E-3C46FAD925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3CD517-BA5A-CFA5-819E-056DECE21C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C91A7C-F62E-B022-CF0D-0F4F6F9D3156}"/>
              </a:ext>
            </a:extLst>
          </p:cNvPr>
          <p:cNvSpPr>
            <a:spLocks noGrp="1"/>
          </p:cNvSpPr>
          <p:nvPr>
            <p:ph type="sldNum" sz="quarter" idx="5"/>
          </p:nvPr>
        </p:nvSpPr>
        <p:spPr/>
        <p:txBody>
          <a:bodyPr/>
          <a:lstStyle/>
          <a:p>
            <a:fld id="{C0E9560A-78B4-504A-9396-2AE516B1349B}" type="slidenum">
              <a:rPr lang="en-US" smtClean="0"/>
              <a:t>11</a:t>
            </a:fld>
            <a:endParaRPr lang="en-US"/>
          </a:p>
        </p:txBody>
      </p:sp>
    </p:spTree>
    <p:extLst>
      <p:ext uri="{BB962C8B-B14F-4D97-AF65-F5344CB8AC3E}">
        <p14:creationId xmlns:p14="http://schemas.microsoft.com/office/powerpoint/2010/main" val="4719303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FBB3A-159E-7A26-72CC-D4E03470C7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C436BE-F9B3-AAB2-B58C-B7187F25A2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402217-FD3C-346E-50D2-064CD66314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B5B9A6-E5B5-240C-E562-291A7B4AE8A3}"/>
              </a:ext>
            </a:extLst>
          </p:cNvPr>
          <p:cNvSpPr>
            <a:spLocks noGrp="1"/>
          </p:cNvSpPr>
          <p:nvPr>
            <p:ph type="sldNum" sz="quarter" idx="5"/>
          </p:nvPr>
        </p:nvSpPr>
        <p:spPr/>
        <p:txBody>
          <a:bodyPr/>
          <a:lstStyle/>
          <a:p>
            <a:fld id="{C0E9560A-78B4-504A-9396-2AE516B1349B}" type="slidenum">
              <a:rPr lang="en-US" smtClean="0"/>
              <a:t>12</a:t>
            </a:fld>
            <a:endParaRPr lang="en-US"/>
          </a:p>
        </p:txBody>
      </p:sp>
    </p:spTree>
    <p:extLst>
      <p:ext uri="{BB962C8B-B14F-4D97-AF65-F5344CB8AC3E}">
        <p14:creationId xmlns:p14="http://schemas.microsoft.com/office/powerpoint/2010/main" val="39329636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DB1DA-3083-FA82-2FCF-8E3948C14A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92D4A2-E44B-7DA6-3290-0C347CB4E5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14DC42-C9C1-FD69-972F-D33463AD31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D39D6B-CF7A-9ACE-5844-A64E6012A11B}"/>
              </a:ext>
            </a:extLst>
          </p:cNvPr>
          <p:cNvSpPr>
            <a:spLocks noGrp="1"/>
          </p:cNvSpPr>
          <p:nvPr>
            <p:ph type="sldNum" sz="quarter" idx="5"/>
          </p:nvPr>
        </p:nvSpPr>
        <p:spPr/>
        <p:txBody>
          <a:bodyPr/>
          <a:lstStyle/>
          <a:p>
            <a:fld id="{C0E9560A-78B4-504A-9396-2AE516B1349B}" type="slidenum">
              <a:rPr lang="en-US" smtClean="0"/>
              <a:t>13</a:t>
            </a:fld>
            <a:endParaRPr lang="en-US"/>
          </a:p>
        </p:txBody>
      </p:sp>
    </p:spTree>
    <p:extLst>
      <p:ext uri="{BB962C8B-B14F-4D97-AF65-F5344CB8AC3E}">
        <p14:creationId xmlns:p14="http://schemas.microsoft.com/office/powerpoint/2010/main" val="8127821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A64F1-D45B-5CA7-5C28-4BC65E6387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37818B-42F2-E757-84D1-C65F80787B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3E426C-33D0-78EB-CE2A-C99DA05794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D48F4D-F10E-57F9-76C0-FF3FDDADACFC}"/>
              </a:ext>
            </a:extLst>
          </p:cNvPr>
          <p:cNvSpPr>
            <a:spLocks noGrp="1"/>
          </p:cNvSpPr>
          <p:nvPr>
            <p:ph type="sldNum" sz="quarter" idx="5"/>
          </p:nvPr>
        </p:nvSpPr>
        <p:spPr/>
        <p:txBody>
          <a:bodyPr/>
          <a:lstStyle/>
          <a:p>
            <a:fld id="{C0E9560A-78B4-504A-9396-2AE516B1349B}" type="slidenum">
              <a:rPr lang="en-US" smtClean="0"/>
              <a:t>14</a:t>
            </a:fld>
            <a:endParaRPr lang="en-US"/>
          </a:p>
        </p:txBody>
      </p:sp>
    </p:spTree>
    <p:extLst>
      <p:ext uri="{BB962C8B-B14F-4D97-AF65-F5344CB8AC3E}">
        <p14:creationId xmlns:p14="http://schemas.microsoft.com/office/powerpoint/2010/main" val="25434437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0E414-008D-12BB-0465-9371D558B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F9EE99-5BF9-5B6F-0667-C10374E99D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E463D3-CCEB-A08F-68E1-F3DA78B87A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2B5D77-9D91-042D-4ED5-34F20C764003}"/>
              </a:ext>
            </a:extLst>
          </p:cNvPr>
          <p:cNvSpPr>
            <a:spLocks noGrp="1"/>
          </p:cNvSpPr>
          <p:nvPr>
            <p:ph type="sldNum" sz="quarter" idx="5"/>
          </p:nvPr>
        </p:nvSpPr>
        <p:spPr/>
        <p:txBody>
          <a:bodyPr/>
          <a:lstStyle/>
          <a:p>
            <a:fld id="{C0E9560A-78B4-504A-9396-2AE516B1349B}" type="slidenum">
              <a:rPr lang="en-US" smtClean="0"/>
              <a:t>15</a:t>
            </a:fld>
            <a:endParaRPr lang="en-US"/>
          </a:p>
        </p:txBody>
      </p:sp>
    </p:spTree>
    <p:extLst>
      <p:ext uri="{BB962C8B-B14F-4D97-AF65-F5344CB8AC3E}">
        <p14:creationId xmlns:p14="http://schemas.microsoft.com/office/powerpoint/2010/main" val="38354737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B88FD-8351-ECD9-0A7B-D2DDE78242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B7BCF7-D162-3FF8-55B8-C23E009E3E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56FBB2-5898-ED8B-8256-1910C7DF20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569F37-642E-DF81-014F-7FD720FC9876}"/>
              </a:ext>
            </a:extLst>
          </p:cNvPr>
          <p:cNvSpPr>
            <a:spLocks noGrp="1"/>
          </p:cNvSpPr>
          <p:nvPr>
            <p:ph type="sldNum" sz="quarter" idx="5"/>
          </p:nvPr>
        </p:nvSpPr>
        <p:spPr/>
        <p:txBody>
          <a:bodyPr/>
          <a:lstStyle/>
          <a:p>
            <a:fld id="{C0E9560A-78B4-504A-9396-2AE516B1349B}" type="slidenum">
              <a:rPr lang="en-US" smtClean="0"/>
              <a:t>16</a:t>
            </a:fld>
            <a:endParaRPr lang="en-US"/>
          </a:p>
        </p:txBody>
      </p:sp>
    </p:spTree>
    <p:extLst>
      <p:ext uri="{BB962C8B-B14F-4D97-AF65-F5344CB8AC3E}">
        <p14:creationId xmlns:p14="http://schemas.microsoft.com/office/powerpoint/2010/main" val="33948272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0D64C-F91E-CF22-608C-EC5338269B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A0BBC1-9CD2-7DB1-224C-641542049F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5F20CD-3E69-4F60-28C1-67F16088E4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442A34-2DE4-1426-9700-F66AFA1EFA92}"/>
              </a:ext>
            </a:extLst>
          </p:cNvPr>
          <p:cNvSpPr>
            <a:spLocks noGrp="1"/>
          </p:cNvSpPr>
          <p:nvPr>
            <p:ph type="sldNum" sz="quarter" idx="5"/>
          </p:nvPr>
        </p:nvSpPr>
        <p:spPr/>
        <p:txBody>
          <a:bodyPr/>
          <a:lstStyle/>
          <a:p>
            <a:fld id="{C0E9560A-78B4-504A-9396-2AE516B1349B}" type="slidenum">
              <a:rPr lang="en-US" smtClean="0"/>
              <a:t>17</a:t>
            </a:fld>
            <a:endParaRPr lang="en-US"/>
          </a:p>
        </p:txBody>
      </p:sp>
    </p:spTree>
    <p:extLst>
      <p:ext uri="{BB962C8B-B14F-4D97-AF65-F5344CB8AC3E}">
        <p14:creationId xmlns:p14="http://schemas.microsoft.com/office/powerpoint/2010/main" val="12362626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889AF-540F-281B-E1CF-FC33437A01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534A0E-2B7B-7F5C-5156-3B3263D654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27B7A3-D2DB-7666-7444-5722DE7F3B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196B3E-2C65-2FB8-F445-8B527E73F214}"/>
              </a:ext>
            </a:extLst>
          </p:cNvPr>
          <p:cNvSpPr>
            <a:spLocks noGrp="1"/>
          </p:cNvSpPr>
          <p:nvPr>
            <p:ph type="sldNum" sz="quarter" idx="5"/>
          </p:nvPr>
        </p:nvSpPr>
        <p:spPr/>
        <p:txBody>
          <a:bodyPr/>
          <a:lstStyle/>
          <a:p>
            <a:fld id="{C0E9560A-78B4-504A-9396-2AE516B1349B}" type="slidenum">
              <a:rPr lang="en-US" smtClean="0"/>
              <a:t>18</a:t>
            </a:fld>
            <a:endParaRPr lang="en-US"/>
          </a:p>
        </p:txBody>
      </p:sp>
    </p:spTree>
    <p:extLst>
      <p:ext uri="{BB962C8B-B14F-4D97-AF65-F5344CB8AC3E}">
        <p14:creationId xmlns:p14="http://schemas.microsoft.com/office/powerpoint/2010/main" val="30223435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ABD75-8C4B-6127-8664-841A6F6F76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BDAC41-F45D-E76C-A541-ACDEE41E5C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C305F3-AABB-993F-B11E-35ACE53503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6BA895-B05A-7FD5-3640-5456CEC54E0F}"/>
              </a:ext>
            </a:extLst>
          </p:cNvPr>
          <p:cNvSpPr>
            <a:spLocks noGrp="1"/>
          </p:cNvSpPr>
          <p:nvPr>
            <p:ph type="sldNum" sz="quarter" idx="5"/>
          </p:nvPr>
        </p:nvSpPr>
        <p:spPr/>
        <p:txBody>
          <a:bodyPr/>
          <a:lstStyle/>
          <a:p>
            <a:fld id="{C0E9560A-78B4-504A-9396-2AE516B1349B}" type="slidenum">
              <a:rPr lang="en-US" smtClean="0"/>
              <a:t>19</a:t>
            </a:fld>
            <a:endParaRPr lang="en-US"/>
          </a:p>
        </p:txBody>
      </p:sp>
    </p:spTree>
    <p:extLst>
      <p:ext uri="{BB962C8B-B14F-4D97-AF65-F5344CB8AC3E}">
        <p14:creationId xmlns:p14="http://schemas.microsoft.com/office/powerpoint/2010/main" val="14195326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0D71A-4891-5DD9-EA1D-22682B84FA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C6F9A9-399D-01DE-234E-0F1DD67212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C1F475-89BD-8D14-AAF9-2FE285A023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FF077E-98F6-B5B3-7F62-2C285E13F9E2}"/>
              </a:ext>
            </a:extLst>
          </p:cNvPr>
          <p:cNvSpPr>
            <a:spLocks noGrp="1"/>
          </p:cNvSpPr>
          <p:nvPr>
            <p:ph type="sldNum" sz="quarter" idx="5"/>
          </p:nvPr>
        </p:nvSpPr>
        <p:spPr/>
        <p:txBody>
          <a:bodyPr/>
          <a:lstStyle/>
          <a:p>
            <a:fld id="{C0E9560A-78B4-504A-9396-2AE516B1349B}" type="slidenum">
              <a:rPr lang="en-US" smtClean="0"/>
              <a:t>20</a:t>
            </a:fld>
            <a:endParaRPr lang="en-US"/>
          </a:p>
        </p:txBody>
      </p:sp>
    </p:spTree>
    <p:extLst>
      <p:ext uri="{BB962C8B-B14F-4D97-AF65-F5344CB8AC3E}">
        <p14:creationId xmlns:p14="http://schemas.microsoft.com/office/powerpoint/2010/main" val="8121853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AA913-7FBC-CBB2-6826-2BAF1D1D51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A80570-A360-64C6-04E3-7B52F88546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D4B09D-DBD6-8F4E-879A-0F8AB61505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3CF3AC-A672-86C3-885E-F40F3F75409A}"/>
              </a:ext>
            </a:extLst>
          </p:cNvPr>
          <p:cNvSpPr>
            <a:spLocks noGrp="1"/>
          </p:cNvSpPr>
          <p:nvPr>
            <p:ph type="sldNum" sz="quarter" idx="5"/>
          </p:nvPr>
        </p:nvSpPr>
        <p:spPr/>
        <p:txBody>
          <a:bodyPr/>
          <a:lstStyle/>
          <a:p>
            <a:fld id="{C0E9560A-78B4-504A-9396-2AE516B1349B}" type="slidenum">
              <a:rPr lang="en-US" smtClean="0"/>
              <a:t>21</a:t>
            </a:fld>
            <a:endParaRPr lang="en-US"/>
          </a:p>
        </p:txBody>
      </p:sp>
    </p:spTree>
    <p:extLst>
      <p:ext uri="{BB962C8B-B14F-4D97-AF65-F5344CB8AC3E}">
        <p14:creationId xmlns:p14="http://schemas.microsoft.com/office/powerpoint/2010/main" val="40992810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D23C7-422E-2A03-F9A4-22AAD28400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E8B80E-803C-3FC4-5C73-3F4FDC5969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1BE6C8-8940-36A8-E414-307C7A950D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8E7C07-DA41-DF76-0ED7-EA80A88A7CF9}"/>
              </a:ext>
            </a:extLst>
          </p:cNvPr>
          <p:cNvSpPr>
            <a:spLocks noGrp="1"/>
          </p:cNvSpPr>
          <p:nvPr>
            <p:ph type="sldNum" sz="quarter" idx="5"/>
          </p:nvPr>
        </p:nvSpPr>
        <p:spPr/>
        <p:txBody>
          <a:bodyPr/>
          <a:lstStyle/>
          <a:p>
            <a:fld id="{C0E9560A-78B4-504A-9396-2AE516B1349B}" type="slidenum">
              <a:rPr lang="en-US" smtClean="0"/>
              <a:t>22</a:t>
            </a:fld>
            <a:endParaRPr lang="en-US"/>
          </a:p>
        </p:txBody>
      </p:sp>
    </p:spTree>
    <p:extLst>
      <p:ext uri="{BB962C8B-B14F-4D97-AF65-F5344CB8AC3E}">
        <p14:creationId xmlns:p14="http://schemas.microsoft.com/office/powerpoint/2010/main" val="23751908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F1C46-C453-C3C7-2922-2CE3F19B23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7BA964-A312-9140-1586-E77E8C36EB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401F91-48E3-DE30-99B8-9EE1260A70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13D03C-E936-BF28-2DF9-1EEB6CDFAFA1}"/>
              </a:ext>
            </a:extLst>
          </p:cNvPr>
          <p:cNvSpPr>
            <a:spLocks noGrp="1"/>
          </p:cNvSpPr>
          <p:nvPr>
            <p:ph type="sldNum" sz="quarter" idx="5"/>
          </p:nvPr>
        </p:nvSpPr>
        <p:spPr/>
        <p:txBody>
          <a:bodyPr/>
          <a:lstStyle/>
          <a:p>
            <a:fld id="{C0E9560A-78B4-504A-9396-2AE516B1349B}" type="slidenum">
              <a:rPr lang="en-US" smtClean="0"/>
              <a:t>23</a:t>
            </a:fld>
            <a:endParaRPr lang="en-US"/>
          </a:p>
        </p:txBody>
      </p:sp>
    </p:spTree>
    <p:extLst>
      <p:ext uri="{BB962C8B-B14F-4D97-AF65-F5344CB8AC3E}">
        <p14:creationId xmlns:p14="http://schemas.microsoft.com/office/powerpoint/2010/main" val="37749379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E7CCC-2F46-F9A7-0C1B-D910570062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B69D80-802E-DAC5-7C8E-63A1D4CF73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5BF641-9832-AD3E-A128-1FB41962AE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7EBC86-12B3-50F5-ABCF-A30A9C83EEC3}"/>
              </a:ext>
            </a:extLst>
          </p:cNvPr>
          <p:cNvSpPr>
            <a:spLocks noGrp="1"/>
          </p:cNvSpPr>
          <p:nvPr>
            <p:ph type="sldNum" sz="quarter" idx="5"/>
          </p:nvPr>
        </p:nvSpPr>
        <p:spPr/>
        <p:txBody>
          <a:bodyPr/>
          <a:lstStyle/>
          <a:p>
            <a:fld id="{C0E9560A-78B4-504A-9396-2AE516B1349B}" type="slidenum">
              <a:rPr lang="en-US" smtClean="0"/>
              <a:t>24</a:t>
            </a:fld>
            <a:endParaRPr lang="en-US"/>
          </a:p>
        </p:txBody>
      </p:sp>
    </p:spTree>
    <p:extLst>
      <p:ext uri="{BB962C8B-B14F-4D97-AF65-F5344CB8AC3E}">
        <p14:creationId xmlns:p14="http://schemas.microsoft.com/office/powerpoint/2010/main" val="21393283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29202-52AC-1372-1C22-53006548D2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3BD69-C42F-48C3-A514-778A979B88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BCE5B3-0D93-ADBB-3203-1CAF7071DB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5F69A4-BD6B-89F9-AD66-E44E0C592877}"/>
              </a:ext>
            </a:extLst>
          </p:cNvPr>
          <p:cNvSpPr>
            <a:spLocks noGrp="1"/>
          </p:cNvSpPr>
          <p:nvPr>
            <p:ph type="sldNum" sz="quarter" idx="5"/>
          </p:nvPr>
        </p:nvSpPr>
        <p:spPr/>
        <p:txBody>
          <a:bodyPr/>
          <a:lstStyle/>
          <a:p>
            <a:fld id="{C0E9560A-78B4-504A-9396-2AE516B1349B}" type="slidenum">
              <a:rPr lang="en-US" smtClean="0"/>
              <a:t>25</a:t>
            </a:fld>
            <a:endParaRPr lang="en-US"/>
          </a:p>
        </p:txBody>
      </p:sp>
    </p:spTree>
    <p:extLst>
      <p:ext uri="{BB962C8B-B14F-4D97-AF65-F5344CB8AC3E}">
        <p14:creationId xmlns:p14="http://schemas.microsoft.com/office/powerpoint/2010/main" val="4994662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E2D03-945E-EC1B-6B2C-BB70C3EF7E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EC6CF2-4461-CF10-A679-9C7C9AC9A1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4EA1FB-01D4-00EC-0605-98A5F60EEA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BD6BC7-3FC7-68FE-EB0F-5477423A9FAE}"/>
              </a:ext>
            </a:extLst>
          </p:cNvPr>
          <p:cNvSpPr>
            <a:spLocks noGrp="1"/>
          </p:cNvSpPr>
          <p:nvPr>
            <p:ph type="sldNum" sz="quarter" idx="5"/>
          </p:nvPr>
        </p:nvSpPr>
        <p:spPr/>
        <p:txBody>
          <a:bodyPr/>
          <a:lstStyle/>
          <a:p>
            <a:fld id="{C0E9560A-78B4-504A-9396-2AE516B1349B}" type="slidenum">
              <a:rPr lang="en-US" smtClean="0"/>
              <a:t>26</a:t>
            </a:fld>
            <a:endParaRPr lang="en-US"/>
          </a:p>
        </p:txBody>
      </p:sp>
    </p:spTree>
    <p:extLst>
      <p:ext uri="{BB962C8B-B14F-4D97-AF65-F5344CB8AC3E}">
        <p14:creationId xmlns:p14="http://schemas.microsoft.com/office/powerpoint/2010/main" val="2969931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E6FAD-9BD7-90FD-97EA-9BD0200EA8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85CFC8-6D16-6929-E040-A2B7D79835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4404C-FBCE-67E1-8734-BC55AE4E90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CB9D11-0A75-B5FE-0E3A-ADA7E83413F8}"/>
              </a:ext>
            </a:extLst>
          </p:cNvPr>
          <p:cNvSpPr>
            <a:spLocks noGrp="1"/>
          </p:cNvSpPr>
          <p:nvPr>
            <p:ph type="sldNum" sz="quarter" idx="5"/>
          </p:nvPr>
        </p:nvSpPr>
        <p:spPr/>
        <p:txBody>
          <a:bodyPr/>
          <a:lstStyle/>
          <a:p>
            <a:fld id="{C0E9560A-78B4-504A-9396-2AE516B1349B}" type="slidenum">
              <a:rPr lang="en-US" smtClean="0"/>
              <a:t>27</a:t>
            </a:fld>
            <a:endParaRPr lang="en-US"/>
          </a:p>
        </p:txBody>
      </p:sp>
    </p:spTree>
    <p:extLst>
      <p:ext uri="{BB962C8B-B14F-4D97-AF65-F5344CB8AC3E}">
        <p14:creationId xmlns:p14="http://schemas.microsoft.com/office/powerpoint/2010/main" val="37476471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38FB3-CD84-614B-F335-290166CC15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BDB623-F6F7-4911-AD5C-0F90214700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AC3354-0B8B-658C-C5F2-2208196550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24F4A4-32DF-5AC5-3221-E58D7D7AB377}"/>
              </a:ext>
            </a:extLst>
          </p:cNvPr>
          <p:cNvSpPr>
            <a:spLocks noGrp="1"/>
          </p:cNvSpPr>
          <p:nvPr>
            <p:ph type="sldNum" sz="quarter" idx="5"/>
          </p:nvPr>
        </p:nvSpPr>
        <p:spPr/>
        <p:txBody>
          <a:bodyPr/>
          <a:lstStyle/>
          <a:p>
            <a:fld id="{C0E9560A-78B4-504A-9396-2AE516B1349B}" type="slidenum">
              <a:rPr lang="en-US" smtClean="0"/>
              <a:t>28</a:t>
            </a:fld>
            <a:endParaRPr lang="en-US"/>
          </a:p>
        </p:txBody>
      </p:sp>
    </p:spTree>
    <p:extLst>
      <p:ext uri="{BB962C8B-B14F-4D97-AF65-F5344CB8AC3E}">
        <p14:creationId xmlns:p14="http://schemas.microsoft.com/office/powerpoint/2010/main" val="15683619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996A5-0E46-0EB4-B529-B4AA4DA10A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07B893-2136-ECED-4589-9FA0E6F4C6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C6F0B0-D342-F9FB-AAC8-1F2806DB79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9BB5CB-5765-3858-7FF2-3F5B44F001C6}"/>
              </a:ext>
            </a:extLst>
          </p:cNvPr>
          <p:cNvSpPr>
            <a:spLocks noGrp="1"/>
          </p:cNvSpPr>
          <p:nvPr>
            <p:ph type="sldNum" sz="quarter" idx="5"/>
          </p:nvPr>
        </p:nvSpPr>
        <p:spPr/>
        <p:txBody>
          <a:bodyPr/>
          <a:lstStyle/>
          <a:p>
            <a:fld id="{C0E9560A-78B4-504A-9396-2AE516B1349B}" type="slidenum">
              <a:rPr lang="en-US" smtClean="0"/>
              <a:t>29</a:t>
            </a:fld>
            <a:endParaRPr lang="en-US"/>
          </a:p>
        </p:txBody>
      </p:sp>
    </p:spTree>
    <p:extLst>
      <p:ext uri="{BB962C8B-B14F-4D97-AF65-F5344CB8AC3E}">
        <p14:creationId xmlns:p14="http://schemas.microsoft.com/office/powerpoint/2010/main" val="26656690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C4475-7F28-FE44-0F9B-A797E9852F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4CE12F-E476-F2A7-DCF5-774FB8AD31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E15D85-AE59-842C-F97A-AFAD6FDAB5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596296-1A7F-EC1D-A83E-9C5D12BB3924}"/>
              </a:ext>
            </a:extLst>
          </p:cNvPr>
          <p:cNvSpPr>
            <a:spLocks noGrp="1"/>
          </p:cNvSpPr>
          <p:nvPr>
            <p:ph type="sldNum" sz="quarter" idx="5"/>
          </p:nvPr>
        </p:nvSpPr>
        <p:spPr/>
        <p:txBody>
          <a:bodyPr/>
          <a:lstStyle/>
          <a:p>
            <a:fld id="{C0E9560A-78B4-504A-9396-2AE516B1349B}" type="slidenum">
              <a:rPr lang="en-US" smtClean="0"/>
              <a:t>30</a:t>
            </a:fld>
            <a:endParaRPr lang="en-US"/>
          </a:p>
        </p:txBody>
      </p:sp>
    </p:spTree>
    <p:extLst>
      <p:ext uri="{BB962C8B-B14F-4D97-AF65-F5344CB8AC3E}">
        <p14:creationId xmlns:p14="http://schemas.microsoft.com/office/powerpoint/2010/main" val="42627318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76261-871D-0960-CAAC-78F360ACDB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BB78DA-923A-70F6-DABD-8BA1F1A5A5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2A396D-0137-79F5-C57A-8DB6FB8A2D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86DB5F-B181-3947-527E-94EA753475FC}"/>
              </a:ext>
            </a:extLst>
          </p:cNvPr>
          <p:cNvSpPr>
            <a:spLocks noGrp="1"/>
          </p:cNvSpPr>
          <p:nvPr>
            <p:ph type="sldNum" sz="quarter" idx="5"/>
          </p:nvPr>
        </p:nvSpPr>
        <p:spPr/>
        <p:txBody>
          <a:bodyPr/>
          <a:lstStyle/>
          <a:p>
            <a:fld id="{C0E9560A-78B4-504A-9396-2AE516B1349B}" type="slidenum">
              <a:rPr lang="en-US" smtClean="0"/>
              <a:t>31</a:t>
            </a:fld>
            <a:endParaRPr lang="en-US"/>
          </a:p>
        </p:txBody>
      </p:sp>
    </p:spTree>
    <p:extLst>
      <p:ext uri="{BB962C8B-B14F-4D97-AF65-F5344CB8AC3E}">
        <p14:creationId xmlns:p14="http://schemas.microsoft.com/office/powerpoint/2010/main" val="3375190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33F08-9CC0-1C2A-D70C-7D84284FB1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A9D451-8DB9-A6DC-79D8-60860A139B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3E21A3-83E2-44C9-D923-D1294E5CBD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974117-51DB-95A8-413A-E30E7E7A6A09}"/>
              </a:ext>
            </a:extLst>
          </p:cNvPr>
          <p:cNvSpPr>
            <a:spLocks noGrp="1"/>
          </p:cNvSpPr>
          <p:nvPr>
            <p:ph type="sldNum" sz="quarter" idx="5"/>
          </p:nvPr>
        </p:nvSpPr>
        <p:spPr/>
        <p:txBody>
          <a:bodyPr/>
          <a:lstStyle/>
          <a:p>
            <a:fld id="{C0E9560A-78B4-504A-9396-2AE516B1349B}" type="slidenum">
              <a:rPr lang="en-US" smtClean="0"/>
              <a:t>32</a:t>
            </a:fld>
            <a:endParaRPr lang="en-US"/>
          </a:p>
        </p:txBody>
      </p:sp>
    </p:spTree>
    <p:extLst>
      <p:ext uri="{BB962C8B-B14F-4D97-AF65-F5344CB8AC3E}">
        <p14:creationId xmlns:p14="http://schemas.microsoft.com/office/powerpoint/2010/main" val="34958798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A0B56-1F54-9E21-0181-252234E418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CC00F9-5966-D746-CF78-54809AC1FD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A23AD7-D789-A18A-EEC1-09453B6379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9205E1-686C-DC59-6BB8-6EC4466ABF38}"/>
              </a:ext>
            </a:extLst>
          </p:cNvPr>
          <p:cNvSpPr>
            <a:spLocks noGrp="1"/>
          </p:cNvSpPr>
          <p:nvPr>
            <p:ph type="sldNum" sz="quarter" idx="5"/>
          </p:nvPr>
        </p:nvSpPr>
        <p:spPr/>
        <p:txBody>
          <a:bodyPr/>
          <a:lstStyle/>
          <a:p>
            <a:fld id="{C0E9560A-78B4-504A-9396-2AE516B1349B}" type="slidenum">
              <a:rPr lang="en-US" smtClean="0"/>
              <a:t>33</a:t>
            </a:fld>
            <a:endParaRPr lang="en-US"/>
          </a:p>
        </p:txBody>
      </p:sp>
    </p:spTree>
    <p:extLst>
      <p:ext uri="{BB962C8B-B14F-4D97-AF65-F5344CB8AC3E}">
        <p14:creationId xmlns:p14="http://schemas.microsoft.com/office/powerpoint/2010/main" val="19881124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214B1-EC8D-87DE-E63A-11F87E49BC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6B985E-D96B-90AF-2BFF-3478ACE776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D8FC84-4251-D5BB-DB76-8D47EA8196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817E78-EF6F-B578-807F-9F6C6F01ACF9}"/>
              </a:ext>
            </a:extLst>
          </p:cNvPr>
          <p:cNvSpPr>
            <a:spLocks noGrp="1"/>
          </p:cNvSpPr>
          <p:nvPr>
            <p:ph type="sldNum" sz="quarter" idx="5"/>
          </p:nvPr>
        </p:nvSpPr>
        <p:spPr/>
        <p:txBody>
          <a:bodyPr/>
          <a:lstStyle/>
          <a:p>
            <a:fld id="{C0E9560A-78B4-504A-9396-2AE516B1349B}" type="slidenum">
              <a:rPr lang="en-US" smtClean="0"/>
              <a:t>34</a:t>
            </a:fld>
            <a:endParaRPr lang="en-US"/>
          </a:p>
        </p:txBody>
      </p:sp>
    </p:spTree>
    <p:extLst>
      <p:ext uri="{BB962C8B-B14F-4D97-AF65-F5344CB8AC3E}">
        <p14:creationId xmlns:p14="http://schemas.microsoft.com/office/powerpoint/2010/main" val="18130927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4F1C6-E59B-CB4A-3AB2-D7166EB4D4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33FB3D-FA5F-2321-39FA-08BBA2A24D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6D4A93-D6D8-1CE2-37B1-949DBC017B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0E15EE-6594-39A3-6D5A-EE6EDE20E3BA}"/>
              </a:ext>
            </a:extLst>
          </p:cNvPr>
          <p:cNvSpPr>
            <a:spLocks noGrp="1"/>
          </p:cNvSpPr>
          <p:nvPr>
            <p:ph type="sldNum" sz="quarter" idx="5"/>
          </p:nvPr>
        </p:nvSpPr>
        <p:spPr/>
        <p:txBody>
          <a:bodyPr/>
          <a:lstStyle/>
          <a:p>
            <a:fld id="{C0E9560A-78B4-504A-9396-2AE516B1349B}" type="slidenum">
              <a:rPr lang="en-US" smtClean="0"/>
              <a:t>35</a:t>
            </a:fld>
            <a:endParaRPr lang="en-US"/>
          </a:p>
        </p:txBody>
      </p:sp>
    </p:spTree>
    <p:extLst>
      <p:ext uri="{BB962C8B-B14F-4D97-AF65-F5344CB8AC3E}">
        <p14:creationId xmlns:p14="http://schemas.microsoft.com/office/powerpoint/2010/main" val="12437185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2C7AA-3371-8155-2403-CF3B3ED4F9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4FAC92-0FB9-889C-6A33-E13C1BCE6E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19CFF4-1422-E9B0-C6D2-FEE6A3B384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6D760B-83D1-9B92-3252-E1F63B11BEF1}"/>
              </a:ext>
            </a:extLst>
          </p:cNvPr>
          <p:cNvSpPr>
            <a:spLocks noGrp="1"/>
          </p:cNvSpPr>
          <p:nvPr>
            <p:ph type="sldNum" sz="quarter" idx="5"/>
          </p:nvPr>
        </p:nvSpPr>
        <p:spPr/>
        <p:txBody>
          <a:bodyPr/>
          <a:lstStyle/>
          <a:p>
            <a:fld id="{C0E9560A-78B4-504A-9396-2AE516B1349B}" type="slidenum">
              <a:rPr lang="en-US" smtClean="0"/>
              <a:t>36</a:t>
            </a:fld>
            <a:endParaRPr lang="en-US"/>
          </a:p>
        </p:txBody>
      </p:sp>
    </p:spTree>
    <p:extLst>
      <p:ext uri="{BB962C8B-B14F-4D97-AF65-F5344CB8AC3E}">
        <p14:creationId xmlns:p14="http://schemas.microsoft.com/office/powerpoint/2010/main" val="223011182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2E0B8-F499-6ECC-B899-353A4E0EC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6F5568-41CC-215C-439B-85EF640D85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DEC161-81AD-7902-A679-F7E106968E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69ED94-2D84-9CE9-FD28-9F2230112AFE}"/>
              </a:ext>
            </a:extLst>
          </p:cNvPr>
          <p:cNvSpPr>
            <a:spLocks noGrp="1"/>
          </p:cNvSpPr>
          <p:nvPr>
            <p:ph type="sldNum" sz="quarter" idx="5"/>
          </p:nvPr>
        </p:nvSpPr>
        <p:spPr/>
        <p:txBody>
          <a:bodyPr/>
          <a:lstStyle/>
          <a:p>
            <a:fld id="{C0E9560A-78B4-504A-9396-2AE516B1349B}" type="slidenum">
              <a:rPr lang="en-US" smtClean="0"/>
              <a:t>37</a:t>
            </a:fld>
            <a:endParaRPr lang="en-US"/>
          </a:p>
        </p:txBody>
      </p:sp>
    </p:spTree>
    <p:extLst>
      <p:ext uri="{BB962C8B-B14F-4D97-AF65-F5344CB8AC3E}">
        <p14:creationId xmlns:p14="http://schemas.microsoft.com/office/powerpoint/2010/main" val="10894528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BC392-A727-DDF6-D9B7-BCBEE3DEB0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A3B4C7-4995-25F9-3DB6-A24ABA282F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9392B1-879B-CCF0-2493-04F3745EBF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F120EA-7ABC-3179-541C-6541E99548AB}"/>
              </a:ext>
            </a:extLst>
          </p:cNvPr>
          <p:cNvSpPr>
            <a:spLocks noGrp="1"/>
          </p:cNvSpPr>
          <p:nvPr>
            <p:ph type="sldNum" sz="quarter" idx="5"/>
          </p:nvPr>
        </p:nvSpPr>
        <p:spPr/>
        <p:txBody>
          <a:bodyPr/>
          <a:lstStyle/>
          <a:p>
            <a:fld id="{C0E9560A-78B4-504A-9396-2AE516B1349B}" type="slidenum">
              <a:rPr lang="en-US" smtClean="0"/>
              <a:t>38</a:t>
            </a:fld>
            <a:endParaRPr lang="en-US"/>
          </a:p>
        </p:txBody>
      </p:sp>
    </p:spTree>
    <p:extLst>
      <p:ext uri="{BB962C8B-B14F-4D97-AF65-F5344CB8AC3E}">
        <p14:creationId xmlns:p14="http://schemas.microsoft.com/office/powerpoint/2010/main" val="38735055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33E2B-59E8-3A13-7C36-7214558AD8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112DC7-FDD7-F9D8-B554-E2555E8B3A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0A0256-2DDC-DC1C-CF63-5D06DD465F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942BA0-CEB0-E9AD-7D06-EE06460BEDDD}"/>
              </a:ext>
            </a:extLst>
          </p:cNvPr>
          <p:cNvSpPr>
            <a:spLocks noGrp="1"/>
          </p:cNvSpPr>
          <p:nvPr>
            <p:ph type="sldNum" sz="quarter" idx="5"/>
          </p:nvPr>
        </p:nvSpPr>
        <p:spPr/>
        <p:txBody>
          <a:bodyPr/>
          <a:lstStyle/>
          <a:p>
            <a:fld id="{C0E9560A-78B4-504A-9396-2AE516B1349B}" type="slidenum">
              <a:rPr lang="en-US" smtClean="0"/>
              <a:t>39</a:t>
            </a:fld>
            <a:endParaRPr lang="en-US"/>
          </a:p>
        </p:txBody>
      </p:sp>
    </p:spTree>
    <p:extLst>
      <p:ext uri="{BB962C8B-B14F-4D97-AF65-F5344CB8AC3E}">
        <p14:creationId xmlns:p14="http://schemas.microsoft.com/office/powerpoint/2010/main" val="410672682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48ABB-EFBE-5F5C-DE03-4FE3BD6F1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7FB795-1A65-BD86-6A15-1A0B98543E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728C3D-A2AB-4056-B547-27B9859875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C8609F-41D1-9809-3071-2183F1DBE4A2}"/>
              </a:ext>
            </a:extLst>
          </p:cNvPr>
          <p:cNvSpPr>
            <a:spLocks noGrp="1"/>
          </p:cNvSpPr>
          <p:nvPr>
            <p:ph type="sldNum" sz="quarter" idx="5"/>
          </p:nvPr>
        </p:nvSpPr>
        <p:spPr/>
        <p:txBody>
          <a:bodyPr/>
          <a:lstStyle/>
          <a:p>
            <a:fld id="{C0E9560A-78B4-504A-9396-2AE516B1349B}" type="slidenum">
              <a:rPr lang="en-US" smtClean="0"/>
              <a:t>40</a:t>
            </a:fld>
            <a:endParaRPr lang="en-US"/>
          </a:p>
        </p:txBody>
      </p:sp>
    </p:spTree>
    <p:extLst>
      <p:ext uri="{BB962C8B-B14F-4D97-AF65-F5344CB8AC3E}">
        <p14:creationId xmlns:p14="http://schemas.microsoft.com/office/powerpoint/2010/main" val="179341542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4B180-EF92-DBC4-58C6-57AEDE0324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AFA6D8-0C1B-78F3-F5AF-C92DB01D8A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6B3414-176B-5CFD-9EEF-067B670A75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6058E6-1D2A-E5DA-52BF-458DC61B626F}"/>
              </a:ext>
            </a:extLst>
          </p:cNvPr>
          <p:cNvSpPr>
            <a:spLocks noGrp="1"/>
          </p:cNvSpPr>
          <p:nvPr>
            <p:ph type="sldNum" sz="quarter" idx="5"/>
          </p:nvPr>
        </p:nvSpPr>
        <p:spPr/>
        <p:txBody>
          <a:bodyPr/>
          <a:lstStyle/>
          <a:p>
            <a:fld id="{C0E9560A-78B4-504A-9396-2AE516B1349B}" type="slidenum">
              <a:rPr lang="en-US" smtClean="0"/>
              <a:t>41</a:t>
            </a:fld>
            <a:endParaRPr lang="en-US"/>
          </a:p>
        </p:txBody>
      </p:sp>
    </p:spTree>
    <p:extLst>
      <p:ext uri="{BB962C8B-B14F-4D97-AF65-F5344CB8AC3E}">
        <p14:creationId xmlns:p14="http://schemas.microsoft.com/office/powerpoint/2010/main" val="180475405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40C36-2C16-13B7-5F16-EA638D7CDE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19B731-B379-EED4-AAC6-5B5261BE9C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95DFDD-C2A7-498C-5B47-410E5F226B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CD6F9E-20ED-17CC-2F32-83C74611BA15}"/>
              </a:ext>
            </a:extLst>
          </p:cNvPr>
          <p:cNvSpPr>
            <a:spLocks noGrp="1"/>
          </p:cNvSpPr>
          <p:nvPr>
            <p:ph type="sldNum" sz="quarter" idx="5"/>
          </p:nvPr>
        </p:nvSpPr>
        <p:spPr/>
        <p:txBody>
          <a:bodyPr/>
          <a:lstStyle/>
          <a:p>
            <a:fld id="{C0E9560A-78B4-504A-9396-2AE516B1349B}" type="slidenum">
              <a:rPr lang="en-US" smtClean="0"/>
              <a:t>42</a:t>
            </a:fld>
            <a:endParaRPr lang="en-US"/>
          </a:p>
        </p:txBody>
      </p:sp>
    </p:spTree>
    <p:extLst>
      <p:ext uri="{BB962C8B-B14F-4D97-AF65-F5344CB8AC3E}">
        <p14:creationId xmlns:p14="http://schemas.microsoft.com/office/powerpoint/2010/main" val="178183502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9D9F9-3F9F-F1F4-BBB9-5F596BFEFE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423BA6-3016-7C52-9EA4-245ED4D1AC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10CCB6-A045-02A5-1FDB-2D68DA3CC0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9030B2-1254-D05E-14E2-E8399C33D788}"/>
              </a:ext>
            </a:extLst>
          </p:cNvPr>
          <p:cNvSpPr>
            <a:spLocks noGrp="1"/>
          </p:cNvSpPr>
          <p:nvPr>
            <p:ph type="sldNum" sz="quarter" idx="5"/>
          </p:nvPr>
        </p:nvSpPr>
        <p:spPr/>
        <p:txBody>
          <a:bodyPr/>
          <a:lstStyle/>
          <a:p>
            <a:fld id="{C0E9560A-78B4-504A-9396-2AE516B1349B}" type="slidenum">
              <a:rPr lang="en-US" smtClean="0"/>
              <a:t>43</a:t>
            </a:fld>
            <a:endParaRPr lang="en-US"/>
          </a:p>
        </p:txBody>
      </p:sp>
    </p:spTree>
    <p:extLst>
      <p:ext uri="{BB962C8B-B14F-4D97-AF65-F5344CB8AC3E}">
        <p14:creationId xmlns:p14="http://schemas.microsoft.com/office/powerpoint/2010/main" val="170704644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75391-02CF-000B-80D4-4A0A5F655D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EB96F7-A49F-BE20-A05E-A574DC5430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C19FB6-B574-0536-E970-BA7722C1DA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AD2E32-FB9B-9905-DAB0-B17174295914}"/>
              </a:ext>
            </a:extLst>
          </p:cNvPr>
          <p:cNvSpPr>
            <a:spLocks noGrp="1"/>
          </p:cNvSpPr>
          <p:nvPr>
            <p:ph type="sldNum" sz="quarter" idx="5"/>
          </p:nvPr>
        </p:nvSpPr>
        <p:spPr/>
        <p:txBody>
          <a:bodyPr/>
          <a:lstStyle/>
          <a:p>
            <a:fld id="{C0E9560A-78B4-504A-9396-2AE516B1349B}" type="slidenum">
              <a:rPr lang="en-US" smtClean="0"/>
              <a:t>44</a:t>
            </a:fld>
            <a:endParaRPr lang="en-US"/>
          </a:p>
        </p:txBody>
      </p:sp>
    </p:spTree>
    <p:extLst>
      <p:ext uri="{BB962C8B-B14F-4D97-AF65-F5344CB8AC3E}">
        <p14:creationId xmlns:p14="http://schemas.microsoft.com/office/powerpoint/2010/main" val="135687734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5504A-480E-816E-3E5D-40AD84BE41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097A51-5FC7-8510-95C4-1B55607162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588295-DADF-12EB-EC19-3D971D7D28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7D2476-EA03-1D0C-A565-6941935FCFE2}"/>
              </a:ext>
            </a:extLst>
          </p:cNvPr>
          <p:cNvSpPr>
            <a:spLocks noGrp="1"/>
          </p:cNvSpPr>
          <p:nvPr>
            <p:ph type="sldNum" sz="quarter" idx="5"/>
          </p:nvPr>
        </p:nvSpPr>
        <p:spPr/>
        <p:txBody>
          <a:bodyPr/>
          <a:lstStyle/>
          <a:p>
            <a:fld id="{C0E9560A-78B4-504A-9396-2AE516B1349B}" type="slidenum">
              <a:rPr lang="en-US" smtClean="0"/>
              <a:t>45</a:t>
            </a:fld>
            <a:endParaRPr lang="en-US"/>
          </a:p>
        </p:txBody>
      </p:sp>
    </p:spTree>
    <p:extLst>
      <p:ext uri="{BB962C8B-B14F-4D97-AF65-F5344CB8AC3E}">
        <p14:creationId xmlns:p14="http://schemas.microsoft.com/office/powerpoint/2010/main" val="24549085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7B479-39B2-4AE2-3443-0ED544BE22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41A6CE-8363-129A-15B9-8CC0EFDB03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FF22EA-C049-97DF-8C20-82120B1758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EB32A8-D44B-2EEA-2F8B-2A38BE324A29}"/>
              </a:ext>
            </a:extLst>
          </p:cNvPr>
          <p:cNvSpPr>
            <a:spLocks noGrp="1"/>
          </p:cNvSpPr>
          <p:nvPr>
            <p:ph type="sldNum" sz="quarter" idx="5"/>
          </p:nvPr>
        </p:nvSpPr>
        <p:spPr/>
        <p:txBody>
          <a:bodyPr/>
          <a:lstStyle/>
          <a:p>
            <a:fld id="{C0E9560A-78B4-504A-9396-2AE516B1349B}" type="slidenum">
              <a:rPr lang="en-US" smtClean="0"/>
              <a:t>46</a:t>
            </a:fld>
            <a:endParaRPr lang="en-US"/>
          </a:p>
        </p:txBody>
      </p:sp>
    </p:spTree>
    <p:extLst>
      <p:ext uri="{BB962C8B-B14F-4D97-AF65-F5344CB8AC3E}">
        <p14:creationId xmlns:p14="http://schemas.microsoft.com/office/powerpoint/2010/main" val="28696051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0A5CB-ABF4-533E-5991-4CF572DDE5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5BACF3-4B93-6153-5296-1EC26B1A88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9B433-5E23-4570-D8D6-CDAF28917B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B07F43-75E9-A77F-3B7B-1E2B7EE9463D}"/>
              </a:ext>
            </a:extLst>
          </p:cNvPr>
          <p:cNvSpPr>
            <a:spLocks noGrp="1"/>
          </p:cNvSpPr>
          <p:nvPr>
            <p:ph type="sldNum" sz="quarter" idx="5"/>
          </p:nvPr>
        </p:nvSpPr>
        <p:spPr/>
        <p:txBody>
          <a:bodyPr/>
          <a:lstStyle/>
          <a:p>
            <a:fld id="{C0E9560A-78B4-504A-9396-2AE516B1349B}" type="slidenum">
              <a:rPr lang="en-US" smtClean="0"/>
              <a:t>47</a:t>
            </a:fld>
            <a:endParaRPr lang="en-US"/>
          </a:p>
        </p:txBody>
      </p:sp>
    </p:spTree>
    <p:extLst>
      <p:ext uri="{BB962C8B-B14F-4D97-AF65-F5344CB8AC3E}">
        <p14:creationId xmlns:p14="http://schemas.microsoft.com/office/powerpoint/2010/main" val="230569320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3CF7E-62D7-AEE1-64E6-701DE83254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1127E3-DCFA-BA10-2538-F9F35CD0A4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7B9719-9D65-6F7E-2467-D644FFB963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67B812-65C4-C7DE-74B2-2D313B23F3C0}"/>
              </a:ext>
            </a:extLst>
          </p:cNvPr>
          <p:cNvSpPr>
            <a:spLocks noGrp="1"/>
          </p:cNvSpPr>
          <p:nvPr>
            <p:ph type="sldNum" sz="quarter" idx="5"/>
          </p:nvPr>
        </p:nvSpPr>
        <p:spPr/>
        <p:txBody>
          <a:bodyPr/>
          <a:lstStyle/>
          <a:p>
            <a:fld id="{C0E9560A-78B4-504A-9396-2AE516B1349B}" type="slidenum">
              <a:rPr lang="en-US" smtClean="0"/>
              <a:t>48</a:t>
            </a:fld>
            <a:endParaRPr lang="en-US"/>
          </a:p>
        </p:txBody>
      </p:sp>
    </p:spTree>
    <p:extLst>
      <p:ext uri="{BB962C8B-B14F-4D97-AF65-F5344CB8AC3E}">
        <p14:creationId xmlns:p14="http://schemas.microsoft.com/office/powerpoint/2010/main" val="28223064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3" name="Picture 2" descr="A sudoku game with numbers and symbols&#10;&#10;AI-generated content may be incorrect.">
            <a:extLst>
              <a:ext uri="{FF2B5EF4-FFF2-40B4-BE49-F238E27FC236}">
                <a16:creationId xmlns:a16="http://schemas.microsoft.com/office/drawing/2014/main" id="{ADF4D931-B79C-19AE-47B6-C9240ABB0340}"/>
              </a:ext>
            </a:extLst>
          </p:cNvPr>
          <p:cNvPicPr>
            <a:picLocks noChangeAspect="1"/>
          </p:cNvPicPr>
          <p:nvPr userDrawn="1"/>
        </p:nvPicPr>
        <p:blipFill>
          <a:blip r:embed="rId2"/>
          <a:stretch>
            <a:fillRect/>
          </a:stretch>
        </p:blipFill>
        <p:spPr>
          <a:xfrm>
            <a:off x="2759103" y="-124739"/>
            <a:ext cx="4948682" cy="5404209"/>
          </a:xfrm>
          <a:prstGeom prst="rect">
            <a:avLst/>
          </a:prstGeom>
        </p:spPr>
      </p:pic>
      <p:sp>
        <p:nvSpPr>
          <p:cNvPr id="8" name="Content Placeholder 2">
            <a:extLst>
              <a:ext uri="{FF2B5EF4-FFF2-40B4-BE49-F238E27FC236}">
                <a16:creationId xmlns:a16="http://schemas.microsoft.com/office/drawing/2014/main" id="{F9BDA2A3-0B56-A4BC-FB3E-5478898E2B5F}"/>
              </a:ext>
            </a:extLst>
          </p:cNvPr>
          <p:cNvSpPr>
            <a:spLocks noGrp="1"/>
          </p:cNvSpPr>
          <p:nvPr>
            <p:ph sz="half" idx="1"/>
          </p:nvPr>
        </p:nvSpPr>
        <p:spPr>
          <a:xfrm>
            <a:off x="1371600" y="5486400"/>
            <a:ext cx="9445752" cy="1143000"/>
          </a:xfrm>
        </p:spPr>
        <p:txBody>
          <a:bodyPr/>
          <a:lstStyle>
            <a:lvl1pPr marL="0" indent="0">
              <a:buNone/>
              <a:defRPr sz="2000">
                <a:latin typeface="Arial" panose="020B0604020202020204" pitchFamily="34" charset="0"/>
                <a:cs typeface="Arial" panose="020B0604020202020204" pitchFamily="34" charset="0"/>
              </a:defRPr>
            </a:lvl1pPr>
          </a:lstStyle>
          <a:p>
            <a:pPr lvl="0"/>
            <a:r>
              <a:rPr lang="en-US" dirty="0"/>
              <a:t>Click to edit Master text styles</a:t>
            </a:r>
          </a:p>
        </p:txBody>
      </p:sp>
    </p:spTree>
    <p:extLst>
      <p:ext uri="{BB962C8B-B14F-4D97-AF65-F5344CB8AC3E}">
        <p14:creationId xmlns:p14="http://schemas.microsoft.com/office/powerpoint/2010/main" val="3834513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94743-B086-9A1D-3BE2-DD15285A74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CEFC70-38F9-BD71-579C-1F4DEDA47A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F92569-D687-F730-54A4-431B655508E3}"/>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5" name="Footer Placeholder 4">
            <a:extLst>
              <a:ext uri="{FF2B5EF4-FFF2-40B4-BE49-F238E27FC236}">
                <a16:creationId xmlns:a16="http://schemas.microsoft.com/office/drawing/2014/main" id="{8B703A70-2667-EDB6-55AA-33F2B75DF9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08A86A-DF98-B80A-F92A-0243739D268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752018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0CD2-26EC-3693-3584-A1A3B203F1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FE58AA-4CD0-A17C-27E6-209C794D91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697F3-ACE3-F75F-B6DB-E2EDCB101DDB}"/>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5" name="Footer Placeholder 4">
            <a:extLst>
              <a:ext uri="{FF2B5EF4-FFF2-40B4-BE49-F238E27FC236}">
                <a16:creationId xmlns:a16="http://schemas.microsoft.com/office/drawing/2014/main" id="{E877B070-E19C-7C7A-25CB-AF7C97F4AB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37F193-7B3D-9447-B9FC-64FB2E720B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609500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894EB-0995-8BC4-1C13-B926701ED8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E455E3-AE09-9D5C-4866-DBCAEF2977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09359-F2A6-099E-D457-FB4976E8B617}"/>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5" name="Footer Placeholder 4">
            <a:extLst>
              <a:ext uri="{FF2B5EF4-FFF2-40B4-BE49-F238E27FC236}">
                <a16:creationId xmlns:a16="http://schemas.microsoft.com/office/drawing/2014/main" id="{E868D10E-33CC-A61E-F850-633C403F3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52A36-99CB-F55C-ACC1-D46F4EBF2A8E}"/>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265860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0032E-D76D-01DC-ACC3-A5F6F34C0B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181452-1F3E-95FB-1DCF-20830E009B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B7308B-161F-AA81-3B91-25A7195D6A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584CB4-2FAA-C87B-0278-FD1F16105A6B}"/>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6" name="Footer Placeholder 5">
            <a:extLst>
              <a:ext uri="{FF2B5EF4-FFF2-40B4-BE49-F238E27FC236}">
                <a16:creationId xmlns:a16="http://schemas.microsoft.com/office/drawing/2014/main" id="{E9EB3548-58B7-CC82-7526-F47EECC63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725728-77DE-9067-C037-0F4A37C618F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338673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220DA-D412-1E6E-D212-C26FE2AE10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6D9DE2-8BC9-5CD3-98A2-2F07C05E3F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52FD07-250B-0FD6-7698-EFBA488CF8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AE512E-5E7E-6D45-2D58-1B044598D7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5F8E62-62B7-FF78-DD11-69774DDB6C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E82641-31B3-87F3-FC9C-760F5B5EFBC3}"/>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8" name="Footer Placeholder 7">
            <a:extLst>
              <a:ext uri="{FF2B5EF4-FFF2-40B4-BE49-F238E27FC236}">
                <a16:creationId xmlns:a16="http://schemas.microsoft.com/office/drawing/2014/main" id="{175D0B37-C72D-AB40-FC50-0F2BA55DA8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C0F554-9EE5-C216-0F66-7B3B4944571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9153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6625-DF37-5199-8B5F-0AD4D7EB81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CC992C-BF00-880C-96C0-7042C394ED33}"/>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4" name="Footer Placeholder 3">
            <a:extLst>
              <a:ext uri="{FF2B5EF4-FFF2-40B4-BE49-F238E27FC236}">
                <a16:creationId xmlns:a16="http://schemas.microsoft.com/office/drawing/2014/main" id="{AA390746-6A20-2222-138F-BDCA2EDA12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7D388B-382C-CD6D-1A3B-DE8DF017D387}"/>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259337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3BC02C-7483-7A7A-5354-1616AA5D5C28}"/>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3" name="Footer Placeholder 2">
            <a:extLst>
              <a:ext uri="{FF2B5EF4-FFF2-40B4-BE49-F238E27FC236}">
                <a16:creationId xmlns:a16="http://schemas.microsoft.com/office/drawing/2014/main" id="{660BC8C8-CDC3-97B6-5888-93197E1549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C0EB0F-BDCE-E810-451C-168B2B13A2B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132363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63DE7-75FC-0404-38C4-4C8BA62E7B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96F1FB-D688-5CBE-3F6B-2779251017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1E1062-A0F8-7378-6259-452596C601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FF6140-8766-DC48-76B8-3CCA9AE814CA}"/>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6" name="Footer Placeholder 5">
            <a:extLst>
              <a:ext uri="{FF2B5EF4-FFF2-40B4-BE49-F238E27FC236}">
                <a16:creationId xmlns:a16="http://schemas.microsoft.com/office/drawing/2014/main" id="{A75EF2E7-A2CA-3672-1E8B-91BB705640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F05B17-1A06-FFD4-9DA2-DD17D363CE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043403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234A-C922-2D66-252C-D286F8F886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83645-2F0A-288D-3E4A-4B2A0F3993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3567A8-683E-46D7-65F7-FE65B0279F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FF03D4-5799-29C2-B960-ACB1D94C369A}"/>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6" name="Footer Placeholder 5">
            <a:extLst>
              <a:ext uri="{FF2B5EF4-FFF2-40B4-BE49-F238E27FC236}">
                <a16:creationId xmlns:a16="http://schemas.microsoft.com/office/drawing/2014/main" id="{4F4B8BCD-EAE3-2871-51C7-771B7DF075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5741F1-D331-2192-5F65-9DB5585C4DCB}"/>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705609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831E0-2506-463B-6A1D-2E997B58E2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C2888F-D6C9-FAC2-0EB3-EF63307BB1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D9D78B-309E-CCD2-C0DA-8B2E3D16B11A}"/>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5" name="Footer Placeholder 4">
            <a:extLst>
              <a:ext uri="{FF2B5EF4-FFF2-40B4-BE49-F238E27FC236}">
                <a16:creationId xmlns:a16="http://schemas.microsoft.com/office/drawing/2014/main" id="{49318859-EB6C-DBE7-E231-BD638FBF70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DCCD95-C583-5245-72DF-6AD690D353E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75067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69EFD7-1358-426B-0140-A202A2D530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6D7B90-D96C-BD6E-65E7-55E7D91F25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7CB66A-8728-B88E-C058-E9DC9E0E00A0}"/>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5" name="Footer Placeholder 4">
            <a:extLst>
              <a:ext uri="{FF2B5EF4-FFF2-40B4-BE49-F238E27FC236}">
                <a16:creationId xmlns:a16="http://schemas.microsoft.com/office/drawing/2014/main" id="{864AFAF8-3C65-F3B5-B108-F27717ECDD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21642F-5721-9D1C-3D1D-6C1ABCC72C9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507743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6A456F-C771-8F4B-C98D-9BDEE57818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D23516-7E50-1256-7BC0-68CAD2D90D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011502-CDE0-E081-1B9D-874EEBF9B1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9363D2-3164-4145-A578-C91A7CE0BB59}" type="datetimeFigureOut">
              <a:rPr lang="en-US" smtClean="0"/>
              <a:t>3/9/26</a:t>
            </a:fld>
            <a:endParaRPr lang="en-US"/>
          </a:p>
        </p:txBody>
      </p:sp>
      <p:sp>
        <p:nvSpPr>
          <p:cNvPr id="5" name="Footer Placeholder 4">
            <a:extLst>
              <a:ext uri="{FF2B5EF4-FFF2-40B4-BE49-F238E27FC236}">
                <a16:creationId xmlns:a16="http://schemas.microsoft.com/office/drawing/2014/main" id="{9473C5F3-3A43-75DF-E382-0F9630A01C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EC1DBE2-D540-2BBE-7791-BE410B8C51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F62E73-FB30-9C4C-8DFF-19E2C751B483}" type="slidenum">
              <a:rPr lang="en-US" smtClean="0"/>
              <a:t>‹#›</a:t>
            </a:fld>
            <a:endParaRPr lang="en-US"/>
          </a:p>
        </p:txBody>
      </p:sp>
    </p:spTree>
    <p:extLst>
      <p:ext uri="{BB962C8B-B14F-4D97-AF65-F5344CB8AC3E}">
        <p14:creationId xmlns:p14="http://schemas.microsoft.com/office/powerpoint/2010/main" val="1299515533"/>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D0A50-E4B8-B9C3-5177-C6AFBE291E5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EABAD0-26FF-2429-AA3C-799A8664316C}"/>
              </a:ext>
            </a:extLst>
          </p:cNvPr>
          <p:cNvSpPr>
            <a:spLocks noGrp="1"/>
          </p:cNvSpPr>
          <p:nvPr>
            <p:ph sz="half" idx="1"/>
          </p:nvPr>
        </p:nvSpPr>
        <p:spPr/>
        <p:txBody>
          <a:bodyPr/>
          <a:lstStyle/>
          <a:p>
            <a:r>
              <a:rPr lang="en-US" dirty="0"/>
              <a:t>Start.</a:t>
            </a:r>
          </a:p>
        </p:txBody>
      </p:sp>
      <p:pic>
        <p:nvPicPr>
          <p:cNvPr id="4" name="Picture 3" descr="A grid of sudoku puzzle&#10;&#10;Description automatically generated">
            <a:extLst>
              <a:ext uri="{FF2B5EF4-FFF2-40B4-BE49-F238E27FC236}">
                <a16:creationId xmlns:a16="http://schemas.microsoft.com/office/drawing/2014/main" id="{F6091D9C-BB94-C92F-54B6-41DFBD939B5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00F2C2C-B17C-CAE0-2A94-0B0164D60A0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B6A1E27-B0EF-0D2E-77F3-45C5486A13F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6A3FFB8-54B3-D7CD-B299-A02362981388}"/>
              </a:ext>
            </a:extLst>
          </p:cNvPr>
          <p:cNvPicPr>
            <a:picLocks noChangeAspect="1"/>
          </p:cNvPicPr>
          <p:nvPr/>
        </p:nvPicPr>
        <p:blipFill>
          <a:blip r:embed="rId6"/>
          <a:stretch>
            <a:fillRect/>
          </a:stretch>
        </p:blipFill>
        <p:spPr>
          <a:xfrm>
            <a:off x="4584700" y="2311400"/>
            <a:ext cx="0" cy="0"/>
          </a:xfrm>
          <a:prstGeom prst="rect">
            <a:avLst/>
          </a:prstGeom>
        </p:spPr>
      </p:pic>
    </p:spTree>
    <p:extLst>
      <p:ext uri="{BB962C8B-B14F-4D97-AF65-F5344CB8AC3E}">
        <p14:creationId xmlns:p14="http://schemas.microsoft.com/office/powerpoint/2010/main" val="3913136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6A440-9E3D-3A03-CDD7-04BC8B20B30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3A3184B-7866-8462-F765-E7D0A80F1F3B}"/>
              </a:ext>
            </a:extLst>
          </p:cNvPr>
          <p:cNvSpPr>
            <a:spLocks noGrp="1"/>
          </p:cNvSpPr>
          <p:nvPr>
            <p:ph sz="half" idx="1"/>
          </p:nvPr>
        </p:nvSpPr>
        <p:spPr/>
        <p:txBody>
          <a:bodyPr/>
          <a:lstStyle/>
          <a:p>
            <a:r>
              <a:rPr lang="en-US" dirty="0"/>
              <a:t>[15 in 2] is 69 or 78, but 78 is precluded. 69 fits in only one way.</a:t>
            </a:r>
          </a:p>
        </p:txBody>
      </p:sp>
      <p:pic>
        <p:nvPicPr>
          <p:cNvPr id="4" name="Picture 3" descr="A grid of sudoku puzzle&#10;&#10;Description automatically generated">
            <a:extLst>
              <a:ext uri="{FF2B5EF4-FFF2-40B4-BE49-F238E27FC236}">
                <a16:creationId xmlns:a16="http://schemas.microsoft.com/office/drawing/2014/main" id="{B0A877BF-7B04-BA9B-8CAE-9A1672BF838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5D6F796-DC49-1242-38E1-56937B1B96F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BD5DB14-3393-28F9-BC36-D0BBCBB6A8F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B8FB3FC-E30E-516C-9374-BC18AA13E1C9}"/>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FCD84791-9132-DD15-B8D6-AB8C90468F1C}"/>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64063933-A921-3038-A4CC-7AD273452C73}"/>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19199775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440DA-7A69-0F82-C4E4-5D0C032A4BF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F3DA19-F08A-8291-FD21-0D4D62347563}"/>
              </a:ext>
            </a:extLst>
          </p:cNvPr>
          <p:cNvSpPr>
            <a:spLocks noGrp="1"/>
          </p:cNvSpPr>
          <p:nvPr>
            <p:ph sz="half" idx="1"/>
          </p:nvPr>
        </p:nvSpPr>
        <p:spPr/>
        <p:txBody>
          <a:bodyPr/>
          <a:lstStyle/>
          <a:p>
            <a:r>
              <a:rPr lang="en-US" dirty="0"/>
              <a:t>[17 in 3] -&gt; [9 in 2, no 6, 8]</a:t>
            </a:r>
          </a:p>
        </p:txBody>
      </p:sp>
      <p:pic>
        <p:nvPicPr>
          <p:cNvPr id="4" name="Picture 3" descr="A grid of sudoku puzzle&#10;&#10;Description automatically generated">
            <a:extLst>
              <a:ext uri="{FF2B5EF4-FFF2-40B4-BE49-F238E27FC236}">
                <a16:creationId xmlns:a16="http://schemas.microsoft.com/office/drawing/2014/main" id="{EBB45CD6-6E74-EBFF-FA05-DEA8EF3FB43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A47B099-DC83-284F-8DAC-68734E77926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D32DEE7-46F3-3CBC-FA8F-D6D8AE3042F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110681D-B98D-E9E2-0D79-20E465989EC0}"/>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22686750-52B4-D194-C6C8-0EFB24A67EB7}"/>
              </a:ext>
            </a:extLst>
          </p:cNvPr>
          <p:cNvSpPr txBox="1"/>
          <p:nvPr/>
        </p:nvSpPr>
        <p:spPr>
          <a:xfrm>
            <a:off x="3138310" y="3907597"/>
            <a:ext cx="570089" cy="230832"/>
          </a:xfrm>
          <a:prstGeom prst="rect">
            <a:avLst/>
          </a:prstGeom>
          <a:noFill/>
        </p:spPr>
        <p:txBody>
          <a:bodyPr wrap="square" rtlCol="0">
            <a:spAutoFit/>
          </a:bodyPr>
          <a:lstStyle/>
          <a:p>
            <a:pPr algn="ctr"/>
            <a:r>
              <a:rPr lang="en-US" sz="900" dirty="0"/>
              <a:t>2457</a:t>
            </a:r>
          </a:p>
        </p:txBody>
      </p:sp>
      <p:sp>
        <p:nvSpPr>
          <p:cNvPr id="10" name="TextBox 9">
            <a:extLst>
              <a:ext uri="{FF2B5EF4-FFF2-40B4-BE49-F238E27FC236}">
                <a16:creationId xmlns:a16="http://schemas.microsoft.com/office/drawing/2014/main" id="{98645325-F72A-05B7-44C7-3E2D5C9ECCFE}"/>
              </a:ext>
            </a:extLst>
          </p:cNvPr>
          <p:cNvSpPr txBox="1"/>
          <p:nvPr/>
        </p:nvSpPr>
        <p:spPr>
          <a:xfrm>
            <a:off x="4143022" y="4909484"/>
            <a:ext cx="570089" cy="230832"/>
          </a:xfrm>
          <a:prstGeom prst="rect">
            <a:avLst/>
          </a:prstGeom>
          <a:noFill/>
        </p:spPr>
        <p:txBody>
          <a:bodyPr wrap="square" rtlCol="0">
            <a:spAutoFit/>
          </a:bodyPr>
          <a:lstStyle/>
          <a:p>
            <a:pPr algn="ctr"/>
            <a:r>
              <a:rPr lang="en-US" sz="900" dirty="0"/>
              <a:t>7542</a:t>
            </a:r>
          </a:p>
        </p:txBody>
      </p:sp>
      <p:sp>
        <p:nvSpPr>
          <p:cNvPr id="11" name="TextBox 10">
            <a:extLst>
              <a:ext uri="{FF2B5EF4-FFF2-40B4-BE49-F238E27FC236}">
                <a16:creationId xmlns:a16="http://schemas.microsoft.com/office/drawing/2014/main" id="{E1964B98-CB42-DA30-7E9C-DE09B4DD923A}"/>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C7434023-CA70-8DA2-B690-C8439BBE0258}"/>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2251799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962FE-3490-552B-1E27-BA9891940C9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42F610-E336-2C2E-4850-7FECFAEA9BFF}"/>
              </a:ext>
            </a:extLst>
          </p:cNvPr>
          <p:cNvSpPr>
            <a:spLocks noGrp="1"/>
          </p:cNvSpPr>
          <p:nvPr>
            <p:ph sz="half" idx="1"/>
          </p:nvPr>
        </p:nvSpPr>
        <p:spPr/>
        <p:txBody>
          <a:bodyPr/>
          <a:lstStyle/>
          <a:p>
            <a:r>
              <a:rPr lang="en-US" dirty="0"/>
              <a:t>The minimal 9 on this diagonal is 13/31/1/12/21, which sums to 8. Only one of these cells will be only one larger.</a:t>
            </a:r>
          </a:p>
        </p:txBody>
      </p:sp>
      <p:pic>
        <p:nvPicPr>
          <p:cNvPr id="4" name="Picture 3" descr="A grid of sudoku puzzle&#10;&#10;Description automatically generated">
            <a:extLst>
              <a:ext uri="{FF2B5EF4-FFF2-40B4-BE49-F238E27FC236}">
                <a16:creationId xmlns:a16="http://schemas.microsoft.com/office/drawing/2014/main" id="{F7AF4E5B-CFFC-D104-F5D1-2EA644E83A6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8A9C75A-DFD4-3698-BC01-CC6302BD5C9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E5A37A3-5A7C-31E9-5C5C-2A04E08CDC5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BE31538-9CCE-3D6C-C5E1-5BD5ADA3D4A6}"/>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76190A5E-CB7F-6199-12C0-280802D2490A}"/>
              </a:ext>
            </a:extLst>
          </p:cNvPr>
          <p:cNvSpPr txBox="1"/>
          <p:nvPr/>
        </p:nvSpPr>
        <p:spPr>
          <a:xfrm>
            <a:off x="3138310" y="3907597"/>
            <a:ext cx="570089" cy="230832"/>
          </a:xfrm>
          <a:prstGeom prst="rect">
            <a:avLst/>
          </a:prstGeom>
          <a:noFill/>
        </p:spPr>
        <p:txBody>
          <a:bodyPr wrap="square" rtlCol="0">
            <a:spAutoFit/>
          </a:bodyPr>
          <a:lstStyle/>
          <a:p>
            <a:pPr algn="ctr"/>
            <a:r>
              <a:rPr lang="en-US" sz="900" dirty="0"/>
              <a:t>2457</a:t>
            </a:r>
          </a:p>
        </p:txBody>
      </p:sp>
      <p:sp>
        <p:nvSpPr>
          <p:cNvPr id="10" name="TextBox 9">
            <a:extLst>
              <a:ext uri="{FF2B5EF4-FFF2-40B4-BE49-F238E27FC236}">
                <a16:creationId xmlns:a16="http://schemas.microsoft.com/office/drawing/2014/main" id="{E909BD63-1F6D-8229-004A-872AE36C1F34}"/>
              </a:ext>
            </a:extLst>
          </p:cNvPr>
          <p:cNvSpPr txBox="1"/>
          <p:nvPr/>
        </p:nvSpPr>
        <p:spPr>
          <a:xfrm>
            <a:off x="4143022" y="4909484"/>
            <a:ext cx="570089" cy="230832"/>
          </a:xfrm>
          <a:prstGeom prst="rect">
            <a:avLst/>
          </a:prstGeom>
          <a:noFill/>
        </p:spPr>
        <p:txBody>
          <a:bodyPr wrap="square" rtlCol="0">
            <a:spAutoFit/>
          </a:bodyPr>
          <a:lstStyle/>
          <a:p>
            <a:pPr algn="ctr"/>
            <a:r>
              <a:rPr lang="en-US" sz="900" dirty="0"/>
              <a:t>7542</a:t>
            </a:r>
          </a:p>
        </p:txBody>
      </p:sp>
      <p:sp>
        <p:nvSpPr>
          <p:cNvPr id="11" name="TextBox 10">
            <a:extLst>
              <a:ext uri="{FF2B5EF4-FFF2-40B4-BE49-F238E27FC236}">
                <a16:creationId xmlns:a16="http://schemas.microsoft.com/office/drawing/2014/main" id="{14F231E3-F05C-AC24-D3FD-31A25C550EE2}"/>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6BCB0B0E-3FFD-3201-CE47-548AB14FCE81}"/>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08388952-3B59-81CD-41A5-73FA8D42FFEB}"/>
              </a:ext>
            </a:extLst>
          </p:cNvPr>
          <p:cNvSpPr txBox="1"/>
          <p:nvPr/>
        </p:nvSpPr>
        <p:spPr>
          <a:xfrm>
            <a:off x="3138310" y="2905709"/>
            <a:ext cx="570089" cy="230832"/>
          </a:xfrm>
          <a:prstGeom prst="rect">
            <a:avLst/>
          </a:prstGeom>
          <a:noFill/>
        </p:spPr>
        <p:txBody>
          <a:bodyPr wrap="square" rtlCol="0">
            <a:spAutoFit/>
          </a:bodyPr>
          <a:lstStyle/>
          <a:p>
            <a:pPr algn="ctr"/>
            <a:r>
              <a:rPr lang="en-US" sz="900" dirty="0"/>
              <a:t>134</a:t>
            </a:r>
          </a:p>
        </p:txBody>
      </p:sp>
      <p:sp>
        <p:nvSpPr>
          <p:cNvPr id="8" name="TextBox 7">
            <a:extLst>
              <a:ext uri="{FF2B5EF4-FFF2-40B4-BE49-F238E27FC236}">
                <a16:creationId xmlns:a16="http://schemas.microsoft.com/office/drawing/2014/main" id="{17996786-0557-2DB4-E837-76632D7165FE}"/>
              </a:ext>
            </a:extLst>
          </p:cNvPr>
          <p:cNvSpPr txBox="1"/>
          <p:nvPr/>
        </p:nvSpPr>
        <p:spPr>
          <a:xfrm>
            <a:off x="3640666" y="3406653"/>
            <a:ext cx="570089" cy="230832"/>
          </a:xfrm>
          <a:prstGeom prst="rect">
            <a:avLst/>
          </a:prstGeom>
          <a:noFill/>
        </p:spPr>
        <p:txBody>
          <a:bodyPr wrap="square" rtlCol="0">
            <a:spAutoFit/>
          </a:bodyPr>
          <a:lstStyle/>
          <a:p>
            <a:pPr algn="ctr"/>
            <a:r>
              <a:rPr lang="en-US" sz="900" dirty="0"/>
              <a:t>134</a:t>
            </a:r>
          </a:p>
        </p:txBody>
      </p:sp>
      <p:sp>
        <p:nvSpPr>
          <p:cNvPr id="13" name="TextBox 12">
            <a:extLst>
              <a:ext uri="{FF2B5EF4-FFF2-40B4-BE49-F238E27FC236}">
                <a16:creationId xmlns:a16="http://schemas.microsoft.com/office/drawing/2014/main" id="{B21EBEA1-6CB6-FBCD-9726-38D290DA29A8}"/>
              </a:ext>
            </a:extLst>
          </p:cNvPr>
          <p:cNvSpPr txBox="1"/>
          <p:nvPr/>
        </p:nvSpPr>
        <p:spPr>
          <a:xfrm>
            <a:off x="4143022" y="3907597"/>
            <a:ext cx="570089" cy="230832"/>
          </a:xfrm>
          <a:prstGeom prst="rect">
            <a:avLst/>
          </a:prstGeom>
          <a:noFill/>
        </p:spPr>
        <p:txBody>
          <a:bodyPr wrap="square" rtlCol="0">
            <a:spAutoFit/>
          </a:bodyPr>
          <a:lstStyle/>
          <a:p>
            <a:pPr algn="ctr"/>
            <a:r>
              <a:rPr lang="en-US" sz="900" dirty="0"/>
              <a:t>12</a:t>
            </a:r>
          </a:p>
        </p:txBody>
      </p:sp>
      <p:sp>
        <p:nvSpPr>
          <p:cNvPr id="14" name="TextBox 13">
            <a:extLst>
              <a:ext uri="{FF2B5EF4-FFF2-40B4-BE49-F238E27FC236}">
                <a16:creationId xmlns:a16="http://schemas.microsoft.com/office/drawing/2014/main" id="{A6B22655-135B-08D5-CB9E-9BEA9805FFCF}"/>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a:t>
            </a:r>
          </a:p>
        </p:txBody>
      </p:sp>
      <p:sp>
        <p:nvSpPr>
          <p:cNvPr id="15" name="TextBox 14">
            <a:extLst>
              <a:ext uri="{FF2B5EF4-FFF2-40B4-BE49-F238E27FC236}">
                <a16:creationId xmlns:a16="http://schemas.microsoft.com/office/drawing/2014/main" id="{6E4CB683-A3EE-6F85-8F3A-9F1C2FBE01C9}"/>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a:t>
            </a:r>
          </a:p>
        </p:txBody>
      </p:sp>
    </p:spTree>
    <p:extLst>
      <p:ext uri="{BB962C8B-B14F-4D97-AF65-F5344CB8AC3E}">
        <p14:creationId xmlns:p14="http://schemas.microsoft.com/office/powerpoint/2010/main" val="754815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88231-A5AD-2FC2-65A2-F6910B3A044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D22117-06AE-EE31-6E30-E6E0B5AE7E28}"/>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53A76D7-25F3-2E2E-05AD-77F3F31D1FA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3C9F53D-2CF9-1CD2-843A-B5F4BF91517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5B97274-DAC6-1B6F-9EE1-291322DCA14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DD188CE-768A-122A-E8D7-49E90E718CB9}"/>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0F006394-8B4C-338E-9861-3897B4F1D73A}"/>
              </a:ext>
            </a:extLst>
          </p:cNvPr>
          <p:cNvSpPr txBox="1"/>
          <p:nvPr/>
        </p:nvSpPr>
        <p:spPr>
          <a:xfrm>
            <a:off x="3138310" y="3907597"/>
            <a:ext cx="570089" cy="230832"/>
          </a:xfrm>
          <a:prstGeom prst="rect">
            <a:avLst/>
          </a:prstGeom>
          <a:noFill/>
        </p:spPr>
        <p:txBody>
          <a:bodyPr wrap="square" rtlCol="0">
            <a:spAutoFit/>
          </a:bodyPr>
          <a:lstStyle/>
          <a:p>
            <a:pPr algn="ctr"/>
            <a:r>
              <a:rPr lang="en-US" sz="900" dirty="0"/>
              <a:t>2457</a:t>
            </a:r>
          </a:p>
        </p:txBody>
      </p:sp>
      <p:sp>
        <p:nvSpPr>
          <p:cNvPr id="10" name="TextBox 9">
            <a:extLst>
              <a:ext uri="{FF2B5EF4-FFF2-40B4-BE49-F238E27FC236}">
                <a16:creationId xmlns:a16="http://schemas.microsoft.com/office/drawing/2014/main" id="{3F659F6D-A9EF-DC95-86D8-66BD978173C6}"/>
              </a:ext>
            </a:extLst>
          </p:cNvPr>
          <p:cNvSpPr txBox="1"/>
          <p:nvPr/>
        </p:nvSpPr>
        <p:spPr>
          <a:xfrm>
            <a:off x="4143022" y="4909484"/>
            <a:ext cx="570089" cy="230832"/>
          </a:xfrm>
          <a:prstGeom prst="rect">
            <a:avLst/>
          </a:prstGeom>
          <a:noFill/>
        </p:spPr>
        <p:txBody>
          <a:bodyPr wrap="square" rtlCol="0">
            <a:spAutoFit/>
          </a:bodyPr>
          <a:lstStyle/>
          <a:p>
            <a:pPr algn="ctr"/>
            <a:r>
              <a:rPr lang="en-US" sz="900" dirty="0"/>
              <a:t>7542</a:t>
            </a:r>
          </a:p>
        </p:txBody>
      </p:sp>
      <p:sp>
        <p:nvSpPr>
          <p:cNvPr id="11" name="TextBox 10">
            <a:extLst>
              <a:ext uri="{FF2B5EF4-FFF2-40B4-BE49-F238E27FC236}">
                <a16:creationId xmlns:a16="http://schemas.microsoft.com/office/drawing/2014/main" id="{2EEEFC0A-1319-0145-CC74-2378F0A8C2CC}"/>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AE998275-A89D-C6D2-2F6C-C013C7E6EC90}"/>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89B9B4B2-DE35-8F92-19EC-E2D043767F33}"/>
              </a:ext>
            </a:extLst>
          </p:cNvPr>
          <p:cNvSpPr txBox="1"/>
          <p:nvPr/>
        </p:nvSpPr>
        <p:spPr>
          <a:xfrm>
            <a:off x="3640666" y="3406653"/>
            <a:ext cx="570089" cy="230832"/>
          </a:xfrm>
          <a:prstGeom prst="rect">
            <a:avLst/>
          </a:prstGeom>
          <a:noFill/>
        </p:spPr>
        <p:txBody>
          <a:bodyPr wrap="square" rtlCol="0">
            <a:spAutoFit/>
          </a:bodyPr>
          <a:lstStyle/>
          <a:p>
            <a:pPr algn="ctr"/>
            <a:r>
              <a:rPr lang="en-US" sz="900" dirty="0"/>
              <a:t>14</a:t>
            </a:r>
          </a:p>
        </p:txBody>
      </p:sp>
      <p:sp>
        <p:nvSpPr>
          <p:cNvPr id="13" name="TextBox 12">
            <a:extLst>
              <a:ext uri="{FF2B5EF4-FFF2-40B4-BE49-F238E27FC236}">
                <a16:creationId xmlns:a16="http://schemas.microsoft.com/office/drawing/2014/main" id="{0E211925-56D3-9EFE-1DF5-B06F16CE1710}"/>
              </a:ext>
            </a:extLst>
          </p:cNvPr>
          <p:cNvSpPr txBox="1"/>
          <p:nvPr/>
        </p:nvSpPr>
        <p:spPr>
          <a:xfrm>
            <a:off x="4143022" y="3907597"/>
            <a:ext cx="570089" cy="230832"/>
          </a:xfrm>
          <a:prstGeom prst="rect">
            <a:avLst/>
          </a:prstGeom>
          <a:noFill/>
        </p:spPr>
        <p:txBody>
          <a:bodyPr wrap="square" rtlCol="0">
            <a:spAutoFit/>
          </a:bodyPr>
          <a:lstStyle/>
          <a:p>
            <a:pPr algn="ctr"/>
            <a:r>
              <a:rPr lang="en-US" sz="900" dirty="0"/>
              <a:t>12</a:t>
            </a:r>
          </a:p>
        </p:txBody>
      </p:sp>
      <p:sp>
        <p:nvSpPr>
          <p:cNvPr id="14" name="TextBox 13">
            <a:extLst>
              <a:ext uri="{FF2B5EF4-FFF2-40B4-BE49-F238E27FC236}">
                <a16:creationId xmlns:a16="http://schemas.microsoft.com/office/drawing/2014/main" id="{03B2740E-4F2A-CC43-7B49-0E4871466502}"/>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a:t>
            </a:r>
          </a:p>
        </p:txBody>
      </p:sp>
      <p:sp>
        <p:nvSpPr>
          <p:cNvPr id="15" name="TextBox 14">
            <a:extLst>
              <a:ext uri="{FF2B5EF4-FFF2-40B4-BE49-F238E27FC236}">
                <a16:creationId xmlns:a16="http://schemas.microsoft.com/office/drawing/2014/main" id="{8917D426-2189-5544-3BD7-3D4BE2D447FA}"/>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a:t>
            </a:r>
          </a:p>
        </p:txBody>
      </p:sp>
      <p:sp>
        <p:nvSpPr>
          <p:cNvPr id="16" name="TextBox 15">
            <a:extLst>
              <a:ext uri="{FF2B5EF4-FFF2-40B4-BE49-F238E27FC236}">
                <a16:creationId xmlns:a16="http://schemas.microsoft.com/office/drawing/2014/main" id="{0E4B8119-76C0-AB8E-B147-D737CD42F1C7}"/>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1946061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138FC-8B9C-38AE-8303-4E85D9E18D3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F31EC09-AB49-9E39-DAE4-CF94DB320FD0}"/>
              </a:ext>
            </a:extLst>
          </p:cNvPr>
          <p:cNvSpPr>
            <a:spLocks noGrp="1"/>
          </p:cNvSpPr>
          <p:nvPr>
            <p:ph sz="half" idx="1"/>
          </p:nvPr>
        </p:nvSpPr>
        <p:spPr/>
        <p:txBody>
          <a:bodyPr/>
          <a:lstStyle/>
          <a:p>
            <a:r>
              <a:rPr lang="en-US" dirty="0"/>
              <a:t>Reduce. A 4 would bust the budget here.</a:t>
            </a:r>
          </a:p>
        </p:txBody>
      </p:sp>
      <p:pic>
        <p:nvPicPr>
          <p:cNvPr id="4" name="Picture 3" descr="A grid of sudoku puzzle&#10;&#10;Description automatically generated">
            <a:extLst>
              <a:ext uri="{FF2B5EF4-FFF2-40B4-BE49-F238E27FC236}">
                <a16:creationId xmlns:a16="http://schemas.microsoft.com/office/drawing/2014/main" id="{4A30F5F8-4D2F-2992-8277-2DA00B44F6B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49C55E0-C90A-EB0A-505F-CA9F491724C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9DA1504-2264-9D93-3DAC-2DAA5BBB22E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71C1672-6675-D310-0015-F8BE2F883058}"/>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A84FC384-D612-480B-642C-72635DF1F243}"/>
              </a:ext>
            </a:extLst>
          </p:cNvPr>
          <p:cNvSpPr txBox="1"/>
          <p:nvPr/>
        </p:nvSpPr>
        <p:spPr>
          <a:xfrm>
            <a:off x="3138310" y="3907597"/>
            <a:ext cx="570089" cy="230832"/>
          </a:xfrm>
          <a:prstGeom prst="rect">
            <a:avLst/>
          </a:prstGeom>
          <a:noFill/>
        </p:spPr>
        <p:txBody>
          <a:bodyPr wrap="square" rtlCol="0">
            <a:spAutoFit/>
          </a:bodyPr>
          <a:lstStyle/>
          <a:p>
            <a:pPr algn="ctr"/>
            <a:r>
              <a:rPr lang="en-US" sz="900" dirty="0"/>
              <a:t>2457</a:t>
            </a:r>
          </a:p>
        </p:txBody>
      </p:sp>
      <p:sp>
        <p:nvSpPr>
          <p:cNvPr id="10" name="TextBox 9">
            <a:extLst>
              <a:ext uri="{FF2B5EF4-FFF2-40B4-BE49-F238E27FC236}">
                <a16:creationId xmlns:a16="http://schemas.microsoft.com/office/drawing/2014/main" id="{2DA18FA3-E000-C614-8DA6-84BD4DFC2FA2}"/>
              </a:ext>
            </a:extLst>
          </p:cNvPr>
          <p:cNvSpPr txBox="1"/>
          <p:nvPr/>
        </p:nvSpPr>
        <p:spPr>
          <a:xfrm>
            <a:off x="4143022" y="4909484"/>
            <a:ext cx="570089" cy="230832"/>
          </a:xfrm>
          <a:prstGeom prst="rect">
            <a:avLst/>
          </a:prstGeom>
          <a:noFill/>
        </p:spPr>
        <p:txBody>
          <a:bodyPr wrap="square" rtlCol="0">
            <a:spAutoFit/>
          </a:bodyPr>
          <a:lstStyle/>
          <a:p>
            <a:pPr algn="ctr"/>
            <a:r>
              <a:rPr lang="en-US" sz="900" dirty="0"/>
              <a:t>7542</a:t>
            </a:r>
          </a:p>
        </p:txBody>
      </p:sp>
      <p:sp>
        <p:nvSpPr>
          <p:cNvPr id="11" name="TextBox 10">
            <a:extLst>
              <a:ext uri="{FF2B5EF4-FFF2-40B4-BE49-F238E27FC236}">
                <a16:creationId xmlns:a16="http://schemas.microsoft.com/office/drawing/2014/main" id="{4A21F354-1035-7760-7D78-5512B3AA87D1}"/>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F1A43B1F-CD5A-7792-2A24-E2CA77825860}"/>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286BD2A4-7BF6-23AB-F401-F9A382D8A6AF}"/>
              </a:ext>
            </a:extLst>
          </p:cNvPr>
          <p:cNvSpPr txBox="1"/>
          <p:nvPr/>
        </p:nvSpPr>
        <p:spPr>
          <a:xfrm>
            <a:off x="4143022" y="3907597"/>
            <a:ext cx="570089" cy="230832"/>
          </a:xfrm>
          <a:prstGeom prst="rect">
            <a:avLst/>
          </a:prstGeom>
          <a:noFill/>
        </p:spPr>
        <p:txBody>
          <a:bodyPr wrap="square" rtlCol="0">
            <a:spAutoFit/>
          </a:bodyPr>
          <a:lstStyle/>
          <a:p>
            <a:pPr algn="ctr"/>
            <a:r>
              <a:rPr lang="en-US" sz="900" dirty="0"/>
              <a:t>12</a:t>
            </a:r>
          </a:p>
        </p:txBody>
      </p:sp>
      <p:sp>
        <p:nvSpPr>
          <p:cNvPr id="14" name="TextBox 13">
            <a:extLst>
              <a:ext uri="{FF2B5EF4-FFF2-40B4-BE49-F238E27FC236}">
                <a16:creationId xmlns:a16="http://schemas.microsoft.com/office/drawing/2014/main" id="{9A752308-5215-6B20-4CB8-3B60D1C35FB3}"/>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a:t>
            </a:r>
          </a:p>
        </p:txBody>
      </p:sp>
      <p:sp>
        <p:nvSpPr>
          <p:cNvPr id="15" name="TextBox 14">
            <a:extLst>
              <a:ext uri="{FF2B5EF4-FFF2-40B4-BE49-F238E27FC236}">
                <a16:creationId xmlns:a16="http://schemas.microsoft.com/office/drawing/2014/main" id="{4FF57F1A-64E5-1032-E0B5-D5A5473A293C}"/>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a:t>
            </a:r>
          </a:p>
        </p:txBody>
      </p:sp>
      <p:sp>
        <p:nvSpPr>
          <p:cNvPr id="16" name="TextBox 15">
            <a:extLst>
              <a:ext uri="{FF2B5EF4-FFF2-40B4-BE49-F238E27FC236}">
                <a16:creationId xmlns:a16="http://schemas.microsoft.com/office/drawing/2014/main" id="{ED87D504-BCAF-8E52-5E9F-720435C22681}"/>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E97167F1-0651-E14D-0774-093E4AFB929D}"/>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2201930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4F472-C699-29A1-0D22-378AD870CA9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6238901-6406-E114-C34A-F315B69B2AD9}"/>
              </a:ext>
            </a:extLst>
          </p:cNvPr>
          <p:cNvSpPr>
            <a:spLocks noGrp="1"/>
          </p:cNvSpPr>
          <p:nvPr>
            <p:ph sz="half" idx="1"/>
          </p:nvPr>
        </p:nvSpPr>
        <p:spPr/>
        <p:txBody>
          <a:bodyPr/>
          <a:lstStyle/>
          <a:p>
            <a:r>
              <a:rPr lang="en-US" dirty="0"/>
              <a:t>Last possible 3 in lower left block.</a:t>
            </a:r>
          </a:p>
        </p:txBody>
      </p:sp>
      <p:pic>
        <p:nvPicPr>
          <p:cNvPr id="4" name="Picture 3" descr="A grid of sudoku puzzle&#10;&#10;Description automatically generated">
            <a:extLst>
              <a:ext uri="{FF2B5EF4-FFF2-40B4-BE49-F238E27FC236}">
                <a16:creationId xmlns:a16="http://schemas.microsoft.com/office/drawing/2014/main" id="{3DA6C4B5-0551-3F3D-446B-A193E66B593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1E81A7A-8881-F22C-D489-5839426DC12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0BF248F-4B03-07CD-6D28-0C453C71C83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11CC1EC-D492-CAE5-6BA0-284F15DEC592}"/>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C0584DEC-62BF-7D76-76BD-F9839F152030}"/>
              </a:ext>
            </a:extLst>
          </p:cNvPr>
          <p:cNvSpPr txBox="1"/>
          <p:nvPr/>
        </p:nvSpPr>
        <p:spPr>
          <a:xfrm>
            <a:off x="3138310" y="3907597"/>
            <a:ext cx="570089" cy="230832"/>
          </a:xfrm>
          <a:prstGeom prst="rect">
            <a:avLst/>
          </a:prstGeom>
          <a:noFill/>
        </p:spPr>
        <p:txBody>
          <a:bodyPr wrap="square" rtlCol="0">
            <a:spAutoFit/>
          </a:bodyPr>
          <a:lstStyle/>
          <a:p>
            <a:pPr algn="ctr"/>
            <a:r>
              <a:rPr lang="en-US" sz="900" dirty="0"/>
              <a:t>2457</a:t>
            </a:r>
          </a:p>
        </p:txBody>
      </p:sp>
      <p:sp>
        <p:nvSpPr>
          <p:cNvPr id="10" name="TextBox 9">
            <a:extLst>
              <a:ext uri="{FF2B5EF4-FFF2-40B4-BE49-F238E27FC236}">
                <a16:creationId xmlns:a16="http://schemas.microsoft.com/office/drawing/2014/main" id="{CEBACEAA-B06B-CBF8-1640-E2F6DCC36FE5}"/>
              </a:ext>
            </a:extLst>
          </p:cNvPr>
          <p:cNvSpPr txBox="1"/>
          <p:nvPr/>
        </p:nvSpPr>
        <p:spPr>
          <a:xfrm>
            <a:off x="4143022" y="4909484"/>
            <a:ext cx="570089" cy="230832"/>
          </a:xfrm>
          <a:prstGeom prst="rect">
            <a:avLst/>
          </a:prstGeom>
          <a:noFill/>
        </p:spPr>
        <p:txBody>
          <a:bodyPr wrap="square" rtlCol="0">
            <a:spAutoFit/>
          </a:bodyPr>
          <a:lstStyle/>
          <a:p>
            <a:pPr algn="ctr"/>
            <a:r>
              <a:rPr lang="en-US" sz="900" dirty="0"/>
              <a:t>7542</a:t>
            </a:r>
          </a:p>
        </p:txBody>
      </p:sp>
      <p:sp>
        <p:nvSpPr>
          <p:cNvPr id="11" name="TextBox 10">
            <a:extLst>
              <a:ext uri="{FF2B5EF4-FFF2-40B4-BE49-F238E27FC236}">
                <a16:creationId xmlns:a16="http://schemas.microsoft.com/office/drawing/2014/main" id="{76C2A4B7-00BD-7D95-8402-D2DF65EBC279}"/>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E4E595C2-1453-2B0E-9A02-3D1059BACDC3}"/>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A0EA8A87-70EE-7E68-9EDB-59C6F7392DCB}"/>
              </a:ext>
            </a:extLst>
          </p:cNvPr>
          <p:cNvSpPr txBox="1"/>
          <p:nvPr/>
        </p:nvSpPr>
        <p:spPr>
          <a:xfrm>
            <a:off x="4143022" y="3907597"/>
            <a:ext cx="570089" cy="230832"/>
          </a:xfrm>
          <a:prstGeom prst="rect">
            <a:avLst/>
          </a:prstGeom>
          <a:noFill/>
        </p:spPr>
        <p:txBody>
          <a:bodyPr wrap="square" rtlCol="0">
            <a:spAutoFit/>
          </a:bodyPr>
          <a:lstStyle/>
          <a:p>
            <a:pPr algn="ctr"/>
            <a:r>
              <a:rPr lang="en-US" sz="900" dirty="0"/>
              <a:t>12</a:t>
            </a:r>
          </a:p>
        </p:txBody>
      </p:sp>
      <p:sp>
        <p:nvSpPr>
          <p:cNvPr id="14" name="TextBox 13">
            <a:extLst>
              <a:ext uri="{FF2B5EF4-FFF2-40B4-BE49-F238E27FC236}">
                <a16:creationId xmlns:a16="http://schemas.microsoft.com/office/drawing/2014/main" id="{63694E61-B6E6-9F5F-ADC5-8D1D834E3169}"/>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a:t>
            </a:r>
          </a:p>
        </p:txBody>
      </p:sp>
      <p:sp>
        <p:nvSpPr>
          <p:cNvPr id="15" name="TextBox 14">
            <a:extLst>
              <a:ext uri="{FF2B5EF4-FFF2-40B4-BE49-F238E27FC236}">
                <a16:creationId xmlns:a16="http://schemas.microsoft.com/office/drawing/2014/main" id="{1E400C92-A568-37C8-D998-F327155D7E93}"/>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a:t>
            </a:r>
          </a:p>
        </p:txBody>
      </p:sp>
      <p:sp>
        <p:nvSpPr>
          <p:cNvPr id="16" name="TextBox 15">
            <a:extLst>
              <a:ext uri="{FF2B5EF4-FFF2-40B4-BE49-F238E27FC236}">
                <a16:creationId xmlns:a16="http://schemas.microsoft.com/office/drawing/2014/main" id="{D59184A8-BB2C-5753-D9EA-42A22A245343}"/>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EF5011BA-2D63-014C-2618-B44A4C31C806}"/>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17" name="TextBox 16">
            <a:extLst>
              <a:ext uri="{FF2B5EF4-FFF2-40B4-BE49-F238E27FC236}">
                <a16:creationId xmlns:a16="http://schemas.microsoft.com/office/drawing/2014/main" id="{654CAB40-DDDA-0AED-9A20-10AB6E465FEA}"/>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857554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6BE23-13EC-99A9-B7AA-D9E211020B0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9E80945-2FB2-738F-7C94-AF83118EA204}"/>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16EA3DEE-59F3-AE76-F59A-F9362B93DA8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963D161-7CEC-6830-A1E0-B86227578F8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1DF5024-5C1E-3E56-CC99-16D43E178C2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AA02617-97A7-C756-CF39-334D3F048DB8}"/>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BC7D37A6-65A5-2AB1-304F-BEC03F60445E}"/>
              </a:ext>
            </a:extLst>
          </p:cNvPr>
          <p:cNvSpPr txBox="1"/>
          <p:nvPr/>
        </p:nvSpPr>
        <p:spPr>
          <a:xfrm>
            <a:off x="3138310" y="3907597"/>
            <a:ext cx="570089" cy="230832"/>
          </a:xfrm>
          <a:prstGeom prst="rect">
            <a:avLst/>
          </a:prstGeom>
          <a:noFill/>
        </p:spPr>
        <p:txBody>
          <a:bodyPr wrap="square" rtlCol="0">
            <a:spAutoFit/>
          </a:bodyPr>
          <a:lstStyle/>
          <a:p>
            <a:pPr algn="ctr"/>
            <a:r>
              <a:rPr lang="en-US" sz="900" dirty="0"/>
              <a:t>2457</a:t>
            </a:r>
          </a:p>
        </p:txBody>
      </p:sp>
      <p:sp>
        <p:nvSpPr>
          <p:cNvPr id="10" name="TextBox 9">
            <a:extLst>
              <a:ext uri="{FF2B5EF4-FFF2-40B4-BE49-F238E27FC236}">
                <a16:creationId xmlns:a16="http://schemas.microsoft.com/office/drawing/2014/main" id="{40B64C98-39CE-23FB-F40B-491AF1153716}"/>
              </a:ext>
            </a:extLst>
          </p:cNvPr>
          <p:cNvSpPr txBox="1"/>
          <p:nvPr/>
        </p:nvSpPr>
        <p:spPr>
          <a:xfrm>
            <a:off x="4143022" y="4909484"/>
            <a:ext cx="570089" cy="230832"/>
          </a:xfrm>
          <a:prstGeom prst="rect">
            <a:avLst/>
          </a:prstGeom>
          <a:noFill/>
        </p:spPr>
        <p:txBody>
          <a:bodyPr wrap="square" rtlCol="0">
            <a:spAutoFit/>
          </a:bodyPr>
          <a:lstStyle/>
          <a:p>
            <a:pPr algn="ctr"/>
            <a:r>
              <a:rPr lang="en-US" sz="900" dirty="0"/>
              <a:t>7542</a:t>
            </a:r>
          </a:p>
        </p:txBody>
      </p:sp>
      <p:sp>
        <p:nvSpPr>
          <p:cNvPr id="11" name="TextBox 10">
            <a:extLst>
              <a:ext uri="{FF2B5EF4-FFF2-40B4-BE49-F238E27FC236}">
                <a16:creationId xmlns:a16="http://schemas.microsoft.com/office/drawing/2014/main" id="{ACD3C1B0-4D80-339C-7F81-F63A80E667DF}"/>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342BB348-1DFF-A184-FEA4-A10BE65089A5}"/>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04959423-EFC9-93EB-5EEA-77ADC2C3E731}"/>
              </a:ext>
            </a:extLst>
          </p:cNvPr>
          <p:cNvSpPr txBox="1"/>
          <p:nvPr/>
        </p:nvSpPr>
        <p:spPr>
          <a:xfrm>
            <a:off x="4143022" y="3907597"/>
            <a:ext cx="570089" cy="230832"/>
          </a:xfrm>
          <a:prstGeom prst="rect">
            <a:avLst/>
          </a:prstGeom>
          <a:noFill/>
        </p:spPr>
        <p:txBody>
          <a:bodyPr wrap="square" rtlCol="0">
            <a:spAutoFit/>
          </a:bodyPr>
          <a:lstStyle/>
          <a:p>
            <a:pPr algn="ctr"/>
            <a:r>
              <a:rPr lang="en-US" sz="900" dirty="0"/>
              <a:t>12</a:t>
            </a:r>
          </a:p>
        </p:txBody>
      </p:sp>
      <p:sp>
        <p:nvSpPr>
          <p:cNvPr id="14" name="TextBox 13">
            <a:extLst>
              <a:ext uri="{FF2B5EF4-FFF2-40B4-BE49-F238E27FC236}">
                <a16:creationId xmlns:a16="http://schemas.microsoft.com/office/drawing/2014/main" id="{E1D17199-657F-35C9-4921-5FE2BFD2F142}"/>
              </a:ext>
            </a:extLst>
          </p:cNvPr>
          <p:cNvSpPr txBox="1"/>
          <p:nvPr/>
        </p:nvSpPr>
        <p:spPr>
          <a:xfrm>
            <a:off x="4645378" y="4408541"/>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94D24709-D5D5-F74B-2CC5-0B0CEAECB866}"/>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a:t>
            </a:r>
          </a:p>
        </p:txBody>
      </p:sp>
      <p:sp>
        <p:nvSpPr>
          <p:cNvPr id="16" name="TextBox 15">
            <a:extLst>
              <a:ext uri="{FF2B5EF4-FFF2-40B4-BE49-F238E27FC236}">
                <a16:creationId xmlns:a16="http://schemas.microsoft.com/office/drawing/2014/main" id="{A5A336DE-9FD0-2F27-12F3-9B0C60F14229}"/>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71A34A9B-9FB5-DE79-6093-0EEB26601D88}"/>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17" name="TextBox 16">
            <a:extLst>
              <a:ext uri="{FF2B5EF4-FFF2-40B4-BE49-F238E27FC236}">
                <a16:creationId xmlns:a16="http://schemas.microsoft.com/office/drawing/2014/main" id="{9D63082C-22DC-41AB-F75F-4E2A6FFFE26C}"/>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1398854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906F3-58E0-2F21-0F9D-DFC25E6293D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043E74-6956-EC59-EBA1-9635F7F7FE5D}"/>
              </a:ext>
            </a:extLst>
          </p:cNvPr>
          <p:cNvSpPr>
            <a:spLocks noGrp="1"/>
          </p:cNvSpPr>
          <p:nvPr>
            <p:ph sz="half" idx="1"/>
          </p:nvPr>
        </p:nvSpPr>
        <p:spPr/>
        <p:txBody>
          <a:bodyPr/>
          <a:lstStyle/>
          <a:p>
            <a:r>
              <a:rPr lang="en-US" dirty="0"/>
              <a:t>[27 in 4] -&gt; [24 in 3], which could be 699, 789, or 888</a:t>
            </a:r>
          </a:p>
        </p:txBody>
      </p:sp>
      <p:pic>
        <p:nvPicPr>
          <p:cNvPr id="4" name="Picture 3" descr="A grid of sudoku puzzle&#10;&#10;Description automatically generated">
            <a:extLst>
              <a:ext uri="{FF2B5EF4-FFF2-40B4-BE49-F238E27FC236}">
                <a16:creationId xmlns:a16="http://schemas.microsoft.com/office/drawing/2014/main" id="{E4018E34-7220-78B2-F6C6-0D34EF0305F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71EE7FF-F9D3-0786-2C7B-CA66793271B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5BC7D66-4E4A-CC40-9E26-D1589330B0D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7D67384-DBD6-F864-8C4F-71BF688C022A}"/>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6D8612DA-DD23-90E0-7BE3-60CDC3094FBB}"/>
              </a:ext>
            </a:extLst>
          </p:cNvPr>
          <p:cNvSpPr txBox="1"/>
          <p:nvPr/>
        </p:nvSpPr>
        <p:spPr>
          <a:xfrm>
            <a:off x="3138310" y="3907597"/>
            <a:ext cx="570089" cy="230832"/>
          </a:xfrm>
          <a:prstGeom prst="rect">
            <a:avLst/>
          </a:prstGeom>
          <a:noFill/>
        </p:spPr>
        <p:txBody>
          <a:bodyPr wrap="square" rtlCol="0">
            <a:spAutoFit/>
          </a:bodyPr>
          <a:lstStyle/>
          <a:p>
            <a:pPr algn="ctr"/>
            <a:r>
              <a:rPr lang="en-US" sz="900" dirty="0"/>
              <a:t>2457</a:t>
            </a:r>
          </a:p>
        </p:txBody>
      </p:sp>
      <p:sp>
        <p:nvSpPr>
          <p:cNvPr id="10" name="TextBox 9">
            <a:extLst>
              <a:ext uri="{FF2B5EF4-FFF2-40B4-BE49-F238E27FC236}">
                <a16:creationId xmlns:a16="http://schemas.microsoft.com/office/drawing/2014/main" id="{3DA6A49B-B651-1228-4234-186E3798D397}"/>
              </a:ext>
            </a:extLst>
          </p:cNvPr>
          <p:cNvSpPr txBox="1"/>
          <p:nvPr/>
        </p:nvSpPr>
        <p:spPr>
          <a:xfrm>
            <a:off x="4143022" y="4909484"/>
            <a:ext cx="570089" cy="230832"/>
          </a:xfrm>
          <a:prstGeom prst="rect">
            <a:avLst/>
          </a:prstGeom>
          <a:noFill/>
        </p:spPr>
        <p:txBody>
          <a:bodyPr wrap="square" rtlCol="0">
            <a:spAutoFit/>
          </a:bodyPr>
          <a:lstStyle/>
          <a:p>
            <a:pPr algn="ctr"/>
            <a:r>
              <a:rPr lang="en-US" sz="900" dirty="0"/>
              <a:t>7542</a:t>
            </a:r>
          </a:p>
        </p:txBody>
      </p:sp>
      <p:sp>
        <p:nvSpPr>
          <p:cNvPr id="11" name="TextBox 10">
            <a:extLst>
              <a:ext uri="{FF2B5EF4-FFF2-40B4-BE49-F238E27FC236}">
                <a16:creationId xmlns:a16="http://schemas.microsoft.com/office/drawing/2014/main" id="{F9A5F43A-A562-65FF-BFAD-AE1DA2363E5F}"/>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EA393F37-1039-F851-C3B8-E17ABBFC3205}"/>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450F83FB-C381-0889-1863-C9306129BE9D}"/>
              </a:ext>
            </a:extLst>
          </p:cNvPr>
          <p:cNvSpPr txBox="1"/>
          <p:nvPr/>
        </p:nvSpPr>
        <p:spPr>
          <a:xfrm>
            <a:off x="4143022" y="3907597"/>
            <a:ext cx="570089" cy="230832"/>
          </a:xfrm>
          <a:prstGeom prst="rect">
            <a:avLst/>
          </a:prstGeom>
          <a:noFill/>
        </p:spPr>
        <p:txBody>
          <a:bodyPr wrap="square" rtlCol="0">
            <a:spAutoFit/>
          </a:bodyPr>
          <a:lstStyle/>
          <a:p>
            <a:pPr algn="ctr"/>
            <a:r>
              <a:rPr lang="en-US" sz="900" dirty="0"/>
              <a:t>12</a:t>
            </a:r>
          </a:p>
        </p:txBody>
      </p:sp>
      <p:sp>
        <p:nvSpPr>
          <p:cNvPr id="14" name="TextBox 13">
            <a:extLst>
              <a:ext uri="{FF2B5EF4-FFF2-40B4-BE49-F238E27FC236}">
                <a16:creationId xmlns:a16="http://schemas.microsoft.com/office/drawing/2014/main" id="{349CEBC1-9725-B472-9BDF-D69CDB414DEC}"/>
              </a:ext>
            </a:extLst>
          </p:cNvPr>
          <p:cNvSpPr txBox="1"/>
          <p:nvPr/>
        </p:nvSpPr>
        <p:spPr>
          <a:xfrm>
            <a:off x="4645378" y="4408541"/>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7B7BF252-3B24-12A0-99F4-845968DCE196}"/>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a:t>
            </a:r>
          </a:p>
        </p:txBody>
      </p:sp>
      <p:sp>
        <p:nvSpPr>
          <p:cNvPr id="16" name="TextBox 15">
            <a:extLst>
              <a:ext uri="{FF2B5EF4-FFF2-40B4-BE49-F238E27FC236}">
                <a16:creationId xmlns:a16="http://schemas.microsoft.com/office/drawing/2014/main" id="{00E3A9DD-5134-FF10-08DB-30240D2F71FE}"/>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DF8DF3B3-830A-B3D5-69E4-0BE5F1A1048B}"/>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17" name="TextBox 16">
            <a:extLst>
              <a:ext uri="{FF2B5EF4-FFF2-40B4-BE49-F238E27FC236}">
                <a16:creationId xmlns:a16="http://schemas.microsoft.com/office/drawing/2014/main" id="{E6ECCCE4-5B8E-1D04-6093-873707143D87}"/>
              </a:ext>
            </a:extLst>
          </p:cNvPr>
          <p:cNvSpPr txBox="1"/>
          <p:nvPr/>
        </p:nvSpPr>
        <p:spPr>
          <a:xfrm>
            <a:off x="3138310" y="3406653"/>
            <a:ext cx="570089" cy="230832"/>
          </a:xfrm>
          <a:prstGeom prst="rect">
            <a:avLst/>
          </a:prstGeom>
          <a:noFill/>
        </p:spPr>
        <p:txBody>
          <a:bodyPr wrap="square" rtlCol="0">
            <a:spAutoFit/>
          </a:bodyPr>
          <a:lstStyle/>
          <a:p>
            <a:pPr algn="ctr"/>
            <a:r>
              <a:rPr lang="en-US" sz="900" dirty="0"/>
              <a:t>6789</a:t>
            </a:r>
          </a:p>
        </p:txBody>
      </p:sp>
      <p:sp>
        <p:nvSpPr>
          <p:cNvPr id="18" name="TextBox 17">
            <a:extLst>
              <a:ext uri="{FF2B5EF4-FFF2-40B4-BE49-F238E27FC236}">
                <a16:creationId xmlns:a16="http://schemas.microsoft.com/office/drawing/2014/main" id="{70A47F9A-481A-BD5B-654A-6F7E8DDEE2D7}"/>
              </a:ext>
            </a:extLst>
          </p:cNvPr>
          <p:cNvSpPr txBox="1"/>
          <p:nvPr/>
        </p:nvSpPr>
        <p:spPr>
          <a:xfrm>
            <a:off x="3640666" y="3907597"/>
            <a:ext cx="570089" cy="230832"/>
          </a:xfrm>
          <a:prstGeom prst="rect">
            <a:avLst/>
          </a:prstGeom>
          <a:noFill/>
        </p:spPr>
        <p:txBody>
          <a:bodyPr wrap="square" rtlCol="0">
            <a:spAutoFit/>
          </a:bodyPr>
          <a:lstStyle/>
          <a:p>
            <a:pPr algn="ctr"/>
            <a:r>
              <a:rPr lang="en-US" sz="900" dirty="0"/>
              <a:t>6789</a:t>
            </a:r>
          </a:p>
        </p:txBody>
      </p:sp>
      <p:sp>
        <p:nvSpPr>
          <p:cNvPr id="19" name="TextBox 18">
            <a:extLst>
              <a:ext uri="{FF2B5EF4-FFF2-40B4-BE49-F238E27FC236}">
                <a16:creationId xmlns:a16="http://schemas.microsoft.com/office/drawing/2014/main" id="{3DEF9389-B4D6-355E-FC3F-F6A9EE2A318F}"/>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20" name="TextBox 19">
            <a:extLst>
              <a:ext uri="{FF2B5EF4-FFF2-40B4-BE49-F238E27FC236}">
                <a16:creationId xmlns:a16="http://schemas.microsoft.com/office/drawing/2014/main" id="{D27911A6-FC66-3CC0-8106-E0C60B477450}"/>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4207374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51118-3601-4335-1351-34CFD1DE1CB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466870E-D552-B7F5-0B91-19FFF4406642}"/>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BD0AE7F-EF6B-77A9-CCA4-8E3A4D82778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AE06AA4-08F8-FCBE-16D3-E1B44F0FED8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3A20199-F906-71D3-F9C7-CDAD6535324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A1872DB-EBDE-4197-CC69-2601668B38CA}"/>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04337F21-4525-A23C-C001-F690BA0AD0B1}"/>
              </a:ext>
            </a:extLst>
          </p:cNvPr>
          <p:cNvSpPr txBox="1"/>
          <p:nvPr/>
        </p:nvSpPr>
        <p:spPr>
          <a:xfrm>
            <a:off x="3138310" y="3907597"/>
            <a:ext cx="570089" cy="230832"/>
          </a:xfrm>
          <a:prstGeom prst="rect">
            <a:avLst/>
          </a:prstGeom>
          <a:noFill/>
        </p:spPr>
        <p:txBody>
          <a:bodyPr wrap="square" rtlCol="0">
            <a:spAutoFit/>
          </a:bodyPr>
          <a:lstStyle/>
          <a:p>
            <a:pPr algn="ctr"/>
            <a:r>
              <a:rPr lang="en-US" sz="900" dirty="0"/>
              <a:t>2457</a:t>
            </a:r>
          </a:p>
        </p:txBody>
      </p:sp>
      <p:sp>
        <p:nvSpPr>
          <p:cNvPr id="10" name="TextBox 9">
            <a:extLst>
              <a:ext uri="{FF2B5EF4-FFF2-40B4-BE49-F238E27FC236}">
                <a16:creationId xmlns:a16="http://schemas.microsoft.com/office/drawing/2014/main" id="{4A0F1726-45EC-6AB1-E549-9958BF294135}"/>
              </a:ext>
            </a:extLst>
          </p:cNvPr>
          <p:cNvSpPr txBox="1"/>
          <p:nvPr/>
        </p:nvSpPr>
        <p:spPr>
          <a:xfrm>
            <a:off x="4143022" y="4909484"/>
            <a:ext cx="570089" cy="230832"/>
          </a:xfrm>
          <a:prstGeom prst="rect">
            <a:avLst/>
          </a:prstGeom>
          <a:noFill/>
        </p:spPr>
        <p:txBody>
          <a:bodyPr wrap="square" rtlCol="0">
            <a:spAutoFit/>
          </a:bodyPr>
          <a:lstStyle/>
          <a:p>
            <a:pPr algn="ctr"/>
            <a:r>
              <a:rPr lang="en-US" sz="900" dirty="0"/>
              <a:t>7542</a:t>
            </a:r>
          </a:p>
        </p:txBody>
      </p:sp>
      <p:sp>
        <p:nvSpPr>
          <p:cNvPr id="11" name="TextBox 10">
            <a:extLst>
              <a:ext uri="{FF2B5EF4-FFF2-40B4-BE49-F238E27FC236}">
                <a16:creationId xmlns:a16="http://schemas.microsoft.com/office/drawing/2014/main" id="{20A7120A-7DE8-AC52-42F7-E75A1C4CBF37}"/>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3FD0B23F-CF23-048F-ABD5-825DA9941598}"/>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C717B1F5-C418-0095-0180-E5227525534B}"/>
              </a:ext>
            </a:extLst>
          </p:cNvPr>
          <p:cNvSpPr txBox="1"/>
          <p:nvPr/>
        </p:nvSpPr>
        <p:spPr>
          <a:xfrm>
            <a:off x="4143022" y="3907597"/>
            <a:ext cx="570089" cy="230832"/>
          </a:xfrm>
          <a:prstGeom prst="rect">
            <a:avLst/>
          </a:prstGeom>
          <a:noFill/>
        </p:spPr>
        <p:txBody>
          <a:bodyPr wrap="square" rtlCol="0">
            <a:spAutoFit/>
          </a:bodyPr>
          <a:lstStyle/>
          <a:p>
            <a:pPr algn="ctr"/>
            <a:r>
              <a:rPr lang="en-US" sz="900" dirty="0"/>
              <a:t>12</a:t>
            </a:r>
          </a:p>
        </p:txBody>
      </p:sp>
      <p:sp>
        <p:nvSpPr>
          <p:cNvPr id="14" name="TextBox 13">
            <a:extLst>
              <a:ext uri="{FF2B5EF4-FFF2-40B4-BE49-F238E27FC236}">
                <a16:creationId xmlns:a16="http://schemas.microsoft.com/office/drawing/2014/main" id="{0B873BE4-9F0D-CCC7-BAD9-5FDAE12C02B4}"/>
              </a:ext>
            </a:extLst>
          </p:cNvPr>
          <p:cNvSpPr txBox="1"/>
          <p:nvPr/>
        </p:nvSpPr>
        <p:spPr>
          <a:xfrm>
            <a:off x="4645378" y="4408541"/>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5DE6AB8A-BD94-3334-5696-41005832667D}"/>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a:t>
            </a:r>
          </a:p>
        </p:txBody>
      </p:sp>
      <p:sp>
        <p:nvSpPr>
          <p:cNvPr id="16" name="TextBox 15">
            <a:extLst>
              <a:ext uri="{FF2B5EF4-FFF2-40B4-BE49-F238E27FC236}">
                <a16:creationId xmlns:a16="http://schemas.microsoft.com/office/drawing/2014/main" id="{87DE6849-9F12-FFF9-DA96-854117F89516}"/>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AE936778-43E7-448A-2B16-0AA9D08D97A7}"/>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49E3C8FE-C32B-A7A4-C773-22BE8A0817D1}"/>
              </a:ext>
            </a:extLst>
          </p:cNvPr>
          <p:cNvSpPr txBox="1"/>
          <p:nvPr/>
        </p:nvSpPr>
        <p:spPr>
          <a:xfrm>
            <a:off x="4645378" y="4909484"/>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F8CF6362-2EDA-3886-48BF-8DE2849E4C66}"/>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42979655-697E-7206-3CD5-83F67972E350}"/>
              </a:ext>
            </a:extLst>
          </p:cNvPr>
          <p:cNvSpPr txBox="1"/>
          <p:nvPr/>
        </p:nvSpPr>
        <p:spPr>
          <a:xfrm>
            <a:off x="3138310" y="3406653"/>
            <a:ext cx="570089" cy="230832"/>
          </a:xfrm>
          <a:prstGeom prst="rect">
            <a:avLst/>
          </a:prstGeom>
          <a:noFill/>
        </p:spPr>
        <p:txBody>
          <a:bodyPr wrap="square" rtlCol="0">
            <a:spAutoFit/>
          </a:bodyPr>
          <a:lstStyle/>
          <a:p>
            <a:pPr algn="ctr"/>
            <a:r>
              <a:rPr lang="en-US" sz="900" dirty="0"/>
              <a:t>678</a:t>
            </a:r>
          </a:p>
        </p:txBody>
      </p:sp>
      <p:sp>
        <p:nvSpPr>
          <p:cNvPr id="23" name="TextBox 22">
            <a:extLst>
              <a:ext uri="{FF2B5EF4-FFF2-40B4-BE49-F238E27FC236}">
                <a16:creationId xmlns:a16="http://schemas.microsoft.com/office/drawing/2014/main" id="{E7E12098-15B0-E428-F9F3-7433B9B9C0AA}"/>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913133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0B291-7768-D86D-E4DD-B28A98E38C0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06BF0E-1516-4EE3-291C-8443DEFEE968}"/>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B62562C-0BB8-C835-816B-C741420CF8C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857EC02-7158-F03A-1778-9D03468E327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0EEF7DE-C2FA-73BC-C427-9C499D8AB3F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7330413-593E-6FC1-8986-3C2873079421}"/>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A0FDE5FE-AC28-3BAA-0FA2-0B14A6057B84}"/>
              </a:ext>
            </a:extLst>
          </p:cNvPr>
          <p:cNvSpPr txBox="1"/>
          <p:nvPr/>
        </p:nvSpPr>
        <p:spPr>
          <a:xfrm>
            <a:off x="3138310" y="3907597"/>
            <a:ext cx="570089" cy="230832"/>
          </a:xfrm>
          <a:prstGeom prst="rect">
            <a:avLst/>
          </a:prstGeom>
          <a:noFill/>
        </p:spPr>
        <p:txBody>
          <a:bodyPr wrap="square" rtlCol="0">
            <a:spAutoFit/>
          </a:bodyPr>
          <a:lstStyle/>
          <a:p>
            <a:pPr algn="ctr"/>
            <a:r>
              <a:rPr lang="en-US" sz="900" dirty="0"/>
              <a:t>45</a:t>
            </a:r>
          </a:p>
        </p:txBody>
      </p:sp>
      <p:sp>
        <p:nvSpPr>
          <p:cNvPr id="10" name="TextBox 9">
            <a:extLst>
              <a:ext uri="{FF2B5EF4-FFF2-40B4-BE49-F238E27FC236}">
                <a16:creationId xmlns:a16="http://schemas.microsoft.com/office/drawing/2014/main" id="{A97A74ED-9A32-12FF-FE30-EBE90DCD4685}"/>
              </a:ext>
            </a:extLst>
          </p:cNvPr>
          <p:cNvSpPr txBox="1"/>
          <p:nvPr/>
        </p:nvSpPr>
        <p:spPr>
          <a:xfrm>
            <a:off x="4143022" y="4909484"/>
            <a:ext cx="570089" cy="230832"/>
          </a:xfrm>
          <a:prstGeom prst="rect">
            <a:avLst/>
          </a:prstGeom>
          <a:noFill/>
        </p:spPr>
        <p:txBody>
          <a:bodyPr wrap="square" rtlCol="0">
            <a:spAutoFit/>
          </a:bodyPr>
          <a:lstStyle/>
          <a:p>
            <a:pPr algn="ctr"/>
            <a:r>
              <a:rPr lang="en-US" sz="900" dirty="0"/>
              <a:t>54</a:t>
            </a:r>
          </a:p>
        </p:txBody>
      </p:sp>
      <p:sp>
        <p:nvSpPr>
          <p:cNvPr id="11" name="TextBox 10">
            <a:extLst>
              <a:ext uri="{FF2B5EF4-FFF2-40B4-BE49-F238E27FC236}">
                <a16:creationId xmlns:a16="http://schemas.microsoft.com/office/drawing/2014/main" id="{B4153341-7F31-06F4-3E51-107423031B14}"/>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67E0F6B1-3499-B54D-987B-B20AF5D497F6}"/>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52BF2EB9-418B-FC48-0C8F-9D859E5215D1}"/>
              </a:ext>
            </a:extLst>
          </p:cNvPr>
          <p:cNvSpPr txBox="1"/>
          <p:nvPr/>
        </p:nvSpPr>
        <p:spPr>
          <a:xfrm>
            <a:off x="4143022" y="3907597"/>
            <a:ext cx="570089" cy="230832"/>
          </a:xfrm>
          <a:prstGeom prst="rect">
            <a:avLst/>
          </a:prstGeom>
          <a:noFill/>
        </p:spPr>
        <p:txBody>
          <a:bodyPr wrap="square" rtlCol="0">
            <a:spAutoFit/>
          </a:bodyPr>
          <a:lstStyle/>
          <a:p>
            <a:pPr algn="ctr"/>
            <a:r>
              <a:rPr lang="en-US" sz="900" dirty="0"/>
              <a:t>12</a:t>
            </a:r>
          </a:p>
        </p:txBody>
      </p:sp>
      <p:sp>
        <p:nvSpPr>
          <p:cNvPr id="14" name="TextBox 13">
            <a:extLst>
              <a:ext uri="{FF2B5EF4-FFF2-40B4-BE49-F238E27FC236}">
                <a16:creationId xmlns:a16="http://schemas.microsoft.com/office/drawing/2014/main" id="{44BAD018-CA86-A30D-0AD5-DC3B493131E3}"/>
              </a:ext>
            </a:extLst>
          </p:cNvPr>
          <p:cNvSpPr txBox="1"/>
          <p:nvPr/>
        </p:nvSpPr>
        <p:spPr>
          <a:xfrm>
            <a:off x="4645378" y="4408541"/>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AAACE0B5-5616-496D-CEF5-C2A911C67948}"/>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a:t>
            </a:r>
          </a:p>
        </p:txBody>
      </p:sp>
      <p:sp>
        <p:nvSpPr>
          <p:cNvPr id="16" name="TextBox 15">
            <a:extLst>
              <a:ext uri="{FF2B5EF4-FFF2-40B4-BE49-F238E27FC236}">
                <a16:creationId xmlns:a16="http://schemas.microsoft.com/office/drawing/2014/main" id="{6A1A84D1-DEB4-8E41-CB94-D4B26C195788}"/>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B7F39BAD-1BE4-2685-13CC-6873EA29BEB3}"/>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0D3280B3-6E0C-E043-3E05-4349CF46E3DA}"/>
              </a:ext>
            </a:extLst>
          </p:cNvPr>
          <p:cNvSpPr txBox="1"/>
          <p:nvPr/>
        </p:nvSpPr>
        <p:spPr>
          <a:xfrm>
            <a:off x="4645378" y="4909484"/>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590EC6F1-144B-7EE2-A145-5D11314F9AA5}"/>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8A08F0E2-7657-7EBC-AD2C-FFC02E60DAB8}"/>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18" name="TextBox 17">
            <a:extLst>
              <a:ext uri="{FF2B5EF4-FFF2-40B4-BE49-F238E27FC236}">
                <a16:creationId xmlns:a16="http://schemas.microsoft.com/office/drawing/2014/main" id="{B02FE5A1-4E7C-9026-59E5-5A28C70B9ADB}"/>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2175923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712CF-4377-740D-6432-EDDFEBA443E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F86710-F55A-89A3-EAFF-6AD3A2202391}"/>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95EBA14A-98A4-0934-51DE-D76A5C30EAA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F7B5A78-9CF0-0FBC-FCB6-439E9A5501E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25FAA13-9622-2C4D-D17A-98CE1E5920F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442BF90-CA6E-A56A-35F3-8CA966595FB3}"/>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A338C048-B2FE-7168-1D5A-78BA51AFB8CE}"/>
              </a:ext>
            </a:extLst>
          </p:cNvPr>
          <p:cNvSpPr txBox="1"/>
          <p:nvPr/>
        </p:nvSpPr>
        <p:spPr>
          <a:xfrm>
            <a:off x="3138310" y="3907597"/>
            <a:ext cx="570089" cy="230832"/>
          </a:xfrm>
          <a:prstGeom prst="rect">
            <a:avLst/>
          </a:prstGeom>
          <a:noFill/>
        </p:spPr>
        <p:txBody>
          <a:bodyPr wrap="square" rtlCol="0">
            <a:spAutoFit/>
          </a:bodyPr>
          <a:lstStyle/>
          <a:p>
            <a:pPr algn="ctr"/>
            <a:r>
              <a:rPr lang="en-US" sz="900" dirty="0"/>
              <a:t>45</a:t>
            </a:r>
          </a:p>
        </p:txBody>
      </p:sp>
      <p:sp>
        <p:nvSpPr>
          <p:cNvPr id="10" name="TextBox 9">
            <a:extLst>
              <a:ext uri="{FF2B5EF4-FFF2-40B4-BE49-F238E27FC236}">
                <a16:creationId xmlns:a16="http://schemas.microsoft.com/office/drawing/2014/main" id="{19F059B2-B2D0-68A4-3F62-C546269931C8}"/>
              </a:ext>
            </a:extLst>
          </p:cNvPr>
          <p:cNvSpPr txBox="1"/>
          <p:nvPr/>
        </p:nvSpPr>
        <p:spPr>
          <a:xfrm>
            <a:off x="4143022" y="4909484"/>
            <a:ext cx="570089" cy="230832"/>
          </a:xfrm>
          <a:prstGeom prst="rect">
            <a:avLst/>
          </a:prstGeom>
          <a:noFill/>
        </p:spPr>
        <p:txBody>
          <a:bodyPr wrap="square" rtlCol="0">
            <a:spAutoFit/>
          </a:bodyPr>
          <a:lstStyle/>
          <a:p>
            <a:pPr algn="ctr"/>
            <a:r>
              <a:rPr lang="en-US" sz="900" dirty="0"/>
              <a:t>54</a:t>
            </a:r>
          </a:p>
        </p:txBody>
      </p:sp>
      <p:sp>
        <p:nvSpPr>
          <p:cNvPr id="11" name="TextBox 10">
            <a:extLst>
              <a:ext uri="{FF2B5EF4-FFF2-40B4-BE49-F238E27FC236}">
                <a16:creationId xmlns:a16="http://schemas.microsoft.com/office/drawing/2014/main" id="{3115DEF7-52C1-16A6-EAAA-3A053CBD6F04}"/>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7DD59C3E-868A-BCD1-B044-26FFF43DD626}"/>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602272F6-AFCC-CFC5-77A0-F5D5219F123F}"/>
              </a:ext>
            </a:extLst>
          </p:cNvPr>
          <p:cNvSpPr txBox="1"/>
          <p:nvPr/>
        </p:nvSpPr>
        <p:spPr>
          <a:xfrm>
            <a:off x="4143022" y="3907597"/>
            <a:ext cx="570089" cy="230832"/>
          </a:xfrm>
          <a:prstGeom prst="rect">
            <a:avLst/>
          </a:prstGeom>
          <a:noFill/>
        </p:spPr>
        <p:txBody>
          <a:bodyPr wrap="square" rtlCol="0">
            <a:spAutoFit/>
          </a:bodyPr>
          <a:lstStyle/>
          <a:p>
            <a:pPr algn="ctr"/>
            <a:r>
              <a:rPr lang="en-US" sz="900" dirty="0"/>
              <a:t>12</a:t>
            </a:r>
          </a:p>
        </p:txBody>
      </p:sp>
      <p:sp>
        <p:nvSpPr>
          <p:cNvPr id="14" name="TextBox 13">
            <a:extLst>
              <a:ext uri="{FF2B5EF4-FFF2-40B4-BE49-F238E27FC236}">
                <a16:creationId xmlns:a16="http://schemas.microsoft.com/office/drawing/2014/main" id="{664E3198-FA00-3121-0AA3-692C5CEEB72A}"/>
              </a:ext>
            </a:extLst>
          </p:cNvPr>
          <p:cNvSpPr txBox="1"/>
          <p:nvPr/>
        </p:nvSpPr>
        <p:spPr>
          <a:xfrm>
            <a:off x="4645378" y="4408541"/>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7CF48FE4-C315-78AD-9D8D-DBD9035F1812}"/>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a:t>
            </a:r>
          </a:p>
        </p:txBody>
      </p:sp>
      <p:sp>
        <p:nvSpPr>
          <p:cNvPr id="16" name="TextBox 15">
            <a:extLst>
              <a:ext uri="{FF2B5EF4-FFF2-40B4-BE49-F238E27FC236}">
                <a16:creationId xmlns:a16="http://schemas.microsoft.com/office/drawing/2014/main" id="{383864D3-D0C4-E28E-D06D-13DC4255D434}"/>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C745353A-A711-F35F-CB7D-8C1A92A2FFC0}"/>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E3585219-2A08-4C78-6E27-6474B38D604F}"/>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54089A92-4528-703F-F561-DCEAF68C7323}"/>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18" name="TextBox 17">
            <a:extLst>
              <a:ext uri="{FF2B5EF4-FFF2-40B4-BE49-F238E27FC236}">
                <a16:creationId xmlns:a16="http://schemas.microsoft.com/office/drawing/2014/main" id="{5577FF31-086F-FCFA-FD02-AEF90FBAA97D}"/>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6FDB7DC0-D791-8417-0D3F-3BA1F021E97A}"/>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1316203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FD703-CC10-2839-FE89-603911D8DF8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0AF35E-C1FD-5198-73B5-2DD3B55102EB}"/>
              </a:ext>
            </a:extLst>
          </p:cNvPr>
          <p:cNvSpPr>
            <a:spLocks noGrp="1"/>
          </p:cNvSpPr>
          <p:nvPr>
            <p:ph sz="half" idx="1"/>
          </p:nvPr>
        </p:nvSpPr>
        <p:spPr/>
        <p:txBody>
          <a:bodyPr/>
          <a:lstStyle/>
          <a:p>
            <a:r>
              <a:rPr lang="en-US" dirty="0"/>
              <a:t>Complete the lower left block.</a:t>
            </a:r>
          </a:p>
        </p:txBody>
      </p:sp>
      <p:pic>
        <p:nvPicPr>
          <p:cNvPr id="4" name="Picture 3" descr="A grid of sudoku puzzle&#10;&#10;Description automatically generated">
            <a:extLst>
              <a:ext uri="{FF2B5EF4-FFF2-40B4-BE49-F238E27FC236}">
                <a16:creationId xmlns:a16="http://schemas.microsoft.com/office/drawing/2014/main" id="{1E87025A-1551-CE16-395A-FDE2B0CCCA4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5F4F0D7-917E-0A8C-9EB0-09BF0AC1238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F50BBC6-0353-6BF5-CCFF-D2AFE9B36C7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C59EFB5-4B1F-877B-A589-C23C2994DB15}"/>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9F4693C4-427F-FB39-CFDF-82643E1D2782}"/>
              </a:ext>
            </a:extLst>
          </p:cNvPr>
          <p:cNvSpPr txBox="1"/>
          <p:nvPr/>
        </p:nvSpPr>
        <p:spPr>
          <a:xfrm>
            <a:off x="3138310" y="3907597"/>
            <a:ext cx="570089" cy="230832"/>
          </a:xfrm>
          <a:prstGeom prst="rect">
            <a:avLst/>
          </a:prstGeom>
          <a:noFill/>
        </p:spPr>
        <p:txBody>
          <a:bodyPr wrap="square" rtlCol="0">
            <a:spAutoFit/>
          </a:bodyPr>
          <a:lstStyle/>
          <a:p>
            <a:pPr algn="ctr"/>
            <a:r>
              <a:rPr lang="en-US" sz="900" dirty="0"/>
              <a:t>45</a:t>
            </a:r>
          </a:p>
        </p:txBody>
      </p:sp>
      <p:sp>
        <p:nvSpPr>
          <p:cNvPr id="10" name="TextBox 9">
            <a:extLst>
              <a:ext uri="{FF2B5EF4-FFF2-40B4-BE49-F238E27FC236}">
                <a16:creationId xmlns:a16="http://schemas.microsoft.com/office/drawing/2014/main" id="{3172FB00-9B00-C4B2-2AF6-C0DEFF13CB1E}"/>
              </a:ext>
            </a:extLst>
          </p:cNvPr>
          <p:cNvSpPr txBox="1"/>
          <p:nvPr/>
        </p:nvSpPr>
        <p:spPr>
          <a:xfrm>
            <a:off x="4143022" y="4909484"/>
            <a:ext cx="570089" cy="230832"/>
          </a:xfrm>
          <a:prstGeom prst="rect">
            <a:avLst/>
          </a:prstGeom>
          <a:noFill/>
        </p:spPr>
        <p:txBody>
          <a:bodyPr wrap="square" rtlCol="0">
            <a:spAutoFit/>
          </a:bodyPr>
          <a:lstStyle/>
          <a:p>
            <a:pPr algn="ctr"/>
            <a:r>
              <a:rPr lang="en-US" sz="900" dirty="0"/>
              <a:t>54</a:t>
            </a:r>
          </a:p>
        </p:txBody>
      </p:sp>
      <p:sp>
        <p:nvSpPr>
          <p:cNvPr id="11" name="TextBox 10">
            <a:extLst>
              <a:ext uri="{FF2B5EF4-FFF2-40B4-BE49-F238E27FC236}">
                <a16:creationId xmlns:a16="http://schemas.microsoft.com/office/drawing/2014/main" id="{44BBF89C-1043-7A08-4FFF-043FD75EBEF4}"/>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0E149C77-1BE5-BA17-2E33-A9D21347FACC}"/>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36A9F61C-1B87-98AE-89B4-99074AF61BFE}"/>
              </a:ext>
            </a:extLst>
          </p:cNvPr>
          <p:cNvSpPr txBox="1"/>
          <p:nvPr/>
        </p:nvSpPr>
        <p:spPr>
          <a:xfrm>
            <a:off x="4143022" y="3907597"/>
            <a:ext cx="570089" cy="230832"/>
          </a:xfrm>
          <a:prstGeom prst="rect">
            <a:avLst/>
          </a:prstGeom>
          <a:noFill/>
        </p:spPr>
        <p:txBody>
          <a:bodyPr wrap="square" rtlCol="0">
            <a:spAutoFit/>
          </a:bodyPr>
          <a:lstStyle/>
          <a:p>
            <a:pPr algn="ctr"/>
            <a:r>
              <a:rPr lang="en-US" sz="900" dirty="0"/>
              <a:t>12</a:t>
            </a:r>
          </a:p>
        </p:txBody>
      </p:sp>
      <p:sp>
        <p:nvSpPr>
          <p:cNvPr id="14" name="TextBox 13">
            <a:extLst>
              <a:ext uri="{FF2B5EF4-FFF2-40B4-BE49-F238E27FC236}">
                <a16:creationId xmlns:a16="http://schemas.microsoft.com/office/drawing/2014/main" id="{022FC3A6-22DE-D98E-C730-346124C0D675}"/>
              </a:ext>
            </a:extLst>
          </p:cNvPr>
          <p:cNvSpPr txBox="1"/>
          <p:nvPr/>
        </p:nvSpPr>
        <p:spPr>
          <a:xfrm>
            <a:off x="4645378" y="4408541"/>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4BC019AC-3A49-4456-B90E-F02AA01DB5C2}"/>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a:t>
            </a:r>
          </a:p>
        </p:txBody>
      </p:sp>
      <p:sp>
        <p:nvSpPr>
          <p:cNvPr id="16" name="TextBox 15">
            <a:extLst>
              <a:ext uri="{FF2B5EF4-FFF2-40B4-BE49-F238E27FC236}">
                <a16:creationId xmlns:a16="http://schemas.microsoft.com/office/drawing/2014/main" id="{2F47261E-384F-4BDE-5566-D9DD6700122A}"/>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F6095316-9204-41A3-C13D-4CBA11CD66E4}"/>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98C5613A-91D8-E23B-1736-AFB74D2E4DE9}"/>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B19650CB-634C-B7E9-F278-69786FBFEA28}"/>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18" name="TextBox 17">
            <a:extLst>
              <a:ext uri="{FF2B5EF4-FFF2-40B4-BE49-F238E27FC236}">
                <a16:creationId xmlns:a16="http://schemas.microsoft.com/office/drawing/2014/main" id="{E020B7BA-D6BC-9578-2ABE-53A346AC93F8}"/>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FAA387F4-394A-DB0D-0773-703B9F0D0B92}"/>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90257E77-BB43-D8AC-71F3-F604B982D818}"/>
              </a:ext>
            </a:extLst>
          </p:cNvPr>
          <p:cNvSpPr txBox="1"/>
          <p:nvPr/>
        </p:nvSpPr>
        <p:spPr>
          <a:xfrm>
            <a:off x="3138310" y="4909484"/>
            <a:ext cx="570089" cy="230832"/>
          </a:xfrm>
          <a:prstGeom prst="rect">
            <a:avLst/>
          </a:prstGeom>
          <a:noFill/>
        </p:spPr>
        <p:txBody>
          <a:bodyPr wrap="square" rtlCol="0">
            <a:spAutoFit/>
          </a:bodyPr>
          <a:lstStyle/>
          <a:p>
            <a:pPr algn="ctr"/>
            <a:r>
              <a:rPr lang="en-US" sz="900" dirty="0"/>
              <a:t>21</a:t>
            </a:r>
          </a:p>
        </p:txBody>
      </p:sp>
    </p:spTree>
    <p:extLst>
      <p:ext uri="{BB962C8B-B14F-4D97-AF65-F5344CB8AC3E}">
        <p14:creationId xmlns:p14="http://schemas.microsoft.com/office/powerpoint/2010/main" val="16311706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90B34-579C-7965-127F-DD816E71764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2045276-8444-02EF-F6A1-7E7687666770}"/>
              </a:ext>
            </a:extLst>
          </p:cNvPr>
          <p:cNvSpPr>
            <a:spLocks noGrp="1"/>
          </p:cNvSpPr>
          <p:nvPr>
            <p:ph sz="half" idx="1"/>
          </p:nvPr>
        </p:nvSpPr>
        <p:spPr/>
        <p:txBody>
          <a:bodyPr/>
          <a:lstStyle/>
          <a:p>
            <a:r>
              <a:rPr lang="en-US" dirty="0"/>
              <a:t>If the green cell is 1, blue must be 3 and purple must be 1.</a:t>
            </a:r>
            <a:br>
              <a:rPr lang="en-US" dirty="0"/>
            </a:br>
            <a:r>
              <a:rPr lang="en-US" dirty="0"/>
              <a:t>If the green cell is 2, blue must be 2 and purple must be 1.</a:t>
            </a:r>
          </a:p>
        </p:txBody>
      </p:sp>
      <p:pic>
        <p:nvPicPr>
          <p:cNvPr id="4" name="Picture 3" descr="A grid of sudoku puzzle&#10;&#10;Description automatically generated">
            <a:extLst>
              <a:ext uri="{FF2B5EF4-FFF2-40B4-BE49-F238E27FC236}">
                <a16:creationId xmlns:a16="http://schemas.microsoft.com/office/drawing/2014/main" id="{F54893F5-C60A-9ECD-CFF4-30CBC86BE30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2BE34AD-F317-2E82-0D98-F1EB92EA017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589DC6B-99DC-CDB3-1E4C-7CD00A92DA9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FF1C207-F379-B7E3-809D-B458EF88755A}"/>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FF904B7F-B384-A5E9-CF6D-196C5B550C37}"/>
              </a:ext>
            </a:extLst>
          </p:cNvPr>
          <p:cNvSpPr txBox="1"/>
          <p:nvPr/>
        </p:nvSpPr>
        <p:spPr>
          <a:xfrm>
            <a:off x="3138310" y="3907597"/>
            <a:ext cx="570089" cy="230832"/>
          </a:xfrm>
          <a:prstGeom prst="rect">
            <a:avLst/>
          </a:prstGeom>
          <a:noFill/>
        </p:spPr>
        <p:txBody>
          <a:bodyPr wrap="square" rtlCol="0">
            <a:spAutoFit/>
          </a:bodyPr>
          <a:lstStyle/>
          <a:p>
            <a:pPr algn="ctr"/>
            <a:r>
              <a:rPr lang="en-US" sz="900" dirty="0"/>
              <a:t>45</a:t>
            </a:r>
          </a:p>
        </p:txBody>
      </p:sp>
      <p:sp>
        <p:nvSpPr>
          <p:cNvPr id="10" name="TextBox 9">
            <a:extLst>
              <a:ext uri="{FF2B5EF4-FFF2-40B4-BE49-F238E27FC236}">
                <a16:creationId xmlns:a16="http://schemas.microsoft.com/office/drawing/2014/main" id="{D40D3AAA-3958-20B5-A66C-434E2E359A55}"/>
              </a:ext>
            </a:extLst>
          </p:cNvPr>
          <p:cNvSpPr txBox="1"/>
          <p:nvPr/>
        </p:nvSpPr>
        <p:spPr>
          <a:xfrm>
            <a:off x="4143022" y="4909484"/>
            <a:ext cx="570089" cy="230832"/>
          </a:xfrm>
          <a:prstGeom prst="rect">
            <a:avLst/>
          </a:prstGeom>
          <a:noFill/>
        </p:spPr>
        <p:txBody>
          <a:bodyPr wrap="square" rtlCol="0">
            <a:spAutoFit/>
          </a:bodyPr>
          <a:lstStyle/>
          <a:p>
            <a:pPr algn="ctr"/>
            <a:r>
              <a:rPr lang="en-US" sz="900" dirty="0"/>
              <a:t>54</a:t>
            </a:r>
          </a:p>
        </p:txBody>
      </p:sp>
      <p:sp>
        <p:nvSpPr>
          <p:cNvPr id="11" name="TextBox 10">
            <a:extLst>
              <a:ext uri="{FF2B5EF4-FFF2-40B4-BE49-F238E27FC236}">
                <a16:creationId xmlns:a16="http://schemas.microsoft.com/office/drawing/2014/main" id="{76D6A675-FC86-D1C0-3567-2150604AFBDC}"/>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03204535-45C8-35CE-BA60-A943B12D35ED}"/>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9658B336-7BB8-E922-79E3-A8ED13468DBE}"/>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E09679AE-92DC-6FC8-5CB3-084F2D916A7A}"/>
              </a:ext>
            </a:extLst>
          </p:cNvPr>
          <p:cNvSpPr txBox="1"/>
          <p:nvPr/>
        </p:nvSpPr>
        <p:spPr>
          <a:xfrm>
            <a:off x="3138310" y="4909484"/>
            <a:ext cx="570089" cy="230832"/>
          </a:xfrm>
          <a:prstGeom prst="rect">
            <a:avLst/>
          </a:prstGeom>
          <a:noFill/>
        </p:spPr>
        <p:txBody>
          <a:bodyPr wrap="square" rtlCol="0">
            <a:spAutoFit/>
          </a:bodyPr>
          <a:lstStyle/>
          <a:p>
            <a:pPr algn="ctr"/>
            <a:r>
              <a:rPr lang="en-US" sz="900" dirty="0"/>
              <a:t>21</a:t>
            </a:r>
          </a:p>
        </p:txBody>
      </p:sp>
      <p:sp>
        <p:nvSpPr>
          <p:cNvPr id="27" name="TextBox 26">
            <a:extLst>
              <a:ext uri="{FF2B5EF4-FFF2-40B4-BE49-F238E27FC236}">
                <a16:creationId xmlns:a16="http://schemas.microsoft.com/office/drawing/2014/main" id="{A9C34D3B-12CD-AFCC-8FEE-ADE3650FA864}"/>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28" name="TextBox 27">
            <a:extLst>
              <a:ext uri="{FF2B5EF4-FFF2-40B4-BE49-F238E27FC236}">
                <a16:creationId xmlns:a16="http://schemas.microsoft.com/office/drawing/2014/main" id="{61BF3601-7E2E-4BDD-B802-9A75FF9AFF52}"/>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29" name="TextBox 28">
            <a:extLst>
              <a:ext uri="{FF2B5EF4-FFF2-40B4-BE49-F238E27FC236}">
                <a16:creationId xmlns:a16="http://schemas.microsoft.com/office/drawing/2014/main" id="{471872DC-2D34-5A42-84D7-CB20889FBDF3}"/>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8D8A817E-E262-ED5C-093A-955AE9174356}"/>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31" name="TextBox 30">
            <a:extLst>
              <a:ext uri="{FF2B5EF4-FFF2-40B4-BE49-F238E27FC236}">
                <a16:creationId xmlns:a16="http://schemas.microsoft.com/office/drawing/2014/main" id="{684042A3-F40F-1151-AB7B-2C769894F7D0}"/>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B8620492-814A-FDCF-1B72-1177722B5D46}"/>
              </a:ext>
            </a:extLst>
          </p:cNvPr>
          <p:cNvSpPr txBox="1"/>
          <p:nvPr/>
        </p:nvSpPr>
        <p:spPr>
          <a:xfrm>
            <a:off x="4143022" y="3907597"/>
            <a:ext cx="570089" cy="230832"/>
          </a:xfrm>
          <a:prstGeom prst="rect">
            <a:avLst/>
          </a:prstGeom>
          <a:solidFill>
            <a:schemeClr val="accent6">
              <a:lumMod val="20000"/>
              <a:lumOff val="80000"/>
            </a:schemeClr>
          </a:solidFill>
        </p:spPr>
        <p:txBody>
          <a:bodyPr wrap="square" rtlCol="0">
            <a:spAutoFit/>
          </a:bodyPr>
          <a:lstStyle/>
          <a:p>
            <a:pPr algn="ctr"/>
            <a:r>
              <a:rPr lang="en-US" sz="900" dirty="0"/>
              <a:t>12</a:t>
            </a:r>
          </a:p>
        </p:txBody>
      </p:sp>
      <p:sp>
        <p:nvSpPr>
          <p:cNvPr id="24" name="TextBox 23">
            <a:extLst>
              <a:ext uri="{FF2B5EF4-FFF2-40B4-BE49-F238E27FC236}">
                <a16:creationId xmlns:a16="http://schemas.microsoft.com/office/drawing/2014/main" id="{D9BDE500-43A7-1C67-D7E2-1FEF8AE12059}"/>
              </a:ext>
            </a:extLst>
          </p:cNvPr>
          <p:cNvSpPr txBox="1"/>
          <p:nvPr/>
        </p:nvSpPr>
        <p:spPr>
          <a:xfrm>
            <a:off x="4645378" y="4408541"/>
            <a:ext cx="570089" cy="230832"/>
          </a:xfrm>
          <a:prstGeom prst="rect">
            <a:avLst/>
          </a:prstGeom>
          <a:solidFill>
            <a:schemeClr val="accent5">
              <a:lumMod val="20000"/>
              <a:lumOff val="80000"/>
            </a:schemeClr>
          </a:solidFill>
        </p:spPr>
        <p:txBody>
          <a:bodyPr wrap="square" rtlCol="0">
            <a:spAutoFit/>
          </a:bodyPr>
          <a:lstStyle/>
          <a:p>
            <a:pPr algn="ctr"/>
            <a:r>
              <a:rPr lang="en-US" sz="900" dirty="0"/>
              <a:t>12</a:t>
            </a:r>
          </a:p>
        </p:txBody>
      </p:sp>
      <p:sp>
        <p:nvSpPr>
          <p:cNvPr id="25" name="TextBox 24">
            <a:extLst>
              <a:ext uri="{FF2B5EF4-FFF2-40B4-BE49-F238E27FC236}">
                <a16:creationId xmlns:a16="http://schemas.microsoft.com/office/drawing/2014/main" id="{4D19A884-CEE5-8584-9469-ABB5DF3D2A80}"/>
              </a:ext>
            </a:extLst>
          </p:cNvPr>
          <p:cNvSpPr txBox="1"/>
          <p:nvPr/>
        </p:nvSpPr>
        <p:spPr>
          <a:xfrm>
            <a:off x="5147734" y="4909484"/>
            <a:ext cx="570089" cy="230832"/>
          </a:xfrm>
          <a:prstGeom prst="rect">
            <a:avLst/>
          </a:prstGeom>
          <a:solidFill>
            <a:schemeClr val="accent4">
              <a:lumMod val="20000"/>
              <a:lumOff val="80000"/>
            </a:schemeClr>
          </a:solidFill>
        </p:spPr>
        <p:txBody>
          <a:bodyPr wrap="square" rtlCol="0">
            <a:spAutoFit/>
          </a:bodyPr>
          <a:lstStyle/>
          <a:p>
            <a:pPr algn="ctr"/>
            <a:r>
              <a:rPr lang="en-US" sz="900" dirty="0"/>
              <a:t>123</a:t>
            </a:r>
          </a:p>
        </p:txBody>
      </p:sp>
    </p:spTree>
    <p:extLst>
      <p:ext uri="{BB962C8B-B14F-4D97-AF65-F5344CB8AC3E}">
        <p14:creationId xmlns:p14="http://schemas.microsoft.com/office/powerpoint/2010/main" val="15942762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B5344-3439-ECDD-F56F-6677666B898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D08C02-7E3A-983B-A31C-01175DE3BD72}"/>
              </a:ext>
            </a:extLst>
          </p:cNvPr>
          <p:cNvSpPr>
            <a:spLocks noGrp="1"/>
          </p:cNvSpPr>
          <p:nvPr>
            <p:ph sz="half" idx="1"/>
          </p:nvPr>
        </p:nvSpPr>
        <p:spPr/>
        <p:txBody>
          <a:bodyPr/>
          <a:lstStyle/>
          <a:p>
            <a:r>
              <a:rPr lang="en-US" dirty="0"/>
              <a:t>As previous slide. Note that one way or the other, there is a 2 in Row 9.</a:t>
            </a:r>
          </a:p>
        </p:txBody>
      </p:sp>
      <p:pic>
        <p:nvPicPr>
          <p:cNvPr id="4" name="Picture 3" descr="A grid of sudoku puzzle&#10;&#10;Description automatically generated">
            <a:extLst>
              <a:ext uri="{FF2B5EF4-FFF2-40B4-BE49-F238E27FC236}">
                <a16:creationId xmlns:a16="http://schemas.microsoft.com/office/drawing/2014/main" id="{E270C4C1-5531-176A-A20F-6F7BBF584EF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E08CCAA-A371-C772-E242-09DE86DE864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13232EE-39E9-0C32-C9F0-6126F3188F7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49664CA-41C7-E231-C5AC-EEFE11FB08F4}"/>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C6B603F6-77ED-4292-5266-B009CEA77418}"/>
              </a:ext>
            </a:extLst>
          </p:cNvPr>
          <p:cNvSpPr txBox="1"/>
          <p:nvPr/>
        </p:nvSpPr>
        <p:spPr>
          <a:xfrm>
            <a:off x="3138310" y="3907597"/>
            <a:ext cx="570089" cy="230832"/>
          </a:xfrm>
          <a:prstGeom prst="rect">
            <a:avLst/>
          </a:prstGeom>
          <a:noFill/>
        </p:spPr>
        <p:txBody>
          <a:bodyPr wrap="square" rtlCol="0">
            <a:spAutoFit/>
          </a:bodyPr>
          <a:lstStyle/>
          <a:p>
            <a:pPr algn="ctr"/>
            <a:r>
              <a:rPr lang="en-US" sz="900" dirty="0"/>
              <a:t>45</a:t>
            </a:r>
          </a:p>
        </p:txBody>
      </p:sp>
      <p:sp>
        <p:nvSpPr>
          <p:cNvPr id="10" name="TextBox 9">
            <a:extLst>
              <a:ext uri="{FF2B5EF4-FFF2-40B4-BE49-F238E27FC236}">
                <a16:creationId xmlns:a16="http://schemas.microsoft.com/office/drawing/2014/main" id="{A6E4E95C-A0DF-5D27-D482-CABCC1A10813}"/>
              </a:ext>
            </a:extLst>
          </p:cNvPr>
          <p:cNvSpPr txBox="1"/>
          <p:nvPr/>
        </p:nvSpPr>
        <p:spPr>
          <a:xfrm>
            <a:off x="4143022" y="4909484"/>
            <a:ext cx="570089" cy="230832"/>
          </a:xfrm>
          <a:prstGeom prst="rect">
            <a:avLst/>
          </a:prstGeom>
          <a:noFill/>
        </p:spPr>
        <p:txBody>
          <a:bodyPr wrap="square" rtlCol="0">
            <a:spAutoFit/>
          </a:bodyPr>
          <a:lstStyle/>
          <a:p>
            <a:pPr algn="ctr"/>
            <a:r>
              <a:rPr lang="en-US" sz="900" dirty="0"/>
              <a:t>54</a:t>
            </a:r>
          </a:p>
        </p:txBody>
      </p:sp>
      <p:sp>
        <p:nvSpPr>
          <p:cNvPr id="11" name="TextBox 10">
            <a:extLst>
              <a:ext uri="{FF2B5EF4-FFF2-40B4-BE49-F238E27FC236}">
                <a16:creationId xmlns:a16="http://schemas.microsoft.com/office/drawing/2014/main" id="{BD1696D2-09B5-F39A-8214-16A266C4B83F}"/>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B1BA3207-FF94-DDA8-B706-EE5E31CF9E0D}"/>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282EF60A-4C5C-9E9D-2DC1-DF47A14425F9}"/>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D7FAB90C-FE53-DBF4-22AF-44D624CF2476}"/>
              </a:ext>
            </a:extLst>
          </p:cNvPr>
          <p:cNvSpPr txBox="1"/>
          <p:nvPr/>
        </p:nvSpPr>
        <p:spPr>
          <a:xfrm>
            <a:off x="3138310"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21</a:t>
            </a:r>
          </a:p>
        </p:txBody>
      </p:sp>
      <p:sp>
        <p:nvSpPr>
          <p:cNvPr id="27" name="TextBox 26">
            <a:extLst>
              <a:ext uri="{FF2B5EF4-FFF2-40B4-BE49-F238E27FC236}">
                <a16:creationId xmlns:a16="http://schemas.microsoft.com/office/drawing/2014/main" id="{AF637F5C-C751-F79E-8E96-B7B04650CC8C}"/>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28" name="TextBox 27">
            <a:extLst>
              <a:ext uri="{FF2B5EF4-FFF2-40B4-BE49-F238E27FC236}">
                <a16:creationId xmlns:a16="http://schemas.microsoft.com/office/drawing/2014/main" id="{227FA4C0-8380-4C08-B15D-67D4D419142A}"/>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29" name="TextBox 28">
            <a:extLst>
              <a:ext uri="{FF2B5EF4-FFF2-40B4-BE49-F238E27FC236}">
                <a16:creationId xmlns:a16="http://schemas.microsoft.com/office/drawing/2014/main" id="{C998E74B-8662-1D01-447A-DE0B8324A134}"/>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2305A2AA-4BC2-3B4B-19E3-89B1FAB1F1D0}"/>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31" name="TextBox 30">
            <a:extLst>
              <a:ext uri="{FF2B5EF4-FFF2-40B4-BE49-F238E27FC236}">
                <a16:creationId xmlns:a16="http://schemas.microsoft.com/office/drawing/2014/main" id="{F298B6F1-20EA-28DB-460F-EA25C4F65074}"/>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8C9086E3-CA16-DB0D-0951-91D0C910D520}"/>
              </a:ext>
            </a:extLst>
          </p:cNvPr>
          <p:cNvSpPr txBox="1"/>
          <p:nvPr/>
        </p:nvSpPr>
        <p:spPr>
          <a:xfrm>
            <a:off x="4143022" y="3907597"/>
            <a:ext cx="570089" cy="230832"/>
          </a:xfrm>
          <a:prstGeom prst="rect">
            <a:avLst/>
          </a:prstGeom>
          <a:solidFill>
            <a:schemeClr val="accent6">
              <a:lumMod val="20000"/>
              <a:lumOff val="80000"/>
            </a:schemeClr>
          </a:solidFill>
        </p:spPr>
        <p:txBody>
          <a:bodyPr wrap="square" rtlCol="0">
            <a:spAutoFit/>
          </a:bodyPr>
          <a:lstStyle/>
          <a:p>
            <a:pPr algn="ctr"/>
            <a:r>
              <a:rPr lang="en-US" sz="900" dirty="0"/>
              <a:t>12</a:t>
            </a:r>
          </a:p>
        </p:txBody>
      </p:sp>
      <p:sp>
        <p:nvSpPr>
          <p:cNvPr id="25" name="TextBox 24">
            <a:extLst>
              <a:ext uri="{FF2B5EF4-FFF2-40B4-BE49-F238E27FC236}">
                <a16:creationId xmlns:a16="http://schemas.microsoft.com/office/drawing/2014/main" id="{6997D1B5-D178-3B54-A36C-DF32E426599B}"/>
              </a:ext>
            </a:extLst>
          </p:cNvPr>
          <p:cNvSpPr txBox="1"/>
          <p:nvPr/>
        </p:nvSpPr>
        <p:spPr>
          <a:xfrm>
            <a:off x="5147734"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32</a:t>
            </a:r>
          </a:p>
        </p:txBody>
      </p:sp>
      <p:sp>
        <p:nvSpPr>
          <p:cNvPr id="13" name="TextBox 12">
            <a:extLst>
              <a:ext uri="{FF2B5EF4-FFF2-40B4-BE49-F238E27FC236}">
                <a16:creationId xmlns:a16="http://schemas.microsoft.com/office/drawing/2014/main" id="{975AD8A7-97DE-1CCA-E58F-3E0817AF702D}"/>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233680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14C89-AC66-779D-EA88-8502FB7A313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4AC5805-5120-B361-3AA7-4DA0521CF362}"/>
              </a:ext>
            </a:extLst>
          </p:cNvPr>
          <p:cNvSpPr>
            <a:spLocks noGrp="1"/>
          </p:cNvSpPr>
          <p:nvPr>
            <p:ph sz="half" idx="1"/>
          </p:nvPr>
        </p:nvSpPr>
        <p:spPr/>
        <p:txBody>
          <a:bodyPr/>
          <a:lstStyle/>
          <a:p>
            <a:r>
              <a:rPr lang="en-US" dirty="0"/>
              <a:t>[7 in 2].</a:t>
            </a:r>
          </a:p>
        </p:txBody>
      </p:sp>
      <p:pic>
        <p:nvPicPr>
          <p:cNvPr id="4" name="Picture 3" descr="A grid of sudoku puzzle&#10;&#10;Description automatically generated">
            <a:extLst>
              <a:ext uri="{FF2B5EF4-FFF2-40B4-BE49-F238E27FC236}">
                <a16:creationId xmlns:a16="http://schemas.microsoft.com/office/drawing/2014/main" id="{7FDAE5DC-01A2-BF93-2668-EB1D7C52A39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DA17841-10C5-4B62-5A27-0012D531963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5C57F2D-1D6C-5B56-F7A0-E4768DE7740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F5B9B28-5833-EB00-C82F-0084FFDA6A99}"/>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B17140FB-DA1B-EE40-86D8-762B25CFA128}"/>
              </a:ext>
            </a:extLst>
          </p:cNvPr>
          <p:cNvSpPr txBox="1"/>
          <p:nvPr/>
        </p:nvSpPr>
        <p:spPr>
          <a:xfrm>
            <a:off x="3138310" y="3907597"/>
            <a:ext cx="570089" cy="230832"/>
          </a:xfrm>
          <a:prstGeom prst="rect">
            <a:avLst/>
          </a:prstGeom>
          <a:noFill/>
        </p:spPr>
        <p:txBody>
          <a:bodyPr wrap="square" rtlCol="0">
            <a:spAutoFit/>
          </a:bodyPr>
          <a:lstStyle/>
          <a:p>
            <a:pPr algn="ctr"/>
            <a:r>
              <a:rPr lang="en-US" sz="900" dirty="0"/>
              <a:t>45</a:t>
            </a:r>
          </a:p>
        </p:txBody>
      </p:sp>
      <p:sp>
        <p:nvSpPr>
          <p:cNvPr id="10" name="TextBox 9">
            <a:extLst>
              <a:ext uri="{FF2B5EF4-FFF2-40B4-BE49-F238E27FC236}">
                <a16:creationId xmlns:a16="http://schemas.microsoft.com/office/drawing/2014/main" id="{93F5D288-ADF6-4948-65CD-B310AF50E919}"/>
              </a:ext>
            </a:extLst>
          </p:cNvPr>
          <p:cNvSpPr txBox="1"/>
          <p:nvPr/>
        </p:nvSpPr>
        <p:spPr>
          <a:xfrm>
            <a:off x="4143022" y="4909484"/>
            <a:ext cx="570089" cy="230832"/>
          </a:xfrm>
          <a:prstGeom prst="rect">
            <a:avLst/>
          </a:prstGeom>
          <a:noFill/>
        </p:spPr>
        <p:txBody>
          <a:bodyPr wrap="square" rtlCol="0">
            <a:spAutoFit/>
          </a:bodyPr>
          <a:lstStyle/>
          <a:p>
            <a:pPr algn="ctr"/>
            <a:r>
              <a:rPr lang="en-US" sz="900" dirty="0"/>
              <a:t>54</a:t>
            </a:r>
          </a:p>
        </p:txBody>
      </p:sp>
      <p:sp>
        <p:nvSpPr>
          <p:cNvPr id="11" name="TextBox 10">
            <a:extLst>
              <a:ext uri="{FF2B5EF4-FFF2-40B4-BE49-F238E27FC236}">
                <a16:creationId xmlns:a16="http://schemas.microsoft.com/office/drawing/2014/main" id="{1E23767E-4B91-D96B-279E-A5D00B8E6185}"/>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C0214EA4-22B5-66C8-C035-5F8060117BEC}"/>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3A8AF905-5DA5-843A-EF20-0B2DE27AF631}"/>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78B94DF8-6690-923C-58CE-4DB8C1AFD598}"/>
              </a:ext>
            </a:extLst>
          </p:cNvPr>
          <p:cNvSpPr txBox="1"/>
          <p:nvPr/>
        </p:nvSpPr>
        <p:spPr>
          <a:xfrm>
            <a:off x="6654802" y="901933"/>
            <a:ext cx="570089" cy="230832"/>
          </a:xfrm>
          <a:prstGeom prst="rect">
            <a:avLst/>
          </a:prstGeom>
          <a:noFill/>
        </p:spPr>
        <p:txBody>
          <a:bodyPr wrap="square" rtlCol="0">
            <a:spAutoFit/>
          </a:bodyPr>
          <a:lstStyle/>
          <a:p>
            <a:pPr algn="ctr"/>
            <a:r>
              <a:rPr lang="en-US" sz="900" dirty="0"/>
              <a:t>123456</a:t>
            </a:r>
          </a:p>
        </p:txBody>
      </p:sp>
      <p:sp>
        <p:nvSpPr>
          <p:cNvPr id="17" name="TextBox 16">
            <a:extLst>
              <a:ext uri="{FF2B5EF4-FFF2-40B4-BE49-F238E27FC236}">
                <a16:creationId xmlns:a16="http://schemas.microsoft.com/office/drawing/2014/main" id="{2A2CDC27-9718-7A44-5EF9-A7293784F1EF}"/>
              </a:ext>
            </a:extLst>
          </p:cNvPr>
          <p:cNvSpPr txBox="1"/>
          <p:nvPr/>
        </p:nvSpPr>
        <p:spPr>
          <a:xfrm>
            <a:off x="7157158" y="1402877"/>
            <a:ext cx="570089" cy="230832"/>
          </a:xfrm>
          <a:prstGeom prst="rect">
            <a:avLst/>
          </a:prstGeom>
          <a:noFill/>
        </p:spPr>
        <p:txBody>
          <a:bodyPr wrap="square" rtlCol="0">
            <a:spAutoFit/>
          </a:bodyPr>
          <a:lstStyle/>
          <a:p>
            <a:pPr algn="ctr"/>
            <a:r>
              <a:rPr lang="en-US" sz="900" dirty="0"/>
              <a:t>654321</a:t>
            </a:r>
          </a:p>
        </p:txBody>
      </p:sp>
      <p:sp>
        <p:nvSpPr>
          <p:cNvPr id="18" name="TextBox 17">
            <a:extLst>
              <a:ext uri="{FF2B5EF4-FFF2-40B4-BE49-F238E27FC236}">
                <a16:creationId xmlns:a16="http://schemas.microsoft.com/office/drawing/2014/main" id="{B6968A64-D2BF-6BFF-8D61-649465300877}"/>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FF590C0E-28BD-0C0D-E08C-0F4DCA04F5DE}"/>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20" name="TextBox 19">
            <a:extLst>
              <a:ext uri="{FF2B5EF4-FFF2-40B4-BE49-F238E27FC236}">
                <a16:creationId xmlns:a16="http://schemas.microsoft.com/office/drawing/2014/main" id="{F37F718D-9968-EBAD-7E70-A5A50192F8D0}"/>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A5E6E8A4-8FDA-2952-3912-30097E975811}"/>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23" name="TextBox 22">
            <a:extLst>
              <a:ext uri="{FF2B5EF4-FFF2-40B4-BE49-F238E27FC236}">
                <a16:creationId xmlns:a16="http://schemas.microsoft.com/office/drawing/2014/main" id="{5B053087-0552-5582-1A96-31771CBF6E34}"/>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0C0D4DB9-822A-B296-AD47-70855D10C86D}"/>
              </a:ext>
            </a:extLst>
          </p:cNvPr>
          <p:cNvSpPr txBox="1"/>
          <p:nvPr/>
        </p:nvSpPr>
        <p:spPr>
          <a:xfrm>
            <a:off x="3138310"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21</a:t>
            </a:r>
          </a:p>
        </p:txBody>
      </p:sp>
      <p:sp>
        <p:nvSpPr>
          <p:cNvPr id="21" name="TextBox 20">
            <a:extLst>
              <a:ext uri="{FF2B5EF4-FFF2-40B4-BE49-F238E27FC236}">
                <a16:creationId xmlns:a16="http://schemas.microsoft.com/office/drawing/2014/main" id="{FAE3B185-78BC-00D1-EDF7-AF06B080369C}"/>
              </a:ext>
            </a:extLst>
          </p:cNvPr>
          <p:cNvSpPr txBox="1"/>
          <p:nvPr/>
        </p:nvSpPr>
        <p:spPr>
          <a:xfrm>
            <a:off x="4143022" y="3907597"/>
            <a:ext cx="570089" cy="230832"/>
          </a:xfrm>
          <a:prstGeom prst="rect">
            <a:avLst/>
          </a:prstGeom>
          <a:solidFill>
            <a:schemeClr val="accent6">
              <a:lumMod val="20000"/>
              <a:lumOff val="80000"/>
            </a:schemeClr>
          </a:solidFill>
        </p:spPr>
        <p:txBody>
          <a:bodyPr wrap="square" rtlCol="0">
            <a:spAutoFit/>
          </a:bodyPr>
          <a:lstStyle/>
          <a:p>
            <a:pPr algn="ctr"/>
            <a:r>
              <a:rPr lang="en-US" sz="900" dirty="0"/>
              <a:t>12</a:t>
            </a:r>
          </a:p>
        </p:txBody>
      </p:sp>
      <p:sp>
        <p:nvSpPr>
          <p:cNvPr id="24" name="TextBox 23">
            <a:extLst>
              <a:ext uri="{FF2B5EF4-FFF2-40B4-BE49-F238E27FC236}">
                <a16:creationId xmlns:a16="http://schemas.microsoft.com/office/drawing/2014/main" id="{C4A60370-88A8-FC3A-324A-E0D38947E4D9}"/>
              </a:ext>
            </a:extLst>
          </p:cNvPr>
          <p:cNvSpPr txBox="1"/>
          <p:nvPr/>
        </p:nvSpPr>
        <p:spPr>
          <a:xfrm>
            <a:off x="5147734"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32</a:t>
            </a:r>
          </a:p>
        </p:txBody>
      </p:sp>
      <p:sp>
        <p:nvSpPr>
          <p:cNvPr id="25" name="TextBox 24">
            <a:extLst>
              <a:ext uri="{FF2B5EF4-FFF2-40B4-BE49-F238E27FC236}">
                <a16:creationId xmlns:a16="http://schemas.microsoft.com/office/drawing/2014/main" id="{61EEA2B7-CB1F-3646-39BF-4DB5EB967952}"/>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4019802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B3FCF-B9B2-CE20-B26C-1C7F38ED4A6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62E79E0-9DF9-75E0-C570-E85C1D01B75C}"/>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6F3609AC-A371-2459-D4F3-1D6C0FDB1A5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3CCEB89-C039-4FD9-5272-2C0A3D9656C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66491E5-DE87-E5F2-A2B0-87626303E22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27BFBA5-FA8E-4944-CA60-877ADF057957}"/>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E1294A2D-2496-BAD0-1DA3-4737818BE1F7}"/>
              </a:ext>
            </a:extLst>
          </p:cNvPr>
          <p:cNvSpPr txBox="1"/>
          <p:nvPr/>
        </p:nvSpPr>
        <p:spPr>
          <a:xfrm>
            <a:off x="3138310" y="3907597"/>
            <a:ext cx="570089" cy="230832"/>
          </a:xfrm>
          <a:prstGeom prst="rect">
            <a:avLst/>
          </a:prstGeom>
          <a:noFill/>
        </p:spPr>
        <p:txBody>
          <a:bodyPr wrap="square" rtlCol="0">
            <a:spAutoFit/>
          </a:bodyPr>
          <a:lstStyle/>
          <a:p>
            <a:pPr algn="ctr"/>
            <a:r>
              <a:rPr lang="en-US" sz="900" dirty="0"/>
              <a:t>45</a:t>
            </a:r>
          </a:p>
        </p:txBody>
      </p:sp>
      <p:sp>
        <p:nvSpPr>
          <p:cNvPr id="10" name="TextBox 9">
            <a:extLst>
              <a:ext uri="{FF2B5EF4-FFF2-40B4-BE49-F238E27FC236}">
                <a16:creationId xmlns:a16="http://schemas.microsoft.com/office/drawing/2014/main" id="{2C02F849-F9CB-F5DF-4DAC-1E7674EBBAF4}"/>
              </a:ext>
            </a:extLst>
          </p:cNvPr>
          <p:cNvSpPr txBox="1"/>
          <p:nvPr/>
        </p:nvSpPr>
        <p:spPr>
          <a:xfrm>
            <a:off x="4143022" y="4909484"/>
            <a:ext cx="570089" cy="230832"/>
          </a:xfrm>
          <a:prstGeom prst="rect">
            <a:avLst/>
          </a:prstGeom>
          <a:noFill/>
        </p:spPr>
        <p:txBody>
          <a:bodyPr wrap="square" rtlCol="0">
            <a:spAutoFit/>
          </a:bodyPr>
          <a:lstStyle/>
          <a:p>
            <a:pPr algn="ctr"/>
            <a:r>
              <a:rPr lang="en-US" sz="900" dirty="0"/>
              <a:t>54</a:t>
            </a:r>
          </a:p>
        </p:txBody>
      </p:sp>
      <p:sp>
        <p:nvSpPr>
          <p:cNvPr id="11" name="TextBox 10">
            <a:extLst>
              <a:ext uri="{FF2B5EF4-FFF2-40B4-BE49-F238E27FC236}">
                <a16:creationId xmlns:a16="http://schemas.microsoft.com/office/drawing/2014/main" id="{F6112BC7-9E26-8CBF-197B-EBDEC7EC026F}"/>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0B386497-9B21-8509-8760-342F0722863B}"/>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32F9A94B-1EF9-B958-3D35-B2C99D8E52A6}"/>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F99C2C4E-1BA2-F156-0A9E-4CA230A43A92}"/>
              </a:ext>
            </a:extLst>
          </p:cNvPr>
          <p:cNvSpPr txBox="1"/>
          <p:nvPr/>
        </p:nvSpPr>
        <p:spPr>
          <a:xfrm>
            <a:off x="6654802" y="901933"/>
            <a:ext cx="570089" cy="230832"/>
          </a:xfrm>
          <a:prstGeom prst="rect">
            <a:avLst/>
          </a:prstGeom>
          <a:noFill/>
        </p:spPr>
        <p:txBody>
          <a:bodyPr wrap="square" rtlCol="0">
            <a:spAutoFit/>
          </a:bodyPr>
          <a:lstStyle/>
          <a:p>
            <a:pPr algn="ctr"/>
            <a:r>
              <a:rPr lang="en-US" sz="900" dirty="0"/>
              <a:t>35</a:t>
            </a:r>
          </a:p>
        </p:txBody>
      </p:sp>
      <p:sp>
        <p:nvSpPr>
          <p:cNvPr id="17" name="TextBox 16">
            <a:extLst>
              <a:ext uri="{FF2B5EF4-FFF2-40B4-BE49-F238E27FC236}">
                <a16:creationId xmlns:a16="http://schemas.microsoft.com/office/drawing/2014/main" id="{6226C2B5-EE01-A002-4F8E-7E9E1530D332}"/>
              </a:ext>
            </a:extLst>
          </p:cNvPr>
          <p:cNvSpPr txBox="1"/>
          <p:nvPr/>
        </p:nvSpPr>
        <p:spPr>
          <a:xfrm>
            <a:off x="7157158" y="1402877"/>
            <a:ext cx="570089" cy="230832"/>
          </a:xfrm>
          <a:prstGeom prst="rect">
            <a:avLst/>
          </a:prstGeom>
          <a:noFill/>
        </p:spPr>
        <p:txBody>
          <a:bodyPr wrap="square" rtlCol="0">
            <a:spAutoFit/>
          </a:bodyPr>
          <a:lstStyle/>
          <a:p>
            <a:pPr algn="ctr"/>
            <a:r>
              <a:rPr lang="en-US" sz="900" dirty="0"/>
              <a:t>42</a:t>
            </a:r>
          </a:p>
        </p:txBody>
      </p:sp>
      <p:sp>
        <p:nvSpPr>
          <p:cNvPr id="18" name="TextBox 17">
            <a:extLst>
              <a:ext uri="{FF2B5EF4-FFF2-40B4-BE49-F238E27FC236}">
                <a16:creationId xmlns:a16="http://schemas.microsoft.com/office/drawing/2014/main" id="{810B1AB9-9847-5E9A-9EE7-98E243C2A8E6}"/>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44F42327-B00C-2E06-0720-3FCEF9FC8D0A}"/>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20" name="TextBox 19">
            <a:extLst>
              <a:ext uri="{FF2B5EF4-FFF2-40B4-BE49-F238E27FC236}">
                <a16:creationId xmlns:a16="http://schemas.microsoft.com/office/drawing/2014/main" id="{5C9455E3-7518-83D4-F67C-C37F2DA80D04}"/>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53B7EA38-224B-B591-B0B8-83623EFE6722}"/>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326C464B-738C-D282-2286-1191E6431BD3}"/>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E0E44627-1D56-16D6-FF28-2DFD94DD7D9D}"/>
              </a:ext>
            </a:extLst>
          </p:cNvPr>
          <p:cNvSpPr txBox="1"/>
          <p:nvPr/>
        </p:nvSpPr>
        <p:spPr>
          <a:xfrm>
            <a:off x="3138310"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21</a:t>
            </a:r>
          </a:p>
        </p:txBody>
      </p:sp>
      <p:sp>
        <p:nvSpPr>
          <p:cNvPr id="23" name="TextBox 22">
            <a:extLst>
              <a:ext uri="{FF2B5EF4-FFF2-40B4-BE49-F238E27FC236}">
                <a16:creationId xmlns:a16="http://schemas.microsoft.com/office/drawing/2014/main" id="{F20357BC-130A-7257-73C3-2D57C3676AA0}"/>
              </a:ext>
            </a:extLst>
          </p:cNvPr>
          <p:cNvSpPr txBox="1"/>
          <p:nvPr/>
        </p:nvSpPr>
        <p:spPr>
          <a:xfrm>
            <a:off x="4143022" y="3907597"/>
            <a:ext cx="570089" cy="230832"/>
          </a:xfrm>
          <a:prstGeom prst="rect">
            <a:avLst/>
          </a:prstGeom>
          <a:solidFill>
            <a:schemeClr val="accent6">
              <a:lumMod val="20000"/>
              <a:lumOff val="80000"/>
            </a:schemeClr>
          </a:solidFill>
        </p:spPr>
        <p:txBody>
          <a:bodyPr wrap="square" rtlCol="0">
            <a:spAutoFit/>
          </a:bodyPr>
          <a:lstStyle/>
          <a:p>
            <a:pPr algn="ctr"/>
            <a:r>
              <a:rPr lang="en-US" sz="900" dirty="0"/>
              <a:t>12</a:t>
            </a:r>
          </a:p>
        </p:txBody>
      </p:sp>
      <p:sp>
        <p:nvSpPr>
          <p:cNvPr id="24" name="TextBox 23">
            <a:extLst>
              <a:ext uri="{FF2B5EF4-FFF2-40B4-BE49-F238E27FC236}">
                <a16:creationId xmlns:a16="http://schemas.microsoft.com/office/drawing/2014/main" id="{60EEC459-A7A2-FF66-1745-CB693D47C7D1}"/>
              </a:ext>
            </a:extLst>
          </p:cNvPr>
          <p:cNvSpPr txBox="1"/>
          <p:nvPr/>
        </p:nvSpPr>
        <p:spPr>
          <a:xfrm>
            <a:off x="5147734"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32</a:t>
            </a:r>
          </a:p>
        </p:txBody>
      </p:sp>
      <p:sp>
        <p:nvSpPr>
          <p:cNvPr id="25" name="TextBox 24">
            <a:extLst>
              <a:ext uri="{FF2B5EF4-FFF2-40B4-BE49-F238E27FC236}">
                <a16:creationId xmlns:a16="http://schemas.microsoft.com/office/drawing/2014/main" id="{7D0BF046-CD50-3315-1C37-99D311F03892}"/>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8117292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5D348-7EA7-BE2F-4D9D-3A811DD5D0E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619BA5-CAAD-2182-4774-39696B9DE920}"/>
              </a:ext>
            </a:extLst>
          </p:cNvPr>
          <p:cNvSpPr>
            <a:spLocks noGrp="1"/>
          </p:cNvSpPr>
          <p:nvPr>
            <p:ph sz="half" idx="1"/>
          </p:nvPr>
        </p:nvSpPr>
        <p:spPr/>
        <p:txBody>
          <a:bodyPr/>
          <a:lstStyle/>
          <a:p>
            <a:r>
              <a:rPr lang="en-US" dirty="0"/>
              <a:t>[12 in 3] -&gt; [3 in 2], which is 12.</a:t>
            </a:r>
          </a:p>
          <a:p>
            <a:r>
              <a:rPr lang="en-US" dirty="0"/>
              <a:t>Then, reduce.</a:t>
            </a:r>
          </a:p>
        </p:txBody>
      </p:sp>
      <p:pic>
        <p:nvPicPr>
          <p:cNvPr id="4" name="Picture 3" descr="A grid of sudoku puzzle&#10;&#10;Description automatically generated">
            <a:extLst>
              <a:ext uri="{FF2B5EF4-FFF2-40B4-BE49-F238E27FC236}">
                <a16:creationId xmlns:a16="http://schemas.microsoft.com/office/drawing/2014/main" id="{4C4787CD-7219-CE33-D5B6-8D60B57A609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E573FBC-50C8-90C0-7DFC-5404525D369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AC3F101-6BD0-AABC-F3F5-43A25F80218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8741DD8-5BDD-47D2-5253-2C9C2FC23FBE}"/>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36652F92-FA84-9CE0-BEFD-EBB521CACED9}"/>
              </a:ext>
            </a:extLst>
          </p:cNvPr>
          <p:cNvSpPr txBox="1"/>
          <p:nvPr/>
        </p:nvSpPr>
        <p:spPr>
          <a:xfrm>
            <a:off x="3138310" y="3907597"/>
            <a:ext cx="570089" cy="230832"/>
          </a:xfrm>
          <a:prstGeom prst="rect">
            <a:avLst/>
          </a:prstGeom>
          <a:noFill/>
        </p:spPr>
        <p:txBody>
          <a:bodyPr wrap="square" rtlCol="0">
            <a:spAutoFit/>
          </a:bodyPr>
          <a:lstStyle/>
          <a:p>
            <a:pPr algn="ctr"/>
            <a:r>
              <a:rPr lang="en-US" sz="900" dirty="0"/>
              <a:t>45</a:t>
            </a:r>
          </a:p>
        </p:txBody>
      </p:sp>
      <p:sp>
        <p:nvSpPr>
          <p:cNvPr id="10" name="TextBox 9">
            <a:extLst>
              <a:ext uri="{FF2B5EF4-FFF2-40B4-BE49-F238E27FC236}">
                <a16:creationId xmlns:a16="http://schemas.microsoft.com/office/drawing/2014/main" id="{C6802F7A-8C58-2B6C-1A11-A9C9436E222E}"/>
              </a:ext>
            </a:extLst>
          </p:cNvPr>
          <p:cNvSpPr txBox="1"/>
          <p:nvPr/>
        </p:nvSpPr>
        <p:spPr>
          <a:xfrm>
            <a:off x="4143022" y="4909484"/>
            <a:ext cx="570089" cy="230832"/>
          </a:xfrm>
          <a:prstGeom prst="rect">
            <a:avLst/>
          </a:prstGeom>
          <a:noFill/>
        </p:spPr>
        <p:txBody>
          <a:bodyPr wrap="square" rtlCol="0">
            <a:spAutoFit/>
          </a:bodyPr>
          <a:lstStyle/>
          <a:p>
            <a:pPr algn="ctr"/>
            <a:r>
              <a:rPr lang="en-US" sz="900" dirty="0"/>
              <a:t>54</a:t>
            </a:r>
          </a:p>
        </p:txBody>
      </p:sp>
      <p:sp>
        <p:nvSpPr>
          <p:cNvPr id="11" name="TextBox 10">
            <a:extLst>
              <a:ext uri="{FF2B5EF4-FFF2-40B4-BE49-F238E27FC236}">
                <a16:creationId xmlns:a16="http://schemas.microsoft.com/office/drawing/2014/main" id="{8356749E-5FAB-E137-54CC-6D322CD4D0AC}"/>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C1A997B8-5D4D-C8A1-2AD4-7492FB80FBFC}"/>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A24AB6D6-B175-ECF2-794F-3D73AB01CF2D}"/>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D6FF19E2-6C2E-0502-CB04-F70F9702B815}"/>
              </a:ext>
            </a:extLst>
          </p:cNvPr>
          <p:cNvSpPr txBox="1"/>
          <p:nvPr/>
        </p:nvSpPr>
        <p:spPr>
          <a:xfrm>
            <a:off x="6152446" y="901933"/>
            <a:ext cx="570089" cy="230832"/>
          </a:xfrm>
          <a:prstGeom prst="rect">
            <a:avLst/>
          </a:prstGeom>
          <a:noFill/>
        </p:spPr>
        <p:txBody>
          <a:bodyPr wrap="square" rtlCol="0">
            <a:spAutoFit/>
          </a:bodyPr>
          <a:lstStyle/>
          <a:p>
            <a:pPr algn="ctr"/>
            <a:r>
              <a:rPr lang="en-US" sz="900" dirty="0"/>
              <a:t>12</a:t>
            </a:r>
          </a:p>
        </p:txBody>
      </p:sp>
      <p:sp>
        <p:nvSpPr>
          <p:cNvPr id="19" name="TextBox 18">
            <a:extLst>
              <a:ext uri="{FF2B5EF4-FFF2-40B4-BE49-F238E27FC236}">
                <a16:creationId xmlns:a16="http://schemas.microsoft.com/office/drawing/2014/main" id="{50ED23A4-7912-68FE-8398-062755C1E12F}"/>
              </a:ext>
            </a:extLst>
          </p:cNvPr>
          <p:cNvSpPr txBox="1"/>
          <p:nvPr/>
        </p:nvSpPr>
        <p:spPr>
          <a:xfrm>
            <a:off x="7157158" y="1903821"/>
            <a:ext cx="570089" cy="230832"/>
          </a:xfrm>
          <a:prstGeom prst="rect">
            <a:avLst/>
          </a:prstGeom>
          <a:noFill/>
        </p:spPr>
        <p:txBody>
          <a:bodyPr wrap="square" rtlCol="0">
            <a:spAutoFit/>
          </a:bodyPr>
          <a:lstStyle/>
          <a:p>
            <a:pPr algn="ctr"/>
            <a:r>
              <a:rPr lang="en-US" sz="900" dirty="0"/>
              <a:t>21</a:t>
            </a:r>
          </a:p>
        </p:txBody>
      </p:sp>
      <p:sp>
        <p:nvSpPr>
          <p:cNvPr id="20" name="TextBox 19">
            <a:extLst>
              <a:ext uri="{FF2B5EF4-FFF2-40B4-BE49-F238E27FC236}">
                <a16:creationId xmlns:a16="http://schemas.microsoft.com/office/drawing/2014/main" id="{9384DA9B-7A74-96AD-1AF3-54C96AED947F}"/>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D0EA1C87-9B64-229F-4BEC-9AAFA7E387B3}"/>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22" name="TextBox 21">
            <a:extLst>
              <a:ext uri="{FF2B5EF4-FFF2-40B4-BE49-F238E27FC236}">
                <a16:creationId xmlns:a16="http://schemas.microsoft.com/office/drawing/2014/main" id="{40F97FC8-B573-819D-F260-6C9610E7F71F}"/>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496AEB8E-8F34-126C-F7C5-DA3D53C323C0}"/>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BB732A9D-CFAB-E0CE-E2BC-8115B1D1FC42}"/>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25" name="TextBox 24">
            <a:extLst>
              <a:ext uri="{FF2B5EF4-FFF2-40B4-BE49-F238E27FC236}">
                <a16:creationId xmlns:a16="http://schemas.microsoft.com/office/drawing/2014/main" id="{D486ABA6-3378-B247-42F2-0ED3C41354DE}"/>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9E983846-7A91-7CB3-E694-F571301F47D4}"/>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3" name="TextBox 2">
            <a:extLst>
              <a:ext uri="{FF2B5EF4-FFF2-40B4-BE49-F238E27FC236}">
                <a16:creationId xmlns:a16="http://schemas.microsoft.com/office/drawing/2014/main" id="{A7C314CD-23FD-2CFD-C30D-0A61304AEBB1}"/>
              </a:ext>
            </a:extLst>
          </p:cNvPr>
          <p:cNvSpPr txBox="1"/>
          <p:nvPr/>
        </p:nvSpPr>
        <p:spPr>
          <a:xfrm>
            <a:off x="3138310"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21</a:t>
            </a:r>
          </a:p>
        </p:txBody>
      </p:sp>
      <p:sp>
        <p:nvSpPr>
          <p:cNvPr id="8" name="TextBox 7">
            <a:extLst>
              <a:ext uri="{FF2B5EF4-FFF2-40B4-BE49-F238E27FC236}">
                <a16:creationId xmlns:a16="http://schemas.microsoft.com/office/drawing/2014/main" id="{589DC3D2-79E8-D15A-D468-D79E3D4D9ADB}"/>
              </a:ext>
            </a:extLst>
          </p:cNvPr>
          <p:cNvSpPr txBox="1"/>
          <p:nvPr/>
        </p:nvSpPr>
        <p:spPr>
          <a:xfrm>
            <a:off x="4143022" y="3907597"/>
            <a:ext cx="570089" cy="230832"/>
          </a:xfrm>
          <a:prstGeom prst="rect">
            <a:avLst/>
          </a:prstGeom>
          <a:solidFill>
            <a:schemeClr val="accent6">
              <a:lumMod val="20000"/>
              <a:lumOff val="80000"/>
            </a:schemeClr>
          </a:solidFill>
        </p:spPr>
        <p:txBody>
          <a:bodyPr wrap="square" rtlCol="0">
            <a:spAutoFit/>
          </a:bodyPr>
          <a:lstStyle/>
          <a:p>
            <a:pPr algn="ctr"/>
            <a:r>
              <a:rPr lang="en-US" sz="900" dirty="0"/>
              <a:t>12</a:t>
            </a:r>
          </a:p>
        </p:txBody>
      </p:sp>
      <p:sp>
        <p:nvSpPr>
          <p:cNvPr id="17" name="TextBox 16">
            <a:extLst>
              <a:ext uri="{FF2B5EF4-FFF2-40B4-BE49-F238E27FC236}">
                <a16:creationId xmlns:a16="http://schemas.microsoft.com/office/drawing/2014/main" id="{81303DB4-0491-B812-832B-905171D775B1}"/>
              </a:ext>
            </a:extLst>
          </p:cNvPr>
          <p:cNvSpPr txBox="1"/>
          <p:nvPr/>
        </p:nvSpPr>
        <p:spPr>
          <a:xfrm>
            <a:off x="5147734"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32</a:t>
            </a:r>
          </a:p>
        </p:txBody>
      </p:sp>
      <p:sp>
        <p:nvSpPr>
          <p:cNvPr id="27" name="TextBox 26">
            <a:extLst>
              <a:ext uri="{FF2B5EF4-FFF2-40B4-BE49-F238E27FC236}">
                <a16:creationId xmlns:a16="http://schemas.microsoft.com/office/drawing/2014/main" id="{DD3C6BBF-4156-BFE7-E123-073C22109E9A}"/>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42309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2581E-8F28-FB0D-BFF2-E867C6C78F8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CF9CAA-2154-C85D-9F24-65FF442EF2A7}"/>
              </a:ext>
            </a:extLst>
          </p:cNvPr>
          <p:cNvSpPr>
            <a:spLocks noGrp="1"/>
          </p:cNvSpPr>
          <p:nvPr>
            <p:ph sz="half" idx="1"/>
          </p:nvPr>
        </p:nvSpPr>
        <p:spPr/>
        <p:txBody>
          <a:bodyPr/>
          <a:lstStyle/>
          <a:p>
            <a:r>
              <a:rPr lang="en-US" dirty="0"/>
              <a:t>Complete upper right block.</a:t>
            </a:r>
          </a:p>
        </p:txBody>
      </p:sp>
      <p:pic>
        <p:nvPicPr>
          <p:cNvPr id="4" name="Picture 3" descr="A grid of sudoku puzzle&#10;&#10;Description automatically generated">
            <a:extLst>
              <a:ext uri="{FF2B5EF4-FFF2-40B4-BE49-F238E27FC236}">
                <a16:creationId xmlns:a16="http://schemas.microsoft.com/office/drawing/2014/main" id="{C92C96B7-AA96-1E58-2483-CB9E022236A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F7B0998-9961-F995-8D36-7F5616F6296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270A158-E5DC-A6EA-4A25-4FB1AD6B243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D2A8E08-4F51-B2D2-2684-EB6994796494}"/>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78F73BE3-6D9B-E5F9-6428-75ABEF0BEDB4}"/>
              </a:ext>
            </a:extLst>
          </p:cNvPr>
          <p:cNvSpPr txBox="1"/>
          <p:nvPr/>
        </p:nvSpPr>
        <p:spPr>
          <a:xfrm>
            <a:off x="3138310" y="3907597"/>
            <a:ext cx="570089" cy="230832"/>
          </a:xfrm>
          <a:prstGeom prst="rect">
            <a:avLst/>
          </a:prstGeom>
          <a:noFill/>
        </p:spPr>
        <p:txBody>
          <a:bodyPr wrap="square" rtlCol="0">
            <a:spAutoFit/>
          </a:bodyPr>
          <a:lstStyle/>
          <a:p>
            <a:pPr algn="ctr"/>
            <a:r>
              <a:rPr lang="en-US" sz="900" dirty="0"/>
              <a:t>45</a:t>
            </a:r>
          </a:p>
        </p:txBody>
      </p:sp>
      <p:sp>
        <p:nvSpPr>
          <p:cNvPr id="10" name="TextBox 9">
            <a:extLst>
              <a:ext uri="{FF2B5EF4-FFF2-40B4-BE49-F238E27FC236}">
                <a16:creationId xmlns:a16="http://schemas.microsoft.com/office/drawing/2014/main" id="{AA448B21-DE1A-3D50-FDD6-47A60615B131}"/>
              </a:ext>
            </a:extLst>
          </p:cNvPr>
          <p:cNvSpPr txBox="1"/>
          <p:nvPr/>
        </p:nvSpPr>
        <p:spPr>
          <a:xfrm>
            <a:off x="4143022" y="4909484"/>
            <a:ext cx="570089" cy="230832"/>
          </a:xfrm>
          <a:prstGeom prst="rect">
            <a:avLst/>
          </a:prstGeom>
          <a:noFill/>
        </p:spPr>
        <p:txBody>
          <a:bodyPr wrap="square" rtlCol="0">
            <a:spAutoFit/>
          </a:bodyPr>
          <a:lstStyle/>
          <a:p>
            <a:pPr algn="ctr"/>
            <a:r>
              <a:rPr lang="en-US" sz="900" dirty="0"/>
              <a:t>54</a:t>
            </a:r>
          </a:p>
        </p:txBody>
      </p:sp>
      <p:sp>
        <p:nvSpPr>
          <p:cNvPr id="11" name="TextBox 10">
            <a:extLst>
              <a:ext uri="{FF2B5EF4-FFF2-40B4-BE49-F238E27FC236}">
                <a16:creationId xmlns:a16="http://schemas.microsoft.com/office/drawing/2014/main" id="{FB524344-EA4C-6698-24C6-5DB8DB6F2B90}"/>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8A655529-B9FB-9E7D-BE7A-D152CB6D9405}"/>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443A4019-FA66-AF23-DC4C-197AEDBA24D5}"/>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6D5D65E0-C275-D42A-8C15-DB10D85435E6}"/>
              </a:ext>
            </a:extLst>
          </p:cNvPr>
          <p:cNvSpPr txBox="1"/>
          <p:nvPr/>
        </p:nvSpPr>
        <p:spPr>
          <a:xfrm>
            <a:off x="6152446" y="901933"/>
            <a:ext cx="570089" cy="230832"/>
          </a:xfrm>
          <a:prstGeom prst="rect">
            <a:avLst/>
          </a:prstGeom>
          <a:noFill/>
        </p:spPr>
        <p:txBody>
          <a:bodyPr wrap="square" rtlCol="0">
            <a:spAutoFit/>
          </a:bodyPr>
          <a:lstStyle/>
          <a:p>
            <a:pPr algn="ctr"/>
            <a:r>
              <a:rPr lang="en-US" sz="900" dirty="0"/>
              <a:t>12</a:t>
            </a:r>
          </a:p>
        </p:txBody>
      </p:sp>
      <p:sp>
        <p:nvSpPr>
          <p:cNvPr id="19" name="TextBox 18">
            <a:extLst>
              <a:ext uri="{FF2B5EF4-FFF2-40B4-BE49-F238E27FC236}">
                <a16:creationId xmlns:a16="http://schemas.microsoft.com/office/drawing/2014/main" id="{29EE1DA4-DB5B-86CD-FC82-DBE2E6956FF1}"/>
              </a:ext>
            </a:extLst>
          </p:cNvPr>
          <p:cNvSpPr txBox="1"/>
          <p:nvPr/>
        </p:nvSpPr>
        <p:spPr>
          <a:xfrm>
            <a:off x="7157158" y="1903821"/>
            <a:ext cx="570089" cy="230832"/>
          </a:xfrm>
          <a:prstGeom prst="rect">
            <a:avLst/>
          </a:prstGeom>
          <a:noFill/>
        </p:spPr>
        <p:txBody>
          <a:bodyPr wrap="square" rtlCol="0">
            <a:spAutoFit/>
          </a:bodyPr>
          <a:lstStyle/>
          <a:p>
            <a:pPr algn="ctr"/>
            <a:r>
              <a:rPr lang="en-US" sz="900" dirty="0"/>
              <a:t>21</a:t>
            </a:r>
          </a:p>
        </p:txBody>
      </p:sp>
      <p:sp>
        <p:nvSpPr>
          <p:cNvPr id="20" name="TextBox 19">
            <a:extLst>
              <a:ext uri="{FF2B5EF4-FFF2-40B4-BE49-F238E27FC236}">
                <a16:creationId xmlns:a16="http://schemas.microsoft.com/office/drawing/2014/main" id="{B9630ACD-80EE-C30D-AE3A-D6FDAB1F950A}"/>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5EDFD7C0-5320-A820-D3F0-3C0ACD9BA09E}"/>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3E3CAD8E-43AA-AB92-ABCF-6FC62D88CD16}"/>
              </a:ext>
            </a:extLst>
          </p:cNvPr>
          <p:cNvSpPr txBox="1"/>
          <p:nvPr/>
        </p:nvSpPr>
        <p:spPr>
          <a:xfrm>
            <a:off x="7157158" y="901933"/>
            <a:ext cx="570089" cy="230832"/>
          </a:xfrm>
          <a:prstGeom prst="rect">
            <a:avLst/>
          </a:prstGeom>
          <a:noFill/>
        </p:spPr>
        <p:txBody>
          <a:bodyPr wrap="square" rtlCol="0">
            <a:spAutoFit/>
          </a:bodyPr>
          <a:lstStyle/>
          <a:p>
            <a:pPr algn="ctr"/>
            <a:r>
              <a:rPr lang="en-US" sz="900" dirty="0"/>
              <a:t>5678</a:t>
            </a:r>
          </a:p>
        </p:txBody>
      </p:sp>
      <p:sp>
        <p:nvSpPr>
          <p:cNvPr id="17" name="TextBox 16">
            <a:extLst>
              <a:ext uri="{FF2B5EF4-FFF2-40B4-BE49-F238E27FC236}">
                <a16:creationId xmlns:a16="http://schemas.microsoft.com/office/drawing/2014/main" id="{0001A806-52B6-9A3E-12AF-2A2D69804FA1}"/>
              </a:ext>
            </a:extLst>
          </p:cNvPr>
          <p:cNvSpPr txBox="1"/>
          <p:nvPr/>
        </p:nvSpPr>
        <p:spPr>
          <a:xfrm>
            <a:off x="6152446" y="1402877"/>
            <a:ext cx="570089" cy="230832"/>
          </a:xfrm>
          <a:prstGeom prst="rect">
            <a:avLst/>
          </a:prstGeom>
          <a:noFill/>
        </p:spPr>
        <p:txBody>
          <a:bodyPr wrap="square" rtlCol="0">
            <a:spAutoFit/>
          </a:bodyPr>
          <a:lstStyle/>
          <a:p>
            <a:pPr algn="ctr"/>
            <a:r>
              <a:rPr lang="en-US" sz="900" dirty="0"/>
              <a:t>678</a:t>
            </a:r>
          </a:p>
        </p:txBody>
      </p:sp>
      <p:sp>
        <p:nvSpPr>
          <p:cNvPr id="22" name="TextBox 21">
            <a:extLst>
              <a:ext uri="{FF2B5EF4-FFF2-40B4-BE49-F238E27FC236}">
                <a16:creationId xmlns:a16="http://schemas.microsoft.com/office/drawing/2014/main" id="{F71AD211-16D9-7BF4-06F4-C00FF0B45782}"/>
              </a:ext>
            </a:extLst>
          </p:cNvPr>
          <p:cNvSpPr txBox="1"/>
          <p:nvPr/>
        </p:nvSpPr>
        <p:spPr>
          <a:xfrm>
            <a:off x="6152446" y="1903821"/>
            <a:ext cx="570089" cy="230832"/>
          </a:xfrm>
          <a:prstGeom prst="rect">
            <a:avLst/>
          </a:prstGeom>
          <a:noFill/>
        </p:spPr>
        <p:txBody>
          <a:bodyPr wrap="square" rtlCol="0">
            <a:spAutoFit/>
          </a:bodyPr>
          <a:lstStyle/>
          <a:p>
            <a:pPr algn="ctr"/>
            <a:r>
              <a:rPr lang="en-US" sz="900" dirty="0"/>
              <a:t>5678</a:t>
            </a:r>
          </a:p>
        </p:txBody>
      </p:sp>
      <p:sp>
        <p:nvSpPr>
          <p:cNvPr id="23" name="TextBox 22">
            <a:extLst>
              <a:ext uri="{FF2B5EF4-FFF2-40B4-BE49-F238E27FC236}">
                <a16:creationId xmlns:a16="http://schemas.microsoft.com/office/drawing/2014/main" id="{C462CD4C-6BE2-D204-126B-4AF1F2A9F131}"/>
              </a:ext>
            </a:extLst>
          </p:cNvPr>
          <p:cNvSpPr txBox="1"/>
          <p:nvPr/>
        </p:nvSpPr>
        <p:spPr>
          <a:xfrm>
            <a:off x="6654802" y="1903821"/>
            <a:ext cx="570089" cy="230832"/>
          </a:xfrm>
          <a:prstGeom prst="rect">
            <a:avLst/>
          </a:prstGeom>
          <a:noFill/>
        </p:spPr>
        <p:txBody>
          <a:bodyPr wrap="square" rtlCol="0">
            <a:spAutoFit/>
          </a:bodyPr>
          <a:lstStyle/>
          <a:p>
            <a:pPr algn="ctr"/>
            <a:r>
              <a:rPr lang="en-US" sz="900" dirty="0"/>
              <a:t>578</a:t>
            </a:r>
          </a:p>
        </p:txBody>
      </p:sp>
      <p:sp>
        <p:nvSpPr>
          <p:cNvPr id="27" name="TextBox 26">
            <a:extLst>
              <a:ext uri="{FF2B5EF4-FFF2-40B4-BE49-F238E27FC236}">
                <a16:creationId xmlns:a16="http://schemas.microsoft.com/office/drawing/2014/main" id="{468845F8-49FF-B2E2-0D84-1E63BF6B4874}"/>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28" name="TextBox 27">
            <a:extLst>
              <a:ext uri="{FF2B5EF4-FFF2-40B4-BE49-F238E27FC236}">
                <a16:creationId xmlns:a16="http://schemas.microsoft.com/office/drawing/2014/main" id="{CF75B6B5-709E-E3AB-2BC3-CE1A342AFBF8}"/>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29" name="TextBox 28">
            <a:extLst>
              <a:ext uri="{FF2B5EF4-FFF2-40B4-BE49-F238E27FC236}">
                <a16:creationId xmlns:a16="http://schemas.microsoft.com/office/drawing/2014/main" id="{4BA9E4C1-A96D-7B99-A8E7-78FE4287B496}"/>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77E1F8CE-6D98-6DC7-0A00-B26140DB15F9}"/>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31" name="TextBox 30">
            <a:extLst>
              <a:ext uri="{FF2B5EF4-FFF2-40B4-BE49-F238E27FC236}">
                <a16:creationId xmlns:a16="http://schemas.microsoft.com/office/drawing/2014/main" id="{F09935DE-17A6-A0F9-F317-080E05D369E7}"/>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EA68E16C-AD14-F025-CE64-D9A20415FED7}"/>
              </a:ext>
            </a:extLst>
          </p:cNvPr>
          <p:cNvSpPr txBox="1"/>
          <p:nvPr/>
        </p:nvSpPr>
        <p:spPr>
          <a:xfrm>
            <a:off x="3138310"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21</a:t>
            </a:r>
          </a:p>
        </p:txBody>
      </p:sp>
      <p:sp>
        <p:nvSpPr>
          <p:cNvPr id="24" name="TextBox 23">
            <a:extLst>
              <a:ext uri="{FF2B5EF4-FFF2-40B4-BE49-F238E27FC236}">
                <a16:creationId xmlns:a16="http://schemas.microsoft.com/office/drawing/2014/main" id="{244A4C6B-FDE3-0C7D-048B-6D0A6476845B}"/>
              </a:ext>
            </a:extLst>
          </p:cNvPr>
          <p:cNvSpPr txBox="1"/>
          <p:nvPr/>
        </p:nvSpPr>
        <p:spPr>
          <a:xfrm>
            <a:off x="4143022" y="3907597"/>
            <a:ext cx="570089" cy="230832"/>
          </a:xfrm>
          <a:prstGeom prst="rect">
            <a:avLst/>
          </a:prstGeom>
          <a:solidFill>
            <a:schemeClr val="accent6">
              <a:lumMod val="20000"/>
              <a:lumOff val="80000"/>
            </a:schemeClr>
          </a:solidFill>
        </p:spPr>
        <p:txBody>
          <a:bodyPr wrap="square" rtlCol="0">
            <a:spAutoFit/>
          </a:bodyPr>
          <a:lstStyle/>
          <a:p>
            <a:pPr algn="ctr"/>
            <a:r>
              <a:rPr lang="en-US" sz="900" dirty="0"/>
              <a:t>12</a:t>
            </a:r>
          </a:p>
        </p:txBody>
      </p:sp>
      <p:sp>
        <p:nvSpPr>
          <p:cNvPr id="25" name="TextBox 24">
            <a:extLst>
              <a:ext uri="{FF2B5EF4-FFF2-40B4-BE49-F238E27FC236}">
                <a16:creationId xmlns:a16="http://schemas.microsoft.com/office/drawing/2014/main" id="{DFB420CF-7479-42F8-FBC9-06E97A9E5820}"/>
              </a:ext>
            </a:extLst>
          </p:cNvPr>
          <p:cNvSpPr txBox="1"/>
          <p:nvPr/>
        </p:nvSpPr>
        <p:spPr>
          <a:xfrm>
            <a:off x="5147734"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32</a:t>
            </a:r>
          </a:p>
        </p:txBody>
      </p:sp>
      <p:sp>
        <p:nvSpPr>
          <p:cNvPr id="32" name="TextBox 31">
            <a:extLst>
              <a:ext uri="{FF2B5EF4-FFF2-40B4-BE49-F238E27FC236}">
                <a16:creationId xmlns:a16="http://schemas.microsoft.com/office/drawing/2014/main" id="{E8B5E320-9CF4-475A-7B23-D928C10B3FF0}"/>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25203760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33758-A4D6-8DC0-3C83-86984AFE347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B1DD503-EA3F-6013-D94D-54A1B3E8FAFC}"/>
              </a:ext>
            </a:extLst>
          </p:cNvPr>
          <p:cNvSpPr>
            <a:spLocks noGrp="1"/>
          </p:cNvSpPr>
          <p:nvPr>
            <p:ph sz="half" idx="1"/>
          </p:nvPr>
        </p:nvSpPr>
        <p:spPr/>
        <p:txBody>
          <a:bodyPr>
            <a:normAutofit lnSpcReduction="10000"/>
          </a:bodyPr>
          <a:lstStyle/>
          <a:p>
            <a:r>
              <a:rPr lang="en-US" dirty="0"/>
              <a:t>Along the [14 in 3] diagonal, the minimum already assigned is 5+6=11. Therefore, the last two cells can be no more than 3.  They can be 11 or 12. Fortunately, the 12 diagonal precludes the 11 solution, which means that the interior cells are 5 and 6.</a:t>
            </a:r>
          </a:p>
        </p:txBody>
      </p:sp>
      <p:pic>
        <p:nvPicPr>
          <p:cNvPr id="4" name="Picture 3" descr="A grid of sudoku puzzle&#10;&#10;Description automatically generated">
            <a:extLst>
              <a:ext uri="{FF2B5EF4-FFF2-40B4-BE49-F238E27FC236}">
                <a16:creationId xmlns:a16="http://schemas.microsoft.com/office/drawing/2014/main" id="{4925AB18-2408-A534-0B89-D3412313401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6897CFD-59A4-B280-B70B-ABF99E5FCAA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829B4EE-1972-7E38-D34B-6B81DDE394D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AEBC645-3CAE-FDBC-9457-FA7805A36411}"/>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00C59569-7E81-141E-CAB3-CDAC42A9BDA9}"/>
              </a:ext>
            </a:extLst>
          </p:cNvPr>
          <p:cNvSpPr txBox="1"/>
          <p:nvPr/>
        </p:nvSpPr>
        <p:spPr>
          <a:xfrm>
            <a:off x="3138310" y="3907597"/>
            <a:ext cx="570089" cy="230832"/>
          </a:xfrm>
          <a:prstGeom prst="rect">
            <a:avLst/>
          </a:prstGeom>
          <a:noFill/>
        </p:spPr>
        <p:txBody>
          <a:bodyPr wrap="square" rtlCol="0">
            <a:spAutoFit/>
          </a:bodyPr>
          <a:lstStyle/>
          <a:p>
            <a:pPr algn="ctr"/>
            <a:r>
              <a:rPr lang="en-US" sz="900" dirty="0"/>
              <a:t>45</a:t>
            </a:r>
          </a:p>
        </p:txBody>
      </p:sp>
      <p:sp>
        <p:nvSpPr>
          <p:cNvPr id="10" name="TextBox 9">
            <a:extLst>
              <a:ext uri="{FF2B5EF4-FFF2-40B4-BE49-F238E27FC236}">
                <a16:creationId xmlns:a16="http://schemas.microsoft.com/office/drawing/2014/main" id="{68290251-9A3A-91A0-8A8D-DCDAD0AF616C}"/>
              </a:ext>
            </a:extLst>
          </p:cNvPr>
          <p:cNvSpPr txBox="1"/>
          <p:nvPr/>
        </p:nvSpPr>
        <p:spPr>
          <a:xfrm>
            <a:off x="4143022" y="4909484"/>
            <a:ext cx="570089" cy="230832"/>
          </a:xfrm>
          <a:prstGeom prst="rect">
            <a:avLst/>
          </a:prstGeom>
          <a:noFill/>
        </p:spPr>
        <p:txBody>
          <a:bodyPr wrap="square" rtlCol="0">
            <a:spAutoFit/>
          </a:bodyPr>
          <a:lstStyle/>
          <a:p>
            <a:pPr algn="ctr"/>
            <a:r>
              <a:rPr lang="en-US" sz="900" dirty="0"/>
              <a:t>54</a:t>
            </a:r>
          </a:p>
        </p:txBody>
      </p:sp>
      <p:sp>
        <p:nvSpPr>
          <p:cNvPr id="11" name="TextBox 10">
            <a:extLst>
              <a:ext uri="{FF2B5EF4-FFF2-40B4-BE49-F238E27FC236}">
                <a16:creationId xmlns:a16="http://schemas.microsoft.com/office/drawing/2014/main" id="{2FF2B93B-F5F5-1F94-C379-ABFE279ED81C}"/>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910ADDEF-60B8-725F-AA98-B97ACA4DD211}"/>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7C55D1AD-D837-87B0-E352-C7D61802034A}"/>
              </a:ext>
            </a:extLst>
          </p:cNvPr>
          <p:cNvSpPr txBox="1"/>
          <p:nvPr/>
        </p:nvSpPr>
        <p:spPr>
          <a:xfrm>
            <a:off x="4143022" y="3907597"/>
            <a:ext cx="570089" cy="230832"/>
          </a:xfrm>
          <a:prstGeom prst="rect">
            <a:avLst/>
          </a:prstGeom>
          <a:solidFill>
            <a:schemeClr val="accent6">
              <a:lumMod val="20000"/>
              <a:lumOff val="80000"/>
            </a:schemeClr>
          </a:solid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3D3E8A90-3945-E6A4-38E5-9342797DAE74}"/>
              </a:ext>
            </a:extLst>
          </p:cNvPr>
          <p:cNvSpPr txBox="1"/>
          <p:nvPr/>
        </p:nvSpPr>
        <p:spPr>
          <a:xfrm>
            <a:off x="5147734"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32</a:t>
            </a:r>
          </a:p>
        </p:txBody>
      </p:sp>
      <p:sp>
        <p:nvSpPr>
          <p:cNvPr id="16" name="TextBox 15">
            <a:extLst>
              <a:ext uri="{FF2B5EF4-FFF2-40B4-BE49-F238E27FC236}">
                <a16:creationId xmlns:a16="http://schemas.microsoft.com/office/drawing/2014/main" id="{2305F6C6-A44F-7DD9-26BC-79DF4EFF236A}"/>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5395C6F3-6088-E473-D843-1AFE1F9E8EFF}"/>
              </a:ext>
            </a:extLst>
          </p:cNvPr>
          <p:cNvSpPr txBox="1"/>
          <p:nvPr/>
        </p:nvSpPr>
        <p:spPr>
          <a:xfrm>
            <a:off x="6152446" y="901933"/>
            <a:ext cx="570089" cy="230832"/>
          </a:xfrm>
          <a:prstGeom prst="rect">
            <a:avLst/>
          </a:prstGeom>
          <a:noFill/>
        </p:spPr>
        <p:txBody>
          <a:bodyPr wrap="square" rtlCol="0">
            <a:spAutoFit/>
          </a:bodyPr>
          <a:lstStyle/>
          <a:p>
            <a:pPr algn="ctr"/>
            <a:r>
              <a:rPr lang="en-US" sz="900" dirty="0"/>
              <a:t>12</a:t>
            </a:r>
          </a:p>
        </p:txBody>
      </p:sp>
      <p:sp>
        <p:nvSpPr>
          <p:cNvPr id="19" name="TextBox 18">
            <a:extLst>
              <a:ext uri="{FF2B5EF4-FFF2-40B4-BE49-F238E27FC236}">
                <a16:creationId xmlns:a16="http://schemas.microsoft.com/office/drawing/2014/main" id="{6B4ECD04-ACC4-0244-AA24-1DF6F8CA1763}"/>
              </a:ext>
            </a:extLst>
          </p:cNvPr>
          <p:cNvSpPr txBox="1"/>
          <p:nvPr/>
        </p:nvSpPr>
        <p:spPr>
          <a:xfrm>
            <a:off x="7157158" y="1903821"/>
            <a:ext cx="570089" cy="230832"/>
          </a:xfrm>
          <a:prstGeom prst="rect">
            <a:avLst/>
          </a:prstGeom>
          <a:noFill/>
        </p:spPr>
        <p:txBody>
          <a:bodyPr wrap="square" rtlCol="0">
            <a:spAutoFit/>
          </a:bodyPr>
          <a:lstStyle/>
          <a:p>
            <a:pPr algn="ctr"/>
            <a:r>
              <a:rPr lang="en-US" sz="900" dirty="0"/>
              <a:t>21</a:t>
            </a:r>
          </a:p>
        </p:txBody>
      </p:sp>
      <p:sp>
        <p:nvSpPr>
          <p:cNvPr id="20" name="TextBox 19">
            <a:extLst>
              <a:ext uri="{FF2B5EF4-FFF2-40B4-BE49-F238E27FC236}">
                <a16:creationId xmlns:a16="http://schemas.microsoft.com/office/drawing/2014/main" id="{F7B71FEB-C01C-6BDB-E71B-47CB4EDAC1DA}"/>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B9BFAC5B-2191-6DBF-C239-B2E3A5D5115F}"/>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F8008C88-7CFB-448A-828D-74B241D9A516}"/>
              </a:ext>
            </a:extLst>
          </p:cNvPr>
          <p:cNvSpPr txBox="1"/>
          <p:nvPr/>
        </p:nvSpPr>
        <p:spPr>
          <a:xfrm>
            <a:off x="7157158" y="901933"/>
            <a:ext cx="570089" cy="230832"/>
          </a:xfrm>
          <a:prstGeom prst="rect">
            <a:avLst/>
          </a:prstGeom>
          <a:noFill/>
        </p:spPr>
        <p:txBody>
          <a:bodyPr wrap="square" rtlCol="0">
            <a:spAutoFit/>
          </a:bodyPr>
          <a:lstStyle/>
          <a:p>
            <a:pPr algn="ctr"/>
            <a:r>
              <a:rPr lang="en-US" sz="900" dirty="0"/>
              <a:t>5678</a:t>
            </a:r>
          </a:p>
        </p:txBody>
      </p:sp>
      <p:sp>
        <p:nvSpPr>
          <p:cNvPr id="22" name="TextBox 21">
            <a:extLst>
              <a:ext uri="{FF2B5EF4-FFF2-40B4-BE49-F238E27FC236}">
                <a16:creationId xmlns:a16="http://schemas.microsoft.com/office/drawing/2014/main" id="{F6CE6D88-2190-DF58-737F-B144359A64A7}"/>
              </a:ext>
            </a:extLst>
          </p:cNvPr>
          <p:cNvSpPr txBox="1"/>
          <p:nvPr/>
        </p:nvSpPr>
        <p:spPr>
          <a:xfrm>
            <a:off x="6152446" y="1903821"/>
            <a:ext cx="570089" cy="230832"/>
          </a:xfrm>
          <a:prstGeom prst="rect">
            <a:avLst/>
          </a:prstGeom>
          <a:noFill/>
        </p:spPr>
        <p:txBody>
          <a:bodyPr wrap="square" rtlCol="0">
            <a:spAutoFit/>
          </a:bodyPr>
          <a:lstStyle/>
          <a:p>
            <a:pPr algn="ctr"/>
            <a:r>
              <a:rPr lang="en-US" sz="900" dirty="0"/>
              <a:t>5678</a:t>
            </a:r>
          </a:p>
        </p:txBody>
      </p:sp>
      <p:sp>
        <p:nvSpPr>
          <p:cNvPr id="26" name="TextBox 25">
            <a:extLst>
              <a:ext uri="{FF2B5EF4-FFF2-40B4-BE49-F238E27FC236}">
                <a16:creationId xmlns:a16="http://schemas.microsoft.com/office/drawing/2014/main" id="{58E75FF1-975B-BDF6-E4CA-F2104CAD11D3}"/>
              </a:ext>
            </a:extLst>
          </p:cNvPr>
          <p:cNvSpPr txBox="1"/>
          <p:nvPr/>
        </p:nvSpPr>
        <p:spPr>
          <a:xfrm>
            <a:off x="3138310"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21</a:t>
            </a:r>
          </a:p>
        </p:txBody>
      </p:sp>
      <p:sp>
        <p:nvSpPr>
          <p:cNvPr id="27" name="TextBox 26">
            <a:extLst>
              <a:ext uri="{FF2B5EF4-FFF2-40B4-BE49-F238E27FC236}">
                <a16:creationId xmlns:a16="http://schemas.microsoft.com/office/drawing/2014/main" id="{E23E0683-B748-46C8-F1EB-F69060A3B5A1}"/>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28" name="TextBox 27">
            <a:extLst>
              <a:ext uri="{FF2B5EF4-FFF2-40B4-BE49-F238E27FC236}">
                <a16:creationId xmlns:a16="http://schemas.microsoft.com/office/drawing/2014/main" id="{C33872F7-5644-4E84-7017-E198CBEF5BE6}"/>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29" name="TextBox 28">
            <a:extLst>
              <a:ext uri="{FF2B5EF4-FFF2-40B4-BE49-F238E27FC236}">
                <a16:creationId xmlns:a16="http://schemas.microsoft.com/office/drawing/2014/main" id="{7183EA52-1DD3-B4C4-5FEA-53529ED4F95F}"/>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B17C7616-0699-2DE7-3FC6-9BE44699EFE7}"/>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24" name="TextBox 23">
            <a:extLst>
              <a:ext uri="{FF2B5EF4-FFF2-40B4-BE49-F238E27FC236}">
                <a16:creationId xmlns:a16="http://schemas.microsoft.com/office/drawing/2014/main" id="{91405711-82CD-7F28-7762-27A694E9735E}"/>
              </a:ext>
            </a:extLst>
          </p:cNvPr>
          <p:cNvSpPr txBox="1"/>
          <p:nvPr/>
        </p:nvSpPr>
        <p:spPr>
          <a:xfrm>
            <a:off x="5650090" y="901933"/>
            <a:ext cx="570089" cy="230832"/>
          </a:xfrm>
          <a:prstGeom prst="rect">
            <a:avLst/>
          </a:prstGeom>
          <a:noFill/>
        </p:spPr>
        <p:txBody>
          <a:bodyPr wrap="square" rtlCol="0">
            <a:spAutoFit/>
          </a:bodyPr>
          <a:lstStyle/>
          <a:p>
            <a:pPr algn="ctr"/>
            <a:r>
              <a:rPr lang="en-US" sz="900" dirty="0"/>
              <a:t>21</a:t>
            </a:r>
          </a:p>
        </p:txBody>
      </p:sp>
      <p:sp>
        <p:nvSpPr>
          <p:cNvPr id="25" name="TextBox 24">
            <a:extLst>
              <a:ext uri="{FF2B5EF4-FFF2-40B4-BE49-F238E27FC236}">
                <a16:creationId xmlns:a16="http://schemas.microsoft.com/office/drawing/2014/main" id="{1A3E6A1F-EC2C-0E5E-25F2-915400812460}"/>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D774A039-4864-9D65-127E-B9C38D374AC9}"/>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EF7512DF-F72C-309C-F92D-A88E08E83D2A}"/>
              </a:ext>
            </a:extLst>
          </p:cNvPr>
          <p:cNvSpPr txBox="1"/>
          <p:nvPr/>
        </p:nvSpPr>
        <p:spPr>
          <a:xfrm>
            <a:off x="7157158" y="2404765"/>
            <a:ext cx="570089" cy="230832"/>
          </a:xfrm>
          <a:prstGeom prst="rect">
            <a:avLst/>
          </a:prstGeom>
          <a:noFill/>
        </p:spPr>
        <p:txBody>
          <a:bodyPr wrap="square" rtlCol="0">
            <a:spAutoFit/>
          </a:bodyPr>
          <a:lstStyle/>
          <a:p>
            <a:pPr algn="ctr"/>
            <a:r>
              <a:rPr lang="en-US" sz="900" dirty="0"/>
              <a:t>12</a:t>
            </a:r>
          </a:p>
        </p:txBody>
      </p:sp>
      <p:sp>
        <p:nvSpPr>
          <p:cNvPr id="33" name="TextBox 32">
            <a:extLst>
              <a:ext uri="{FF2B5EF4-FFF2-40B4-BE49-F238E27FC236}">
                <a16:creationId xmlns:a16="http://schemas.microsoft.com/office/drawing/2014/main" id="{A14BFFCF-146A-436D-5D98-70B86B4765D7}"/>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34" name="TextBox 33">
            <a:extLst>
              <a:ext uri="{FF2B5EF4-FFF2-40B4-BE49-F238E27FC236}">
                <a16:creationId xmlns:a16="http://schemas.microsoft.com/office/drawing/2014/main" id="{CF04AD81-1C95-7305-ADC0-B94FF30E1DC0}"/>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8038141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D056C-3885-C282-1D7F-E6755775BEE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52B5903-E848-0E27-7B2D-06C548759574}"/>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7DE2330-AF3C-CFE8-66B1-4F44ACE67FC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9E13A24-611D-A043-2EE1-CBAA4BEFF2E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54F0C53-6501-ED32-FFF7-3A5EBF3D22F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06D8F7D-2827-3D83-9616-F8B4CE8D7F80}"/>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BC7F5C91-82AE-8216-84EB-EA74CB08516B}"/>
              </a:ext>
            </a:extLst>
          </p:cNvPr>
          <p:cNvSpPr txBox="1"/>
          <p:nvPr/>
        </p:nvSpPr>
        <p:spPr>
          <a:xfrm>
            <a:off x="3138310" y="3907597"/>
            <a:ext cx="570089" cy="230832"/>
          </a:xfrm>
          <a:prstGeom prst="rect">
            <a:avLst/>
          </a:prstGeom>
          <a:noFill/>
        </p:spPr>
        <p:txBody>
          <a:bodyPr wrap="square" rtlCol="0">
            <a:spAutoFit/>
          </a:bodyPr>
          <a:lstStyle/>
          <a:p>
            <a:pPr algn="ctr"/>
            <a:r>
              <a:rPr lang="en-US" sz="900" dirty="0"/>
              <a:t>45</a:t>
            </a:r>
          </a:p>
        </p:txBody>
      </p:sp>
      <p:sp>
        <p:nvSpPr>
          <p:cNvPr id="10" name="TextBox 9">
            <a:extLst>
              <a:ext uri="{FF2B5EF4-FFF2-40B4-BE49-F238E27FC236}">
                <a16:creationId xmlns:a16="http://schemas.microsoft.com/office/drawing/2014/main" id="{B3044DE3-035A-C820-57C7-4066AE36ADC1}"/>
              </a:ext>
            </a:extLst>
          </p:cNvPr>
          <p:cNvSpPr txBox="1"/>
          <p:nvPr/>
        </p:nvSpPr>
        <p:spPr>
          <a:xfrm>
            <a:off x="4143022" y="4909484"/>
            <a:ext cx="570089" cy="230832"/>
          </a:xfrm>
          <a:prstGeom prst="rect">
            <a:avLst/>
          </a:prstGeom>
          <a:noFill/>
        </p:spPr>
        <p:txBody>
          <a:bodyPr wrap="square" rtlCol="0">
            <a:spAutoFit/>
          </a:bodyPr>
          <a:lstStyle/>
          <a:p>
            <a:pPr algn="ctr"/>
            <a:r>
              <a:rPr lang="en-US" sz="900" dirty="0"/>
              <a:t>54</a:t>
            </a:r>
          </a:p>
        </p:txBody>
      </p:sp>
      <p:sp>
        <p:nvSpPr>
          <p:cNvPr id="11" name="TextBox 10">
            <a:extLst>
              <a:ext uri="{FF2B5EF4-FFF2-40B4-BE49-F238E27FC236}">
                <a16:creationId xmlns:a16="http://schemas.microsoft.com/office/drawing/2014/main" id="{1D0C71FA-429D-22A3-1E0A-8208B50A8730}"/>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E42FACFA-5757-0B79-E4E8-809991322E2F}"/>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CF0E4396-3365-7162-A782-9D5F1D779839}"/>
              </a:ext>
            </a:extLst>
          </p:cNvPr>
          <p:cNvSpPr txBox="1"/>
          <p:nvPr/>
        </p:nvSpPr>
        <p:spPr>
          <a:xfrm>
            <a:off x="4143022" y="3907597"/>
            <a:ext cx="570089" cy="230832"/>
          </a:xfrm>
          <a:prstGeom prst="rect">
            <a:avLst/>
          </a:prstGeom>
          <a:solidFill>
            <a:schemeClr val="accent6">
              <a:lumMod val="20000"/>
              <a:lumOff val="80000"/>
            </a:schemeClr>
          </a:solid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3C95F58B-DE0C-8933-3D9A-922D8186784C}"/>
              </a:ext>
            </a:extLst>
          </p:cNvPr>
          <p:cNvSpPr txBox="1"/>
          <p:nvPr/>
        </p:nvSpPr>
        <p:spPr>
          <a:xfrm>
            <a:off x="5147734"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32</a:t>
            </a:r>
          </a:p>
        </p:txBody>
      </p:sp>
      <p:sp>
        <p:nvSpPr>
          <p:cNvPr id="16" name="TextBox 15">
            <a:extLst>
              <a:ext uri="{FF2B5EF4-FFF2-40B4-BE49-F238E27FC236}">
                <a16:creationId xmlns:a16="http://schemas.microsoft.com/office/drawing/2014/main" id="{8572DC41-CD50-9111-693D-89A8F0DC464F}"/>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B565211D-2585-E78C-A3F3-FAC63DA12E52}"/>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67BCC446-05F0-EBF3-C7CD-5A45E54D8E0F}"/>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CAEB5E24-6662-98A6-F87A-4911FB02C405}"/>
              </a:ext>
            </a:extLst>
          </p:cNvPr>
          <p:cNvSpPr txBox="1"/>
          <p:nvPr/>
        </p:nvSpPr>
        <p:spPr>
          <a:xfrm>
            <a:off x="7157158" y="901933"/>
            <a:ext cx="570089" cy="230832"/>
          </a:xfrm>
          <a:prstGeom prst="rect">
            <a:avLst/>
          </a:prstGeom>
          <a:noFill/>
        </p:spPr>
        <p:txBody>
          <a:bodyPr wrap="square" rtlCol="0">
            <a:spAutoFit/>
          </a:bodyPr>
          <a:lstStyle/>
          <a:p>
            <a:pPr algn="ctr"/>
            <a:r>
              <a:rPr lang="en-US" sz="900" dirty="0"/>
              <a:t>78</a:t>
            </a:r>
          </a:p>
        </p:txBody>
      </p:sp>
      <p:sp>
        <p:nvSpPr>
          <p:cNvPr id="22" name="TextBox 21">
            <a:extLst>
              <a:ext uri="{FF2B5EF4-FFF2-40B4-BE49-F238E27FC236}">
                <a16:creationId xmlns:a16="http://schemas.microsoft.com/office/drawing/2014/main" id="{460B1833-6280-874A-F3E3-F8080E2EE2CD}"/>
              </a:ext>
            </a:extLst>
          </p:cNvPr>
          <p:cNvSpPr txBox="1"/>
          <p:nvPr/>
        </p:nvSpPr>
        <p:spPr>
          <a:xfrm>
            <a:off x="6152446" y="1903821"/>
            <a:ext cx="570089" cy="230832"/>
          </a:xfrm>
          <a:prstGeom prst="rect">
            <a:avLst/>
          </a:prstGeom>
          <a:noFill/>
        </p:spPr>
        <p:txBody>
          <a:bodyPr wrap="square" rtlCol="0">
            <a:spAutoFit/>
          </a:bodyPr>
          <a:lstStyle/>
          <a:p>
            <a:pPr algn="ctr"/>
            <a:r>
              <a:rPr lang="en-US" sz="900" dirty="0"/>
              <a:t>87</a:t>
            </a:r>
          </a:p>
        </p:txBody>
      </p:sp>
      <p:sp>
        <p:nvSpPr>
          <p:cNvPr id="26" name="TextBox 25">
            <a:extLst>
              <a:ext uri="{FF2B5EF4-FFF2-40B4-BE49-F238E27FC236}">
                <a16:creationId xmlns:a16="http://schemas.microsoft.com/office/drawing/2014/main" id="{A2368241-FBFE-B85C-C325-FF1155175D12}"/>
              </a:ext>
            </a:extLst>
          </p:cNvPr>
          <p:cNvSpPr txBox="1"/>
          <p:nvPr/>
        </p:nvSpPr>
        <p:spPr>
          <a:xfrm>
            <a:off x="3138310"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21</a:t>
            </a:r>
          </a:p>
        </p:txBody>
      </p:sp>
      <p:sp>
        <p:nvSpPr>
          <p:cNvPr id="27" name="TextBox 26">
            <a:extLst>
              <a:ext uri="{FF2B5EF4-FFF2-40B4-BE49-F238E27FC236}">
                <a16:creationId xmlns:a16="http://schemas.microsoft.com/office/drawing/2014/main" id="{80967A46-49F8-2F72-B6A5-23EAD673D902}"/>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28" name="TextBox 27">
            <a:extLst>
              <a:ext uri="{FF2B5EF4-FFF2-40B4-BE49-F238E27FC236}">
                <a16:creationId xmlns:a16="http://schemas.microsoft.com/office/drawing/2014/main" id="{53C9E501-4C33-1CC0-7D38-F8C0BC70B88A}"/>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29" name="TextBox 28">
            <a:extLst>
              <a:ext uri="{FF2B5EF4-FFF2-40B4-BE49-F238E27FC236}">
                <a16:creationId xmlns:a16="http://schemas.microsoft.com/office/drawing/2014/main" id="{AC52BC43-3F80-7BCA-FD95-44CEFA5E37AA}"/>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C52E608C-3F58-A5BA-4F5E-7D7F5C4DC308}"/>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5383E5D1-320D-5F14-A9EB-8737768BE386}"/>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D29EF520-4DB9-F596-12EC-424B52922649}"/>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43CEF218-494E-6CFA-2123-FF8A29BEF39F}"/>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34" name="TextBox 33">
            <a:extLst>
              <a:ext uri="{FF2B5EF4-FFF2-40B4-BE49-F238E27FC236}">
                <a16:creationId xmlns:a16="http://schemas.microsoft.com/office/drawing/2014/main" id="{85CF2067-07E6-A913-B72A-C95AF0F3402E}"/>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8" name="TextBox 7">
            <a:extLst>
              <a:ext uri="{FF2B5EF4-FFF2-40B4-BE49-F238E27FC236}">
                <a16:creationId xmlns:a16="http://schemas.microsoft.com/office/drawing/2014/main" id="{A43F54BE-CF5B-5B45-5555-471061608390}"/>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C906FF40-91DA-8FA5-8693-2891760CBD4A}"/>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40669BA5-6C4F-EA84-F37A-CA3F99FB62B4}"/>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CE1A19A8-B17B-286B-4111-FBF24A0CE6FB}"/>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5727272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3C651-15A8-666C-95D5-657CAA7DE8F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20A5CF9-AA3F-BEA0-5978-2C2BF3B6F67D}"/>
              </a:ext>
            </a:extLst>
          </p:cNvPr>
          <p:cNvSpPr>
            <a:spLocks noGrp="1"/>
          </p:cNvSpPr>
          <p:nvPr>
            <p:ph sz="half" idx="1"/>
          </p:nvPr>
        </p:nvSpPr>
        <p:spPr/>
        <p:txBody>
          <a:bodyPr/>
          <a:lstStyle/>
          <a:p>
            <a:r>
              <a:rPr lang="en-US" dirty="0"/>
              <a:t>Last possible in center block.</a:t>
            </a:r>
          </a:p>
        </p:txBody>
      </p:sp>
      <p:pic>
        <p:nvPicPr>
          <p:cNvPr id="4" name="Picture 3" descr="A grid of sudoku puzzle&#10;&#10;Description automatically generated">
            <a:extLst>
              <a:ext uri="{FF2B5EF4-FFF2-40B4-BE49-F238E27FC236}">
                <a16:creationId xmlns:a16="http://schemas.microsoft.com/office/drawing/2014/main" id="{CC6CD98B-93EB-13B5-D167-3F79CA8730B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9A2B23F-5A3D-4703-2C97-BA3EDF60995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E93C4A9-8734-EAA7-51FB-4364BD8E835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31E25CD-BAB8-D5DF-2485-4917616A61BF}"/>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6D2DAC73-26DC-2D81-4DC6-A1C5F16AAF10}"/>
              </a:ext>
            </a:extLst>
          </p:cNvPr>
          <p:cNvSpPr txBox="1"/>
          <p:nvPr/>
        </p:nvSpPr>
        <p:spPr>
          <a:xfrm>
            <a:off x="3138310" y="3907597"/>
            <a:ext cx="570089" cy="230832"/>
          </a:xfrm>
          <a:prstGeom prst="rect">
            <a:avLst/>
          </a:prstGeom>
          <a:noFill/>
        </p:spPr>
        <p:txBody>
          <a:bodyPr wrap="square" rtlCol="0">
            <a:spAutoFit/>
          </a:bodyPr>
          <a:lstStyle/>
          <a:p>
            <a:pPr algn="ctr"/>
            <a:r>
              <a:rPr lang="en-US" sz="900" dirty="0"/>
              <a:t>45</a:t>
            </a:r>
          </a:p>
        </p:txBody>
      </p:sp>
      <p:sp>
        <p:nvSpPr>
          <p:cNvPr id="10" name="TextBox 9">
            <a:extLst>
              <a:ext uri="{FF2B5EF4-FFF2-40B4-BE49-F238E27FC236}">
                <a16:creationId xmlns:a16="http://schemas.microsoft.com/office/drawing/2014/main" id="{C905D2A2-7413-F0BB-B9BB-7119A8EECF41}"/>
              </a:ext>
            </a:extLst>
          </p:cNvPr>
          <p:cNvSpPr txBox="1"/>
          <p:nvPr/>
        </p:nvSpPr>
        <p:spPr>
          <a:xfrm>
            <a:off x="4143022" y="4909484"/>
            <a:ext cx="570089" cy="230832"/>
          </a:xfrm>
          <a:prstGeom prst="rect">
            <a:avLst/>
          </a:prstGeom>
          <a:noFill/>
        </p:spPr>
        <p:txBody>
          <a:bodyPr wrap="square" rtlCol="0">
            <a:spAutoFit/>
          </a:bodyPr>
          <a:lstStyle/>
          <a:p>
            <a:pPr algn="ctr"/>
            <a:r>
              <a:rPr lang="en-US" sz="900" dirty="0"/>
              <a:t>54</a:t>
            </a:r>
          </a:p>
        </p:txBody>
      </p:sp>
      <p:sp>
        <p:nvSpPr>
          <p:cNvPr id="11" name="TextBox 10">
            <a:extLst>
              <a:ext uri="{FF2B5EF4-FFF2-40B4-BE49-F238E27FC236}">
                <a16:creationId xmlns:a16="http://schemas.microsoft.com/office/drawing/2014/main" id="{E02FBC6B-8332-80D8-1613-F05E09BAFF0E}"/>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4A4E6321-E654-32F2-56E0-4D0262740A27}"/>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C1D4ABE3-0BD2-4626-1D32-AB7190EFF7AA}"/>
              </a:ext>
            </a:extLst>
          </p:cNvPr>
          <p:cNvSpPr txBox="1"/>
          <p:nvPr/>
        </p:nvSpPr>
        <p:spPr>
          <a:xfrm>
            <a:off x="4143022" y="3907597"/>
            <a:ext cx="570089" cy="230832"/>
          </a:xfrm>
          <a:prstGeom prst="rect">
            <a:avLst/>
          </a:prstGeom>
          <a:solidFill>
            <a:schemeClr val="accent6">
              <a:lumMod val="20000"/>
              <a:lumOff val="80000"/>
            </a:schemeClr>
          </a:solid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EDF119F1-0FB3-BBD1-5925-D6BC11300CD3}"/>
              </a:ext>
            </a:extLst>
          </p:cNvPr>
          <p:cNvSpPr txBox="1"/>
          <p:nvPr/>
        </p:nvSpPr>
        <p:spPr>
          <a:xfrm>
            <a:off x="5147734"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32</a:t>
            </a:r>
          </a:p>
        </p:txBody>
      </p:sp>
      <p:sp>
        <p:nvSpPr>
          <p:cNvPr id="16" name="TextBox 15">
            <a:extLst>
              <a:ext uri="{FF2B5EF4-FFF2-40B4-BE49-F238E27FC236}">
                <a16:creationId xmlns:a16="http://schemas.microsoft.com/office/drawing/2014/main" id="{E0990ACB-E3BB-2ED8-68CD-B58A9CDDF500}"/>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8968FC74-1243-BA04-355E-52B9E8A2D8E9}"/>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570079CD-E4FA-00B6-B6AC-A8AB1C8E3969}"/>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A9092945-E4B7-A2A7-FBB4-FB3C409E38E3}"/>
              </a:ext>
            </a:extLst>
          </p:cNvPr>
          <p:cNvSpPr txBox="1"/>
          <p:nvPr/>
        </p:nvSpPr>
        <p:spPr>
          <a:xfrm>
            <a:off x="7157158" y="901933"/>
            <a:ext cx="570089" cy="230832"/>
          </a:xfrm>
          <a:prstGeom prst="rect">
            <a:avLst/>
          </a:prstGeom>
          <a:noFill/>
        </p:spPr>
        <p:txBody>
          <a:bodyPr wrap="square" rtlCol="0">
            <a:spAutoFit/>
          </a:bodyPr>
          <a:lstStyle/>
          <a:p>
            <a:pPr algn="ctr"/>
            <a:r>
              <a:rPr lang="en-US" sz="900" dirty="0"/>
              <a:t>78</a:t>
            </a:r>
          </a:p>
        </p:txBody>
      </p:sp>
      <p:sp>
        <p:nvSpPr>
          <p:cNvPr id="22" name="TextBox 21">
            <a:extLst>
              <a:ext uri="{FF2B5EF4-FFF2-40B4-BE49-F238E27FC236}">
                <a16:creationId xmlns:a16="http://schemas.microsoft.com/office/drawing/2014/main" id="{1592F70A-ED83-3715-C400-99A0ACEBEC4C}"/>
              </a:ext>
            </a:extLst>
          </p:cNvPr>
          <p:cNvSpPr txBox="1"/>
          <p:nvPr/>
        </p:nvSpPr>
        <p:spPr>
          <a:xfrm>
            <a:off x="6152446" y="1903821"/>
            <a:ext cx="570089" cy="230832"/>
          </a:xfrm>
          <a:prstGeom prst="rect">
            <a:avLst/>
          </a:prstGeom>
          <a:noFill/>
        </p:spPr>
        <p:txBody>
          <a:bodyPr wrap="square" rtlCol="0">
            <a:spAutoFit/>
          </a:bodyPr>
          <a:lstStyle/>
          <a:p>
            <a:pPr algn="ctr"/>
            <a:r>
              <a:rPr lang="en-US" sz="900" dirty="0"/>
              <a:t>87</a:t>
            </a:r>
          </a:p>
        </p:txBody>
      </p:sp>
      <p:sp>
        <p:nvSpPr>
          <p:cNvPr id="26" name="TextBox 25">
            <a:extLst>
              <a:ext uri="{FF2B5EF4-FFF2-40B4-BE49-F238E27FC236}">
                <a16:creationId xmlns:a16="http://schemas.microsoft.com/office/drawing/2014/main" id="{96DB6C96-72EB-2B1A-D427-700CF0AE4523}"/>
              </a:ext>
            </a:extLst>
          </p:cNvPr>
          <p:cNvSpPr txBox="1"/>
          <p:nvPr/>
        </p:nvSpPr>
        <p:spPr>
          <a:xfrm>
            <a:off x="3138310"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21</a:t>
            </a:r>
          </a:p>
        </p:txBody>
      </p:sp>
      <p:sp>
        <p:nvSpPr>
          <p:cNvPr id="27" name="TextBox 26">
            <a:extLst>
              <a:ext uri="{FF2B5EF4-FFF2-40B4-BE49-F238E27FC236}">
                <a16:creationId xmlns:a16="http://schemas.microsoft.com/office/drawing/2014/main" id="{63F03D61-7456-A391-7864-B30D421FDCCA}"/>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28" name="TextBox 27">
            <a:extLst>
              <a:ext uri="{FF2B5EF4-FFF2-40B4-BE49-F238E27FC236}">
                <a16:creationId xmlns:a16="http://schemas.microsoft.com/office/drawing/2014/main" id="{7712E632-2BE6-E197-83CD-1FC5183E275E}"/>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29" name="TextBox 28">
            <a:extLst>
              <a:ext uri="{FF2B5EF4-FFF2-40B4-BE49-F238E27FC236}">
                <a16:creationId xmlns:a16="http://schemas.microsoft.com/office/drawing/2014/main" id="{CA34A75A-A97C-41CF-A54E-1BEC872FFF20}"/>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C9EC3AF5-635A-92E5-688B-3FEE6441648D}"/>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71ECDEA0-9992-79F5-C7EF-094FC2F08588}"/>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9331420C-4444-F992-DB39-D0D197EBC75E}"/>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A7754249-50A4-AE05-97CC-99D9A7F98350}"/>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34" name="TextBox 33">
            <a:extLst>
              <a:ext uri="{FF2B5EF4-FFF2-40B4-BE49-F238E27FC236}">
                <a16:creationId xmlns:a16="http://schemas.microsoft.com/office/drawing/2014/main" id="{6861C20F-1DDC-1B9C-9D9A-A7B62306D92E}"/>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8" name="TextBox 7">
            <a:extLst>
              <a:ext uri="{FF2B5EF4-FFF2-40B4-BE49-F238E27FC236}">
                <a16:creationId xmlns:a16="http://schemas.microsoft.com/office/drawing/2014/main" id="{FED55916-C184-3690-782C-60A8759450D8}"/>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D62383B6-FB14-15E8-3D2E-A477949C4758}"/>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290EF48A-4AA3-E21E-EF5B-3C66BD118052}"/>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1043C5BD-B3E4-5340-E83A-DD7A38602DD2}"/>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D1313559-141D-3F54-3F0F-7E1ADB429CA2}"/>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41690986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2C21A-8E92-D47A-238C-7B24802AC9E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F82E612-01E0-47FD-5297-DC5BDA6242B5}"/>
              </a:ext>
            </a:extLst>
          </p:cNvPr>
          <p:cNvSpPr>
            <a:spLocks noGrp="1"/>
          </p:cNvSpPr>
          <p:nvPr>
            <p:ph sz="half" idx="1"/>
          </p:nvPr>
        </p:nvSpPr>
        <p:spPr/>
        <p:txBody>
          <a:bodyPr/>
          <a:lstStyle/>
          <a:p>
            <a:r>
              <a:rPr lang="en-US" dirty="0"/>
              <a:t>Complete Rows and Columns 1, 2, 5, 8, and 9.</a:t>
            </a:r>
          </a:p>
        </p:txBody>
      </p:sp>
      <p:pic>
        <p:nvPicPr>
          <p:cNvPr id="4" name="Picture 3" descr="A grid of sudoku puzzle&#10;&#10;Description automatically generated">
            <a:extLst>
              <a:ext uri="{FF2B5EF4-FFF2-40B4-BE49-F238E27FC236}">
                <a16:creationId xmlns:a16="http://schemas.microsoft.com/office/drawing/2014/main" id="{5BF8FF2F-315D-AA97-449D-93DA1269B0F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9EFC06A-3B30-75E6-24C0-1D50AB01C2E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F9A7E19-B438-8E4D-961E-FAEA0761CE4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DE3C601-30D0-CC6E-76E5-FE8B2E4FA49D}"/>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84CED917-CE99-AB26-8C66-44FD56AF52AD}"/>
              </a:ext>
            </a:extLst>
          </p:cNvPr>
          <p:cNvSpPr txBox="1"/>
          <p:nvPr/>
        </p:nvSpPr>
        <p:spPr>
          <a:xfrm>
            <a:off x="3138310" y="3907597"/>
            <a:ext cx="570089" cy="230832"/>
          </a:xfrm>
          <a:prstGeom prst="rect">
            <a:avLst/>
          </a:prstGeom>
          <a:noFill/>
        </p:spPr>
        <p:txBody>
          <a:bodyPr wrap="square" rtlCol="0">
            <a:spAutoFit/>
          </a:bodyPr>
          <a:lstStyle/>
          <a:p>
            <a:pPr algn="ctr"/>
            <a:r>
              <a:rPr lang="en-US" sz="900" dirty="0"/>
              <a:t>45</a:t>
            </a:r>
          </a:p>
        </p:txBody>
      </p:sp>
      <p:sp>
        <p:nvSpPr>
          <p:cNvPr id="10" name="TextBox 9">
            <a:extLst>
              <a:ext uri="{FF2B5EF4-FFF2-40B4-BE49-F238E27FC236}">
                <a16:creationId xmlns:a16="http://schemas.microsoft.com/office/drawing/2014/main" id="{B3933760-385D-E303-E4F6-261CED94C245}"/>
              </a:ext>
            </a:extLst>
          </p:cNvPr>
          <p:cNvSpPr txBox="1"/>
          <p:nvPr/>
        </p:nvSpPr>
        <p:spPr>
          <a:xfrm>
            <a:off x="4143022" y="4909484"/>
            <a:ext cx="570089" cy="230832"/>
          </a:xfrm>
          <a:prstGeom prst="rect">
            <a:avLst/>
          </a:prstGeom>
          <a:noFill/>
        </p:spPr>
        <p:txBody>
          <a:bodyPr wrap="square" rtlCol="0">
            <a:spAutoFit/>
          </a:bodyPr>
          <a:lstStyle/>
          <a:p>
            <a:pPr algn="ctr"/>
            <a:r>
              <a:rPr lang="en-US" sz="900" dirty="0"/>
              <a:t>54</a:t>
            </a:r>
          </a:p>
        </p:txBody>
      </p:sp>
      <p:sp>
        <p:nvSpPr>
          <p:cNvPr id="11" name="TextBox 10">
            <a:extLst>
              <a:ext uri="{FF2B5EF4-FFF2-40B4-BE49-F238E27FC236}">
                <a16:creationId xmlns:a16="http://schemas.microsoft.com/office/drawing/2014/main" id="{07CACD3C-ADE6-B3C2-4101-8554BB4DAE20}"/>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5DC72A3F-6597-43F7-C499-64C3A30699AD}"/>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B450DD51-321C-4159-DEEF-025B74409C0F}"/>
              </a:ext>
            </a:extLst>
          </p:cNvPr>
          <p:cNvSpPr txBox="1"/>
          <p:nvPr/>
        </p:nvSpPr>
        <p:spPr>
          <a:xfrm>
            <a:off x="4143022" y="3907597"/>
            <a:ext cx="570089" cy="230832"/>
          </a:xfrm>
          <a:prstGeom prst="rect">
            <a:avLst/>
          </a:prstGeom>
          <a:solidFill>
            <a:schemeClr val="accent6">
              <a:lumMod val="20000"/>
              <a:lumOff val="80000"/>
            </a:schemeClr>
          </a:solid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6FBACD83-B647-5A2E-A3D7-FCEA532F95C3}"/>
              </a:ext>
            </a:extLst>
          </p:cNvPr>
          <p:cNvSpPr txBox="1"/>
          <p:nvPr/>
        </p:nvSpPr>
        <p:spPr>
          <a:xfrm>
            <a:off x="5147734"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32</a:t>
            </a:r>
          </a:p>
        </p:txBody>
      </p:sp>
      <p:sp>
        <p:nvSpPr>
          <p:cNvPr id="16" name="TextBox 15">
            <a:extLst>
              <a:ext uri="{FF2B5EF4-FFF2-40B4-BE49-F238E27FC236}">
                <a16:creationId xmlns:a16="http://schemas.microsoft.com/office/drawing/2014/main" id="{CE3B617B-2531-C8EE-C5E4-DE5A1ADEEB34}"/>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B0BD74F4-4E7C-8772-06F7-96509DBFE72A}"/>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FD06C313-0EFB-22D1-789E-56F8CFCC58E0}"/>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35549B6D-B4BD-6ED9-60AA-F8183E4FF382}"/>
              </a:ext>
            </a:extLst>
          </p:cNvPr>
          <p:cNvSpPr txBox="1"/>
          <p:nvPr/>
        </p:nvSpPr>
        <p:spPr>
          <a:xfrm>
            <a:off x="3138310"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21</a:t>
            </a:r>
          </a:p>
        </p:txBody>
      </p:sp>
      <p:sp>
        <p:nvSpPr>
          <p:cNvPr id="27" name="TextBox 26">
            <a:extLst>
              <a:ext uri="{FF2B5EF4-FFF2-40B4-BE49-F238E27FC236}">
                <a16:creationId xmlns:a16="http://schemas.microsoft.com/office/drawing/2014/main" id="{22393068-8447-A457-56F8-FFB71C9C46F0}"/>
              </a:ext>
            </a:extLst>
          </p:cNvPr>
          <p:cNvSpPr txBox="1"/>
          <p:nvPr/>
        </p:nvSpPr>
        <p:spPr>
          <a:xfrm>
            <a:off x="3640666" y="901933"/>
            <a:ext cx="570089" cy="230832"/>
          </a:xfrm>
          <a:prstGeom prst="rect">
            <a:avLst/>
          </a:prstGeom>
          <a:noFill/>
        </p:spPr>
        <p:txBody>
          <a:bodyPr wrap="square" rtlCol="0">
            <a:spAutoFit/>
          </a:bodyPr>
          <a:lstStyle/>
          <a:p>
            <a:pPr algn="ctr"/>
            <a:r>
              <a:rPr lang="en-US" sz="900" dirty="0"/>
              <a:t>459</a:t>
            </a:r>
          </a:p>
        </p:txBody>
      </p:sp>
      <p:sp>
        <p:nvSpPr>
          <p:cNvPr id="28" name="TextBox 27">
            <a:extLst>
              <a:ext uri="{FF2B5EF4-FFF2-40B4-BE49-F238E27FC236}">
                <a16:creationId xmlns:a16="http://schemas.microsoft.com/office/drawing/2014/main" id="{37CA2DD0-570F-5CC7-17C0-BF9711AC3A9B}"/>
              </a:ext>
            </a:extLst>
          </p:cNvPr>
          <p:cNvSpPr txBox="1"/>
          <p:nvPr/>
        </p:nvSpPr>
        <p:spPr>
          <a:xfrm>
            <a:off x="3640666" y="1903821"/>
            <a:ext cx="570089" cy="230832"/>
          </a:xfrm>
          <a:prstGeom prst="rect">
            <a:avLst/>
          </a:prstGeom>
          <a:noFill/>
        </p:spPr>
        <p:txBody>
          <a:bodyPr wrap="square" rtlCol="0">
            <a:spAutoFit/>
          </a:bodyPr>
          <a:lstStyle/>
          <a:p>
            <a:pPr algn="ctr"/>
            <a:r>
              <a:rPr lang="en-US" sz="900" dirty="0"/>
              <a:t>49</a:t>
            </a:r>
          </a:p>
        </p:txBody>
      </p:sp>
      <p:sp>
        <p:nvSpPr>
          <p:cNvPr id="29" name="TextBox 28">
            <a:extLst>
              <a:ext uri="{FF2B5EF4-FFF2-40B4-BE49-F238E27FC236}">
                <a16:creationId xmlns:a16="http://schemas.microsoft.com/office/drawing/2014/main" id="{FC4F24EE-BDB2-81AD-DDA0-748F2EC104F8}"/>
              </a:ext>
            </a:extLst>
          </p:cNvPr>
          <p:cNvSpPr txBox="1"/>
          <p:nvPr/>
        </p:nvSpPr>
        <p:spPr>
          <a:xfrm>
            <a:off x="3640666" y="2404765"/>
            <a:ext cx="570089" cy="230832"/>
          </a:xfrm>
          <a:prstGeom prst="rect">
            <a:avLst/>
          </a:prstGeom>
          <a:noFill/>
        </p:spPr>
        <p:txBody>
          <a:bodyPr wrap="square" rtlCol="0">
            <a:spAutoFit/>
          </a:bodyPr>
          <a:lstStyle/>
          <a:p>
            <a:pPr algn="ctr"/>
            <a:r>
              <a:rPr lang="en-US" sz="900" dirty="0"/>
              <a:t>459</a:t>
            </a:r>
          </a:p>
        </p:txBody>
      </p:sp>
      <p:sp>
        <p:nvSpPr>
          <p:cNvPr id="30" name="TextBox 29">
            <a:extLst>
              <a:ext uri="{FF2B5EF4-FFF2-40B4-BE49-F238E27FC236}">
                <a16:creationId xmlns:a16="http://schemas.microsoft.com/office/drawing/2014/main" id="{845EBB71-6508-9B5A-AAC3-9920134312F2}"/>
              </a:ext>
            </a:extLst>
          </p:cNvPr>
          <p:cNvSpPr txBox="1"/>
          <p:nvPr/>
        </p:nvSpPr>
        <p:spPr>
          <a:xfrm>
            <a:off x="5147734" y="901933"/>
            <a:ext cx="570089" cy="230832"/>
          </a:xfrm>
          <a:prstGeom prst="rect">
            <a:avLst/>
          </a:prstGeom>
          <a:noFill/>
        </p:spPr>
        <p:txBody>
          <a:bodyPr wrap="square" rtlCol="0">
            <a:spAutoFit/>
          </a:bodyPr>
          <a:lstStyle/>
          <a:p>
            <a:pPr algn="ctr"/>
            <a:r>
              <a:rPr lang="en-US" sz="900" dirty="0"/>
              <a:t>689</a:t>
            </a:r>
          </a:p>
        </p:txBody>
      </p:sp>
      <p:sp>
        <p:nvSpPr>
          <p:cNvPr id="31" name="TextBox 30">
            <a:extLst>
              <a:ext uri="{FF2B5EF4-FFF2-40B4-BE49-F238E27FC236}">
                <a16:creationId xmlns:a16="http://schemas.microsoft.com/office/drawing/2014/main" id="{1E77A274-C5FD-51A0-6143-BF2D44F26ED0}"/>
              </a:ext>
            </a:extLst>
          </p:cNvPr>
          <p:cNvSpPr txBox="1"/>
          <p:nvPr/>
        </p:nvSpPr>
        <p:spPr>
          <a:xfrm>
            <a:off x="5147734" y="1903821"/>
            <a:ext cx="570089" cy="230832"/>
          </a:xfrm>
          <a:prstGeom prst="rect">
            <a:avLst/>
          </a:prstGeom>
          <a:noFill/>
        </p:spPr>
        <p:txBody>
          <a:bodyPr wrap="square" rtlCol="0">
            <a:spAutoFit/>
          </a:bodyPr>
          <a:lstStyle/>
          <a:p>
            <a:pPr algn="ctr"/>
            <a:r>
              <a:rPr lang="en-US" sz="900" dirty="0"/>
              <a:t>23689</a:t>
            </a:r>
          </a:p>
        </p:txBody>
      </p:sp>
      <p:sp>
        <p:nvSpPr>
          <p:cNvPr id="33" name="TextBox 32">
            <a:extLst>
              <a:ext uri="{FF2B5EF4-FFF2-40B4-BE49-F238E27FC236}">
                <a16:creationId xmlns:a16="http://schemas.microsoft.com/office/drawing/2014/main" id="{405B2224-9876-138E-2F4F-E4E1875AAAAD}"/>
              </a:ext>
            </a:extLst>
          </p:cNvPr>
          <p:cNvSpPr txBox="1"/>
          <p:nvPr/>
        </p:nvSpPr>
        <p:spPr>
          <a:xfrm>
            <a:off x="5147734" y="3406653"/>
            <a:ext cx="570089" cy="230832"/>
          </a:xfrm>
          <a:prstGeom prst="rect">
            <a:avLst/>
          </a:prstGeom>
          <a:noFill/>
        </p:spPr>
        <p:txBody>
          <a:bodyPr wrap="square" rtlCol="0">
            <a:spAutoFit/>
          </a:bodyPr>
          <a:lstStyle/>
          <a:p>
            <a:pPr algn="ctr"/>
            <a:r>
              <a:rPr lang="en-US" sz="900" dirty="0"/>
              <a:t>2369</a:t>
            </a:r>
          </a:p>
        </p:txBody>
      </p:sp>
      <p:sp>
        <p:nvSpPr>
          <p:cNvPr id="34" name="TextBox 33">
            <a:extLst>
              <a:ext uri="{FF2B5EF4-FFF2-40B4-BE49-F238E27FC236}">
                <a16:creationId xmlns:a16="http://schemas.microsoft.com/office/drawing/2014/main" id="{1732C3F0-E60C-FB68-5493-1A8157CCA277}"/>
              </a:ext>
            </a:extLst>
          </p:cNvPr>
          <p:cNvSpPr txBox="1"/>
          <p:nvPr/>
        </p:nvSpPr>
        <p:spPr>
          <a:xfrm>
            <a:off x="5147734" y="3907597"/>
            <a:ext cx="570089" cy="230832"/>
          </a:xfrm>
          <a:prstGeom prst="rect">
            <a:avLst/>
          </a:prstGeom>
          <a:noFill/>
        </p:spPr>
        <p:txBody>
          <a:bodyPr wrap="square" rtlCol="0">
            <a:spAutoFit/>
          </a:bodyPr>
          <a:lstStyle/>
          <a:p>
            <a:pPr algn="ctr"/>
            <a:r>
              <a:rPr lang="en-US" sz="900" dirty="0"/>
              <a:t>2368</a:t>
            </a:r>
          </a:p>
        </p:txBody>
      </p:sp>
      <p:sp>
        <p:nvSpPr>
          <p:cNvPr id="35" name="TextBox 34">
            <a:extLst>
              <a:ext uri="{FF2B5EF4-FFF2-40B4-BE49-F238E27FC236}">
                <a16:creationId xmlns:a16="http://schemas.microsoft.com/office/drawing/2014/main" id="{B6C8E4FD-917A-3B5B-977E-B0401400FB6F}"/>
              </a:ext>
            </a:extLst>
          </p:cNvPr>
          <p:cNvSpPr txBox="1"/>
          <p:nvPr/>
        </p:nvSpPr>
        <p:spPr>
          <a:xfrm>
            <a:off x="6654802" y="2404765"/>
            <a:ext cx="570089" cy="230832"/>
          </a:xfrm>
          <a:prstGeom prst="rect">
            <a:avLst/>
          </a:prstGeom>
          <a:noFill/>
        </p:spPr>
        <p:txBody>
          <a:bodyPr wrap="square" rtlCol="0">
            <a:spAutoFit/>
          </a:bodyPr>
          <a:lstStyle/>
          <a:p>
            <a:pPr algn="ctr"/>
            <a:r>
              <a:rPr lang="en-US" sz="900" dirty="0"/>
              <a:t>478</a:t>
            </a:r>
          </a:p>
        </p:txBody>
      </p:sp>
      <p:sp>
        <p:nvSpPr>
          <p:cNvPr id="36" name="TextBox 35">
            <a:extLst>
              <a:ext uri="{FF2B5EF4-FFF2-40B4-BE49-F238E27FC236}">
                <a16:creationId xmlns:a16="http://schemas.microsoft.com/office/drawing/2014/main" id="{31D866C8-01D1-684D-43F4-D8938054596B}"/>
              </a:ext>
            </a:extLst>
          </p:cNvPr>
          <p:cNvSpPr txBox="1"/>
          <p:nvPr/>
        </p:nvSpPr>
        <p:spPr>
          <a:xfrm>
            <a:off x="6654802" y="3406653"/>
            <a:ext cx="570089" cy="230832"/>
          </a:xfrm>
          <a:prstGeom prst="rect">
            <a:avLst/>
          </a:prstGeom>
          <a:noFill/>
        </p:spPr>
        <p:txBody>
          <a:bodyPr wrap="square" rtlCol="0">
            <a:spAutoFit/>
          </a:bodyPr>
          <a:lstStyle/>
          <a:p>
            <a:pPr algn="ctr"/>
            <a:r>
              <a:rPr lang="en-US" sz="900" dirty="0"/>
              <a:t>47</a:t>
            </a:r>
          </a:p>
        </p:txBody>
      </p:sp>
      <p:sp>
        <p:nvSpPr>
          <p:cNvPr id="37" name="TextBox 36">
            <a:extLst>
              <a:ext uri="{FF2B5EF4-FFF2-40B4-BE49-F238E27FC236}">
                <a16:creationId xmlns:a16="http://schemas.microsoft.com/office/drawing/2014/main" id="{79D36348-335C-9F76-D637-5561F8B2D8AA}"/>
              </a:ext>
            </a:extLst>
          </p:cNvPr>
          <p:cNvSpPr txBox="1"/>
          <p:nvPr/>
        </p:nvSpPr>
        <p:spPr>
          <a:xfrm>
            <a:off x="6654802" y="3907597"/>
            <a:ext cx="570089" cy="230832"/>
          </a:xfrm>
          <a:prstGeom prst="rect">
            <a:avLst/>
          </a:prstGeom>
          <a:noFill/>
        </p:spPr>
        <p:txBody>
          <a:bodyPr wrap="square" rtlCol="0">
            <a:spAutoFit/>
          </a:bodyPr>
          <a:lstStyle/>
          <a:p>
            <a:pPr algn="ctr"/>
            <a:r>
              <a:rPr lang="en-US" sz="900" dirty="0"/>
              <a:t>248</a:t>
            </a:r>
          </a:p>
        </p:txBody>
      </p:sp>
      <p:sp>
        <p:nvSpPr>
          <p:cNvPr id="38" name="TextBox 37">
            <a:extLst>
              <a:ext uri="{FF2B5EF4-FFF2-40B4-BE49-F238E27FC236}">
                <a16:creationId xmlns:a16="http://schemas.microsoft.com/office/drawing/2014/main" id="{C5110DD9-458C-8617-3C9E-DA21FC363967}"/>
              </a:ext>
            </a:extLst>
          </p:cNvPr>
          <p:cNvSpPr txBox="1"/>
          <p:nvPr/>
        </p:nvSpPr>
        <p:spPr>
          <a:xfrm>
            <a:off x="6654802" y="4909484"/>
            <a:ext cx="570089" cy="230832"/>
          </a:xfrm>
          <a:prstGeom prst="rect">
            <a:avLst/>
          </a:prstGeom>
          <a:noFill/>
        </p:spPr>
        <p:txBody>
          <a:bodyPr wrap="square" rtlCol="0">
            <a:spAutoFit/>
          </a:bodyPr>
          <a:lstStyle/>
          <a:p>
            <a:pPr algn="ctr"/>
            <a:r>
              <a:rPr lang="en-US" sz="900" dirty="0"/>
              <a:t>478</a:t>
            </a:r>
          </a:p>
        </p:txBody>
      </p:sp>
      <p:sp>
        <p:nvSpPr>
          <p:cNvPr id="39" name="TextBox 38">
            <a:extLst>
              <a:ext uri="{FF2B5EF4-FFF2-40B4-BE49-F238E27FC236}">
                <a16:creationId xmlns:a16="http://schemas.microsoft.com/office/drawing/2014/main" id="{187854C6-CC8E-BA09-20AB-0E7917B4CED2}"/>
              </a:ext>
            </a:extLst>
          </p:cNvPr>
          <p:cNvSpPr txBox="1"/>
          <p:nvPr/>
        </p:nvSpPr>
        <p:spPr>
          <a:xfrm>
            <a:off x="4143022" y="1402877"/>
            <a:ext cx="570089" cy="230832"/>
          </a:xfrm>
          <a:prstGeom prst="rect">
            <a:avLst/>
          </a:prstGeom>
          <a:noFill/>
        </p:spPr>
        <p:txBody>
          <a:bodyPr wrap="square" rtlCol="0">
            <a:spAutoFit/>
          </a:bodyPr>
          <a:lstStyle/>
          <a:p>
            <a:pPr algn="ctr"/>
            <a:r>
              <a:rPr lang="en-US" sz="900" dirty="0"/>
              <a:t>1278</a:t>
            </a:r>
          </a:p>
        </p:txBody>
      </p:sp>
      <p:sp>
        <p:nvSpPr>
          <p:cNvPr id="40" name="TextBox 39">
            <a:extLst>
              <a:ext uri="{FF2B5EF4-FFF2-40B4-BE49-F238E27FC236}">
                <a16:creationId xmlns:a16="http://schemas.microsoft.com/office/drawing/2014/main" id="{8227FDA0-2A59-6435-E6DD-9D8AC9E8C4C0}"/>
              </a:ext>
            </a:extLst>
          </p:cNvPr>
          <p:cNvSpPr txBox="1"/>
          <p:nvPr/>
        </p:nvSpPr>
        <p:spPr>
          <a:xfrm>
            <a:off x="4645378" y="1402877"/>
            <a:ext cx="570089" cy="230832"/>
          </a:xfrm>
          <a:prstGeom prst="rect">
            <a:avLst/>
          </a:prstGeom>
          <a:noFill/>
        </p:spPr>
        <p:txBody>
          <a:bodyPr wrap="square" rtlCol="0">
            <a:spAutoFit/>
          </a:bodyPr>
          <a:lstStyle/>
          <a:p>
            <a:pPr algn="ctr"/>
            <a:r>
              <a:rPr lang="en-US" sz="900" dirty="0"/>
              <a:t>278</a:t>
            </a:r>
          </a:p>
        </p:txBody>
      </p:sp>
      <p:sp>
        <p:nvSpPr>
          <p:cNvPr id="41" name="TextBox 40">
            <a:extLst>
              <a:ext uri="{FF2B5EF4-FFF2-40B4-BE49-F238E27FC236}">
                <a16:creationId xmlns:a16="http://schemas.microsoft.com/office/drawing/2014/main" id="{479EAFAF-308A-B6BB-2B85-A99D4A96FD38}"/>
              </a:ext>
            </a:extLst>
          </p:cNvPr>
          <p:cNvSpPr txBox="1"/>
          <p:nvPr/>
        </p:nvSpPr>
        <p:spPr>
          <a:xfrm>
            <a:off x="5650090" y="1402877"/>
            <a:ext cx="570089" cy="230832"/>
          </a:xfrm>
          <a:prstGeom prst="rect">
            <a:avLst/>
          </a:prstGeom>
          <a:noFill/>
        </p:spPr>
        <p:txBody>
          <a:bodyPr wrap="square" rtlCol="0">
            <a:spAutoFit/>
          </a:bodyPr>
          <a:lstStyle/>
          <a:p>
            <a:pPr algn="ctr"/>
            <a:r>
              <a:rPr lang="en-US" sz="900" dirty="0"/>
              <a:t>278</a:t>
            </a:r>
          </a:p>
        </p:txBody>
      </p:sp>
      <p:sp>
        <p:nvSpPr>
          <p:cNvPr id="42" name="TextBox 41">
            <a:extLst>
              <a:ext uri="{FF2B5EF4-FFF2-40B4-BE49-F238E27FC236}">
                <a16:creationId xmlns:a16="http://schemas.microsoft.com/office/drawing/2014/main" id="{220DE499-91AC-94A0-D5DD-150DEC7CA629}"/>
              </a:ext>
            </a:extLst>
          </p:cNvPr>
          <p:cNvSpPr txBox="1"/>
          <p:nvPr/>
        </p:nvSpPr>
        <p:spPr>
          <a:xfrm>
            <a:off x="3138310" y="1402877"/>
            <a:ext cx="570089" cy="230832"/>
          </a:xfrm>
          <a:prstGeom prst="rect">
            <a:avLst/>
          </a:prstGeom>
          <a:noFill/>
        </p:spPr>
        <p:txBody>
          <a:bodyPr wrap="square" rtlCol="0">
            <a:spAutoFit/>
          </a:bodyPr>
          <a:lstStyle/>
          <a:p>
            <a:pPr algn="ctr"/>
            <a:r>
              <a:rPr lang="en-US" sz="900" dirty="0"/>
              <a:t>127</a:t>
            </a:r>
          </a:p>
        </p:txBody>
      </p:sp>
      <p:sp>
        <p:nvSpPr>
          <p:cNvPr id="43" name="TextBox 42">
            <a:extLst>
              <a:ext uri="{FF2B5EF4-FFF2-40B4-BE49-F238E27FC236}">
                <a16:creationId xmlns:a16="http://schemas.microsoft.com/office/drawing/2014/main" id="{D1599388-6803-9F16-7EFB-B09E817C0FF0}"/>
              </a:ext>
            </a:extLst>
          </p:cNvPr>
          <p:cNvSpPr txBox="1"/>
          <p:nvPr/>
        </p:nvSpPr>
        <p:spPr>
          <a:xfrm>
            <a:off x="4143022" y="2905709"/>
            <a:ext cx="570089" cy="230832"/>
          </a:xfrm>
          <a:prstGeom prst="rect">
            <a:avLst/>
          </a:prstGeom>
          <a:noFill/>
        </p:spPr>
        <p:txBody>
          <a:bodyPr wrap="square" rtlCol="0">
            <a:spAutoFit/>
          </a:bodyPr>
          <a:lstStyle/>
          <a:p>
            <a:pPr algn="ctr"/>
            <a:r>
              <a:rPr lang="en-US" sz="900" dirty="0"/>
              <a:t>5679</a:t>
            </a:r>
          </a:p>
        </p:txBody>
      </p:sp>
      <p:sp>
        <p:nvSpPr>
          <p:cNvPr id="44" name="TextBox 43">
            <a:extLst>
              <a:ext uri="{FF2B5EF4-FFF2-40B4-BE49-F238E27FC236}">
                <a16:creationId xmlns:a16="http://schemas.microsoft.com/office/drawing/2014/main" id="{3E0A2744-6D22-6810-F4BB-EE220271C63B}"/>
              </a:ext>
            </a:extLst>
          </p:cNvPr>
          <p:cNvSpPr txBox="1"/>
          <p:nvPr/>
        </p:nvSpPr>
        <p:spPr>
          <a:xfrm>
            <a:off x="4645378" y="2905709"/>
            <a:ext cx="570089" cy="230832"/>
          </a:xfrm>
          <a:prstGeom prst="rect">
            <a:avLst/>
          </a:prstGeom>
          <a:noFill/>
        </p:spPr>
        <p:txBody>
          <a:bodyPr wrap="square" rtlCol="0">
            <a:spAutoFit/>
          </a:bodyPr>
          <a:lstStyle/>
          <a:p>
            <a:pPr algn="ctr"/>
            <a:r>
              <a:rPr lang="en-US" sz="900" dirty="0"/>
              <a:t>5678</a:t>
            </a:r>
          </a:p>
        </p:txBody>
      </p:sp>
      <p:sp>
        <p:nvSpPr>
          <p:cNvPr id="45" name="TextBox 44">
            <a:extLst>
              <a:ext uri="{FF2B5EF4-FFF2-40B4-BE49-F238E27FC236}">
                <a16:creationId xmlns:a16="http://schemas.microsoft.com/office/drawing/2014/main" id="{6E734BF1-7DD2-0D47-3F65-A70D353A74A6}"/>
              </a:ext>
            </a:extLst>
          </p:cNvPr>
          <p:cNvSpPr txBox="1"/>
          <p:nvPr/>
        </p:nvSpPr>
        <p:spPr>
          <a:xfrm>
            <a:off x="5650090" y="2905709"/>
            <a:ext cx="570089" cy="230832"/>
          </a:xfrm>
          <a:prstGeom prst="rect">
            <a:avLst/>
          </a:prstGeom>
          <a:noFill/>
        </p:spPr>
        <p:txBody>
          <a:bodyPr wrap="square" rtlCol="0">
            <a:spAutoFit/>
          </a:bodyPr>
          <a:lstStyle/>
          <a:p>
            <a:pPr algn="ctr"/>
            <a:r>
              <a:rPr lang="en-US" sz="900" dirty="0"/>
              <a:t>56789</a:t>
            </a:r>
          </a:p>
        </p:txBody>
      </p:sp>
      <p:sp>
        <p:nvSpPr>
          <p:cNvPr id="46" name="TextBox 45">
            <a:extLst>
              <a:ext uri="{FF2B5EF4-FFF2-40B4-BE49-F238E27FC236}">
                <a16:creationId xmlns:a16="http://schemas.microsoft.com/office/drawing/2014/main" id="{02BA0BD7-7793-E57B-6DB1-7B594170B114}"/>
              </a:ext>
            </a:extLst>
          </p:cNvPr>
          <p:cNvSpPr txBox="1"/>
          <p:nvPr/>
        </p:nvSpPr>
        <p:spPr>
          <a:xfrm>
            <a:off x="6152446" y="2905709"/>
            <a:ext cx="570089" cy="230832"/>
          </a:xfrm>
          <a:prstGeom prst="rect">
            <a:avLst/>
          </a:prstGeom>
          <a:noFill/>
        </p:spPr>
        <p:txBody>
          <a:bodyPr wrap="square" rtlCol="0">
            <a:spAutoFit/>
          </a:bodyPr>
          <a:lstStyle/>
          <a:p>
            <a:pPr algn="ctr"/>
            <a:r>
              <a:rPr lang="en-US" sz="900" dirty="0"/>
              <a:t>5789</a:t>
            </a:r>
          </a:p>
        </p:txBody>
      </p:sp>
      <p:sp>
        <p:nvSpPr>
          <p:cNvPr id="47" name="TextBox 46">
            <a:extLst>
              <a:ext uri="{FF2B5EF4-FFF2-40B4-BE49-F238E27FC236}">
                <a16:creationId xmlns:a16="http://schemas.microsoft.com/office/drawing/2014/main" id="{79B74F3A-916C-7668-3BDD-5159DBC5CE35}"/>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48" name="TextBox 47">
            <a:extLst>
              <a:ext uri="{FF2B5EF4-FFF2-40B4-BE49-F238E27FC236}">
                <a16:creationId xmlns:a16="http://schemas.microsoft.com/office/drawing/2014/main" id="{8994F5FE-8336-4D8C-17C2-FF3F2ACFB0BB}"/>
              </a:ext>
            </a:extLst>
          </p:cNvPr>
          <p:cNvSpPr txBox="1"/>
          <p:nvPr/>
        </p:nvSpPr>
        <p:spPr>
          <a:xfrm>
            <a:off x="5650090" y="4408541"/>
            <a:ext cx="570089" cy="230832"/>
          </a:xfrm>
          <a:prstGeom prst="rect">
            <a:avLst/>
          </a:prstGeom>
          <a:noFill/>
        </p:spPr>
        <p:txBody>
          <a:bodyPr wrap="square" rtlCol="0">
            <a:spAutoFit/>
          </a:bodyPr>
          <a:lstStyle/>
          <a:p>
            <a:pPr algn="ctr"/>
            <a:r>
              <a:rPr lang="en-US" sz="900" dirty="0"/>
              <a:t>245</a:t>
            </a:r>
          </a:p>
        </p:txBody>
      </p:sp>
      <p:sp>
        <p:nvSpPr>
          <p:cNvPr id="49" name="TextBox 48">
            <a:extLst>
              <a:ext uri="{FF2B5EF4-FFF2-40B4-BE49-F238E27FC236}">
                <a16:creationId xmlns:a16="http://schemas.microsoft.com/office/drawing/2014/main" id="{40D39247-BD2F-DADB-4D96-6B52BBAFBD1B}"/>
              </a:ext>
            </a:extLst>
          </p:cNvPr>
          <p:cNvSpPr txBox="1"/>
          <p:nvPr/>
        </p:nvSpPr>
        <p:spPr>
          <a:xfrm>
            <a:off x="6152446" y="4408541"/>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08885CFB-0300-AA12-57A9-985833A07FAE}"/>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788FCF76-10DD-EF54-3C6A-B78375640212}"/>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17254A2B-A8AF-9BC6-77BB-C8BA2741997C}"/>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DDFC0C96-6507-F9F2-B1A6-492EFB661860}"/>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FD80354C-1990-B105-45B5-5C08F0A55E00}"/>
              </a:ext>
            </a:extLst>
          </p:cNvPr>
          <p:cNvSpPr txBox="1"/>
          <p:nvPr/>
        </p:nvSpPr>
        <p:spPr>
          <a:xfrm>
            <a:off x="4143022" y="901933"/>
            <a:ext cx="570089" cy="230832"/>
          </a:xfrm>
          <a:prstGeom prst="rect">
            <a:avLst/>
          </a:prstGeom>
          <a:noFill/>
        </p:spPr>
        <p:txBody>
          <a:bodyPr wrap="square" rtlCol="0">
            <a:spAutoFit/>
          </a:bodyPr>
          <a:lstStyle/>
          <a:p>
            <a:pPr algn="ctr"/>
            <a:r>
              <a:rPr lang="en-US" sz="900" dirty="0"/>
              <a:t>456789</a:t>
            </a:r>
          </a:p>
        </p:txBody>
      </p:sp>
      <p:sp>
        <p:nvSpPr>
          <p:cNvPr id="58" name="TextBox 57">
            <a:extLst>
              <a:ext uri="{FF2B5EF4-FFF2-40B4-BE49-F238E27FC236}">
                <a16:creationId xmlns:a16="http://schemas.microsoft.com/office/drawing/2014/main" id="{22A652EC-E226-488F-3C10-435D65C46DD6}"/>
              </a:ext>
            </a:extLst>
          </p:cNvPr>
          <p:cNvSpPr txBox="1"/>
          <p:nvPr/>
        </p:nvSpPr>
        <p:spPr>
          <a:xfrm>
            <a:off x="4645378" y="901933"/>
            <a:ext cx="570089" cy="230832"/>
          </a:xfrm>
          <a:prstGeom prst="rect">
            <a:avLst/>
          </a:prstGeom>
          <a:noFill/>
        </p:spPr>
        <p:txBody>
          <a:bodyPr wrap="square" rtlCol="0">
            <a:spAutoFit/>
          </a:bodyPr>
          <a:lstStyle/>
          <a:p>
            <a:pPr algn="ctr"/>
            <a:r>
              <a:rPr lang="en-US" sz="900" dirty="0"/>
              <a:t>4678</a:t>
            </a:r>
          </a:p>
        </p:txBody>
      </p:sp>
      <p:sp>
        <p:nvSpPr>
          <p:cNvPr id="59" name="TextBox 58">
            <a:extLst>
              <a:ext uri="{FF2B5EF4-FFF2-40B4-BE49-F238E27FC236}">
                <a16:creationId xmlns:a16="http://schemas.microsoft.com/office/drawing/2014/main" id="{8521E789-E741-F22F-7A35-8DE4CA506BE1}"/>
              </a:ext>
            </a:extLst>
          </p:cNvPr>
          <p:cNvSpPr txBox="1"/>
          <p:nvPr/>
        </p:nvSpPr>
        <p:spPr>
          <a:xfrm>
            <a:off x="3138310" y="901933"/>
            <a:ext cx="570089" cy="230832"/>
          </a:xfrm>
          <a:prstGeom prst="rect">
            <a:avLst/>
          </a:prstGeom>
          <a:noFill/>
        </p:spPr>
        <p:txBody>
          <a:bodyPr wrap="square" rtlCol="0">
            <a:spAutoFit/>
          </a:bodyPr>
          <a:lstStyle/>
          <a:p>
            <a:pPr algn="ctr"/>
            <a:r>
              <a:rPr lang="en-US" sz="900" dirty="0"/>
              <a:t>4567</a:t>
            </a:r>
          </a:p>
        </p:txBody>
      </p:sp>
      <p:sp>
        <p:nvSpPr>
          <p:cNvPr id="60" name="TextBox 59">
            <a:extLst>
              <a:ext uri="{FF2B5EF4-FFF2-40B4-BE49-F238E27FC236}">
                <a16:creationId xmlns:a16="http://schemas.microsoft.com/office/drawing/2014/main" id="{00622985-EAB7-A6C8-1918-AFF343394723}"/>
              </a:ext>
            </a:extLst>
          </p:cNvPr>
          <p:cNvSpPr txBox="1"/>
          <p:nvPr/>
        </p:nvSpPr>
        <p:spPr>
          <a:xfrm>
            <a:off x="3138310" y="1903821"/>
            <a:ext cx="570089" cy="230832"/>
          </a:xfrm>
          <a:prstGeom prst="rect">
            <a:avLst/>
          </a:prstGeom>
          <a:noFill/>
        </p:spPr>
        <p:txBody>
          <a:bodyPr wrap="square" rtlCol="0">
            <a:spAutoFit/>
          </a:bodyPr>
          <a:lstStyle/>
          <a:p>
            <a:pPr algn="ctr"/>
            <a:r>
              <a:rPr lang="en-US" sz="900" dirty="0"/>
              <a:t>2467</a:t>
            </a:r>
          </a:p>
        </p:txBody>
      </p:sp>
      <p:sp>
        <p:nvSpPr>
          <p:cNvPr id="61" name="TextBox 60">
            <a:extLst>
              <a:ext uri="{FF2B5EF4-FFF2-40B4-BE49-F238E27FC236}">
                <a16:creationId xmlns:a16="http://schemas.microsoft.com/office/drawing/2014/main" id="{DA419629-A8A7-C8D2-7B14-249F52996A98}"/>
              </a:ext>
            </a:extLst>
          </p:cNvPr>
          <p:cNvSpPr txBox="1"/>
          <p:nvPr/>
        </p:nvSpPr>
        <p:spPr>
          <a:xfrm>
            <a:off x="3138310" y="2404765"/>
            <a:ext cx="570089" cy="230832"/>
          </a:xfrm>
          <a:prstGeom prst="rect">
            <a:avLst/>
          </a:prstGeom>
          <a:noFill/>
        </p:spPr>
        <p:txBody>
          <a:bodyPr wrap="square" rtlCol="0">
            <a:spAutoFit/>
          </a:bodyPr>
          <a:lstStyle/>
          <a:p>
            <a:pPr algn="ctr"/>
            <a:r>
              <a:rPr lang="en-US" sz="900" dirty="0"/>
              <a:t>4567</a:t>
            </a:r>
          </a:p>
        </p:txBody>
      </p:sp>
      <p:sp>
        <p:nvSpPr>
          <p:cNvPr id="62" name="TextBox 61">
            <a:extLst>
              <a:ext uri="{FF2B5EF4-FFF2-40B4-BE49-F238E27FC236}">
                <a16:creationId xmlns:a16="http://schemas.microsoft.com/office/drawing/2014/main" id="{51FF9CD7-3A55-EB18-23BC-296A10CE87B5}"/>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3" name="TextBox 62">
            <a:extLst>
              <a:ext uri="{FF2B5EF4-FFF2-40B4-BE49-F238E27FC236}">
                <a16:creationId xmlns:a16="http://schemas.microsoft.com/office/drawing/2014/main" id="{99877B30-86BD-2820-E87D-8CE10EC097C4}"/>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DB4A53BD-470C-79EA-D8D1-1B1ACDA49EAE}"/>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6F43E3A4-1010-2743-1575-83CA5E16F7E7}"/>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66" name="TextBox 65">
            <a:extLst>
              <a:ext uri="{FF2B5EF4-FFF2-40B4-BE49-F238E27FC236}">
                <a16:creationId xmlns:a16="http://schemas.microsoft.com/office/drawing/2014/main" id="{205B87B9-F237-153F-3D74-99CD003DF7EF}"/>
              </a:ext>
            </a:extLst>
          </p:cNvPr>
          <p:cNvSpPr txBox="1"/>
          <p:nvPr/>
        </p:nvSpPr>
        <p:spPr>
          <a:xfrm>
            <a:off x="7157158" y="901933"/>
            <a:ext cx="570089" cy="230832"/>
          </a:xfrm>
          <a:prstGeom prst="rect">
            <a:avLst/>
          </a:prstGeom>
          <a:noFill/>
        </p:spPr>
        <p:txBody>
          <a:bodyPr wrap="square" rtlCol="0">
            <a:spAutoFit/>
          </a:bodyPr>
          <a:lstStyle/>
          <a:p>
            <a:pPr algn="ctr"/>
            <a:r>
              <a:rPr lang="en-US" sz="900" dirty="0"/>
              <a:t>78</a:t>
            </a:r>
          </a:p>
        </p:txBody>
      </p:sp>
      <p:sp>
        <p:nvSpPr>
          <p:cNvPr id="67" name="TextBox 66">
            <a:extLst>
              <a:ext uri="{FF2B5EF4-FFF2-40B4-BE49-F238E27FC236}">
                <a16:creationId xmlns:a16="http://schemas.microsoft.com/office/drawing/2014/main" id="{32E6913A-2928-7E39-A998-DAE3EFF7BF9C}"/>
              </a:ext>
            </a:extLst>
          </p:cNvPr>
          <p:cNvSpPr txBox="1"/>
          <p:nvPr/>
        </p:nvSpPr>
        <p:spPr>
          <a:xfrm>
            <a:off x="6152446" y="1903821"/>
            <a:ext cx="570089" cy="230832"/>
          </a:xfrm>
          <a:prstGeom prst="rect">
            <a:avLst/>
          </a:prstGeom>
          <a:noFill/>
        </p:spPr>
        <p:txBody>
          <a:bodyPr wrap="square" rtlCol="0">
            <a:spAutoFit/>
          </a:bodyPr>
          <a:lstStyle/>
          <a:p>
            <a:pPr algn="ctr"/>
            <a:r>
              <a:rPr lang="en-US" sz="900" dirty="0"/>
              <a:t>87</a:t>
            </a:r>
          </a:p>
        </p:txBody>
      </p:sp>
      <p:sp>
        <p:nvSpPr>
          <p:cNvPr id="69" name="TextBox 68">
            <a:extLst>
              <a:ext uri="{FF2B5EF4-FFF2-40B4-BE49-F238E27FC236}">
                <a16:creationId xmlns:a16="http://schemas.microsoft.com/office/drawing/2014/main" id="{279A9617-2E41-ADA4-124A-8DF544F3B768}"/>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37EF0FD8-8877-9C51-C7DE-D6660355CFAF}"/>
              </a:ext>
            </a:extLst>
          </p:cNvPr>
          <p:cNvSpPr txBox="1"/>
          <p:nvPr/>
        </p:nvSpPr>
        <p:spPr>
          <a:xfrm>
            <a:off x="7157158" y="3406653"/>
            <a:ext cx="570089" cy="230832"/>
          </a:xfrm>
          <a:prstGeom prst="rect">
            <a:avLst/>
          </a:prstGeom>
          <a:noFill/>
        </p:spPr>
        <p:txBody>
          <a:bodyPr wrap="square" rtlCol="0">
            <a:spAutoFit/>
          </a:bodyPr>
          <a:lstStyle/>
          <a:p>
            <a:pPr algn="ctr"/>
            <a:r>
              <a:rPr lang="en-US" sz="900" dirty="0"/>
              <a:t>35679</a:t>
            </a:r>
          </a:p>
        </p:txBody>
      </p:sp>
      <p:sp>
        <p:nvSpPr>
          <p:cNvPr id="71" name="TextBox 70">
            <a:extLst>
              <a:ext uri="{FF2B5EF4-FFF2-40B4-BE49-F238E27FC236}">
                <a16:creationId xmlns:a16="http://schemas.microsoft.com/office/drawing/2014/main" id="{8777A8EB-3251-690D-CC0A-99775B59A928}"/>
              </a:ext>
            </a:extLst>
          </p:cNvPr>
          <p:cNvSpPr txBox="1"/>
          <p:nvPr/>
        </p:nvSpPr>
        <p:spPr>
          <a:xfrm>
            <a:off x="7157158" y="3907597"/>
            <a:ext cx="570089" cy="230832"/>
          </a:xfrm>
          <a:prstGeom prst="rect">
            <a:avLst/>
          </a:prstGeom>
          <a:noFill/>
        </p:spPr>
        <p:txBody>
          <a:bodyPr wrap="square" rtlCol="0">
            <a:spAutoFit/>
          </a:bodyPr>
          <a:lstStyle/>
          <a:p>
            <a:pPr algn="ctr"/>
            <a:r>
              <a:rPr lang="en-US" sz="900" dirty="0"/>
              <a:t>3589</a:t>
            </a:r>
          </a:p>
        </p:txBody>
      </p:sp>
      <p:sp>
        <p:nvSpPr>
          <p:cNvPr id="72" name="TextBox 71">
            <a:extLst>
              <a:ext uri="{FF2B5EF4-FFF2-40B4-BE49-F238E27FC236}">
                <a16:creationId xmlns:a16="http://schemas.microsoft.com/office/drawing/2014/main" id="{CFFF2275-C712-C9B5-B988-ADBB5CDA8F85}"/>
              </a:ext>
            </a:extLst>
          </p:cNvPr>
          <p:cNvSpPr txBox="1"/>
          <p:nvPr/>
        </p:nvSpPr>
        <p:spPr>
          <a:xfrm>
            <a:off x="7157158" y="4909484"/>
            <a:ext cx="570089" cy="230832"/>
          </a:xfrm>
          <a:prstGeom prst="rect">
            <a:avLst/>
          </a:prstGeom>
          <a:noFill/>
        </p:spPr>
        <p:txBody>
          <a:bodyPr wrap="square" rtlCol="0">
            <a:spAutoFit/>
          </a:bodyPr>
          <a:lstStyle/>
          <a:p>
            <a:pPr algn="ctr"/>
            <a:r>
              <a:rPr lang="en-US" sz="900" dirty="0"/>
              <a:t>3578</a:t>
            </a:r>
          </a:p>
        </p:txBody>
      </p:sp>
      <p:sp>
        <p:nvSpPr>
          <p:cNvPr id="73" name="TextBox 72">
            <a:extLst>
              <a:ext uri="{FF2B5EF4-FFF2-40B4-BE49-F238E27FC236}">
                <a16:creationId xmlns:a16="http://schemas.microsoft.com/office/drawing/2014/main" id="{D6AA2DFC-E559-652B-606C-C8E79CD82322}"/>
              </a:ext>
            </a:extLst>
          </p:cNvPr>
          <p:cNvSpPr txBox="1"/>
          <p:nvPr/>
        </p:nvSpPr>
        <p:spPr>
          <a:xfrm>
            <a:off x="5650090" y="4909484"/>
            <a:ext cx="570089" cy="230832"/>
          </a:xfrm>
          <a:prstGeom prst="rect">
            <a:avLst/>
          </a:prstGeom>
          <a:noFill/>
        </p:spPr>
        <p:txBody>
          <a:bodyPr wrap="square" rtlCol="0">
            <a:spAutoFit/>
          </a:bodyPr>
          <a:lstStyle/>
          <a:p>
            <a:pPr algn="ctr"/>
            <a:r>
              <a:rPr lang="en-US" sz="900" dirty="0"/>
              <a:t>3458</a:t>
            </a:r>
          </a:p>
        </p:txBody>
      </p:sp>
      <p:sp>
        <p:nvSpPr>
          <p:cNvPr id="74" name="TextBox 73">
            <a:extLst>
              <a:ext uri="{FF2B5EF4-FFF2-40B4-BE49-F238E27FC236}">
                <a16:creationId xmlns:a16="http://schemas.microsoft.com/office/drawing/2014/main" id="{3CF89ADA-A69B-97BF-447F-2A27447EF45B}"/>
              </a:ext>
            </a:extLst>
          </p:cNvPr>
          <p:cNvSpPr txBox="1"/>
          <p:nvPr/>
        </p:nvSpPr>
        <p:spPr>
          <a:xfrm>
            <a:off x="6152446" y="4909484"/>
            <a:ext cx="570089" cy="230832"/>
          </a:xfrm>
          <a:prstGeom prst="rect">
            <a:avLst/>
          </a:prstGeom>
          <a:noFill/>
        </p:spPr>
        <p:txBody>
          <a:bodyPr wrap="square" rtlCol="0">
            <a:spAutoFit/>
          </a:bodyPr>
          <a:lstStyle/>
          <a:p>
            <a:pPr algn="ctr"/>
            <a:r>
              <a:rPr lang="en-US" sz="900" dirty="0"/>
              <a:t>134578</a:t>
            </a:r>
          </a:p>
        </p:txBody>
      </p:sp>
      <p:sp>
        <p:nvSpPr>
          <p:cNvPr id="75" name="TextBox 74">
            <a:extLst>
              <a:ext uri="{FF2B5EF4-FFF2-40B4-BE49-F238E27FC236}">
                <a16:creationId xmlns:a16="http://schemas.microsoft.com/office/drawing/2014/main" id="{0179C70F-C65B-E263-5FE0-702208AEAE50}"/>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BC944449-AB73-7301-3F25-5078EEF6E566}"/>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21C9A220-7AF2-7DA2-3147-22737FD3F5EB}"/>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78" name="TextBox 77">
            <a:extLst>
              <a:ext uri="{FF2B5EF4-FFF2-40B4-BE49-F238E27FC236}">
                <a16:creationId xmlns:a16="http://schemas.microsoft.com/office/drawing/2014/main" id="{A72E3CE3-6453-EE24-470C-47EB2A49876E}"/>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79" name="TextBox 78">
            <a:extLst>
              <a:ext uri="{FF2B5EF4-FFF2-40B4-BE49-F238E27FC236}">
                <a16:creationId xmlns:a16="http://schemas.microsoft.com/office/drawing/2014/main" id="{4497E859-217F-3B99-0957-781EB658B91E}"/>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13038111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C21CD-6506-C599-F46D-814C7F58990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30380-1D41-7608-D21E-366CD7F01634}"/>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38BC819-D292-80F9-2B75-4C6345E99F5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EDC135F-499B-E40D-3AD3-1FEC2074A72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7CE1BD3-4C75-01EF-D3F5-19F12339023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499F602-23AE-BB74-12A3-5FF670F1E4ED}"/>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DB58407A-8C6A-13E6-E492-A40B168B0E7F}"/>
              </a:ext>
            </a:extLst>
          </p:cNvPr>
          <p:cNvSpPr txBox="1"/>
          <p:nvPr/>
        </p:nvSpPr>
        <p:spPr>
          <a:xfrm>
            <a:off x="3138310" y="3907597"/>
            <a:ext cx="570089" cy="230832"/>
          </a:xfrm>
          <a:prstGeom prst="rect">
            <a:avLst/>
          </a:prstGeom>
          <a:noFill/>
        </p:spPr>
        <p:txBody>
          <a:bodyPr wrap="square" rtlCol="0">
            <a:spAutoFit/>
          </a:bodyPr>
          <a:lstStyle/>
          <a:p>
            <a:pPr algn="ctr"/>
            <a:r>
              <a:rPr lang="en-US" sz="900" dirty="0"/>
              <a:t>45</a:t>
            </a:r>
          </a:p>
        </p:txBody>
      </p:sp>
      <p:sp>
        <p:nvSpPr>
          <p:cNvPr id="10" name="TextBox 9">
            <a:extLst>
              <a:ext uri="{FF2B5EF4-FFF2-40B4-BE49-F238E27FC236}">
                <a16:creationId xmlns:a16="http://schemas.microsoft.com/office/drawing/2014/main" id="{AD0E1509-9485-F52C-A520-ED70D3019350}"/>
              </a:ext>
            </a:extLst>
          </p:cNvPr>
          <p:cNvSpPr txBox="1"/>
          <p:nvPr/>
        </p:nvSpPr>
        <p:spPr>
          <a:xfrm>
            <a:off x="4143022" y="4909484"/>
            <a:ext cx="570089" cy="230832"/>
          </a:xfrm>
          <a:prstGeom prst="rect">
            <a:avLst/>
          </a:prstGeom>
          <a:noFill/>
        </p:spPr>
        <p:txBody>
          <a:bodyPr wrap="square" rtlCol="0">
            <a:spAutoFit/>
          </a:bodyPr>
          <a:lstStyle/>
          <a:p>
            <a:pPr algn="ctr"/>
            <a:r>
              <a:rPr lang="en-US" sz="900" dirty="0"/>
              <a:t>54</a:t>
            </a:r>
          </a:p>
        </p:txBody>
      </p:sp>
      <p:sp>
        <p:nvSpPr>
          <p:cNvPr id="11" name="TextBox 10">
            <a:extLst>
              <a:ext uri="{FF2B5EF4-FFF2-40B4-BE49-F238E27FC236}">
                <a16:creationId xmlns:a16="http://schemas.microsoft.com/office/drawing/2014/main" id="{C3A595E9-679A-EE10-558C-91A5FE6C0D95}"/>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656DE849-5439-D074-2584-66F252B22835}"/>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9129C301-F1B0-73F2-8D12-34E77D1C1407}"/>
              </a:ext>
            </a:extLst>
          </p:cNvPr>
          <p:cNvSpPr txBox="1"/>
          <p:nvPr/>
        </p:nvSpPr>
        <p:spPr>
          <a:xfrm>
            <a:off x="4143022" y="3907597"/>
            <a:ext cx="570089" cy="230832"/>
          </a:xfrm>
          <a:prstGeom prst="rect">
            <a:avLst/>
          </a:prstGeom>
          <a:solidFill>
            <a:schemeClr val="accent6">
              <a:lumMod val="20000"/>
              <a:lumOff val="80000"/>
            </a:schemeClr>
          </a:solid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02FB6EAA-E684-F991-3918-73A7138C1595}"/>
              </a:ext>
            </a:extLst>
          </p:cNvPr>
          <p:cNvSpPr txBox="1"/>
          <p:nvPr/>
        </p:nvSpPr>
        <p:spPr>
          <a:xfrm>
            <a:off x="5147734"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32</a:t>
            </a:r>
          </a:p>
        </p:txBody>
      </p:sp>
      <p:sp>
        <p:nvSpPr>
          <p:cNvPr id="16" name="TextBox 15">
            <a:extLst>
              <a:ext uri="{FF2B5EF4-FFF2-40B4-BE49-F238E27FC236}">
                <a16:creationId xmlns:a16="http://schemas.microsoft.com/office/drawing/2014/main" id="{7D7E66CC-FB69-5478-1189-9D3BBD8C73C0}"/>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17996F4E-9290-86AB-3833-88926E02379B}"/>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DA966044-E794-C6C1-98F6-6EA140B2D772}"/>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2689FE33-E041-9D5D-5614-99902892901E}"/>
              </a:ext>
            </a:extLst>
          </p:cNvPr>
          <p:cNvSpPr txBox="1"/>
          <p:nvPr/>
        </p:nvSpPr>
        <p:spPr>
          <a:xfrm>
            <a:off x="3138310"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21</a:t>
            </a:r>
          </a:p>
        </p:txBody>
      </p:sp>
      <p:sp>
        <p:nvSpPr>
          <p:cNvPr id="27" name="TextBox 26">
            <a:extLst>
              <a:ext uri="{FF2B5EF4-FFF2-40B4-BE49-F238E27FC236}">
                <a16:creationId xmlns:a16="http://schemas.microsoft.com/office/drawing/2014/main" id="{FB84DDC8-012B-71A2-3D2B-511E965E516A}"/>
              </a:ext>
            </a:extLst>
          </p:cNvPr>
          <p:cNvSpPr txBox="1"/>
          <p:nvPr/>
        </p:nvSpPr>
        <p:spPr>
          <a:xfrm>
            <a:off x="3640666" y="901933"/>
            <a:ext cx="570089" cy="230832"/>
          </a:xfrm>
          <a:prstGeom prst="rect">
            <a:avLst/>
          </a:prstGeom>
          <a:noFill/>
        </p:spPr>
        <p:txBody>
          <a:bodyPr wrap="square" rtlCol="0">
            <a:spAutoFit/>
          </a:bodyPr>
          <a:lstStyle/>
          <a:p>
            <a:pPr algn="ctr"/>
            <a:r>
              <a:rPr lang="en-US" sz="900" dirty="0"/>
              <a:t>459</a:t>
            </a:r>
          </a:p>
        </p:txBody>
      </p:sp>
      <p:sp>
        <p:nvSpPr>
          <p:cNvPr id="28" name="TextBox 27">
            <a:extLst>
              <a:ext uri="{FF2B5EF4-FFF2-40B4-BE49-F238E27FC236}">
                <a16:creationId xmlns:a16="http://schemas.microsoft.com/office/drawing/2014/main" id="{33C945ED-8900-1848-CE2A-67FE5A44220D}"/>
              </a:ext>
            </a:extLst>
          </p:cNvPr>
          <p:cNvSpPr txBox="1"/>
          <p:nvPr/>
        </p:nvSpPr>
        <p:spPr>
          <a:xfrm>
            <a:off x="3640666" y="1903821"/>
            <a:ext cx="570089" cy="230832"/>
          </a:xfrm>
          <a:prstGeom prst="rect">
            <a:avLst/>
          </a:prstGeom>
          <a:noFill/>
        </p:spPr>
        <p:txBody>
          <a:bodyPr wrap="square" rtlCol="0">
            <a:spAutoFit/>
          </a:bodyPr>
          <a:lstStyle/>
          <a:p>
            <a:pPr algn="ctr"/>
            <a:r>
              <a:rPr lang="en-US" sz="900" dirty="0"/>
              <a:t>49</a:t>
            </a:r>
          </a:p>
        </p:txBody>
      </p:sp>
      <p:sp>
        <p:nvSpPr>
          <p:cNvPr id="29" name="TextBox 28">
            <a:extLst>
              <a:ext uri="{FF2B5EF4-FFF2-40B4-BE49-F238E27FC236}">
                <a16:creationId xmlns:a16="http://schemas.microsoft.com/office/drawing/2014/main" id="{1774DF07-B18D-0B4A-DE0A-847D4FE7D930}"/>
              </a:ext>
            </a:extLst>
          </p:cNvPr>
          <p:cNvSpPr txBox="1"/>
          <p:nvPr/>
        </p:nvSpPr>
        <p:spPr>
          <a:xfrm>
            <a:off x="3640666" y="2404765"/>
            <a:ext cx="570089" cy="230832"/>
          </a:xfrm>
          <a:prstGeom prst="rect">
            <a:avLst/>
          </a:prstGeom>
          <a:noFill/>
        </p:spPr>
        <p:txBody>
          <a:bodyPr wrap="square" rtlCol="0">
            <a:spAutoFit/>
          </a:bodyPr>
          <a:lstStyle/>
          <a:p>
            <a:pPr algn="ctr"/>
            <a:r>
              <a:rPr lang="en-US" sz="900" dirty="0"/>
              <a:t>459</a:t>
            </a:r>
          </a:p>
        </p:txBody>
      </p:sp>
      <p:sp>
        <p:nvSpPr>
          <p:cNvPr id="30" name="TextBox 29">
            <a:extLst>
              <a:ext uri="{FF2B5EF4-FFF2-40B4-BE49-F238E27FC236}">
                <a16:creationId xmlns:a16="http://schemas.microsoft.com/office/drawing/2014/main" id="{1B18C713-0AA8-1FCB-268D-6210519D2792}"/>
              </a:ext>
            </a:extLst>
          </p:cNvPr>
          <p:cNvSpPr txBox="1"/>
          <p:nvPr/>
        </p:nvSpPr>
        <p:spPr>
          <a:xfrm>
            <a:off x="5147734" y="901933"/>
            <a:ext cx="570089" cy="230832"/>
          </a:xfrm>
          <a:prstGeom prst="rect">
            <a:avLst/>
          </a:prstGeom>
          <a:noFill/>
        </p:spPr>
        <p:txBody>
          <a:bodyPr wrap="square" rtlCol="0">
            <a:spAutoFit/>
          </a:bodyPr>
          <a:lstStyle/>
          <a:p>
            <a:pPr algn="ctr"/>
            <a:r>
              <a:rPr lang="en-US" sz="900" dirty="0"/>
              <a:t>689</a:t>
            </a:r>
          </a:p>
        </p:txBody>
      </p:sp>
      <p:sp>
        <p:nvSpPr>
          <p:cNvPr id="31" name="TextBox 30">
            <a:extLst>
              <a:ext uri="{FF2B5EF4-FFF2-40B4-BE49-F238E27FC236}">
                <a16:creationId xmlns:a16="http://schemas.microsoft.com/office/drawing/2014/main" id="{66CAD5B9-BF3A-E2B7-6CA3-BAC51BF99083}"/>
              </a:ext>
            </a:extLst>
          </p:cNvPr>
          <p:cNvSpPr txBox="1"/>
          <p:nvPr/>
        </p:nvSpPr>
        <p:spPr>
          <a:xfrm>
            <a:off x="5147734" y="1903821"/>
            <a:ext cx="570089" cy="230832"/>
          </a:xfrm>
          <a:prstGeom prst="rect">
            <a:avLst/>
          </a:prstGeom>
          <a:noFill/>
        </p:spPr>
        <p:txBody>
          <a:bodyPr wrap="square" rtlCol="0">
            <a:spAutoFit/>
          </a:bodyPr>
          <a:lstStyle/>
          <a:p>
            <a:pPr algn="ctr"/>
            <a:r>
              <a:rPr lang="en-US" sz="900" dirty="0"/>
              <a:t>23689</a:t>
            </a:r>
          </a:p>
        </p:txBody>
      </p:sp>
      <p:sp>
        <p:nvSpPr>
          <p:cNvPr id="33" name="TextBox 32">
            <a:extLst>
              <a:ext uri="{FF2B5EF4-FFF2-40B4-BE49-F238E27FC236}">
                <a16:creationId xmlns:a16="http://schemas.microsoft.com/office/drawing/2014/main" id="{1A4D8ED7-EE6B-1C9F-DE80-465390EED603}"/>
              </a:ext>
            </a:extLst>
          </p:cNvPr>
          <p:cNvSpPr txBox="1"/>
          <p:nvPr/>
        </p:nvSpPr>
        <p:spPr>
          <a:xfrm>
            <a:off x="5147734" y="3406653"/>
            <a:ext cx="570089" cy="230832"/>
          </a:xfrm>
          <a:prstGeom prst="rect">
            <a:avLst/>
          </a:prstGeom>
          <a:noFill/>
        </p:spPr>
        <p:txBody>
          <a:bodyPr wrap="square" rtlCol="0">
            <a:spAutoFit/>
          </a:bodyPr>
          <a:lstStyle/>
          <a:p>
            <a:pPr algn="ctr"/>
            <a:r>
              <a:rPr lang="en-US" sz="900" dirty="0"/>
              <a:t>2369</a:t>
            </a:r>
          </a:p>
        </p:txBody>
      </p:sp>
      <p:sp>
        <p:nvSpPr>
          <p:cNvPr id="34" name="TextBox 33">
            <a:extLst>
              <a:ext uri="{FF2B5EF4-FFF2-40B4-BE49-F238E27FC236}">
                <a16:creationId xmlns:a16="http://schemas.microsoft.com/office/drawing/2014/main" id="{7A2200AE-E7B6-CDFF-F477-55FDD8093D09}"/>
              </a:ext>
            </a:extLst>
          </p:cNvPr>
          <p:cNvSpPr txBox="1"/>
          <p:nvPr/>
        </p:nvSpPr>
        <p:spPr>
          <a:xfrm>
            <a:off x="5147734" y="3907597"/>
            <a:ext cx="570089" cy="230832"/>
          </a:xfrm>
          <a:prstGeom prst="rect">
            <a:avLst/>
          </a:prstGeom>
          <a:noFill/>
        </p:spPr>
        <p:txBody>
          <a:bodyPr wrap="square" rtlCol="0">
            <a:spAutoFit/>
          </a:bodyPr>
          <a:lstStyle/>
          <a:p>
            <a:pPr algn="ctr"/>
            <a:r>
              <a:rPr lang="en-US" sz="900" dirty="0"/>
              <a:t>2368</a:t>
            </a:r>
          </a:p>
        </p:txBody>
      </p:sp>
      <p:sp>
        <p:nvSpPr>
          <p:cNvPr id="35" name="TextBox 34">
            <a:extLst>
              <a:ext uri="{FF2B5EF4-FFF2-40B4-BE49-F238E27FC236}">
                <a16:creationId xmlns:a16="http://schemas.microsoft.com/office/drawing/2014/main" id="{36DEACE2-CC5F-060B-155B-35438F5E9B5A}"/>
              </a:ext>
            </a:extLst>
          </p:cNvPr>
          <p:cNvSpPr txBox="1"/>
          <p:nvPr/>
        </p:nvSpPr>
        <p:spPr>
          <a:xfrm>
            <a:off x="6654802" y="2404765"/>
            <a:ext cx="570089" cy="230832"/>
          </a:xfrm>
          <a:prstGeom prst="rect">
            <a:avLst/>
          </a:prstGeom>
          <a:noFill/>
        </p:spPr>
        <p:txBody>
          <a:bodyPr wrap="square" rtlCol="0">
            <a:spAutoFit/>
          </a:bodyPr>
          <a:lstStyle/>
          <a:p>
            <a:pPr algn="ctr"/>
            <a:r>
              <a:rPr lang="en-US" sz="900" dirty="0"/>
              <a:t>478</a:t>
            </a:r>
          </a:p>
        </p:txBody>
      </p:sp>
      <p:sp>
        <p:nvSpPr>
          <p:cNvPr id="36" name="TextBox 35">
            <a:extLst>
              <a:ext uri="{FF2B5EF4-FFF2-40B4-BE49-F238E27FC236}">
                <a16:creationId xmlns:a16="http://schemas.microsoft.com/office/drawing/2014/main" id="{3942F424-50A6-4EE6-C01A-A2889B7B7EC0}"/>
              </a:ext>
            </a:extLst>
          </p:cNvPr>
          <p:cNvSpPr txBox="1"/>
          <p:nvPr/>
        </p:nvSpPr>
        <p:spPr>
          <a:xfrm>
            <a:off x="6654802" y="3406653"/>
            <a:ext cx="570089" cy="230832"/>
          </a:xfrm>
          <a:prstGeom prst="rect">
            <a:avLst/>
          </a:prstGeom>
          <a:noFill/>
        </p:spPr>
        <p:txBody>
          <a:bodyPr wrap="square" rtlCol="0">
            <a:spAutoFit/>
          </a:bodyPr>
          <a:lstStyle/>
          <a:p>
            <a:pPr algn="ctr"/>
            <a:r>
              <a:rPr lang="en-US" sz="900" dirty="0"/>
              <a:t>47</a:t>
            </a:r>
          </a:p>
        </p:txBody>
      </p:sp>
      <p:sp>
        <p:nvSpPr>
          <p:cNvPr id="37" name="TextBox 36">
            <a:extLst>
              <a:ext uri="{FF2B5EF4-FFF2-40B4-BE49-F238E27FC236}">
                <a16:creationId xmlns:a16="http://schemas.microsoft.com/office/drawing/2014/main" id="{A94C4054-0018-39D3-9E2E-BEB9F764B110}"/>
              </a:ext>
            </a:extLst>
          </p:cNvPr>
          <p:cNvSpPr txBox="1"/>
          <p:nvPr/>
        </p:nvSpPr>
        <p:spPr>
          <a:xfrm>
            <a:off x="6654802" y="3907597"/>
            <a:ext cx="570089" cy="230832"/>
          </a:xfrm>
          <a:prstGeom prst="rect">
            <a:avLst/>
          </a:prstGeom>
          <a:noFill/>
        </p:spPr>
        <p:txBody>
          <a:bodyPr wrap="square" rtlCol="0">
            <a:spAutoFit/>
          </a:bodyPr>
          <a:lstStyle/>
          <a:p>
            <a:pPr algn="ctr"/>
            <a:r>
              <a:rPr lang="en-US" sz="900" dirty="0"/>
              <a:t>248</a:t>
            </a:r>
          </a:p>
        </p:txBody>
      </p:sp>
      <p:sp>
        <p:nvSpPr>
          <p:cNvPr id="38" name="TextBox 37">
            <a:extLst>
              <a:ext uri="{FF2B5EF4-FFF2-40B4-BE49-F238E27FC236}">
                <a16:creationId xmlns:a16="http://schemas.microsoft.com/office/drawing/2014/main" id="{164BBDE1-149D-D82F-1A56-265C74D9A0A7}"/>
              </a:ext>
            </a:extLst>
          </p:cNvPr>
          <p:cNvSpPr txBox="1"/>
          <p:nvPr/>
        </p:nvSpPr>
        <p:spPr>
          <a:xfrm>
            <a:off x="6654802" y="4909484"/>
            <a:ext cx="570089" cy="230832"/>
          </a:xfrm>
          <a:prstGeom prst="rect">
            <a:avLst/>
          </a:prstGeom>
          <a:noFill/>
        </p:spPr>
        <p:txBody>
          <a:bodyPr wrap="square" rtlCol="0">
            <a:spAutoFit/>
          </a:bodyPr>
          <a:lstStyle/>
          <a:p>
            <a:pPr algn="ctr"/>
            <a:r>
              <a:rPr lang="en-US" sz="900" dirty="0"/>
              <a:t>478</a:t>
            </a:r>
          </a:p>
        </p:txBody>
      </p:sp>
      <p:sp>
        <p:nvSpPr>
          <p:cNvPr id="39" name="TextBox 38">
            <a:extLst>
              <a:ext uri="{FF2B5EF4-FFF2-40B4-BE49-F238E27FC236}">
                <a16:creationId xmlns:a16="http://schemas.microsoft.com/office/drawing/2014/main" id="{5EC292F5-1E5F-A64E-9F52-0BB0DBEA0D7D}"/>
              </a:ext>
            </a:extLst>
          </p:cNvPr>
          <p:cNvSpPr txBox="1"/>
          <p:nvPr/>
        </p:nvSpPr>
        <p:spPr>
          <a:xfrm>
            <a:off x="4143022" y="1402877"/>
            <a:ext cx="570089" cy="230832"/>
          </a:xfrm>
          <a:prstGeom prst="rect">
            <a:avLst/>
          </a:prstGeom>
          <a:noFill/>
        </p:spPr>
        <p:txBody>
          <a:bodyPr wrap="square" rtlCol="0">
            <a:spAutoFit/>
          </a:bodyPr>
          <a:lstStyle/>
          <a:p>
            <a:pPr algn="ctr"/>
            <a:r>
              <a:rPr lang="en-US" sz="900" dirty="0"/>
              <a:t>1278</a:t>
            </a:r>
          </a:p>
        </p:txBody>
      </p:sp>
      <p:sp>
        <p:nvSpPr>
          <p:cNvPr id="40" name="TextBox 39">
            <a:extLst>
              <a:ext uri="{FF2B5EF4-FFF2-40B4-BE49-F238E27FC236}">
                <a16:creationId xmlns:a16="http://schemas.microsoft.com/office/drawing/2014/main" id="{99F004AC-346D-8796-55E3-6E92F7169010}"/>
              </a:ext>
            </a:extLst>
          </p:cNvPr>
          <p:cNvSpPr txBox="1"/>
          <p:nvPr/>
        </p:nvSpPr>
        <p:spPr>
          <a:xfrm>
            <a:off x="4645378" y="1402877"/>
            <a:ext cx="570089" cy="230832"/>
          </a:xfrm>
          <a:prstGeom prst="rect">
            <a:avLst/>
          </a:prstGeom>
          <a:noFill/>
        </p:spPr>
        <p:txBody>
          <a:bodyPr wrap="square" rtlCol="0">
            <a:spAutoFit/>
          </a:bodyPr>
          <a:lstStyle/>
          <a:p>
            <a:pPr algn="ctr"/>
            <a:r>
              <a:rPr lang="en-US" sz="900" dirty="0"/>
              <a:t>278</a:t>
            </a:r>
          </a:p>
        </p:txBody>
      </p:sp>
      <p:sp>
        <p:nvSpPr>
          <p:cNvPr id="41" name="TextBox 40">
            <a:extLst>
              <a:ext uri="{FF2B5EF4-FFF2-40B4-BE49-F238E27FC236}">
                <a16:creationId xmlns:a16="http://schemas.microsoft.com/office/drawing/2014/main" id="{988B25F5-0BFA-1E1A-EBBB-570DA210A9F5}"/>
              </a:ext>
            </a:extLst>
          </p:cNvPr>
          <p:cNvSpPr txBox="1"/>
          <p:nvPr/>
        </p:nvSpPr>
        <p:spPr>
          <a:xfrm>
            <a:off x="5650090" y="1402877"/>
            <a:ext cx="570089" cy="230832"/>
          </a:xfrm>
          <a:prstGeom prst="rect">
            <a:avLst/>
          </a:prstGeom>
          <a:noFill/>
        </p:spPr>
        <p:txBody>
          <a:bodyPr wrap="square" rtlCol="0">
            <a:spAutoFit/>
          </a:bodyPr>
          <a:lstStyle/>
          <a:p>
            <a:pPr algn="ctr"/>
            <a:r>
              <a:rPr lang="en-US" sz="900" dirty="0"/>
              <a:t>278</a:t>
            </a:r>
          </a:p>
        </p:txBody>
      </p:sp>
      <p:sp>
        <p:nvSpPr>
          <p:cNvPr id="42" name="TextBox 41">
            <a:extLst>
              <a:ext uri="{FF2B5EF4-FFF2-40B4-BE49-F238E27FC236}">
                <a16:creationId xmlns:a16="http://schemas.microsoft.com/office/drawing/2014/main" id="{DFC35ACC-AA38-5532-79F0-F712273F8AE0}"/>
              </a:ext>
            </a:extLst>
          </p:cNvPr>
          <p:cNvSpPr txBox="1"/>
          <p:nvPr/>
        </p:nvSpPr>
        <p:spPr>
          <a:xfrm>
            <a:off x="3138310" y="1402877"/>
            <a:ext cx="570089" cy="230832"/>
          </a:xfrm>
          <a:prstGeom prst="rect">
            <a:avLst/>
          </a:prstGeom>
          <a:noFill/>
        </p:spPr>
        <p:txBody>
          <a:bodyPr wrap="square" rtlCol="0">
            <a:spAutoFit/>
          </a:bodyPr>
          <a:lstStyle/>
          <a:p>
            <a:pPr algn="ctr"/>
            <a:r>
              <a:rPr lang="en-US" sz="900" dirty="0"/>
              <a:t>127</a:t>
            </a:r>
          </a:p>
        </p:txBody>
      </p:sp>
      <p:sp>
        <p:nvSpPr>
          <p:cNvPr id="43" name="TextBox 42">
            <a:extLst>
              <a:ext uri="{FF2B5EF4-FFF2-40B4-BE49-F238E27FC236}">
                <a16:creationId xmlns:a16="http://schemas.microsoft.com/office/drawing/2014/main" id="{694810DC-B4AC-B39B-8709-B9213E36976E}"/>
              </a:ext>
            </a:extLst>
          </p:cNvPr>
          <p:cNvSpPr txBox="1"/>
          <p:nvPr/>
        </p:nvSpPr>
        <p:spPr>
          <a:xfrm>
            <a:off x="4143022" y="2905709"/>
            <a:ext cx="570089" cy="230832"/>
          </a:xfrm>
          <a:prstGeom prst="rect">
            <a:avLst/>
          </a:prstGeom>
          <a:noFill/>
        </p:spPr>
        <p:txBody>
          <a:bodyPr wrap="square" rtlCol="0">
            <a:spAutoFit/>
          </a:bodyPr>
          <a:lstStyle/>
          <a:p>
            <a:pPr algn="ctr"/>
            <a:r>
              <a:rPr lang="en-US" sz="900" dirty="0"/>
              <a:t>5679</a:t>
            </a:r>
          </a:p>
        </p:txBody>
      </p:sp>
      <p:sp>
        <p:nvSpPr>
          <p:cNvPr id="44" name="TextBox 43">
            <a:extLst>
              <a:ext uri="{FF2B5EF4-FFF2-40B4-BE49-F238E27FC236}">
                <a16:creationId xmlns:a16="http://schemas.microsoft.com/office/drawing/2014/main" id="{CCC405D3-99F2-8320-2B9F-7814F8901D9E}"/>
              </a:ext>
            </a:extLst>
          </p:cNvPr>
          <p:cNvSpPr txBox="1"/>
          <p:nvPr/>
        </p:nvSpPr>
        <p:spPr>
          <a:xfrm>
            <a:off x="4645378" y="2905709"/>
            <a:ext cx="570089" cy="230832"/>
          </a:xfrm>
          <a:prstGeom prst="rect">
            <a:avLst/>
          </a:prstGeom>
          <a:noFill/>
        </p:spPr>
        <p:txBody>
          <a:bodyPr wrap="square" rtlCol="0">
            <a:spAutoFit/>
          </a:bodyPr>
          <a:lstStyle/>
          <a:p>
            <a:pPr algn="ctr"/>
            <a:r>
              <a:rPr lang="en-US" sz="900" dirty="0"/>
              <a:t>5678</a:t>
            </a:r>
          </a:p>
        </p:txBody>
      </p:sp>
      <p:sp>
        <p:nvSpPr>
          <p:cNvPr id="45" name="TextBox 44">
            <a:extLst>
              <a:ext uri="{FF2B5EF4-FFF2-40B4-BE49-F238E27FC236}">
                <a16:creationId xmlns:a16="http://schemas.microsoft.com/office/drawing/2014/main" id="{1DD5A57B-8662-E457-9515-EAB8DE19BA02}"/>
              </a:ext>
            </a:extLst>
          </p:cNvPr>
          <p:cNvSpPr txBox="1"/>
          <p:nvPr/>
        </p:nvSpPr>
        <p:spPr>
          <a:xfrm>
            <a:off x="5650090" y="2905709"/>
            <a:ext cx="570089" cy="230832"/>
          </a:xfrm>
          <a:prstGeom prst="rect">
            <a:avLst/>
          </a:prstGeom>
          <a:noFill/>
        </p:spPr>
        <p:txBody>
          <a:bodyPr wrap="square" rtlCol="0">
            <a:spAutoFit/>
          </a:bodyPr>
          <a:lstStyle/>
          <a:p>
            <a:pPr algn="ctr"/>
            <a:r>
              <a:rPr lang="en-US" sz="900" dirty="0"/>
              <a:t>56789</a:t>
            </a:r>
          </a:p>
        </p:txBody>
      </p:sp>
      <p:sp>
        <p:nvSpPr>
          <p:cNvPr id="46" name="TextBox 45">
            <a:extLst>
              <a:ext uri="{FF2B5EF4-FFF2-40B4-BE49-F238E27FC236}">
                <a16:creationId xmlns:a16="http://schemas.microsoft.com/office/drawing/2014/main" id="{863A72E9-8DB6-AF17-C751-BE55C9E6E6A3}"/>
              </a:ext>
            </a:extLst>
          </p:cNvPr>
          <p:cNvSpPr txBox="1"/>
          <p:nvPr/>
        </p:nvSpPr>
        <p:spPr>
          <a:xfrm>
            <a:off x="6152446" y="2905709"/>
            <a:ext cx="570089" cy="230832"/>
          </a:xfrm>
          <a:prstGeom prst="rect">
            <a:avLst/>
          </a:prstGeom>
          <a:noFill/>
        </p:spPr>
        <p:txBody>
          <a:bodyPr wrap="square" rtlCol="0">
            <a:spAutoFit/>
          </a:bodyPr>
          <a:lstStyle/>
          <a:p>
            <a:pPr algn="ctr"/>
            <a:r>
              <a:rPr lang="en-US" sz="900" dirty="0"/>
              <a:t>5789</a:t>
            </a:r>
          </a:p>
        </p:txBody>
      </p:sp>
      <p:sp>
        <p:nvSpPr>
          <p:cNvPr id="47" name="TextBox 46">
            <a:extLst>
              <a:ext uri="{FF2B5EF4-FFF2-40B4-BE49-F238E27FC236}">
                <a16:creationId xmlns:a16="http://schemas.microsoft.com/office/drawing/2014/main" id="{852B0058-8E84-4950-1D31-39662E255EA0}"/>
              </a:ext>
            </a:extLst>
          </p:cNvPr>
          <p:cNvSpPr txBox="1"/>
          <p:nvPr/>
        </p:nvSpPr>
        <p:spPr>
          <a:xfrm>
            <a:off x="7157158" y="2905709"/>
            <a:ext cx="570089" cy="230832"/>
          </a:xfrm>
          <a:prstGeom prst="rect">
            <a:avLst/>
          </a:prstGeom>
          <a:noFill/>
        </p:spPr>
        <p:txBody>
          <a:bodyPr wrap="square" rtlCol="0">
            <a:spAutoFit/>
          </a:bodyPr>
          <a:lstStyle/>
          <a:p>
            <a:pPr algn="ctr"/>
            <a:r>
              <a:rPr lang="en-US" sz="900" dirty="0"/>
              <a:t>6789</a:t>
            </a:r>
          </a:p>
        </p:txBody>
      </p:sp>
      <p:sp>
        <p:nvSpPr>
          <p:cNvPr id="48" name="TextBox 47">
            <a:extLst>
              <a:ext uri="{FF2B5EF4-FFF2-40B4-BE49-F238E27FC236}">
                <a16:creationId xmlns:a16="http://schemas.microsoft.com/office/drawing/2014/main" id="{804D9843-C0A7-6DFF-58D7-11F88616A66C}"/>
              </a:ext>
            </a:extLst>
          </p:cNvPr>
          <p:cNvSpPr txBox="1"/>
          <p:nvPr/>
        </p:nvSpPr>
        <p:spPr>
          <a:xfrm>
            <a:off x="5650090" y="4408541"/>
            <a:ext cx="570089" cy="230832"/>
          </a:xfrm>
          <a:prstGeom prst="rect">
            <a:avLst/>
          </a:prstGeom>
          <a:noFill/>
        </p:spPr>
        <p:txBody>
          <a:bodyPr wrap="square" rtlCol="0">
            <a:spAutoFit/>
          </a:bodyPr>
          <a:lstStyle/>
          <a:p>
            <a:pPr algn="ctr"/>
            <a:r>
              <a:rPr lang="en-US" sz="900" dirty="0"/>
              <a:t>24</a:t>
            </a:r>
          </a:p>
        </p:txBody>
      </p:sp>
      <p:sp>
        <p:nvSpPr>
          <p:cNvPr id="51" name="TextBox 50">
            <a:extLst>
              <a:ext uri="{FF2B5EF4-FFF2-40B4-BE49-F238E27FC236}">
                <a16:creationId xmlns:a16="http://schemas.microsoft.com/office/drawing/2014/main" id="{E27BA0AE-0597-C294-5935-720FA5D5239D}"/>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E8DCE1C4-BFBD-23CC-7207-44007D2F6AE5}"/>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AB593AC8-3C1C-6FE1-9C7C-EA279C46C59F}"/>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65DBAA5D-BD31-05BE-DB4D-8A8FB3EC771B}"/>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5406E72C-6D01-6126-F67D-50CA3DBC3114}"/>
              </a:ext>
            </a:extLst>
          </p:cNvPr>
          <p:cNvSpPr txBox="1"/>
          <p:nvPr/>
        </p:nvSpPr>
        <p:spPr>
          <a:xfrm>
            <a:off x="4143022" y="901933"/>
            <a:ext cx="570089" cy="230832"/>
          </a:xfrm>
          <a:prstGeom prst="rect">
            <a:avLst/>
          </a:prstGeom>
          <a:noFill/>
        </p:spPr>
        <p:txBody>
          <a:bodyPr wrap="square" rtlCol="0">
            <a:spAutoFit/>
          </a:bodyPr>
          <a:lstStyle/>
          <a:p>
            <a:pPr algn="ctr"/>
            <a:r>
              <a:rPr lang="en-US" sz="900" dirty="0"/>
              <a:t>456789</a:t>
            </a:r>
          </a:p>
        </p:txBody>
      </p:sp>
      <p:sp>
        <p:nvSpPr>
          <p:cNvPr id="58" name="TextBox 57">
            <a:extLst>
              <a:ext uri="{FF2B5EF4-FFF2-40B4-BE49-F238E27FC236}">
                <a16:creationId xmlns:a16="http://schemas.microsoft.com/office/drawing/2014/main" id="{83FAA1CF-E5AF-59C8-86D1-B3F2F22621BB}"/>
              </a:ext>
            </a:extLst>
          </p:cNvPr>
          <p:cNvSpPr txBox="1"/>
          <p:nvPr/>
        </p:nvSpPr>
        <p:spPr>
          <a:xfrm>
            <a:off x="4645378" y="901933"/>
            <a:ext cx="570089" cy="230832"/>
          </a:xfrm>
          <a:prstGeom prst="rect">
            <a:avLst/>
          </a:prstGeom>
          <a:noFill/>
        </p:spPr>
        <p:txBody>
          <a:bodyPr wrap="square" rtlCol="0">
            <a:spAutoFit/>
          </a:bodyPr>
          <a:lstStyle/>
          <a:p>
            <a:pPr algn="ctr"/>
            <a:r>
              <a:rPr lang="en-US" sz="900" dirty="0"/>
              <a:t>4678</a:t>
            </a:r>
          </a:p>
        </p:txBody>
      </p:sp>
      <p:sp>
        <p:nvSpPr>
          <p:cNvPr id="59" name="TextBox 58">
            <a:extLst>
              <a:ext uri="{FF2B5EF4-FFF2-40B4-BE49-F238E27FC236}">
                <a16:creationId xmlns:a16="http://schemas.microsoft.com/office/drawing/2014/main" id="{42D9B9BA-B11C-E576-66D7-90EF09E252F2}"/>
              </a:ext>
            </a:extLst>
          </p:cNvPr>
          <p:cNvSpPr txBox="1"/>
          <p:nvPr/>
        </p:nvSpPr>
        <p:spPr>
          <a:xfrm>
            <a:off x="3138310" y="901933"/>
            <a:ext cx="570089" cy="230832"/>
          </a:xfrm>
          <a:prstGeom prst="rect">
            <a:avLst/>
          </a:prstGeom>
          <a:noFill/>
        </p:spPr>
        <p:txBody>
          <a:bodyPr wrap="square" rtlCol="0">
            <a:spAutoFit/>
          </a:bodyPr>
          <a:lstStyle/>
          <a:p>
            <a:pPr algn="ctr"/>
            <a:r>
              <a:rPr lang="en-US" sz="900" dirty="0"/>
              <a:t>4567</a:t>
            </a:r>
          </a:p>
        </p:txBody>
      </p:sp>
      <p:sp>
        <p:nvSpPr>
          <p:cNvPr id="60" name="TextBox 59">
            <a:extLst>
              <a:ext uri="{FF2B5EF4-FFF2-40B4-BE49-F238E27FC236}">
                <a16:creationId xmlns:a16="http://schemas.microsoft.com/office/drawing/2014/main" id="{CDBE9ADA-6E61-4D82-1DA9-B6BBAF5BFA84}"/>
              </a:ext>
            </a:extLst>
          </p:cNvPr>
          <p:cNvSpPr txBox="1"/>
          <p:nvPr/>
        </p:nvSpPr>
        <p:spPr>
          <a:xfrm>
            <a:off x="3138310" y="1903821"/>
            <a:ext cx="570089" cy="230832"/>
          </a:xfrm>
          <a:prstGeom prst="rect">
            <a:avLst/>
          </a:prstGeom>
          <a:noFill/>
        </p:spPr>
        <p:txBody>
          <a:bodyPr wrap="square" rtlCol="0">
            <a:spAutoFit/>
          </a:bodyPr>
          <a:lstStyle/>
          <a:p>
            <a:pPr algn="ctr"/>
            <a:r>
              <a:rPr lang="en-US" sz="900" dirty="0"/>
              <a:t>2467</a:t>
            </a:r>
          </a:p>
        </p:txBody>
      </p:sp>
      <p:sp>
        <p:nvSpPr>
          <p:cNvPr id="61" name="TextBox 60">
            <a:extLst>
              <a:ext uri="{FF2B5EF4-FFF2-40B4-BE49-F238E27FC236}">
                <a16:creationId xmlns:a16="http://schemas.microsoft.com/office/drawing/2014/main" id="{AB89A068-F52E-2F64-9329-E82DFEC8928B}"/>
              </a:ext>
            </a:extLst>
          </p:cNvPr>
          <p:cNvSpPr txBox="1"/>
          <p:nvPr/>
        </p:nvSpPr>
        <p:spPr>
          <a:xfrm>
            <a:off x="3138310" y="2404765"/>
            <a:ext cx="570089" cy="230832"/>
          </a:xfrm>
          <a:prstGeom prst="rect">
            <a:avLst/>
          </a:prstGeom>
          <a:noFill/>
        </p:spPr>
        <p:txBody>
          <a:bodyPr wrap="square" rtlCol="0">
            <a:spAutoFit/>
          </a:bodyPr>
          <a:lstStyle/>
          <a:p>
            <a:pPr algn="ctr"/>
            <a:r>
              <a:rPr lang="en-US" sz="900" dirty="0"/>
              <a:t>4567</a:t>
            </a:r>
          </a:p>
        </p:txBody>
      </p:sp>
      <p:sp>
        <p:nvSpPr>
          <p:cNvPr id="62" name="TextBox 61">
            <a:extLst>
              <a:ext uri="{FF2B5EF4-FFF2-40B4-BE49-F238E27FC236}">
                <a16:creationId xmlns:a16="http://schemas.microsoft.com/office/drawing/2014/main" id="{4C4663C1-24A3-626E-BE30-15BD14CF5379}"/>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3" name="TextBox 62">
            <a:extLst>
              <a:ext uri="{FF2B5EF4-FFF2-40B4-BE49-F238E27FC236}">
                <a16:creationId xmlns:a16="http://schemas.microsoft.com/office/drawing/2014/main" id="{B7299357-3261-F761-7973-A22F7AA483AC}"/>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6FD93EFA-17FB-0196-09BA-19934ECA325A}"/>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C0059C4D-4724-8426-AA1F-88BEB30E2E1B}"/>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66" name="TextBox 65">
            <a:extLst>
              <a:ext uri="{FF2B5EF4-FFF2-40B4-BE49-F238E27FC236}">
                <a16:creationId xmlns:a16="http://schemas.microsoft.com/office/drawing/2014/main" id="{A9C02561-967A-04F1-F4F6-C461571961EC}"/>
              </a:ext>
            </a:extLst>
          </p:cNvPr>
          <p:cNvSpPr txBox="1"/>
          <p:nvPr/>
        </p:nvSpPr>
        <p:spPr>
          <a:xfrm>
            <a:off x="7157158" y="901933"/>
            <a:ext cx="570089" cy="230832"/>
          </a:xfrm>
          <a:prstGeom prst="rect">
            <a:avLst/>
          </a:prstGeom>
          <a:noFill/>
        </p:spPr>
        <p:txBody>
          <a:bodyPr wrap="square" rtlCol="0">
            <a:spAutoFit/>
          </a:bodyPr>
          <a:lstStyle/>
          <a:p>
            <a:pPr algn="ctr"/>
            <a:r>
              <a:rPr lang="en-US" sz="900" dirty="0"/>
              <a:t>78</a:t>
            </a:r>
          </a:p>
        </p:txBody>
      </p:sp>
      <p:sp>
        <p:nvSpPr>
          <p:cNvPr id="67" name="TextBox 66">
            <a:extLst>
              <a:ext uri="{FF2B5EF4-FFF2-40B4-BE49-F238E27FC236}">
                <a16:creationId xmlns:a16="http://schemas.microsoft.com/office/drawing/2014/main" id="{0335A73A-5A1E-E235-7985-6565A5D71A68}"/>
              </a:ext>
            </a:extLst>
          </p:cNvPr>
          <p:cNvSpPr txBox="1"/>
          <p:nvPr/>
        </p:nvSpPr>
        <p:spPr>
          <a:xfrm>
            <a:off x="6152446" y="1903821"/>
            <a:ext cx="570089" cy="230832"/>
          </a:xfrm>
          <a:prstGeom prst="rect">
            <a:avLst/>
          </a:prstGeom>
          <a:noFill/>
        </p:spPr>
        <p:txBody>
          <a:bodyPr wrap="square" rtlCol="0">
            <a:spAutoFit/>
          </a:bodyPr>
          <a:lstStyle/>
          <a:p>
            <a:pPr algn="ctr"/>
            <a:r>
              <a:rPr lang="en-US" sz="900" dirty="0"/>
              <a:t>87</a:t>
            </a:r>
          </a:p>
        </p:txBody>
      </p:sp>
      <p:sp>
        <p:nvSpPr>
          <p:cNvPr id="69" name="TextBox 68">
            <a:extLst>
              <a:ext uri="{FF2B5EF4-FFF2-40B4-BE49-F238E27FC236}">
                <a16:creationId xmlns:a16="http://schemas.microsoft.com/office/drawing/2014/main" id="{687E686F-AD37-2D9E-C661-8A78DC33BC56}"/>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56CFEB5F-FC13-F970-B6E9-B459AF7DD99B}"/>
              </a:ext>
            </a:extLst>
          </p:cNvPr>
          <p:cNvSpPr txBox="1"/>
          <p:nvPr/>
        </p:nvSpPr>
        <p:spPr>
          <a:xfrm>
            <a:off x="7157158" y="3406653"/>
            <a:ext cx="570089" cy="230832"/>
          </a:xfrm>
          <a:prstGeom prst="rect">
            <a:avLst/>
          </a:prstGeom>
          <a:noFill/>
        </p:spPr>
        <p:txBody>
          <a:bodyPr wrap="square" rtlCol="0">
            <a:spAutoFit/>
          </a:bodyPr>
          <a:lstStyle/>
          <a:p>
            <a:pPr algn="ctr"/>
            <a:r>
              <a:rPr lang="en-US" sz="900" dirty="0"/>
              <a:t>3679</a:t>
            </a:r>
          </a:p>
        </p:txBody>
      </p:sp>
      <p:sp>
        <p:nvSpPr>
          <p:cNvPr id="71" name="TextBox 70">
            <a:extLst>
              <a:ext uri="{FF2B5EF4-FFF2-40B4-BE49-F238E27FC236}">
                <a16:creationId xmlns:a16="http://schemas.microsoft.com/office/drawing/2014/main" id="{F7CA7C67-AC5A-4751-AD23-41A233167A22}"/>
              </a:ext>
            </a:extLst>
          </p:cNvPr>
          <p:cNvSpPr txBox="1"/>
          <p:nvPr/>
        </p:nvSpPr>
        <p:spPr>
          <a:xfrm>
            <a:off x="7157158" y="3907597"/>
            <a:ext cx="570089" cy="230832"/>
          </a:xfrm>
          <a:prstGeom prst="rect">
            <a:avLst/>
          </a:prstGeom>
          <a:noFill/>
        </p:spPr>
        <p:txBody>
          <a:bodyPr wrap="square" rtlCol="0">
            <a:spAutoFit/>
          </a:bodyPr>
          <a:lstStyle/>
          <a:p>
            <a:pPr algn="ctr"/>
            <a:r>
              <a:rPr lang="en-US" sz="900" dirty="0"/>
              <a:t>389</a:t>
            </a:r>
          </a:p>
        </p:txBody>
      </p:sp>
      <p:sp>
        <p:nvSpPr>
          <p:cNvPr id="72" name="TextBox 71">
            <a:extLst>
              <a:ext uri="{FF2B5EF4-FFF2-40B4-BE49-F238E27FC236}">
                <a16:creationId xmlns:a16="http://schemas.microsoft.com/office/drawing/2014/main" id="{154F2612-B3ED-6B65-8A67-4C4EBD7E7191}"/>
              </a:ext>
            </a:extLst>
          </p:cNvPr>
          <p:cNvSpPr txBox="1"/>
          <p:nvPr/>
        </p:nvSpPr>
        <p:spPr>
          <a:xfrm>
            <a:off x="7157158" y="4909484"/>
            <a:ext cx="570089" cy="230832"/>
          </a:xfrm>
          <a:prstGeom prst="rect">
            <a:avLst/>
          </a:prstGeom>
          <a:noFill/>
        </p:spPr>
        <p:txBody>
          <a:bodyPr wrap="square" rtlCol="0">
            <a:spAutoFit/>
          </a:bodyPr>
          <a:lstStyle/>
          <a:p>
            <a:pPr algn="ctr"/>
            <a:r>
              <a:rPr lang="en-US" sz="900" dirty="0"/>
              <a:t>378</a:t>
            </a:r>
          </a:p>
        </p:txBody>
      </p:sp>
      <p:sp>
        <p:nvSpPr>
          <p:cNvPr id="73" name="TextBox 72">
            <a:extLst>
              <a:ext uri="{FF2B5EF4-FFF2-40B4-BE49-F238E27FC236}">
                <a16:creationId xmlns:a16="http://schemas.microsoft.com/office/drawing/2014/main" id="{157F06BE-76D5-3B50-B21C-8F6D3280CBEA}"/>
              </a:ext>
            </a:extLst>
          </p:cNvPr>
          <p:cNvSpPr txBox="1"/>
          <p:nvPr/>
        </p:nvSpPr>
        <p:spPr>
          <a:xfrm>
            <a:off x="5650090" y="4909484"/>
            <a:ext cx="570089" cy="230832"/>
          </a:xfrm>
          <a:prstGeom prst="rect">
            <a:avLst/>
          </a:prstGeom>
          <a:noFill/>
        </p:spPr>
        <p:txBody>
          <a:bodyPr wrap="square" rtlCol="0">
            <a:spAutoFit/>
          </a:bodyPr>
          <a:lstStyle/>
          <a:p>
            <a:pPr algn="ctr"/>
            <a:r>
              <a:rPr lang="en-US" sz="900" dirty="0"/>
              <a:t>3458</a:t>
            </a:r>
          </a:p>
        </p:txBody>
      </p:sp>
      <p:sp>
        <p:nvSpPr>
          <p:cNvPr id="74" name="TextBox 73">
            <a:extLst>
              <a:ext uri="{FF2B5EF4-FFF2-40B4-BE49-F238E27FC236}">
                <a16:creationId xmlns:a16="http://schemas.microsoft.com/office/drawing/2014/main" id="{B2030D74-BD6F-5D8D-662F-668D303A6F58}"/>
              </a:ext>
            </a:extLst>
          </p:cNvPr>
          <p:cNvSpPr txBox="1"/>
          <p:nvPr/>
        </p:nvSpPr>
        <p:spPr>
          <a:xfrm>
            <a:off x="6152446" y="4909484"/>
            <a:ext cx="570089" cy="230832"/>
          </a:xfrm>
          <a:prstGeom prst="rect">
            <a:avLst/>
          </a:prstGeom>
          <a:noFill/>
        </p:spPr>
        <p:txBody>
          <a:bodyPr wrap="square" rtlCol="0">
            <a:spAutoFit/>
          </a:bodyPr>
          <a:lstStyle/>
          <a:p>
            <a:pPr algn="ctr"/>
            <a:r>
              <a:rPr lang="en-US" sz="900" dirty="0"/>
              <a:t>13478</a:t>
            </a:r>
          </a:p>
        </p:txBody>
      </p:sp>
      <p:sp>
        <p:nvSpPr>
          <p:cNvPr id="75" name="TextBox 74">
            <a:extLst>
              <a:ext uri="{FF2B5EF4-FFF2-40B4-BE49-F238E27FC236}">
                <a16:creationId xmlns:a16="http://schemas.microsoft.com/office/drawing/2014/main" id="{07134C0B-AF6C-C30E-18AE-7194D048E8DF}"/>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859A20D8-260E-3F7E-F864-6C4968A0D41F}"/>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B4B2D35F-0F8F-A442-85D9-041D66AD4563}"/>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78" name="TextBox 77">
            <a:extLst>
              <a:ext uri="{FF2B5EF4-FFF2-40B4-BE49-F238E27FC236}">
                <a16:creationId xmlns:a16="http://schemas.microsoft.com/office/drawing/2014/main" id="{BBC29FA1-CF6A-5931-ABAB-FA64D05CBCA7}"/>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3" name="TextBox 2">
            <a:extLst>
              <a:ext uri="{FF2B5EF4-FFF2-40B4-BE49-F238E27FC236}">
                <a16:creationId xmlns:a16="http://schemas.microsoft.com/office/drawing/2014/main" id="{1AC9509B-12AF-AB2B-8DF7-111889100D44}"/>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10F7BF01-4CB5-1B75-6AF7-0A956966EC9F}"/>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0574457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BB872-425E-1376-AF3E-030B7597E1A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1411CF-1391-7E6B-C4F1-78B246F75E31}"/>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23A67B31-930E-AA97-8332-5E0E89D28A5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3AB60AB-C1B4-9551-6AD1-BBBE3AA5500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E91B555-3C60-AD5F-A719-D972811817B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21B89EC-441A-92F5-1CC9-149A992BCEF0}"/>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5DC45399-A3A6-9B1D-E7B5-52939E35D704}"/>
              </a:ext>
            </a:extLst>
          </p:cNvPr>
          <p:cNvSpPr txBox="1"/>
          <p:nvPr/>
        </p:nvSpPr>
        <p:spPr>
          <a:xfrm>
            <a:off x="3138310" y="3907597"/>
            <a:ext cx="570089" cy="230832"/>
          </a:xfrm>
          <a:prstGeom prst="rect">
            <a:avLst/>
          </a:prstGeom>
          <a:noFill/>
        </p:spPr>
        <p:txBody>
          <a:bodyPr wrap="square" rtlCol="0">
            <a:spAutoFit/>
          </a:bodyPr>
          <a:lstStyle/>
          <a:p>
            <a:pPr algn="ctr"/>
            <a:r>
              <a:rPr lang="en-US" sz="900" dirty="0"/>
              <a:t>45</a:t>
            </a:r>
          </a:p>
        </p:txBody>
      </p:sp>
      <p:sp>
        <p:nvSpPr>
          <p:cNvPr id="10" name="TextBox 9">
            <a:extLst>
              <a:ext uri="{FF2B5EF4-FFF2-40B4-BE49-F238E27FC236}">
                <a16:creationId xmlns:a16="http://schemas.microsoft.com/office/drawing/2014/main" id="{F972C8CD-7C67-617F-0B99-43D5215F38AD}"/>
              </a:ext>
            </a:extLst>
          </p:cNvPr>
          <p:cNvSpPr txBox="1"/>
          <p:nvPr/>
        </p:nvSpPr>
        <p:spPr>
          <a:xfrm>
            <a:off x="4143022" y="4909484"/>
            <a:ext cx="570089" cy="230832"/>
          </a:xfrm>
          <a:prstGeom prst="rect">
            <a:avLst/>
          </a:prstGeom>
          <a:noFill/>
        </p:spPr>
        <p:txBody>
          <a:bodyPr wrap="square" rtlCol="0">
            <a:spAutoFit/>
          </a:bodyPr>
          <a:lstStyle/>
          <a:p>
            <a:pPr algn="ctr"/>
            <a:r>
              <a:rPr lang="en-US" sz="900" dirty="0"/>
              <a:t>54</a:t>
            </a:r>
          </a:p>
        </p:txBody>
      </p:sp>
      <p:sp>
        <p:nvSpPr>
          <p:cNvPr id="11" name="TextBox 10">
            <a:extLst>
              <a:ext uri="{FF2B5EF4-FFF2-40B4-BE49-F238E27FC236}">
                <a16:creationId xmlns:a16="http://schemas.microsoft.com/office/drawing/2014/main" id="{1F25B1F3-23F7-7A4F-D298-BF6124EC54B1}"/>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578BC3AC-0518-7897-0BD8-E20A7441D7C4}"/>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0B3C4333-BAA8-1186-3966-F3B1CD50283A}"/>
              </a:ext>
            </a:extLst>
          </p:cNvPr>
          <p:cNvSpPr txBox="1"/>
          <p:nvPr/>
        </p:nvSpPr>
        <p:spPr>
          <a:xfrm>
            <a:off x="4143022" y="3907597"/>
            <a:ext cx="570089" cy="230832"/>
          </a:xfrm>
          <a:prstGeom prst="rect">
            <a:avLst/>
          </a:prstGeom>
          <a:solidFill>
            <a:schemeClr val="accent6">
              <a:lumMod val="20000"/>
              <a:lumOff val="80000"/>
            </a:schemeClr>
          </a:solid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96AC51BF-B884-8D02-F769-BD974FDB8F3C}"/>
              </a:ext>
            </a:extLst>
          </p:cNvPr>
          <p:cNvSpPr txBox="1"/>
          <p:nvPr/>
        </p:nvSpPr>
        <p:spPr>
          <a:xfrm>
            <a:off x="5147734"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32</a:t>
            </a:r>
          </a:p>
        </p:txBody>
      </p:sp>
      <p:sp>
        <p:nvSpPr>
          <p:cNvPr id="16" name="TextBox 15">
            <a:extLst>
              <a:ext uri="{FF2B5EF4-FFF2-40B4-BE49-F238E27FC236}">
                <a16:creationId xmlns:a16="http://schemas.microsoft.com/office/drawing/2014/main" id="{EAF741B0-5C3D-4ABA-82C4-A24C6F510888}"/>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3B640C1E-249D-D3C3-06B2-A08799DAE4F3}"/>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F8576804-A460-D399-D600-85AA492BA6A6}"/>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4C708331-8442-826C-A28B-2C87997CAD24}"/>
              </a:ext>
            </a:extLst>
          </p:cNvPr>
          <p:cNvSpPr txBox="1"/>
          <p:nvPr/>
        </p:nvSpPr>
        <p:spPr>
          <a:xfrm>
            <a:off x="3138310"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21</a:t>
            </a:r>
          </a:p>
        </p:txBody>
      </p:sp>
      <p:sp>
        <p:nvSpPr>
          <p:cNvPr id="27" name="TextBox 26">
            <a:extLst>
              <a:ext uri="{FF2B5EF4-FFF2-40B4-BE49-F238E27FC236}">
                <a16:creationId xmlns:a16="http://schemas.microsoft.com/office/drawing/2014/main" id="{6BAFFAB8-B2E3-0F1F-E087-0350042A15B4}"/>
              </a:ext>
            </a:extLst>
          </p:cNvPr>
          <p:cNvSpPr txBox="1"/>
          <p:nvPr/>
        </p:nvSpPr>
        <p:spPr>
          <a:xfrm>
            <a:off x="3640666" y="901933"/>
            <a:ext cx="570089" cy="230832"/>
          </a:xfrm>
          <a:prstGeom prst="rect">
            <a:avLst/>
          </a:prstGeom>
          <a:noFill/>
        </p:spPr>
        <p:txBody>
          <a:bodyPr wrap="square" rtlCol="0">
            <a:spAutoFit/>
          </a:bodyPr>
          <a:lstStyle/>
          <a:p>
            <a:pPr algn="ctr"/>
            <a:r>
              <a:rPr lang="en-US" sz="900" dirty="0"/>
              <a:t>459</a:t>
            </a:r>
          </a:p>
        </p:txBody>
      </p:sp>
      <p:sp>
        <p:nvSpPr>
          <p:cNvPr id="28" name="TextBox 27">
            <a:extLst>
              <a:ext uri="{FF2B5EF4-FFF2-40B4-BE49-F238E27FC236}">
                <a16:creationId xmlns:a16="http://schemas.microsoft.com/office/drawing/2014/main" id="{964C430B-B40F-1A6F-4F43-8387A78E8CE3}"/>
              </a:ext>
            </a:extLst>
          </p:cNvPr>
          <p:cNvSpPr txBox="1"/>
          <p:nvPr/>
        </p:nvSpPr>
        <p:spPr>
          <a:xfrm>
            <a:off x="3640666" y="1903821"/>
            <a:ext cx="570089" cy="230832"/>
          </a:xfrm>
          <a:prstGeom prst="rect">
            <a:avLst/>
          </a:prstGeom>
          <a:noFill/>
        </p:spPr>
        <p:txBody>
          <a:bodyPr wrap="square" rtlCol="0">
            <a:spAutoFit/>
          </a:bodyPr>
          <a:lstStyle/>
          <a:p>
            <a:pPr algn="ctr"/>
            <a:r>
              <a:rPr lang="en-US" sz="900" dirty="0"/>
              <a:t>49</a:t>
            </a:r>
          </a:p>
        </p:txBody>
      </p:sp>
      <p:sp>
        <p:nvSpPr>
          <p:cNvPr id="29" name="TextBox 28">
            <a:extLst>
              <a:ext uri="{FF2B5EF4-FFF2-40B4-BE49-F238E27FC236}">
                <a16:creationId xmlns:a16="http://schemas.microsoft.com/office/drawing/2014/main" id="{ECF413C7-1CBF-9523-A471-E0E115478A18}"/>
              </a:ext>
            </a:extLst>
          </p:cNvPr>
          <p:cNvSpPr txBox="1"/>
          <p:nvPr/>
        </p:nvSpPr>
        <p:spPr>
          <a:xfrm>
            <a:off x="3640666" y="2404765"/>
            <a:ext cx="570089" cy="230832"/>
          </a:xfrm>
          <a:prstGeom prst="rect">
            <a:avLst/>
          </a:prstGeom>
          <a:noFill/>
        </p:spPr>
        <p:txBody>
          <a:bodyPr wrap="square" rtlCol="0">
            <a:spAutoFit/>
          </a:bodyPr>
          <a:lstStyle/>
          <a:p>
            <a:pPr algn="ctr"/>
            <a:r>
              <a:rPr lang="en-US" sz="900" dirty="0"/>
              <a:t>459</a:t>
            </a:r>
          </a:p>
        </p:txBody>
      </p:sp>
      <p:sp>
        <p:nvSpPr>
          <p:cNvPr id="30" name="TextBox 29">
            <a:extLst>
              <a:ext uri="{FF2B5EF4-FFF2-40B4-BE49-F238E27FC236}">
                <a16:creationId xmlns:a16="http://schemas.microsoft.com/office/drawing/2014/main" id="{E89ED112-C9C0-251E-AD96-54CE60C39290}"/>
              </a:ext>
            </a:extLst>
          </p:cNvPr>
          <p:cNvSpPr txBox="1"/>
          <p:nvPr/>
        </p:nvSpPr>
        <p:spPr>
          <a:xfrm>
            <a:off x="5147734" y="901933"/>
            <a:ext cx="570089" cy="230832"/>
          </a:xfrm>
          <a:prstGeom prst="rect">
            <a:avLst/>
          </a:prstGeom>
          <a:noFill/>
        </p:spPr>
        <p:txBody>
          <a:bodyPr wrap="square" rtlCol="0">
            <a:spAutoFit/>
          </a:bodyPr>
          <a:lstStyle/>
          <a:p>
            <a:pPr algn="ctr"/>
            <a:r>
              <a:rPr lang="en-US" sz="900" dirty="0"/>
              <a:t>689</a:t>
            </a:r>
          </a:p>
        </p:txBody>
      </p:sp>
      <p:sp>
        <p:nvSpPr>
          <p:cNvPr id="31" name="TextBox 30">
            <a:extLst>
              <a:ext uri="{FF2B5EF4-FFF2-40B4-BE49-F238E27FC236}">
                <a16:creationId xmlns:a16="http://schemas.microsoft.com/office/drawing/2014/main" id="{11BE0233-5914-8275-2973-220694CD4124}"/>
              </a:ext>
            </a:extLst>
          </p:cNvPr>
          <p:cNvSpPr txBox="1"/>
          <p:nvPr/>
        </p:nvSpPr>
        <p:spPr>
          <a:xfrm>
            <a:off x="5147734" y="1903821"/>
            <a:ext cx="570089" cy="230832"/>
          </a:xfrm>
          <a:prstGeom prst="rect">
            <a:avLst/>
          </a:prstGeom>
          <a:noFill/>
        </p:spPr>
        <p:txBody>
          <a:bodyPr wrap="square" rtlCol="0">
            <a:spAutoFit/>
          </a:bodyPr>
          <a:lstStyle/>
          <a:p>
            <a:pPr algn="ctr"/>
            <a:r>
              <a:rPr lang="en-US" sz="900" dirty="0"/>
              <a:t>23689</a:t>
            </a:r>
          </a:p>
        </p:txBody>
      </p:sp>
      <p:sp>
        <p:nvSpPr>
          <p:cNvPr id="33" name="TextBox 32">
            <a:extLst>
              <a:ext uri="{FF2B5EF4-FFF2-40B4-BE49-F238E27FC236}">
                <a16:creationId xmlns:a16="http://schemas.microsoft.com/office/drawing/2014/main" id="{4B9A596C-9784-CA82-F409-CD566DBE01F6}"/>
              </a:ext>
            </a:extLst>
          </p:cNvPr>
          <p:cNvSpPr txBox="1"/>
          <p:nvPr/>
        </p:nvSpPr>
        <p:spPr>
          <a:xfrm>
            <a:off x="5147734" y="3406653"/>
            <a:ext cx="570089" cy="230832"/>
          </a:xfrm>
          <a:prstGeom prst="rect">
            <a:avLst/>
          </a:prstGeom>
          <a:noFill/>
        </p:spPr>
        <p:txBody>
          <a:bodyPr wrap="square" rtlCol="0">
            <a:spAutoFit/>
          </a:bodyPr>
          <a:lstStyle/>
          <a:p>
            <a:pPr algn="ctr"/>
            <a:r>
              <a:rPr lang="en-US" sz="900" dirty="0"/>
              <a:t>2369</a:t>
            </a:r>
          </a:p>
        </p:txBody>
      </p:sp>
      <p:sp>
        <p:nvSpPr>
          <p:cNvPr id="34" name="TextBox 33">
            <a:extLst>
              <a:ext uri="{FF2B5EF4-FFF2-40B4-BE49-F238E27FC236}">
                <a16:creationId xmlns:a16="http://schemas.microsoft.com/office/drawing/2014/main" id="{343B5126-7118-B1FD-C147-641FCA1573E0}"/>
              </a:ext>
            </a:extLst>
          </p:cNvPr>
          <p:cNvSpPr txBox="1"/>
          <p:nvPr/>
        </p:nvSpPr>
        <p:spPr>
          <a:xfrm>
            <a:off x="5147734" y="3907597"/>
            <a:ext cx="570089" cy="230832"/>
          </a:xfrm>
          <a:prstGeom prst="rect">
            <a:avLst/>
          </a:prstGeom>
          <a:noFill/>
        </p:spPr>
        <p:txBody>
          <a:bodyPr wrap="square" rtlCol="0">
            <a:spAutoFit/>
          </a:bodyPr>
          <a:lstStyle/>
          <a:p>
            <a:pPr algn="ctr"/>
            <a:r>
              <a:rPr lang="en-US" sz="900" dirty="0"/>
              <a:t>2368</a:t>
            </a:r>
          </a:p>
        </p:txBody>
      </p:sp>
      <p:sp>
        <p:nvSpPr>
          <p:cNvPr id="35" name="TextBox 34">
            <a:extLst>
              <a:ext uri="{FF2B5EF4-FFF2-40B4-BE49-F238E27FC236}">
                <a16:creationId xmlns:a16="http://schemas.microsoft.com/office/drawing/2014/main" id="{0A2ACD13-E2B7-F5BF-2D05-BD6324EBAA48}"/>
              </a:ext>
            </a:extLst>
          </p:cNvPr>
          <p:cNvSpPr txBox="1"/>
          <p:nvPr/>
        </p:nvSpPr>
        <p:spPr>
          <a:xfrm>
            <a:off x="6654802" y="2404765"/>
            <a:ext cx="570089" cy="230832"/>
          </a:xfrm>
          <a:prstGeom prst="rect">
            <a:avLst/>
          </a:prstGeom>
          <a:noFill/>
        </p:spPr>
        <p:txBody>
          <a:bodyPr wrap="square" rtlCol="0">
            <a:spAutoFit/>
          </a:bodyPr>
          <a:lstStyle/>
          <a:p>
            <a:pPr algn="ctr"/>
            <a:r>
              <a:rPr lang="en-US" sz="900" dirty="0"/>
              <a:t>478</a:t>
            </a:r>
          </a:p>
        </p:txBody>
      </p:sp>
      <p:sp>
        <p:nvSpPr>
          <p:cNvPr id="36" name="TextBox 35">
            <a:extLst>
              <a:ext uri="{FF2B5EF4-FFF2-40B4-BE49-F238E27FC236}">
                <a16:creationId xmlns:a16="http://schemas.microsoft.com/office/drawing/2014/main" id="{1EBC2300-7C83-1F36-0BA1-090B4588B69E}"/>
              </a:ext>
            </a:extLst>
          </p:cNvPr>
          <p:cNvSpPr txBox="1"/>
          <p:nvPr/>
        </p:nvSpPr>
        <p:spPr>
          <a:xfrm>
            <a:off x="6654802" y="3406653"/>
            <a:ext cx="570089" cy="230832"/>
          </a:xfrm>
          <a:prstGeom prst="rect">
            <a:avLst/>
          </a:prstGeom>
          <a:noFill/>
        </p:spPr>
        <p:txBody>
          <a:bodyPr wrap="square" rtlCol="0">
            <a:spAutoFit/>
          </a:bodyPr>
          <a:lstStyle/>
          <a:p>
            <a:pPr algn="ctr"/>
            <a:r>
              <a:rPr lang="en-US" sz="900" dirty="0"/>
              <a:t>47</a:t>
            </a:r>
          </a:p>
        </p:txBody>
      </p:sp>
      <p:sp>
        <p:nvSpPr>
          <p:cNvPr id="37" name="TextBox 36">
            <a:extLst>
              <a:ext uri="{FF2B5EF4-FFF2-40B4-BE49-F238E27FC236}">
                <a16:creationId xmlns:a16="http://schemas.microsoft.com/office/drawing/2014/main" id="{028D788A-D4A3-CF20-C682-A2A47545D09D}"/>
              </a:ext>
            </a:extLst>
          </p:cNvPr>
          <p:cNvSpPr txBox="1"/>
          <p:nvPr/>
        </p:nvSpPr>
        <p:spPr>
          <a:xfrm>
            <a:off x="6654802" y="3907597"/>
            <a:ext cx="570089" cy="230832"/>
          </a:xfrm>
          <a:prstGeom prst="rect">
            <a:avLst/>
          </a:prstGeom>
          <a:noFill/>
        </p:spPr>
        <p:txBody>
          <a:bodyPr wrap="square" rtlCol="0">
            <a:spAutoFit/>
          </a:bodyPr>
          <a:lstStyle/>
          <a:p>
            <a:pPr algn="ctr"/>
            <a:r>
              <a:rPr lang="en-US" sz="900" dirty="0"/>
              <a:t>28</a:t>
            </a:r>
          </a:p>
        </p:txBody>
      </p:sp>
      <p:sp>
        <p:nvSpPr>
          <p:cNvPr id="38" name="TextBox 37">
            <a:extLst>
              <a:ext uri="{FF2B5EF4-FFF2-40B4-BE49-F238E27FC236}">
                <a16:creationId xmlns:a16="http://schemas.microsoft.com/office/drawing/2014/main" id="{6D070272-06A9-8F98-1037-7F85E620D374}"/>
              </a:ext>
            </a:extLst>
          </p:cNvPr>
          <p:cNvSpPr txBox="1"/>
          <p:nvPr/>
        </p:nvSpPr>
        <p:spPr>
          <a:xfrm>
            <a:off x="6654802" y="4909484"/>
            <a:ext cx="570089" cy="230832"/>
          </a:xfrm>
          <a:prstGeom prst="rect">
            <a:avLst/>
          </a:prstGeom>
          <a:noFill/>
        </p:spPr>
        <p:txBody>
          <a:bodyPr wrap="square" rtlCol="0">
            <a:spAutoFit/>
          </a:bodyPr>
          <a:lstStyle/>
          <a:p>
            <a:pPr algn="ctr"/>
            <a:r>
              <a:rPr lang="en-US" sz="900" dirty="0"/>
              <a:t>78</a:t>
            </a:r>
          </a:p>
        </p:txBody>
      </p:sp>
      <p:sp>
        <p:nvSpPr>
          <p:cNvPr id="39" name="TextBox 38">
            <a:extLst>
              <a:ext uri="{FF2B5EF4-FFF2-40B4-BE49-F238E27FC236}">
                <a16:creationId xmlns:a16="http://schemas.microsoft.com/office/drawing/2014/main" id="{818C2A07-2A67-D7B2-A1A7-5F36A492E335}"/>
              </a:ext>
            </a:extLst>
          </p:cNvPr>
          <p:cNvSpPr txBox="1"/>
          <p:nvPr/>
        </p:nvSpPr>
        <p:spPr>
          <a:xfrm>
            <a:off x="4143022" y="1402877"/>
            <a:ext cx="570089" cy="230832"/>
          </a:xfrm>
          <a:prstGeom prst="rect">
            <a:avLst/>
          </a:prstGeom>
          <a:noFill/>
        </p:spPr>
        <p:txBody>
          <a:bodyPr wrap="square" rtlCol="0">
            <a:spAutoFit/>
          </a:bodyPr>
          <a:lstStyle/>
          <a:p>
            <a:pPr algn="ctr"/>
            <a:r>
              <a:rPr lang="en-US" sz="900" dirty="0"/>
              <a:t>1278</a:t>
            </a:r>
          </a:p>
        </p:txBody>
      </p:sp>
      <p:sp>
        <p:nvSpPr>
          <p:cNvPr id="40" name="TextBox 39">
            <a:extLst>
              <a:ext uri="{FF2B5EF4-FFF2-40B4-BE49-F238E27FC236}">
                <a16:creationId xmlns:a16="http://schemas.microsoft.com/office/drawing/2014/main" id="{26BD3D3D-6056-34C2-1806-B261964AE6BB}"/>
              </a:ext>
            </a:extLst>
          </p:cNvPr>
          <p:cNvSpPr txBox="1"/>
          <p:nvPr/>
        </p:nvSpPr>
        <p:spPr>
          <a:xfrm>
            <a:off x="4645378" y="1402877"/>
            <a:ext cx="570089" cy="230832"/>
          </a:xfrm>
          <a:prstGeom prst="rect">
            <a:avLst/>
          </a:prstGeom>
          <a:noFill/>
        </p:spPr>
        <p:txBody>
          <a:bodyPr wrap="square" rtlCol="0">
            <a:spAutoFit/>
          </a:bodyPr>
          <a:lstStyle/>
          <a:p>
            <a:pPr algn="ctr"/>
            <a:r>
              <a:rPr lang="en-US" sz="900" dirty="0"/>
              <a:t>278</a:t>
            </a:r>
          </a:p>
        </p:txBody>
      </p:sp>
      <p:sp>
        <p:nvSpPr>
          <p:cNvPr id="41" name="TextBox 40">
            <a:extLst>
              <a:ext uri="{FF2B5EF4-FFF2-40B4-BE49-F238E27FC236}">
                <a16:creationId xmlns:a16="http://schemas.microsoft.com/office/drawing/2014/main" id="{8387CE93-B3AA-0B97-7CF5-2A2A7D96E04F}"/>
              </a:ext>
            </a:extLst>
          </p:cNvPr>
          <p:cNvSpPr txBox="1"/>
          <p:nvPr/>
        </p:nvSpPr>
        <p:spPr>
          <a:xfrm>
            <a:off x="5650090" y="1402877"/>
            <a:ext cx="570089" cy="230832"/>
          </a:xfrm>
          <a:prstGeom prst="rect">
            <a:avLst/>
          </a:prstGeom>
          <a:noFill/>
        </p:spPr>
        <p:txBody>
          <a:bodyPr wrap="square" rtlCol="0">
            <a:spAutoFit/>
          </a:bodyPr>
          <a:lstStyle/>
          <a:p>
            <a:pPr algn="ctr"/>
            <a:r>
              <a:rPr lang="en-US" sz="900" dirty="0"/>
              <a:t>278</a:t>
            </a:r>
          </a:p>
        </p:txBody>
      </p:sp>
      <p:sp>
        <p:nvSpPr>
          <p:cNvPr id="42" name="TextBox 41">
            <a:extLst>
              <a:ext uri="{FF2B5EF4-FFF2-40B4-BE49-F238E27FC236}">
                <a16:creationId xmlns:a16="http://schemas.microsoft.com/office/drawing/2014/main" id="{C8D69544-B9EA-FBC0-E33B-06DB0A8EE4E4}"/>
              </a:ext>
            </a:extLst>
          </p:cNvPr>
          <p:cNvSpPr txBox="1"/>
          <p:nvPr/>
        </p:nvSpPr>
        <p:spPr>
          <a:xfrm>
            <a:off x="3138310" y="1402877"/>
            <a:ext cx="570089" cy="230832"/>
          </a:xfrm>
          <a:prstGeom prst="rect">
            <a:avLst/>
          </a:prstGeom>
          <a:noFill/>
        </p:spPr>
        <p:txBody>
          <a:bodyPr wrap="square" rtlCol="0">
            <a:spAutoFit/>
          </a:bodyPr>
          <a:lstStyle/>
          <a:p>
            <a:pPr algn="ctr"/>
            <a:r>
              <a:rPr lang="en-US" sz="900" dirty="0"/>
              <a:t>127</a:t>
            </a:r>
          </a:p>
        </p:txBody>
      </p:sp>
      <p:sp>
        <p:nvSpPr>
          <p:cNvPr id="43" name="TextBox 42">
            <a:extLst>
              <a:ext uri="{FF2B5EF4-FFF2-40B4-BE49-F238E27FC236}">
                <a16:creationId xmlns:a16="http://schemas.microsoft.com/office/drawing/2014/main" id="{4B7100D4-A7A8-8F5B-A783-CC739846A7B9}"/>
              </a:ext>
            </a:extLst>
          </p:cNvPr>
          <p:cNvSpPr txBox="1"/>
          <p:nvPr/>
        </p:nvSpPr>
        <p:spPr>
          <a:xfrm>
            <a:off x="4143022" y="2905709"/>
            <a:ext cx="570089" cy="230832"/>
          </a:xfrm>
          <a:prstGeom prst="rect">
            <a:avLst/>
          </a:prstGeom>
          <a:noFill/>
        </p:spPr>
        <p:txBody>
          <a:bodyPr wrap="square" rtlCol="0">
            <a:spAutoFit/>
          </a:bodyPr>
          <a:lstStyle/>
          <a:p>
            <a:pPr algn="ctr"/>
            <a:r>
              <a:rPr lang="en-US" sz="900" dirty="0"/>
              <a:t>5679</a:t>
            </a:r>
          </a:p>
        </p:txBody>
      </p:sp>
      <p:sp>
        <p:nvSpPr>
          <p:cNvPr id="44" name="TextBox 43">
            <a:extLst>
              <a:ext uri="{FF2B5EF4-FFF2-40B4-BE49-F238E27FC236}">
                <a16:creationId xmlns:a16="http://schemas.microsoft.com/office/drawing/2014/main" id="{9EC66E93-C213-8871-E876-C8AF0A61F2BC}"/>
              </a:ext>
            </a:extLst>
          </p:cNvPr>
          <p:cNvSpPr txBox="1"/>
          <p:nvPr/>
        </p:nvSpPr>
        <p:spPr>
          <a:xfrm>
            <a:off x="4645378" y="2905709"/>
            <a:ext cx="570089" cy="230832"/>
          </a:xfrm>
          <a:prstGeom prst="rect">
            <a:avLst/>
          </a:prstGeom>
          <a:noFill/>
        </p:spPr>
        <p:txBody>
          <a:bodyPr wrap="square" rtlCol="0">
            <a:spAutoFit/>
          </a:bodyPr>
          <a:lstStyle/>
          <a:p>
            <a:pPr algn="ctr"/>
            <a:r>
              <a:rPr lang="en-US" sz="900" dirty="0"/>
              <a:t>5678</a:t>
            </a:r>
          </a:p>
        </p:txBody>
      </p:sp>
      <p:sp>
        <p:nvSpPr>
          <p:cNvPr id="45" name="TextBox 44">
            <a:extLst>
              <a:ext uri="{FF2B5EF4-FFF2-40B4-BE49-F238E27FC236}">
                <a16:creationId xmlns:a16="http://schemas.microsoft.com/office/drawing/2014/main" id="{9E1C63FC-F46B-04A2-1AA0-428FF4739EB4}"/>
              </a:ext>
            </a:extLst>
          </p:cNvPr>
          <p:cNvSpPr txBox="1"/>
          <p:nvPr/>
        </p:nvSpPr>
        <p:spPr>
          <a:xfrm>
            <a:off x="5650090" y="2905709"/>
            <a:ext cx="570089" cy="230832"/>
          </a:xfrm>
          <a:prstGeom prst="rect">
            <a:avLst/>
          </a:prstGeom>
          <a:noFill/>
        </p:spPr>
        <p:txBody>
          <a:bodyPr wrap="square" rtlCol="0">
            <a:spAutoFit/>
          </a:bodyPr>
          <a:lstStyle/>
          <a:p>
            <a:pPr algn="ctr"/>
            <a:r>
              <a:rPr lang="en-US" sz="900" dirty="0"/>
              <a:t>56789</a:t>
            </a:r>
          </a:p>
        </p:txBody>
      </p:sp>
      <p:sp>
        <p:nvSpPr>
          <p:cNvPr id="46" name="TextBox 45">
            <a:extLst>
              <a:ext uri="{FF2B5EF4-FFF2-40B4-BE49-F238E27FC236}">
                <a16:creationId xmlns:a16="http://schemas.microsoft.com/office/drawing/2014/main" id="{3845AD85-EFE1-BD71-4011-EEF9A9CA2DCC}"/>
              </a:ext>
            </a:extLst>
          </p:cNvPr>
          <p:cNvSpPr txBox="1"/>
          <p:nvPr/>
        </p:nvSpPr>
        <p:spPr>
          <a:xfrm>
            <a:off x="6152446" y="2905709"/>
            <a:ext cx="570089" cy="230832"/>
          </a:xfrm>
          <a:prstGeom prst="rect">
            <a:avLst/>
          </a:prstGeom>
          <a:noFill/>
        </p:spPr>
        <p:txBody>
          <a:bodyPr wrap="square" rtlCol="0">
            <a:spAutoFit/>
          </a:bodyPr>
          <a:lstStyle/>
          <a:p>
            <a:pPr algn="ctr"/>
            <a:r>
              <a:rPr lang="en-US" sz="900" dirty="0"/>
              <a:t>5789</a:t>
            </a:r>
          </a:p>
        </p:txBody>
      </p:sp>
      <p:sp>
        <p:nvSpPr>
          <p:cNvPr id="47" name="TextBox 46">
            <a:extLst>
              <a:ext uri="{FF2B5EF4-FFF2-40B4-BE49-F238E27FC236}">
                <a16:creationId xmlns:a16="http://schemas.microsoft.com/office/drawing/2014/main" id="{5EE9713F-2D75-25FC-1FBD-01FD8C9014C8}"/>
              </a:ext>
            </a:extLst>
          </p:cNvPr>
          <p:cNvSpPr txBox="1"/>
          <p:nvPr/>
        </p:nvSpPr>
        <p:spPr>
          <a:xfrm>
            <a:off x="7157158" y="2905709"/>
            <a:ext cx="570089" cy="230832"/>
          </a:xfrm>
          <a:prstGeom prst="rect">
            <a:avLst/>
          </a:prstGeom>
          <a:noFill/>
        </p:spPr>
        <p:txBody>
          <a:bodyPr wrap="square" rtlCol="0">
            <a:spAutoFit/>
          </a:bodyPr>
          <a:lstStyle/>
          <a:p>
            <a:pPr algn="ctr"/>
            <a:r>
              <a:rPr lang="en-US" sz="900" dirty="0"/>
              <a:t>6789</a:t>
            </a:r>
          </a:p>
        </p:txBody>
      </p:sp>
      <p:sp>
        <p:nvSpPr>
          <p:cNvPr id="51" name="TextBox 50">
            <a:extLst>
              <a:ext uri="{FF2B5EF4-FFF2-40B4-BE49-F238E27FC236}">
                <a16:creationId xmlns:a16="http://schemas.microsoft.com/office/drawing/2014/main" id="{54D0F43D-41A7-4C69-5827-CE40E763EF09}"/>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31504CF6-6838-7552-ED6E-9363F62DA06F}"/>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5D6703F5-A6FD-49DA-AE26-4C574666196B}"/>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13D03908-A9B1-7D75-5C4E-2BE05CC01B97}"/>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4875C544-D05C-6A31-CEA1-749663498DBF}"/>
              </a:ext>
            </a:extLst>
          </p:cNvPr>
          <p:cNvSpPr txBox="1"/>
          <p:nvPr/>
        </p:nvSpPr>
        <p:spPr>
          <a:xfrm>
            <a:off x="4143022" y="901933"/>
            <a:ext cx="570089" cy="230832"/>
          </a:xfrm>
          <a:prstGeom prst="rect">
            <a:avLst/>
          </a:prstGeom>
          <a:noFill/>
        </p:spPr>
        <p:txBody>
          <a:bodyPr wrap="square" rtlCol="0">
            <a:spAutoFit/>
          </a:bodyPr>
          <a:lstStyle/>
          <a:p>
            <a:pPr algn="ctr"/>
            <a:r>
              <a:rPr lang="en-US" sz="900" dirty="0"/>
              <a:t>456789</a:t>
            </a:r>
          </a:p>
        </p:txBody>
      </p:sp>
      <p:sp>
        <p:nvSpPr>
          <p:cNvPr id="58" name="TextBox 57">
            <a:extLst>
              <a:ext uri="{FF2B5EF4-FFF2-40B4-BE49-F238E27FC236}">
                <a16:creationId xmlns:a16="http://schemas.microsoft.com/office/drawing/2014/main" id="{D1A9E079-B4DE-CDDD-563E-0678FBD8010D}"/>
              </a:ext>
            </a:extLst>
          </p:cNvPr>
          <p:cNvSpPr txBox="1"/>
          <p:nvPr/>
        </p:nvSpPr>
        <p:spPr>
          <a:xfrm>
            <a:off x="4645378" y="901933"/>
            <a:ext cx="570089" cy="230832"/>
          </a:xfrm>
          <a:prstGeom prst="rect">
            <a:avLst/>
          </a:prstGeom>
          <a:noFill/>
        </p:spPr>
        <p:txBody>
          <a:bodyPr wrap="square" rtlCol="0">
            <a:spAutoFit/>
          </a:bodyPr>
          <a:lstStyle/>
          <a:p>
            <a:pPr algn="ctr"/>
            <a:r>
              <a:rPr lang="en-US" sz="900" dirty="0"/>
              <a:t>4678</a:t>
            </a:r>
          </a:p>
        </p:txBody>
      </p:sp>
      <p:sp>
        <p:nvSpPr>
          <p:cNvPr id="59" name="TextBox 58">
            <a:extLst>
              <a:ext uri="{FF2B5EF4-FFF2-40B4-BE49-F238E27FC236}">
                <a16:creationId xmlns:a16="http://schemas.microsoft.com/office/drawing/2014/main" id="{53584840-3032-6918-36CF-33A2E6F177F7}"/>
              </a:ext>
            </a:extLst>
          </p:cNvPr>
          <p:cNvSpPr txBox="1"/>
          <p:nvPr/>
        </p:nvSpPr>
        <p:spPr>
          <a:xfrm>
            <a:off x="3138310" y="901933"/>
            <a:ext cx="570089" cy="230832"/>
          </a:xfrm>
          <a:prstGeom prst="rect">
            <a:avLst/>
          </a:prstGeom>
          <a:noFill/>
        </p:spPr>
        <p:txBody>
          <a:bodyPr wrap="square" rtlCol="0">
            <a:spAutoFit/>
          </a:bodyPr>
          <a:lstStyle/>
          <a:p>
            <a:pPr algn="ctr"/>
            <a:r>
              <a:rPr lang="en-US" sz="900" dirty="0"/>
              <a:t>4567</a:t>
            </a:r>
          </a:p>
        </p:txBody>
      </p:sp>
      <p:sp>
        <p:nvSpPr>
          <p:cNvPr id="60" name="TextBox 59">
            <a:extLst>
              <a:ext uri="{FF2B5EF4-FFF2-40B4-BE49-F238E27FC236}">
                <a16:creationId xmlns:a16="http://schemas.microsoft.com/office/drawing/2014/main" id="{896D9345-0681-C959-5920-C229800D190D}"/>
              </a:ext>
            </a:extLst>
          </p:cNvPr>
          <p:cNvSpPr txBox="1"/>
          <p:nvPr/>
        </p:nvSpPr>
        <p:spPr>
          <a:xfrm>
            <a:off x="3138310" y="1903821"/>
            <a:ext cx="570089" cy="230832"/>
          </a:xfrm>
          <a:prstGeom prst="rect">
            <a:avLst/>
          </a:prstGeom>
          <a:noFill/>
        </p:spPr>
        <p:txBody>
          <a:bodyPr wrap="square" rtlCol="0">
            <a:spAutoFit/>
          </a:bodyPr>
          <a:lstStyle/>
          <a:p>
            <a:pPr algn="ctr"/>
            <a:r>
              <a:rPr lang="en-US" sz="900" dirty="0"/>
              <a:t>2467</a:t>
            </a:r>
          </a:p>
        </p:txBody>
      </p:sp>
      <p:sp>
        <p:nvSpPr>
          <p:cNvPr id="61" name="TextBox 60">
            <a:extLst>
              <a:ext uri="{FF2B5EF4-FFF2-40B4-BE49-F238E27FC236}">
                <a16:creationId xmlns:a16="http://schemas.microsoft.com/office/drawing/2014/main" id="{54DB3CD0-3D62-36E3-1E81-9160C75930B6}"/>
              </a:ext>
            </a:extLst>
          </p:cNvPr>
          <p:cNvSpPr txBox="1"/>
          <p:nvPr/>
        </p:nvSpPr>
        <p:spPr>
          <a:xfrm>
            <a:off x="3138310" y="2404765"/>
            <a:ext cx="570089" cy="230832"/>
          </a:xfrm>
          <a:prstGeom prst="rect">
            <a:avLst/>
          </a:prstGeom>
          <a:noFill/>
        </p:spPr>
        <p:txBody>
          <a:bodyPr wrap="square" rtlCol="0">
            <a:spAutoFit/>
          </a:bodyPr>
          <a:lstStyle/>
          <a:p>
            <a:pPr algn="ctr"/>
            <a:r>
              <a:rPr lang="en-US" sz="900" dirty="0"/>
              <a:t>4567</a:t>
            </a:r>
          </a:p>
        </p:txBody>
      </p:sp>
      <p:sp>
        <p:nvSpPr>
          <p:cNvPr id="62" name="TextBox 61">
            <a:extLst>
              <a:ext uri="{FF2B5EF4-FFF2-40B4-BE49-F238E27FC236}">
                <a16:creationId xmlns:a16="http://schemas.microsoft.com/office/drawing/2014/main" id="{DC06BBBC-2157-D10F-0B21-18A993ED7E63}"/>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3" name="TextBox 62">
            <a:extLst>
              <a:ext uri="{FF2B5EF4-FFF2-40B4-BE49-F238E27FC236}">
                <a16:creationId xmlns:a16="http://schemas.microsoft.com/office/drawing/2014/main" id="{FBC25772-8785-C8CC-2994-78CED54F7C21}"/>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5595383D-FF88-68A3-96AC-27BA128BADA7}"/>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6658D197-83EB-1090-54FA-C14E050EB6F4}"/>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66" name="TextBox 65">
            <a:extLst>
              <a:ext uri="{FF2B5EF4-FFF2-40B4-BE49-F238E27FC236}">
                <a16:creationId xmlns:a16="http://schemas.microsoft.com/office/drawing/2014/main" id="{0B19EB8D-EA23-EB7D-A543-160D7A3A2EB4}"/>
              </a:ext>
            </a:extLst>
          </p:cNvPr>
          <p:cNvSpPr txBox="1"/>
          <p:nvPr/>
        </p:nvSpPr>
        <p:spPr>
          <a:xfrm>
            <a:off x="7157158" y="901933"/>
            <a:ext cx="570089" cy="230832"/>
          </a:xfrm>
          <a:prstGeom prst="rect">
            <a:avLst/>
          </a:prstGeom>
          <a:noFill/>
        </p:spPr>
        <p:txBody>
          <a:bodyPr wrap="square" rtlCol="0">
            <a:spAutoFit/>
          </a:bodyPr>
          <a:lstStyle/>
          <a:p>
            <a:pPr algn="ctr"/>
            <a:r>
              <a:rPr lang="en-US" sz="900" dirty="0"/>
              <a:t>78</a:t>
            </a:r>
          </a:p>
        </p:txBody>
      </p:sp>
      <p:sp>
        <p:nvSpPr>
          <p:cNvPr id="67" name="TextBox 66">
            <a:extLst>
              <a:ext uri="{FF2B5EF4-FFF2-40B4-BE49-F238E27FC236}">
                <a16:creationId xmlns:a16="http://schemas.microsoft.com/office/drawing/2014/main" id="{C36BB15A-A8ED-156D-63F4-8C8670EA23A4}"/>
              </a:ext>
            </a:extLst>
          </p:cNvPr>
          <p:cNvSpPr txBox="1"/>
          <p:nvPr/>
        </p:nvSpPr>
        <p:spPr>
          <a:xfrm>
            <a:off x="6152446" y="1903821"/>
            <a:ext cx="570089" cy="230832"/>
          </a:xfrm>
          <a:prstGeom prst="rect">
            <a:avLst/>
          </a:prstGeom>
          <a:noFill/>
        </p:spPr>
        <p:txBody>
          <a:bodyPr wrap="square" rtlCol="0">
            <a:spAutoFit/>
          </a:bodyPr>
          <a:lstStyle/>
          <a:p>
            <a:pPr algn="ctr"/>
            <a:r>
              <a:rPr lang="en-US" sz="900" dirty="0"/>
              <a:t>87</a:t>
            </a:r>
          </a:p>
        </p:txBody>
      </p:sp>
      <p:sp>
        <p:nvSpPr>
          <p:cNvPr id="69" name="TextBox 68">
            <a:extLst>
              <a:ext uri="{FF2B5EF4-FFF2-40B4-BE49-F238E27FC236}">
                <a16:creationId xmlns:a16="http://schemas.microsoft.com/office/drawing/2014/main" id="{23D84292-9EEE-B239-7523-BA2874F7A94D}"/>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C7AB2E73-32BB-6A79-FFB7-DEFE8F50B082}"/>
              </a:ext>
            </a:extLst>
          </p:cNvPr>
          <p:cNvSpPr txBox="1"/>
          <p:nvPr/>
        </p:nvSpPr>
        <p:spPr>
          <a:xfrm>
            <a:off x="7157158" y="3406653"/>
            <a:ext cx="570089" cy="230832"/>
          </a:xfrm>
          <a:prstGeom prst="rect">
            <a:avLst/>
          </a:prstGeom>
          <a:noFill/>
        </p:spPr>
        <p:txBody>
          <a:bodyPr wrap="square" rtlCol="0">
            <a:spAutoFit/>
          </a:bodyPr>
          <a:lstStyle/>
          <a:p>
            <a:pPr algn="ctr"/>
            <a:r>
              <a:rPr lang="en-US" sz="900" dirty="0"/>
              <a:t>3679</a:t>
            </a:r>
          </a:p>
        </p:txBody>
      </p:sp>
      <p:sp>
        <p:nvSpPr>
          <p:cNvPr id="71" name="TextBox 70">
            <a:extLst>
              <a:ext uri="{FF2B5EF4-FFF2-40B4-BE49-F238E27FC236}">
                <a16:creationId xmlns:a16="http://schemas.microsoft.com/office/drawing/2014/main" id="{133F29A3-3119-846D-F3C9-E58130E4EA52}"/>
              </a:ext>
            </a:extLst>
          </p:cNvPr>
          <p:cNvSpPr txBox="1"/>
          <p:nvPr/>
        </p:nvSpPr>
        <p:spPr>
          <a:xfrm>
            <a:off x="7157158" y="3907597"/>
            <a:ext cx="570089" cy="230832"/>
          </a:xfrm>
          <a:prstGeom prst="rect">
            <a:avLst/>
          </a:prstGeom>
          <a:noFill/>
        </p:spPr>
        <p:txBody>
          <a:bodyPr wrap="square" rtlCol="0">
            <a:spAutoFit/>
          </a:bodyPr>
          <a:lstStyle/>
          <a:p>
            <a:pPr algn="ctr"/>
            <a:r>
              <a:rPr lang="en-US" sz="900" dirty="0"/>
              <a:t>389</a:t>
            </a:r>
          </a:p>
        </p:txBody>
      </p:sp>
      <p:sp>
        <p:nvSpPr>
          <p:cNvPr id="72" name="TextBox 71">
            <a:extLst>
              <a:ext uri="{FF2B5EF4-FFF2-40B4-BE49-F238E27FC236}">
                <a16:creationId xmlns:a16="http://schemas.microsoft.com/office/drawing/2014/main" id="{1667B37E-CC3F-1F7B-CFDA-530198C81B62}"/>
              </a:ext>
            </a:extLst>
          </p:cNvPr>
          <p:cNvSpPr txBox="1"/>
          <p:nvPr/>
        </p:nvSpPr>
        <p:spPr>
          <a:xfrm>
            <a:off x="7157158" y="4909484"/>
            <a:ext cx="570089" cy="230832"/>
          </a:xfrm>
          <a:prstGeom prst="rect">
            <a:avLst/>
          </a:prstGeom>
          <a:noFill/>
        </p:spPr>
        <p:txBody>
          <a:bodyPr wrap="square" rtlCol="0">
            <a:spAutoFit/>
          </a:bodyPr>
          <a:lstStyle/>
          <a:p>
            <a:pPr algn="ctr"/>
            <a:r>
              <a:rPr lang="en-US" sz="900" dirty="0"/>
              <a:t>378</a:t>
            </a:r>
          </a:p>
        </p:txBody>
      </p:sp>
      <p:sp>
        <p:nvSpPr>
          <p:cNvPr id="73" name="TextBox 72">
            <a:extLst>
              <a:ext uri="{FF2B5EF4-FFF2-40B4-BE49-F238E27FC236}">
                <a16:creationId xmlns:a16="http://schemas.microsoft.com/office/drawing/2014/main" id="{0C070E62-113F-06E7-74B0-FAEB58A483E9}"/>
              </a:ext>
            </a:extLst>
          </p:cNvPr>
          <p:cNvSpPr txBox="1"/>
          <p:nvPr/>
        </p:nvSpPr>
        <p:spPr>
          <a:xfrm>
            <a:off x="5650090" y="4909484"/>
            <a:ext cx="570089" cy="230832"/>
          </a:xfrm>
          <a:prstGeom prst="rect">
            <a:avLst/>
          </a:prstGeom>
          <a:noFill/>
        </p:spPr>
        <p:txBody>
          <a:bodyPr wrap="square" rtlCol="0">
            <a:spAutoFit/>
          </a:bodyPr>
          <a:lstStyle/>
          <a:p>
            <a:pPr algn="ctr"/>
            <a:r>
              <a:rPr lang="en-US" sz="900" dirty="0"/>
              <a:t>3458</a:t>
            </a:r>
          </a:p>
        </p:txBody>
      </p:sp>
      <p:sp>
        <p:nvSpPr>
          <p:cNvPr id="74" name="TextBox 73">
            <a:extLst>
              <a:ext uri="{FF2B5EF4-FFF2-40B4-BE49-F238E27FC236}">
                <a16:creationId xmlns:a16="http://schemas.microsoft.com/office/drawing/2014/main" id="{2C433E42-027F-5D5B-FF08-EDD93B2FD98D}"/>
              </a:ext>
            </a:extLst>
          </p:cNvPr>
          <p:cNvSpPr txBox="1"/>
          <p:nvPr/>
        </p:nvSpPr>
        <p:spPr>
          <a:xfrm>
            <a:off x="6152446" y="4909484"/>
            <a:ext cx="570089" cy="230832"/>
          </a:xfrm>
          <a:prstGeom prst="rect">
            <a:avLst/>
          </a:prstGeom>
          <a:noFill/>
        </p:spPr>
        <p:txBody>
          <a:bodyPr wrap="square" rtlCol="0">
            <a:spAutoFit/>
          </a:bodyPr>
          <a:lstStyle/>
          <a:p>
            <a:pPr algn="ctr"/>
            <a:r>
              <a:rPr lang="en-US" sz="900" dirty="0"/>
              <a:t>1378</a:t>
            </a:r>
          </a:p>
        </p:txBody>
      </p:sp>
      <p:sp>
        <p:nvSpPr>
          <p:cNvPr id="75" name="TextBox 74">
            <a:extLst>
              <a:ext uri="{FF2B5EF4-FFF2-40B4-BE49-F238E27FC236}">
                <a16:creationId xmlns:a16="http://schemas.microsoft.com/office/drawing/2014/main" id="{C226D5A1-F76D-F0C8-F913-E02D84E9642C}"/>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1AFAA9EF-BB36-59B0-980A-355D9D946F88}"/>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214C7572-6BC5-B731-A874-AB8D3D70003C}"/>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78" name="TextBox 77">
            <a:extLst>
              <a:ext uri="{FF2B5EF4-FFF2-40B4-BE49-F238E27FC236}">
                <a16:creationId xmlns:a16="http://schemas.microsoft.com/office/drawing/2014/main" id="{83FEBF10-30A3-325C-262C-526A6947F546}"/>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3" name="TextBox 2">
            <a:extLst>
              <a:ext uri="{FF2B5EF4-FFF2-40B4-BE49-F238E27FC236}">
                <a16:creationId xmlns:a16="http://schemas.microsoft.com/office/drawing/2014/main" id="{D514938E-9855-7054-D785-15DB5EE5042A}"/>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F81B29FC-3942-A731-704D-CD40B014D264}"/>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4B01879D-3E5F-0281-D861-B1EEF12525F6}"/>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6646685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DE0BE-00BC-454F-1FCA-124B1B963C8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0CBC5C-09A9-7DD0-EA3E-6FFEA6277A82}"/>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FCA631E5-0BBF-11F9-2955-9895E8A6158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FFB8915-72C4-295E-BE30-E9007FFD324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D275556-1528-031B-5CBC-10A235478BE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3FA7FD8-BB2C-D0F3-7696-39C4474FCA5D}"/>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79A30B0E-5B3B-1CA3-9F8B-DED331BF477F}"/>
              </a:ext>
            </a:extLst>
          </p:cNvPr>
          <p:cNvSpPr txBox="1"/>
          <p:nvPr/>
        </p:nvSpPr>
        <p:spPr>
          <a:xfrm>
            <a:off x="3138310" y="3907597"/>
            <a:ext cx="570089" cy="230832"/>
          </a:xfrm>
          <a:prstGeom prst="rect">
            <a:avLst/>
          </a:prstGeom>
          <a:noFill/>
        </p:spPr>
        <p:txBody>
          <a:bodyPr wrap="square" rtlCol="0">
            <a:spAutoFit/>
          </a:bodyPr>
          <a:lstStyle/>
          <a:p>
            <a:pPr algn="ctr"/>
            <a:r>
              <a:rPr lang="en-US" sz="900" dirty="0"/>
              <a:t>45</a:t>
            </a:r>
          </a:p>
        </p:txBody>
      </p:sp>
      <p:sp>
        <p:nvSpPr>
          <p:cNvPr id="10" name="TextBox 9">
            <a:extLst>
              <a:ext uri="{FF2B5EF4-FFF2-40B4-BE49-F238E27FC236}">
                <a16:creationId xmlns:a16="http://schemas.microsoft.com/office/drawing/2014/main" id="{779ED890-8093-B68A-2AE2-94BCD7FF06A1}"/>
              </a:ext>
            </a:extLst>
          </p:cNvPr>
          <p:cNvSpPr txBox="1"/>
          <p:nvPr/>
        </p:nvSpPr>
        <p:spPr>
          <a:xfrm>
            <a:off x="4143022" y="4909484"/>
            <a:ext cx="570089" cy="230832"/>
          </a:xfrm>
          <a:prstGeom prst="rect">
            <a:avLst/>
          </a:prstGeom>
          <a:noFill/>
        </p:spPr>
        <p:txBody>
          <a:bodyPr wrap="square" rtlCol="0">
            <a:spAutoFit/>
          </a:bodyPr>
          <a:lstStyle/>
          <a:p>
            <a:pPr algn="ctr"/>
            <a:r>
              <a:rPr lang="en-US" sz="900" dirty="0"/>
              <a:t>54</a:t>
            </a:r>
          </a:p>
        </p:txBody>
      </p:sp>
      <p:sp>
        <p:nvSpPr>
          <p:cNvPr id="11" name="TextBox 10">
            <a:extLst>
              <a:ext uri="{FF2B5EF4-FFF2-40B4-BE49-F238E27FC236}">
                <a16:creationId xmlns:a16="http://schemas.microsoft.com/office/drawing/2014/main" id="{DB9F9F03-40B8-018B-F97A-ADACCD4C1818}"/>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D691FC92-DCB9-CEDB-513A-452A240E8392}"/>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8E5053B2-442E-70CE-ED13-395ADDE88D76}"/>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346CED88-9FB2-3F48-C231-9E776892CF2B}"/>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FC465DEA-86CD-64BB-6D2C-A27E637495C9}"/>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881A88F2-143C-A460-BEC0-5EF4C96DB13D}"/>
              </a:ext>
            </a:extLst>
          </p:cNvPr>
          <p:cNvSpPr txBox="1"/>
          <p:nvPr/>
        </p:nvSpPr>
        <p:spPr>
          <a:xfrm>
            <a:off x="3640666" y="901933"/>
            <a:ext cx="570089" cy="230832"/>
          </a:xfrm>
          <a:prstGeom prst="rect">
            <a:avLst/>
          </a:prstGeom>
          <a:noFill/>
        </p:spPr>
        <p:txBody>
          <a:bodyPr wrap="square" rtlCol="0">
            <a:spAutoFit/>
          </a:bodyPr>
          <a:lstStyle/>
          <a:p>
            <a:pPr algn="ctr"/>
            <a:r>
              <a:rPr lang="en-US" sz="900" dirty="0"/>
              <a:t>459</a:t>
            </a:r>
          </a:p>
        </p:txBody>
      </p:sp>
      <p:sp>
        <p:nvSpPr>
          <p:cNvPr id="28" name="TextBox 27">
            <a:extLst>
              <a:ext uri="{FF2B5EF4-FFF2-40B4-BE49-F238E27FC236}">
                <a16:creationId xmlns:a16="http://schemas.microsoft.com/office/drawing/2014/main" id="{F6314D43-E8F4-EE96-3CDF-A273BA0EE39C}"/>
              </a:ext>
            </a:extLst>
          </p:cNvPr>
          <p:cNvSpPr txBox="1"/>
          <p:nvPr/>
        </p:nvSpPr>
        <p:spPr>
          <a:xfrm>
            <a:off x="3640666" y="1903821"/>
            <a:ext cx="570089" cy="230832"/>
          </a:xfrm>
          <a:prstGeom prst="rect">
            <a:avLst/>
          </a:prstGeom>
          <a:noFill/>
        </p:spPr>
        <p:txBody>
          <a:bodyPr wrap="square" rtlCol="0">
            <a:spAutoFit/>
          </a:bodyPr>
          <a:lstStyle/>
          <a:p>
            <a:pPr algn="ctr"/>
            <a:r>
              <a:rPr lang="en-US" sz="900" dirty="0"/>
              <a:t>49</a:t>
            </a:r>
          </a:p>
        </p:txBody>
      </p:sp>
      <p:sp>
        <p:nvSpPr>
          <p:cNvPr id="29" name="TextBox 28">
            <a:extLst>
              <a:ext uri="{FF2B5EF4-FFF2-40B4-BE49-F238E27FC236}">
                <a16:creationId xmlns:a16="http://schemas.microsoft.com/office/drawing/2014/main" id="{AF7A2FEB-7563-A7A8-51EF-9DDB63EC774B}"/>
              </a:ext>
            </a:extLst>
          </p:cNvPr>
          <p:cNvSpPr txBox="1"/>
          <p:nvPr/>
        </p:nvSpPr>
        <p:spPr>
          <a:xfrm>
            <a:off x="3640666" y="2404765"/>
            <a:ext cx="570089" cy="230832"/>
          </a:xfrm>
          <a:prstGeom prst="rect">
            <a:avLst/>
          </a:prstGeom>
          <a:noFill/>
        </p:spPr>
        <p:txBody>
          <a:bodyPr wrap="square" rtlCol="0">
            <a:spAutoFit/>
          </a:bodyPr>
          <a:lstStyle/>
          <a:p>
            <a:pPr algn="ctr"/>
            <a:r>
              <a:rPr lang="en-US" sz="900" dirty="0"/>
              <a:t>459</a:t>
            </a:r>
          </a:p>
        </p:txBody>
      </p:sp>
      <p:sp>
        <p:nvSpPr>
          <p:cNvPr id="30" name="TextBox 29">
            <a:extLst>
              <a:ext uri="{FF2B5EF4-FFF2-40B4-BE49-F238E27FC236}">
                <a16:creationId xmlns:a16="http://schemas.microsoft.com/office/drawing/2014/main" id="{9AC05724-E200-1459-FA0D-A77CBBF0FFF2}"/>
              </a:ext>
            </a:extLst>
          </p:cNvPr>
          <p:cNvSpPr txBox="1"/>
          <p:nvPr/>
        </p:nvSpPr>
        <p:spPr>
          <a:xfrm>
            <a:off x="5147734" y="901933"/>
            <a:ext cx="570089" cy="230832"/>
          </a:xfrm>
          <a:prstGeom prst="rect">
            <a:avLst/>
          </a:prstGeom>
          <a:noFill/>
        </p:spPr>
        <p:txBody>
          <a:bodyPr wrap="square" rtlCol="0">
            <a:spAutoFit/>
          </a:bodyPr>
          <a:lstStyle/>
          <a:p>
            <a:pPr algn="ctr"/>
            <a:r>
              <a:rPr lang="en-US" sz="900" dirty="0"/>
              <a:t>689</a:t>
            </a:r>
          </a:p>
        </p:txBody>
      </p:sp>
      <p:sp>
        <p:nvSpPr>
          <p:cNvPr id="31" name="TextBox 30">
            <a:extLst>
              <a:ext uri="{FF2B5EF4-FFF2-40B4-BE49-F238E27FC236}">
                <a16:creationId xmlns:a16="http://schemas.microsoft.com/office/drawing/2014/main" id="{549E7A86-9C80-33FB-7D10-54BD30734D74}"/>
              </a:ext>
            </a:extLst>
          </p:cNvPr>
          <p:cNvSpPr txBox="1"/>
          <p:nvPr/>
        </p:nvSpPr>
        <p:spPr>
          <a:xfrm>
            <a:off x="5147734" y="1903821"/>
            <a:ext cx="570089" cy="230832"/>
          </a:xfrm>
          <a:prstGeom prst="rect">
            <a:avLst/>
          </a:prstGeom>
          <a:noFill/>
        </p:spPr>
        <p:txBody>
          <a:bodyPr wrap="square" rtlCol="0">
            <a:spAutoFit/>
          </a:bodyPr>
          <a:lstStyle/>
          <a:p>
            <a:pPr algn="ctr"/>
            <a:r>
              <a:rPr lang="en-US" sz="900" dirty="0"/>
              <a:t>23689</a:t>
            </a:r>
          </a:p>
        </p:txBody>
      </p:sp>
      <p:sp>
        <p:nvSpPr>
          <p:cNvPr id="33" name="TextBox 32">
            <a:extLst>
              <a:ext uri="{FF2B5EF4-FFF2-40B4-BE49-F238E27FC236}">
                <a16:creationId xmlns:a16="http://schemas.microsoft.com/office/drawing/2014/main" id="{30A55B23-ACBE-992B-1BD8-ED4570196211}"/>
              </a:ext>
            </a:extLst>
          </p:cNvPr>
          <p:cNvSpPr txBox="1"/>
          <p:nvPr/>
        </p:nvSpPr>
        <p:spPr>
          <a:xfrm>
            <a:off x="5147734" y="3406653"/>
            <a:ext cx="570089" cy="230832"/>
          </a:xfrm>
          <a:prstGeom prst="rect">
            <a:avLst/>
          </a:prstGeom>
          <a:noFill/>
        </p:spPr>
        <p:txBody>
          <a:bodyPr wrap="square" rtlCol="0">
            <a:spAutoFit/>
          </a:bodyPr>
          <a:lstStyle/>
          <a:p>
            <a:pPr algn="ctr"/>
            <a:r>
              <a:rPr lang="en-US" sz="900" dirty="0"/>
              <a:t>2369</a:t>
            </a:r>
          </a:p>
        </p:txBody>
      </p:sp>
      <p:sp>
        <p:nvSpPr>
          <p:cNvPr id="34" name="TextBox 33">
            <a:extLst>
              <a:ext uri="{FF2B5EF4-FFF2-40B4-BE49-F238E27FC236}">
                <a16:creationId xmlns:a16="http://schemas.microsoft.com/office/drawing/2014/main" id="{715B71EC-9352-E564-371F-7B84239E2CC7}"/>
              </a:ext>
            </a:extLst>
          </p:cNvPr>
          <p:cNvSpPr txBox="1"/>
          <p:nvPr/>
        </p:nvSpPr>
        <p:spPr>
          <a:xfrm>
            <a:off x="5147734" y="3907597"/>
            <a:ext cx="570089" cy="230832"/>
          </a:xfrm>
          <a:prstGeom prst="rect">
            <a:avLst/>
          </a:prstGeom>
          <a:noFill/>
        </p:spPr>
        <p:txBody>
          <a:bodyPr wrap="square" rtlCol="0">
            <a:spAutoFit/>
          </a:bodyPr>
          <a:lstStyle/>
          <a:p>
            <a:pPr algn="ctr"/>
            <a:r>
              <a:rPr lang="en-US" sz="900" dirty="0"/>
              <a:t>368</a:t>
            </a:r>
          </a:p>
        </p:txBody>
      </p:sp>
      <p:sp>
        <p:nvSpPr>
          <p:cNvPr id="35" name="TextBox 34">
            <a:extLst>
              <a:ext uri="{FF2B5EF4-FFF2-40B4-BE49-F238E27FC236}">
                <a16:creationId xmlns:a16="http://schemas.microsoft.com/office/drawing/2014/main" id="{056AA295-B4F9-7B57-ED4F-BD6B3A441C8F}"/>
              </a:ext>
            </a:extLst>
          </p:cNvPr>
          <p:cNvSpPr txBox="1"/>
          <p:nvPr/>
        </p:nvSpPr>
        <p:spPr>
          <a:xfrm>
            <a:off x="6654802" y="2404765"/>
            <a:ext cx="570089" cy="230832"/>
          </a:xfrm>
          <a:prstGeom prst="rect">
            <a:avLst/>
          </a:prstGeom>
          <a:noFill/>
        </p:spPr>
        <p:txBody>
          <a:bodyPr wrap="square" rtlCol="0">
            <a:spAutoFit/>
          </a:bodyPr>
          <a:lstStyle/>
          <a:p>
            <a:pPr algn="ctr"/>
            <a:r>
              <a:rPr lang="en-US" sz="900" dirty="0"/>
              <a:t>478</a:t>
            </a:r>
          </a:p>
        </p:txBody>
      </p:sp>
      <p:sp>
        <p:nvSpPr>
          <p:cNvPr id="36" name="TextBox 35">
            <a:extLst>
              <a:ext uri="{FF2B5EF4-FFF2-40B4-BE49-F238E27FC236}">
                <a16:creationId xmlns:a16="http://schemas.microsoft.com/office/drawing/2014/main" id="{E64ED064-9C5C-46FA-4520-BB47B3301D20}"/>
              </a:ext>
            </a:extLst>
          </p:cNvPr>
          <p:cNvSpPr txBox="1"/>
          <p:nvPr/>
        </p:nvSpPr>
        <p:spPr>
          <a:xfrm>
            <a:off x="6654802" y="3406653"/>
            <a:ext cx="570089" cy="230832"/>
          </a:xfrm>
          <a:prstGeom prst="rect">
            <a:avLst/>
          </a:prstGeom>
          <a:noFill/>
        </p:spPr>
        <p:txBody>
          <a:bodyPr wrap="square" rtlCol="0">
            <a:spAutoFit/>
          </a:bodyPr>
          <a:lstStyle/>
          <a:p>
            <a:pPr algn="ctr"/>
            <a:r>
              <a:rPr lang="en-US" sz="900" dirty="0"/>
              <a:t>47</a:t>
            </a:r>
          </a:p>
        </p:txBody>
      </p:sp>
      <p:sp>
        <p:nvSpPr>
          <p:cNvPr id="37" name="TextBox 36">
            <a:extLst>
              <a:ext uri="{FF2B5EF4-FFF2-40B4-BE49-F238E27FC236}">
                <a16:creationId xmlns:a16="http://schemas.microsoft.com/office/drawing/2014/main" id="{75310D43-37FA-1D4B-00B2-A2403874992F}"/>
              </a:ext>
            </a:extLst>
          </p:cNvPr>
          <p:cNvSpPr txBox="1"/>
          <p:nvPr/>
        </p:nvSpPr>
        <p:spPr>
          <a:xfrm>
            <a:off x="6654802" y="3907597"/>
            <a:ext cx="570089" cy="230832"/>
          </a:xfrm>
          <a:prstGeom prst="rect">
            <a:avLst/>
          </a:prstGeom>
          <a:noFill/>
        </p:spPr>
        <p:txBody>
          <a:bodyPr wrap="square" rtlCol="0">
            <a:spAutoFit/>
          </a:bodyPr>
          <a:lstStyle/>
          <a:p>
            <a:pPr algn="ctr"/>
            <a:r>
              <a:rPr lang="en-US" sz="900" dirty="0"/>
              <a:t>28</a:t>
            </a:r>
          </a:p>
        </p:txBody>
      </p:sp>
      <p:sp>
        <p:nvSpPr>
          <p:cNvPr id="38" name="TextBox 37">
            <a:extLst>
              <a:ext uri="{FF2B5EF4-FFF2-40B4-BE49-F238E27FC236}">
                <a16:creationId xmlns:a16="http://schemas.microsoft.com/office/drawing/2014/main" id="{DB945810-6AA0-1F5E-FED1-9E536EA9B2F9}"/>
              </a:ext>
            </a:extLst>
          </p:cNvPr>
          <p:cNvSpPr txBox="1"/>
          <p:nvPr/>
        </p:nvSpPr>
        <p:spPr>
          <a:xfrm>
            <a:off x="6654802" y="4909484"/>
            <a:ext cx="570089" cy="230832"/>
          </a:xfrm>
          <a:prstGeom prst="rect">
            <a:avLst/>
          </a:prstGeom>
          <a:noFill/>
        </p:spPr>
        <p:txBody>
          <a:bodyPr wrap="square" rtlCol="0">
            <a:spAutoFit/>
          </a:bodyPr>
          <a:lstStyle/>
          <a:p>
            <a:pPr algn="ctr"/>
            <a:r>
              <a:rPr lang="en-US" sz="900" dirty="0"/>
              <a:t>78</a:t>
            </a:r>
          </a:p>
        </p:txBody>
      </p:sp>
      <p:sp>
        <p:nvSpPr>
          <p:cNvPr id="39" name="TextBox 38">
            <a:extLst>
              <a:ext uri="{FF2B5EF4-FFF2-40B4-BE49-F238E27FC236}">
                <a16:creationId xmlns:a16="http://schemas.microsoft.com/office/drawing/2014/main" id="{EE3832D7-4749-D7BE-F9DF-E3203791538F}"/>
              </a:ext>
            </a:extLst>
          </p:cNvPr>
          <p:cNvSpPr txBox="1"/>
          <p:nvPr/>
        </p:nvSpPr>
        <p:spPr>
          <a:xfrm>
            <a:off x="4143022" y="1402877"/>
            <a:ext cx="570089" cy="230832"/>
          </a:xfrm>
          <a:prstGeom prst="rect">
            <a:avLst/>
          </a:prstGeom>
          <a:noFill/>
        </p:spPr>
        <p:txBody>
          <a:bodyPr wrap="square" rtlCol="0">
            <a:spAutoFit/>
          </a:bodyPr>
          <a:lstStyle/>
          <a:p>
            <a:pPr algn="ctr"/>
            <a:r>
              <a:rPr lang="en-US" sz="900" dirty="0"/>
              <a:t>1278</a:t>
            </a:r>
          </a:p>
        </p:txBody>
      </p:sp>
      <p:sp>
        <p:nvSpPr>
          <p:cNvPr id="40" name="TextBox 39">
            <a:extLst>
              <a:ext uri="{FF2B5EF4-FFF2-40B4-BE49-F238E27FC236}">
                <a16:creationId xmlns:a16="http://schemas.microsoft.com/office/drawing/2014/main" id="{FAA2079A-66FE-2CC0-A983-257E6E2406DE}"/>
              </a:ext>
            </a:extLst>
          </p:cNvPr>
          <p:cNvSpPr txBox="1"/>
          <p:nvPr/>
        </p:nvSpPr>
        <p:spPr>
          <a:xfrm>
            <a:off x="4645378" y="1402877"/>
            <a:ext cx="570089" cy="230832"/>
          </a:xfrm>
          <a:prstGeom prst="rect">
            <a:avLst/>
          </a:prstGeom>
          <a:noFill/>
        </p:spPr>
        <p:txBody>
          <a:bodyPr wrap="square" rtlCol="0">
            <a:spAutoFit/>
          </a:bodyPr>
          <a:lstStyle/>
          <a:p>
            <a:pPr algn="ctr"/>
            <a:r>
              <a:rPr lang="en-US" sz="900" dirty="0"/>
              <a:t>278</a:t>
            </a:r>
          </a:p>
        </p:txBody>
      </p:sp>
      <p:sp>
        <p:nvSpPr>
          <p:cNvPr id="41" name="TextBox 40">
            <a:extLst>
              <a:ext uri="{FF2B5EF4-FFF2-40B4-BE49-F238E27FC236}">
                <a16:creationId xmlns:a16="http://schemas.microsoft.com/office/drawing/2014/main" id="{E567AA79-DB5E-8E8D-51DE-F43E8E1A8223}"/>
              </a:ext>
            </a:extLst>
          </p:cNvPr>
          <p:cNvSpPr txBox="1"/>
          <p:nvPr/>
        </p:nvSpPr>
        <p:spPr>
          <a:xfrm>
            <a:off x="5650090" y="1402877"/>
            <a:ext cx="570089" cy="230832"/>
          </a:xfrm>
          <a:prstGeom prst="rect">
            <a:avLst/>
          </a:prstGeom>
          <a:noFill/>
        </p:spPr>
        <p:txBody>
          <a:bodyPr wrap="square" rtlCol="0">
            <a:spAutoFit/>
          </a:bodyPr>
          <a:lstStyle/>
          <a:p>
            <a:pPr algn="ctr"/>
            <a:r>
              <a:rPr lang="en-US" sz="900" dirty="0"/>
              <a:t>78</a:t>
            </a:r>
          </a:p>
        </p:txBody>
      </p:sp>
      <p:sp>
        <p:nvSpPr>
          <p:cNvPr id="42" name="TextBox 41">
            <a:extLst>
              <a:ext uri="{FF2B5EF4-FFF2-40B4-BE49-F238E27FC236}">
                <a16:creationId xmlns:a16="http://schemas.microsoft.com/office/drawing/2014/main" id="{1F153E2F-EB23-494C-30AC-9BE2A51368A4}"/>
              </a:ext>
            </a:extLst>
          </p:cNvPr>
          <p:cNvSpPr txBox="1"/>
          <p:nvPr/>
        </p:nvSpPr>
        <p:spPr>
          <a:xfrm>
            <a:off x="3138310" y="1402877"/>
            <a:ext cx="570089" cy="230832"/>
          </a:xfrm>
          <a:prstGeom prst="rect">
            <a:avLst/>
          </a:prstGeom>
          <a:noFill/>
        </p:spPr>
        <p:txBody>
          <a:bodyPr wrap="square" rtlCol="0">
            <a:spAutoFit/>
          </a:bodyPr>
          <a:lstStyle/>
          <a:p>
            <a:pPr algn="ctr"/>
            <a:r>
              <a:rPr lang="en-US" sz="900" dirty="0"/>
              <a:t>127</a:t>
            </a:r>
          </a:p>
        </p:txBody>
      </p:sp>
      <p:sp>
        <p:nvSpPr>
          <p:cNvPr id="43" name="TextBox 42">
            <a:extLst>
              <a:ext uri="{FF2B5EF4-FFF2-40B4-BE49-F238E27FC236}">
                <a16:creationId xmlns:a16="http://schemas.microsoft.com/office/drawing/2014/main" id="{6F23C543-6474-4528-040D-4E73035E188A}"/>
              </a:ext>
            </a:extLst>
          </p:cNvPr>
          <p:cNvSpPr txBox="1"/>
          <p:nvPr/>
        </p:nvSpPr>
        <p:spPr>
          <a:xfrm>
            <a:off x="4143022" y="2905709"/>
            <a:ext cx="570089" cy="230832"/>
          </a:xfrm>
          <a:prstGeom prst="rect">
            <a:avLst/>
          </a:prstGeom>
          <a:noFill/>
        </p:spPr>
        <p:txBody>
          <a:bodyPr wrap="square" rtlCol="0">
            <a:spAutoFit/>
          </a:bodyPr>
          <a:lstStyle/>
          <a:p>
            <a:pPr algn="ctr"/>
            <a:r>
              <a:rPr lang="en-US" sz="900" dirty="0"/>
              <a:t>5679</a:t>
            </a:r>
          </a:p>
        </p:txBody>
      </p:sp>
      <p:sp>
        <p:nvSpPr>
          <p:cNvPr id="44" name="TextBox 43">
            <a:extLst>
              <a:ext uri="{FF2B5EF4-FFF2-40B4-BE49-F238E27FC236}">
                <a16:creationId xmlns:a16="http://schemas.microsoft.com/office/drawing/2014/main" id="{F1D989AB-EABF-9850-56D1-F42DE846AC77}"/>
              </a:ext>
            </a:extLst>
          </p:cNvPr>
          <p:cNvSpPr txBox="1"/>
          <p:nvPr/>
        </p:nvSpPr>
        <p:spPr>
          <a:xfrm>
            <a:off x="4645378" y="2905709"/>
            <a:ext cx="570089" cy="230832"/>
          </a:xfrm>
          <a:prstGeom prst="rect">
            <a:avLst/>
          </a:prstGeom>
          <a:noFill/>
        </p:spPr>
        <p:txBody>
          <a:bodyPr wrap="square" rtlCol="0">
            <a:spAutoFit/>
          </a:bodyPr>
          <a:lstStyle/>
          <a:p>
            <a:pPr algn="ctr"/>
            <a:r>
              <a:rPr lang="en-US" sz="900" dirty="0"/>
              <a:t>5678</a:t>
            </a:r>
          </a:p>
        </p:txBody>
      </p:sp>
      <p:sp>
        <p:nvSpPr>
          <p:cNvPr id="45" name="TextBox 44">
            <a:extLst>
              <a:ext uri="{FF2B5EF4-FFF2-40B4-BE49-F238E27FC236}">
                <a16:creationId xmlns:a16="http://schemas.microsoft.com/office/drawing/2014/main" id="{0367B6DF-C68D-92DE-2222-256D7BD929B0}"/>
              </a:ext>
            </a:extLst>
          </p:cNvPr>
          <p:cNvSpPr txBox="1"/>
          <p:nvPr/>
        </p:nvSpPr>
        <p:spPr>
          <a:xfrm>
            <a:off x="5650090" y="2905709"/>
            <a:ext cx="570089" cy="230832"/>
          </a:xfrm>
          <a:prstGeom prst="rect">
            <a:avLst/>
          </a:prstGeom>
          <a:noFill/>
        </p:spPr>
        <p:txBody>
          <a:bodyPr wrap="square" rtlCol="0">
            <a:spAutoFit/>
          </a:bodyPr>
          <a:lstStyle/>
          <a:p>
            <a:pPr algn="ctr"/>
            <a:r>
              <a:rPr lang="en-US" sz="900" dirty="0"/>
              <a:t>56789</a:t>
            </a:r>
          </a:p>
        </p:txBody>
      </p:sp>
      <p:sp>
        <p:nvSpPr>
          <p:cNvPr id="46" name="TextBox 45">
            <a:extLst>
              <a:ext uri="{FF2B5EF4-FFF2-40B4-BE49-F238E27FC236}">
                <a16:creationId xmlns:a16="http://schemas.microsoft.com/office/drawing/2014/main" id="{1687512F-26D6-ACB4-BF89-E3DAB28DFA85}"/>
              </a:ext>
            </a:extLst>
          </p:cNvPr>
          <p:cNvSpPr txBox="1"/>
          <p:nvPr/>
        </p:nvSpPr>
        <p:spPr>
          <a:xfrm>
            <a:off x="6152446" y="2905709"/>
            <a:ext cx="570089" cy="230832"/>
          </a:xfrm>
          <a:prstGeom prst="rect">
            <a:avLst/>
          </a:prstGeom>
          <a:noFill/>
        </p:spPr>
        <p:txBody>
          <a:bodyPr wrap="square" rtlCol="0">
            <a:spAutoFit/>
          </a:bodyPr>
          <a:lstStyle/>
          <a:p>
            <a:pPr algn="ctr"/>
            <a:r>
              <a:rPr lang="en-US" sz="900" dirty="0"/>
              <a:t>5789</a:t>
            </a:r>
          </a:p>
        </p:txBody>
      </p:sp>
      <p:sp>
        <p:nvSpPr>
          <p:cNvPr id="47" name="TextBox 46">
            <a:extLst>
              <a:ext uri="{FF2B5EF4-FFF2-40B4-BE49-F238E27FC236}">
                <a16:creationId xmlns:a16="http://schemas.microsoft.com/office/drawing/2014/main" id="{F81DA644-3DD2-BA29-8B50-6793AFD3729D}"/>
              </a:ext>
            </a:extLst>
          </p:cNvPr>
          <p:cNvSpPr txBox="1"/>
          <p:nvPr/>
        </p:nvSpPr>
        <p:spPr>
          <a:xfrm>
            <a:off x="7157158" y="2905709"/>
            <a:ext cx="570089" cy="230832"/>
          </a:xfrm>
          <a:prstGeom prst="rect">
            <a:avLst/>
          </a:prstGeom>
          <a:noFill/>
        </p:spPr>
        <p:txBody>
          <a:bodyPr wrap="square" rtlCol="0">
            <a:spAutoFit/>
          </a:bodyPr>
          <a:lstStyle/>
          <a:p>
            <a:pPr algn="ctr"/>
            <a:r>
              <a:rPr lang="en-US" sz="900" dirty="0"/>
              <a:t>6789</a:t>
            </a:r>
          </a:p>
        </p:txBody>
      </p:sp>
      <p:sp>
        <p:nvSpPr>
          <p:cNvPr id="51" name="TextBox 50">
            <a:extLst>
              <a:ext uri="{FF2B5EF4-FFF2-40B4-BE49-F238E27FC236}">
                <a16:creationId xmlns:a16="http://schemas.microsoft.com/office/drawing/2014/main" id="{D616728D-002D-66AD-1CCC-3698FDFA08B3}"/>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939357C5-9805-FF63-5D2B-4CC0D1637309}"/>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A503CA9C-3231-C2CF-2BB8-DF218F17FBEF}"/>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C970E859-9B07-B9ED-EDF3-0F48C65D24F8}"/>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BFC79082-AC41-544B-3D7F-3B27A08E1FFB}"/>
              </a:ext>
            </a:extLst>
          </p:cNvPr>
          <p:cNvSpPr txBox="1"/>
          <p:nvPr/>
        </p:nvSpPr>
        <p:spPr>
          <a:xfrm>
            <a:off x="4143022" y="901933"/>
            <a:ext cx="570089" cy="230832"/>
          </a:xfrm>
          <a:prstGeom prst="rect">
            <a:avLst/>
          </a:prstGeom>
          <a:noFill/>
        </p:spPr>
        <p:txBody>
          <a:bodyPr wrap="square" rtlCol="0">
            <a:spAutoFit/>
          </a:bodyPr>
          <a:lstStyle/>
          <a:p>
            <a:pPr algn="ctr"/>
            <a:r>
              <a:rPr lang="en-US" sz="900" dirty="0"/>
              <a:t>456789</a:t>
            </a:r>
          </a:p>
        </p:txBody>
      </p:sp>
      <p:sp>
        <p:nvSpPr>
          <p:cNvPr id="58" name="TextBox 57">
            <a:extLst>
              <a:ext uri="{FF2B5EF4-FFF2-40B4-BE49-F238E27FC236}">
                <a16:creationId xmlns:a16="http://schemas.microsoft.com/office/drawing/2014/main" id="{E368D4E4-E4A6-3FD5-8C42-7947B4FBCC86}"/>
              </a:ext>
            </a:extLst>
          </p:cNvPr>
          <p:cNvSpPr txBox="1"/>
          <p:nvPr/>
        </p:nvSpPr>
        <p:spPr>
          <a:xfrm>
            <a:off x="4645378" y="901933"/>
            <a:ext cx="570089" cy="230832"/>
          </a:xfrm>
          <a:prstGeom prst="rect">
            <a:avLst/>
          </a:prstGeom>
          <a:noFill/>
        </p:spPr>
        <p:txBody>
          <a:bodyPr wrap="square" rtlCol="0">
            <a:spAutoFit/>
          </a:bodyPr>
          <a:lstStyle/>
          <a:p>
            <a:pPr algn="ctr"/>
            <a:r>
              <a:rPr lang="en-US" sz="900" dirty="0"/>
              <a:t>4678</a:t>
            </a:r>
          </a:p>
        </p:txBody>
      </p:sp>
      <p:sp>
        <p:nvSpPr>
          <p:cNvPr id="59" name="TextBox 58">
            <a:extLst>
              <a:ext uri="{FF2B5EF4-FFF2-40B4-BE49-F238E27FC236}">
                <a16:creationId xmlns:a16="http://schemas.microsoft.com/office/drawing/2014/main" id="{45247D22-C295-CAEB-1221-2F74F9BDEE87}"/>
              </a:ext>
            </a:extLst>
          </p:cNvPr>
          <p:cNvSpPr txBox="1"/>
          <p:nvPr/>
        </p:nvSpPr>
        <p:spPr>
          <a:xfrm>
            <a:off x="3138310" y="901933"/>
            <a:ext cx="570089" cy="230832"/>
          </a:xfrm>
          <a:prstGeom prst="rect">
            <a:avLst/>
          </a:prstGeom>
          <a:noFill/>
        </p:spPr>
        <p:txBody>
          <a:bodyPr wrap="square" rtlCol="0">
            <a:spAutoFit/>
          </a:bodyPr>
          <a:lstStyle/>
          <a:p>
            <a:pPr algn="ctr"/>
            <a:r>
              <a:rPr lang="en-US" sz="900" dirty="0"/>
              <a:t>4567</a:t>
            </a:r>
          </a:p>
        </p:txBody>
      </p:sp>
      <p:sp>
        <p:nvSpPr>
          <p:cNvPr id="60" name="TextBox 59">
            <a:extLst>
              <a:ext uri="{FF2B5EF4-FFF2-40B4-BE49-F238E27FC236}">
                <a16:creationId xmlns:a16="http://schemas.microsoft.com/office/drawing/2014/main" id="{81A25A17-13D5-ADD0-D12C-58EB3DB00E91}"/>
              </a:ext>
            </a:extLst>
          </p:cNvPr>
          <p:cNvSpPr txBox="1"/>
          <p:nvPr/>
        </p:nvSpPr>
        <p:spPr>
          <a:xfrm>
            <a:off x="3138310" y="1903821"/>
            <a:ext cx="570089" cy="230832"/>
          </a:xfrm>
          <a:prstGeom prst="rect">
            <a:avLst/>
          </a:prstGeom>
          <a:noFill/>
        </p:spPr>
        <p:txBody>
          <a:bodyPr wrap="square" rtlCol="0">
            <a:spAutoFit/>
          </a:bodyPr>
          <a:lstStyle/>
          <a:p>
            <a:pPr algn="ctr"/>
            <a:r>
              <a:rPr lang="en-US" sz="900" dirty="0"/>
              <a:t>2467</a:t>
            </a:r>
          </a:p>
        </p:txBody>
      </p:sp>
      <p:sp>
        <p:nvSpPr>
          <p:cNvPr id="61" name="TextBox 60">
            <a:extLst>
              <a:ext uri="{FF2B5EF4-FFF2-40B4-BE49-F238E27FC236}">
                <a16:creationId xmlns:a16="http://schemas.microsoft.com/office/drawing/2014/main" id="{51B92FCD-05EE-7541-E186-93FB2B0B41B0}"/>
              </a:ext>
            </a:extLst>
          </p:cNvPr>
          <p:cNvSpPr txBox="1"/>
          <p:nvPr/>
        </p:nvSpPr>
        <p:spPr>
          <a:xfrm>
            <a:off x="3138310" y="2404765"/>
            <a:ext cx="570089" cy="230832"/>
          </a:xfrm>
          <a:prstGeom prst="rect">
            <a:avLst/>
          </a:prstGeom>
          <a:noFill/>
        </p:spPr>
        <p:txBody>
          <a:bodyPr wrap="square" rtlCol="0">
            <a:spAutoFit/>
          </a:bodyPr>
          <a:lstStyle/>
          <a:p>
            <a:pPr algn="ctr"/>
            <a:r>
              <a:rPr lang="en-US" sz="900" dirty="0"/>
              <a:t>4567</a:t>
            </a:r>
          </a:p>
        </p:txBody>
      </p:sp>
      <p:sp>
        <p:nvSpPr>
          <p:cNvPr id="62" name="TextBox 61">
            <a:extLst>
              <a:ext uri="{FF2B5EF4-FFF2-40B4-BE49-F238E27FC236}">
                <a16:creationId xmlns:a16="http://schemas.microsoft.com/office/drawing/2014/main" id="{6F01E66D-D7F3-CFC6-4C5E-A900C7F22FD6}"/>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3" name="TextBox 62">
            <a:extLst>
              <a:ext uri="{FF2B5EF4-FFF2-40B4-BE49-F238E27FC236}">
                <a16:creationId xmlns:a16="http://schemas.microsoft.com/office/drawing/2014/main" id="{B8870F29-8FD4-F2C2-79B0-B10C00CDAAE9}"/>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FAA73B6A-D9CE-FE82-727F-86C8020E1E7E}"/>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C203B10B-7EC2-165B-25CA-35195CE74838}"/>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66" name="TextBox 65">
            <a:extLst>
              <a:ext uri="{FF2B5EF4-FFF2-40B4-BE49-F238E27FC236}">
                <a16:creationId xmlns:a16="http://schemas.microsoft.com/office/drawing/2014/main" id="{235B84FF-3B4E-A829-4F90-1F637DAFFCD9}"/>
              </a:ext>
            </a:extLst>
          </p:cNvPr>
          <p:cNvSpPr txBox="1"/>
          <p:nvPr/>
        </p:nvSpPr>
        <p:spPr>
          <a:xfrm>
            <a:off x="7157158" y="901933"/>
            <a:ext cx="570089" cy="230832"/>
          </a:xfrm>
          <a:prstGeom prst="rect">
            <a:avLst/>
          </a:prstGeom>
          <a:noFill/>
        </p:spPr>
        <p:txBody>
          <a:bodyPr wrap="square" rtlCol="0">
            <a:spAutoFit/>
          </a:bodyPr>
          <a:lstStyle/>
          <a:p>
            <a:pPr algn="ctr"/>
            <a:r>
              <a:rPr lang="en-US" sz="900" dirty="0"/>
              <a:t>78</a:t>
            </a:r>
          </a:p>
        </p:txBody>
      </p:sp>
      <p:sp>
        <p:nvSpPr>
          <p:cNvPr id="67" name="TextBox 66">
            <a:extLst>
              <a:ext uri="{FF2B5EF4-FFF2-40B4-BE49-F238E27FC236}">
                <a16:creationId xmlns:a16="http://schemas.microsoft.com/office/drawing/2014/main" id="{7D54F79A-A503-191B-CD75-EBFBB0F8B792}"/>
              </a:ext>
            </a:extLst>
          </p:cNvPr>
          <p:cNvSpPr txBox="1"/>
          <p:nvPr/>
        </p:nvSpPr>
        <p:spPr>
          <a:xfrm>
            <a:off x="6152446" y="1903821"/>
            <a:ext cx="570089" cy="230832"/>
          </a:xfrm>
          <a:prstGeom prst="rect">
            <a:avLst/>
          </a:prstGeom>
          <a:noFill/>
        </p:spPr>
        <p:txBody>
          <a:bodyPr wrap="square" rtlCol="0">
            <a:spAutoFit/>
          </a:bodyPr>
          <a:lstStyle/>
          <a:p>
            <a:pPr algn="ctr"/>
            <a:r>
              <a:rPr lang="en-US" sz="900" dirty="0"/>
              <a:t>87</a:t>
            </a:r>
          </a:p>
        </p:txBody>
      </p:sp>
      <p:sp>
        <p:nvSpPr>
          <p:cNvPr id="69" name="TextBox 68">
            <a:extLst>
              <a:ext uri="{FF2B5EF4-FFF2-40B4-BE49-F238E27FC236}">
                <a16:creationId xmlns:a16="http://schemas.microsoft.com/office/drawing/2014/main" id="{BBF1C7AF-25FA-647C-B225-09CCF68DFC49}"/>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A82A89F5-221C-B941-F49F-070D324ABCF9}"/>
              </a:ext>
            </a:extLst>
          </p:cNvPr>
          <p:cNvSpPr txBox="1"/>
          <p:nvPr/>
        </p:nvSpPr>
        <p:spPr>
          <a:xfrm>
            <a:off x="7157158" y="3406653"/>
            <a:ext cx="570089" cy="230832"/>
          </a:xfrm>
          <a:prstGeom prst="rect">
            <a:avLst/>
          </a:prstGeom>
          <a:noFill/>
        </p:spPr>
        <p:txBody>
          <a:bodyPr wrap="square" rtlCol="0">
            <a:spAutoFit/>
          </a:bodyPr>
          <a:lstStyle/>
          <a:p>
            <a:pPr algn="ctr"/>
            <a:r>
              <a:rPr lang="en-US" sz="900" dirty="0"/>
              <a:t>3679</a:t>
            </a:r>
          </a:p>
        </p:txBody>
      </p:sp>
      <p:sp>
        <p:nvSpPr>
          <p:cNvPr id="71" name="TextBox 70">
            <a:extLst>
              <a:ext uri="{FF2B5EF4-FFF2-40B4-BE49-F238E27FC236}">
                <a16:creationId xmlns:a16="http://schemas.microsoft.com/office/drawing/2014/main" id="{8E8B4AB3-C254-8C41-B967-7426CDDA219B}"/>
              </a:ext>
            </a:extLst>
          </p:cNvPr>
          <p:cNvSpPr txBox="1"/>
          <p:nvPr/>
        </p:nvSpPr>
        <p:spPr>
          <a:xfrm>
            <a:off x="7157158" y="3907597"/>
            <a:ext cx="570089" cy="230832"/>
          </a:xfrm>
          <a:prstGeom prst="rect">
            <a:avLst/>
          </a:prstGeom>
          <a:noFill/>
        </p:spPr>
        <p:txBody>
          <a:bodyPr wrap="square" rtlCol="0">
            <a:spAutoFit/>
          </a:bodyPr>
          <a:lstStyle/>
          <a:p>
            <a:pPr algn="ctr"/>
            <a:r>
              <a:rPr lang="en-US" sz="900" dirty="0"/>
              <a:t>389</a:t>
            </a:r>
          </a:p>
        </p:txBody>
      </p:sp>
      <p:sp>
        <p:nvSpPr>
          <p:cNvPr id="72" name="TextBox 71">
            <a:extLst>
              <a:ext uri="{FF2B5EF4-FFF2-40B4-BE49-F238E27FC236}">
                <a16:creationId xmlns:a16="http://schemas.microsoft.com/office/drawing/2014/main" id="{07830D0B-4C54-D6D5-4AA4-A1C809BC0BEE}"/>
              </a:ext>
            </a:extLst>
          </p:cNvPr>
          <p:cNvSpPr txBox="1"/>
          <p:nvPr/>
        </p:nvSpPr>
        <p:spPr>
          <a:xfrm>
            <a:off x="7157158" y="4909484"/>
            <a:ext cx="570089" cy="230832"/>
          </a:xfrm>
          <a:prstGeom prst="rect">
            <a:avLst/>
          </a:prstGeom>
          <a:noFill/>
        </p:spPr>
        <p:txBody>
          <a:bodyPr wrap="square" rtlCol="0">
            <a:spAutoFit/>
          </a:bodyPr>
          <a:lstStyle/>
          <a:p>
            <a:pPr algn="ctr"/>
            <a:r>
              <a:rPr lang="en-US" sz="900" dirty="0"/>
              <a:t>378</a:t>
            </a:r>
          </a:p>
        </p:txBody>
      </p:sp>
      <p:sp>
        <p:nvSpPr>
          <p:cNvPr id="73" name="TextBox 72">
            <a:extLst>
              <a:ext uri="{FF2B5EF4-FFF2-40B4-BE49-F238E27FC236}">
                <a16:creationId xmlns:a16="http://schemas.microsoft.com/office/drawing/2014/main" id="{5F4B3BAD-4DFF-2F08-4951-7550F55F1220}"/>
              </a:ext>
            </a:extLst>
          </p:cNvPr>
          <p:cNvSpPr txBox="1"/>
          <p:nvPr/>
        </p:nvSpPr>
        <p:spPr>
          <a:xfrm>
            <a:off x="5650090" y="4909484"/>
            <a:ext cx="570089" cy="230832"/>
          </a:xfrm>
          <a:prstGeom prst="rect">
            <a:avLst/>
          </a:prstGeom>
          <a:noFill/>
        </p:spPr>
        <p:txBody>
          <a:bodyPr wrap="square" rtlCol="0">
            <a:spAutoFit/>
          </a:bodyPr>
          <a:lstStyle/>
          <a:p>
            <a:pPr algn="ctr"/>
            <a:r>
              <a:rPr lang="en-US" sz="900" dirty="0"/>
              <a:t>3458</a:t>
            </a:r>
          </a:p>
        </p:txBody>
      </p:sp>
      <p:sp>
        <p:nvSpPr>
          <p:cNvPr id="74" name="TextBox 73">
            <a:extLst>
              <a:ext uri="{FF2B5EF4-FFF2-40B4-BE49-F238E27FC236}">
                <a16:creationId xmlns:a16="http://schemas.microsoft.com/office/drawing/2014/main" id="{FC161EB6-6DF0-A02D-0F6E-5968EB05E1C8}"/>
              </a:ext>
            </a:extLst>
          </p:cNvPr>
          <p:cNvSpPr txBox="1"/>
          <p:nvPr/>
        </p:nvSpPr>
        <p:spPr>
          <a:xfrm>
            <a:off x="6152446" y="4909484"/>
            <a:ext cx="570089" cy="230832"/>
          </a:xfrm>
          <a:prstGeom prst="rect">
            <a:avLst/>
          </a:prstGeom>
          <a:noFill/>
        </p:spPr>
        <p:txBody>
          <a:bodyPr wrap="square" rtlCol="0">
            <a:spAutoFit/>
          </a:bodyPr>
          <a:lstStyle/>
          <a:p>
            <a:pPr algn="ctr"/>
            <a:r>
              <a:rPr lang="en-US" sz="900" dirty="0"/>
              <a:t>1378</a:t>
            </a:r>
          </a:p>
        </p:txBody>
      </p:sp>
      <p:sp>
        <p:nvSpPr>
          <p:cNvPr id="75" name="TextBox 74">
            <a:extLst>
              <a:ext uri="{FF2B5EF4-FFF2-40B4-BE49-F238E27FC236}">
                <a16:creationId xmlns:a16="http://schemas.microsoft.com/office/drawing/2014/main" id="{77CFB266-4B36-7748-40CB-86F1726008A4}"/>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D8D60827-4D53-1BE9-9CFA-D48B10EF7D54}"/>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FD04D712-BA9B-1CB7-1B1D-DCE69D2750C5}"/>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78" name="TextBox 77">
            <a:extLst>
              <a:ext uri="{FF2B5EF4-FFF2-40B4-BE49-F238E27FC236}">
                <a16:creationId xmlns:a16="http://schemas.microsoft.com/office/drawing/2014/main" id="{02A4A6D0-83A1-11C3-CD40-96794B5264AA}"/>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3" name="TextBox 2">
            <a:extLst>
              <a:ext uri="{FF2B5EF4-FFF2-40B4-BE49-F238E27FC236}">
                <a16:creationId xmlns:a16="http://schemas.microsoft.com/office/drawing/2014/main" id="{08B79677-2CFC-8522-9224-AB9D5268AE08}"/>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67B7875F-DE47-36D1-099B-F0AFC8E05F1A}"/>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D4F97041-D72B-5BDE-749E-DC00EE962995}"/>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A60CA62D-2F85-CC16-FF4A-9A671D38B5B6}"/>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FB0EA62B-0870-3D92-CA26-8F79FC273AF1}"/>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3C903EEA-2CC0-B8C1-0F44-D6A510914999}"/>
              </a:ext>
            </a:extLst>
          </p:cNvPr>
          <p:cNvSpPr txBox="1"/>
          <p:nvPr/>
        </p:nvSpPr>
        <p:spPr>
          <a:xfrm>
            <a:off x="5215469" y="4747898"/>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35012840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B4D6C-0F0B-51A1-118E-A9F75DFFE66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11FAE0A-58F7-84ED-8345-860201BC8F8D}"/>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251B2B0-F99C-D090-FF8B-AE5677B4A4A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1AC4AB1-2DDE-A73F-9686-CF71378FDCA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B3A0566-7B95-8089-1CB4-A22824B33A6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6AC334F-B18E-2FE7-5389-EFCDD4A27164}"/>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6204A24B-AB68-A41E-63CB-F512AB2E1A99}"/>
              </a:ext>
            </a:extLst>
          </p:cNvPr>
          <p:cNvSpPr txBox="1"/>
          <p:nvPr/>
        </p:nvSpPr>
        <p:spPr>
          <a:xfrm>
            <a:off x="3138310" y="3907597"/>
            <a:ext cx="570089" cy="230832"/>
          </a:xfrm>
          <a:prstGeom prst="rect">
            <a:avLst/>
          </a:prstGeom>
          <a:noFill/>
        </p:spPr>
        <p:txBody>
          <a:bodyPr wrap="square" rtlCol="0">
            <a:spAutoFit/>
          </a:bodyPr>
          <a:lstStyle/>
          <a:p>
            <a:pPr algn="ctr"/>
            <a:r>
              <a:rPr lang="en-US" sz="900" dirty="0"/>
              <a:t>45</a:t>
            </a:r>
          </a:p>
        </p:txBody>
      </p:sp>
      <p:sp>
        <p:nvSpPr>
          <p:cNvPr id="10" name="TextBox 9">
            <a:extLst>
              <a:ext uri="{FF2B5EF4-FFF2-40B4-BE49-F238E27FC236}">
                <a16:creationId xmlns:a16="http://schemas.microsoft.com/office/drawing/2014/main" id="{50E10899-DED0-7BDE-DD82-049B7418DC40}"/>
              </a:ext>
            </a:extLst>
          </p:cNvPr>
          <p:cNvSpPr txBox="1"/>
          <p:nvPr/>
        </p:nvSpPr>
        <p:spPr>
          <a:xfrm>
            <a:off x="4143022" y="4909484"/>
            <a:ext cx="570089" cy="230832"/>
          </a:xfrm>
          <a:prstGeom prst="rect">
            <a:avLst/>
          </a:prstGeom>
          <a:noFill/>
        </p:spPr>
        <p:txBody>
          <a:bodyPr wrap="square" rtlCol="0">
            <a:spAutoFit/>
          </a:bodyPr>
          <a:lstStyle/>
          <a:p>
            <a:pPr algn="ctr"/>
            <a:r>
              <a:rPr lang="en-US" sz="900" dirty="0"/>
              <a:t>54</a:t>
            </a:r>
          </a:p>
        </p:txBody>
      </p:sp>
      <p:sp>
        <p:nvSpPr>
          <p:cNvPr id="11" name="TextBox 10">
            <a:extLst>
              <a:ext uri="{FF2B5EF4-FFF2-40B4-BE49-F238E27FC236}">
                <a16:creationId xmlns:a16="http://schemas.microsoft.com/office/drawing/2014/main" id="{88BE7D71-AFFA-671E-A5F3-A1672579CDB7}"/>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E3C1430D-24B6-AB5C-4398-22F98DAA7703}"/>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08714BDD-D97A-49CE-0AE6-A2B10730F505}"/>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578E5E22-9BF0-8D94-2D34-38F6357F490F}"/>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B4D00B90-12CF-27F5-FDEA-DDFBD647E0C2}"/>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258FF6B3-094B-40D2-A665-F9781D60CE03}"/>
              </a:ext>
            </a:extLst>
          </p:cNvPr>
          <p:cNvSpPr txBox="1"/>
          <p:nvPr/>
        </p:nvSpPr>
        <p:spPr>
          <a:xfrm>
            <a:off x="3640666" y="901933"/>
            <a:ext cx="570089" cy="230832"/>
          </a:xfrm>
          <a:prstGeom prst="rect">
            <a:avLst/>
          </a:prstGeom>
          <a:noFill/>
        </p:spPr>
        <p:txBody>
          <a:bodyPr wrap="square" rtlCol="0">
            <a:spAutoFit/>
          </a:bodyPr>
          <a:lstStyle/>
          <a:p>
            <a:pPr algn="ctr"/>
            <a:r>
              <a:rPr lang="en-US" sz="900" dirty="0"/>
              <a:t>459</a:t>
            </a:r>
          </a:p>
        </p:txBody>
      </p:sp>
      <p:sp>
        <p:nvSpPr>
          <p:cNvPr id="28" name="TextBox 27">
            <a:extLst>
              <a:ext uri="{FF2B5EF4-FFF2-40B4-BE49-F238E27FC236}">
                <a16:creationId xmlns:a16="http://schemas.microsoft.com/office/drawing/2014/main" id="{14E75EAD-2709-FA4B-047E-58753C923750}"/>
              </a:ext>
            </a:extLst>
          </p:cNvPr>
          <p:cNvSpPr txBox="1"/>
          <p:nvPr/>
        </p:nvSpPr>
        <p:spPr>
          <a:xfrm>
            <a:off x="3640666" y="1903821"/>
            <a:ext cx="570089" cy="230832"/>
          </a:xfrm>
          <a:prstGeom prst="rect">
            <a:avLst/>
          </a:prstGeom>
          <a:noFill/>
        </p:spPr>
        <p:txBody>
          <a:bodyPr wrap="square" rtlCol="0">
            <a:spAutoFit/>
          </a:bodyPr>
          <a:lstStyle/>
          <a:p>
            <a:pPr algn="ctr"/>
            <a:r>
              <a:rPr lang="en-US" sz="900" dirty="0"/>
              <a:t>49</a:t>
            </a:r>
          </a:p>
        </p:txBody>
      </p:sp>
      <p:sp>
        <p:nvSpPr>
          <p:cNvPr id="29" name="TextBox 28">
            <a:extLst>
              <a:ext uri="{FF2B5EF4-FFF2-40B4-BE49-F238E27FC236}">
                <a16:creationId xmlns:a16="http://schemas.microsoft.com/office/drawing/2014/main" id="{F9CE734C-FC2B-1E5A-72C1-615E61EE5623}"/>
              </a:ext>
            </a:extLst>
          </p:cNvPr>
          <p:cNvSpPr txBox="1"/>
          <p:nvPr/>
        </p:nvSpPr>
        <p:spPr>
          <a:xfrm>
            <a:off x="3640666" y="2404765"/>
            <a:ext cx="570089" cy="230832"/>
          </a:xfrm>
          <a:prstGeom prst="rect">
            <a:avLst/>
          </a:prstGeom>
          <a:noFill/>
        </p:spPr>
        <p:txBody>
          <a:bodyPr wrap="square" rtlCol="0">
            <a:spAutoFit/>
          </a:bodyPr>
          <a:lstStyle/>
          <a:p>
            <a:pPr algn="ctr"/>
            <a:r>
              <a:rPr lang="en-US" sz="900" dirty="0"/>
              <a:t>459</a:t>
            </a:r>
          </a:p>
        </p:txBody>
      </p:sp>
      <p:sp>
        <p:nvSpPr>
          <p:cNvPr id="30" name="TextBox 29">
            <a:extLst>
              <a:ext uri="{FF2B5EF4-FFF2-40B4-BE49-F238E27FC236}">
                <a16:creationId xmlns:a16="http://schemas.microsoft.com/office/drawing/2014/main" id="{CB4632E2-C579-670D-9031-C55CFBF86DC6}"/>
              </a:ext>
            </a:extLst>
          </p:cNvPr>
          <p:cNvSpPr txBox="1"/>
          <p:nvPr/>
        </p:nvSpPr>
        <p:spPr>
          <a:xfrm>
            <a:off x="5147734" y="901933"/>
            <a:ext cx="570089" cy="230832"/>
          </a:xfrm>
          <a:prstGeom prst="rect">
            <a:avLst/>
          </a:prstGeom>
          <a:noFill/>
        </p:spPr>
        <p:txBody>
          <a:bodyPr wrap="square" rtlCol="0">
            <a:spAutoFit/>
          </a:bodyPr>
          <a:lstStyle/>
          <a:p>
            <a:pPr algn="ctr"/>
            <a:r>
              <a:rPr lang="en-US" sz="900" dirty="0"/>
              <a:t>689</a:t>
            </a:r>
          </a:p>
        </p:txBody>
      </p:sp>
      <p:sp>
        <p:nvSpPr>
          <p:cNvPr id="31" name="TextBox 30">
            <a:extLst>
              <a:ext uri="{FF2B5EF4-FFF2-40B4-BE49-F238E27FC236}">
                <a16:creationId xmlns:a16="http://schemas.microsoft.com/office/drawing/2014/main" id="{E88B0DD2-0BC6-5DB4-722B-CB12291B9730}"/>
              </a:ext>
            </a:extLst>
          </p:cNvPr>
          <p:cNvSpPr txBox="1"/>
          <p:nvPr/>
        </p:nvSpPr>
        <p:spPr>
          <a:xfrm>
            <a:off x="5147734" y="1903821"/>
            <a:ext cx="570089" cy="230832"/>
          </a:xfrm>
          <a:prstGeom prst="rect">
            <a:avLst/>
          </a:prstGeom>
          <a:noFill/>
        </p:spPr>
        <p:txBody>
          <a:bodyPr wrap="square" rtlCol="0">
            <a:spAutoFit/>
          </a:bodyPr>
          <a:lstStyle/>
          <a:p>
            <a:pPr algn="ctr"/>
            <a:r>
              <a:rPr lang="en-US" sz="900" dirty="0"/>
              <a:t>2689</a:t>
            </a:r>
          </a:p>
        </p:txBody>
      </p:sp>
      <p:sp>
        <p:nvSpPr>
          <p:cNvPr id="33" name="TextBox 32">
            <a:extLst>
              <a:ext uri="{FF2B5EF4-FFF2-40B4-BE49-F238E27FC236}">
                <a16:creationId xmlns:a16="http://schemas.microsoft.com/office/drawing/2014/main" id="{9AF820A0-6975-17C9-12A7-92D565F37759}"/>
              </a:ext>
            </a:extLst>
          </p:cNvPr>
          <p:cNvSpPr txBox="1"/>
          <p:nvPr/>
        </p:nvSpPr>
        <p:spPr>
          <a:xfrm>
            <a:off x="5147734" y="3406653"/>
            <a:ext cx="570089" cy="230832"/>
          </a:xfrm>
          <a:prstGeom prst="rect">
            <a:avLst/>
          </a:prstGeom>
          <a:noFill/>
        </p:spPr>
        <p:txBody>
          <a:bodyPr wrap="square" rtlCol="0">
            <a:spAutoFit/>
          </a:bodyPr>
          <a:lstStyle/>
          <a:p>
            <a:pPr algn="ctr"/>
            <a:r>
              <a:rPr lang="en-US" sz="900" dirty="0"/>
              <a:t>269</a:t>
            </a:r>
          </a:p>
        </p:txBody>
      </p:sp>
      <p:sp>
        <p:nvSpPr>
          <p:cNvPr id="34" name="TextBox 33">
            <a:extLst>
              <a:ext uri="{FF2B5EF4-FFF2-40B4-BE49-F238E27FC236}">
                <a16:creationId xmlns:a16="http://schemas.microsoft.com/office/drawing/2014/main" id="{EB07A058-D7D1-82C2-39F4-A1DF3A947CC4}"/>
              </a:ext>
            </a:extLst>
          </p:cNvPr>
          <p:cNvSpPr txBox="1"/>
          <p:nvPr/>
        </p:nvSpPr>
        <p:spPr>
          <a:xfrm>
            <a:off x="5147734" y="3907597"/>
            <a:ext cx="570089" cy="230832"/>
          </a:xfrm>
          <a:prstGeom prst="rect">
            <a:avLst/>
          </a:prstGeom>
          <a:noFill/>
        </p:spPr>
        <p:txBody>
          <a:bodyPr wrap="square" rtlCol="0">
            <a:spAutoFit/>
          </a:bodyPr>
          <a:lstStyle/>
          <a:p>
            <a:pPr algn="ctr"/>
            <a:r>
              <a:rPr lang="en-US" sz="900" dirty="0"/>
              <a:t>68</a:t>
            </a:r>
          </a:p>
        </p:txBody>
      </p:sp>
      <p:sp>
        <p:nvSpPr>
          <p:cNvPr id="35" name="TextBox 34">
            <a:extLst>
              <a:ext uri="{FF2B5EF4-FFF2-40B4-BE49-F238E27FC236}">
                <a16:creationId xmlns:a16="http://schemas.microsoft.com/office/drawing/2014/main" id="{9524F111-86C9-3DB5-BFF1-B4032BA5DBBD}"/>
              </a:ext>
            </a:extLst>
          </p:cNvPr>
          <p:cNvSpPr txBox="1"/>
          <p:nvPr/>
        </p:nvSpPr>
        <p:spPr>
          <a:xfrm>
            <a:off x="6654802" y="2404765"/>
            <a:ext cx="570089" cy="230832"/>
          </a:xfrm>
          <a:prstGeom prst="rect">
            <a:avLst/>
          </a:prstGeom>
          <a:noFill/>
        </p:spPr>
        <p:txBody>
          <a:bodyPr wrap="square" rtlCol="0">
            <a:spAutoFit/>
          </a:bodyPr>
          <a:lstStyle/>
          <a:p>
            <a:pPr algn="ctr"/>
            <a:r>
              <a:rPr lang="en-US" sz="900" dirty="0"/>
              <a:t>478</a:t>
            </a:r>
          </a:p>
        </p:txBody>
      </p:sp>
      <p:sp>
        <p:nvSpPr>
          <p:cNvPr id="36" name="TextBox 35">
            <a:extLst>
              <a:ext uri="{FF2B5EF4-FFF2-40B4-BE49-F238E27FC236}">
                <a16:creationId xmlns:a16="http://schemas.microsoft.com/office/drawing/2014/main" id="{87238713-B4AE-2D61-5E99-2EA5D588F718}"/>
              </a:ext>
            </a:extLst>
          </p:cNvPr>
          <p:cNvSpPr txBox="1"/>
          <p:nvPr/>
        </p:nvSpPr>
        <p:spPr>
          <a:xfrm>
            <a:off x="6654802" y="3406653"/>
            <a:ext cx="570089" cy="230832"/>
          </a:xfrm>
          <a:prstGeom prst="rect">
            <a:avLst/>
          </a:prstGeom>
          <a:noFill/>
        </p:spPr>
        <p:txBody>
          <a:bodyPr wrap="square" rtlCol="0">
            <a:spAutoFit/>
          </a:bodyPr>
          <a:lstStyle/>
          <a:p>
            <a:pPr algn="ctr"/>
            <a:r>
              <a:rPr lang="en-US" sz="900" dirty="0"/>
              <a:t>47</a:t>
            </a:r>
          </a:p>
        </p:txBody>
      </p:sp>
      <p:sp>
        <p:nvSpPr>
          <p:cNvPr id="37" name="TextBox 36">
            <a:extLst>
              <a:ext uri="{FF2B5EF4-FFF2-40B4-BE49-F238E27FC236}">
                <a16:creationId xmlns:a16="http://schemas.microsoft.com/office/drawing/2014/main" id="{0D275E43-AD06-04E9-202D-DCDB9F0DBDB8}"/>
              </a:ext>
            </a:extLst>
          </p:cNvPr>
          <p:cNvSpPr txBox="1"/>
          <p:nvPr/>
        </p:nvSpPr>
        <p:spPr>
          <a:xfrm>
            <a:off x="6654802" y="3907597"/>
            <a:ext cx="570089" cy="230832"/>
          </a:xfrm>
          <a:prstGeom prst="rect">
            <a:avLst/>
          </a:prstGeom>
          <a:noFill/>
        </p:spPr>
        <p:txBody>
          <a:bodyPr wrap="square" rtlCol="0">
            <a:spAutoFit/>
          </a:bodyPr>
          <a:lstStyle/>
          <a:p>
            <a:pPr algn="ctr"/>
            <a:r>
              <a:rPr lang="en-US" sz="900" dirty="0"/>
              <a:t>28</a:t>
            </a:r>
          </a:p>
        </p:txBody>
      </p:sp>
      <p:sp>
        <p:nvSpPr>
          <p:cNvPr id="38" name="TextBox 37">
            <a:extLst>
              <a:ext uri="{FF2B5EF4-FFF2-40B4-BE49-F238E27FC236}">
                <a16:creationId xmlns:a16="http://schemas.microsoft.com/office/drawing/2014/main" id="{7F3451E8-1BA8-53CA-DAB7-93544B9B9B8A}"/>
              </a:ext>
            </a:extLst>
          </p:cNvPr>
          <p:cNvSpPr txBox="1"/>
          <p:nvPr/>
        </p:nvSpPr>
        <p:spPr>
          <a:xfrm>
            <a:off x="6654802" y="4909484"/>
            <a:ext cx="570089" cy="230832"/>
          </a:xfrm>
          <a:prstGeom prst="rect">
            <a:avLst/>
          </a:prstGeom>
          <a:noFill/>
        </p:spPr>
        <p:txBody>
          <a:bodyPr wrap="square" rtlCol="0">
            <a:spAutoFit/>
          </a:bodyPr>
          <a:lstStyle/>
          <a:p>
            <a:pPr algn="ctr"/>
            <a:r>
              <a:rPr lang="en-US" sz="900" dirty="0"/>
              <a:t>78</a:t>
            </a:r>
          </a:p>
        </p:txBody>
      </p:sp>
      <p:sp>
        <p:nvSpPr>
          <p:cNvPr id="39" name="TextBox 38">
            <a:extLst>
              <a:ext uri="{FF2B5EF4-FFF2-40B4-BE49-F238E27FC236}">
                <a16:creationId xmlns:a16="http://schemas.microsoft.com/office/drawing/2014/main" id="{3B1289AD-7A36-2AA9-7FAB-8A03F382F860}"/>
              </a:ext>
            </a:extLst>
          </p:cNvPr>
          <p:cNvSpPr txBox="1"/>
          <p:nvPr/>
        </p:nvSpPr>
        <p:spPr>
          <a:xfrm>
            <a:off x="4143022" y="1402877"/>
            <a:ext cx="570089" cy="230832"/>
          </a:xfrm>
          <a:prstGeom prst="rect">
            <a:avLst/>
          </a:prstGeom>
          <a:noFill/>
        </p:spPr>
        <p:txBody>
          <a:bodyPr wrap="square" rtlCol="0">
            <a:spAutoFit/>
          </a:bodyPr>
          <a:lstStyle/>
          <a:p>
            <a:pPr algn="ctr"/>
            <a:r>
              <a:rPr lang="en-US" sz="900" dirty="0"/>
              <a:t>278</a:t>
            </a:r>
          </a:p>
        </p:txBody>
      </p:sp>
      <p:sp>
        <p:nvSpPr>
          <p:cNvPr id="40" name="TextBox 39">
            <a:extLst>
              <a:ext uri="{FF2B5EF4-FFF2-40B4-BE49-F238E27FC236}">
                <a16:creationId xmlns:a16="http://schemas.microsoft.com/office/drawing/2014/main" id="{DD550375-AF40-D29F-7406-D74F159661E5}"/>
              </a:ext>
            </a:extLst>
          </p:cNvPr>
          <p:cNvSpPr txBox="1"/>
          <p:nvPr/>
        </p:nvSpPr>
        <p:spPr>
          <a:xfrm>
            <a:off x="4645378" y="1402877"/>
            <a:ext cx="570089" cy="230832"/>
          </a:xfrm>
          <a:prstGeom prst="rect">
            <a:avLst/>
          </a:prstGeom>
          <a:noFill/>
        </p:spPr>
        <p:txBody>
          <a:bodyPr wrap="square" rtlCol="0">
            <a:spAutoFit/>
          </a:bodyPr>
          <a:lstStyle/>
          <a:p>
            <a:pPr algn="ctr"/>
            <a:r>
              <a:rPr lang="en-US" sz="900" dirty="0"/>
              <a:t>278</a:t>
            </a:r>
          </a:p>
        </p:txBody>
      </p:sp>
      <p:sp>
        <p:nvSpPr>
          <p:cNvPr id="41" name="TextBox 40">
            <a:extLst>
              <a:ext uri="{FF2B5EF4-FFF2-40B4-BE49-F238E27FC236}">
                <a16:creationId xmlns:a16="http://schemas.microsoft.com/office/drawing/2014/main" id="{96EC4E49-30BA-362D-E205-75F7BFF129B4}"/>
              </a:ext>
            </a:extLst>
          </p:cNvPr>
          <p:cNvSpPr txBox="1"/>
          <p:nvPr/>
        </p:nvSpPr>
        <p:spPr>
          <a:xfrm>
            <a:off x="5650090" y="1402877"/>
            <a:ext cx="570089" cy="230832"/>
          </a:xfrm>
          <a:prstGeom prst="rect">
            <a:avLst/>
          </a:prstGeom>
          <a:noFill/>
        </p:spPr>
        <p:txBody>
          <a:bodyPr wrap="square" rtlCol="0">
            <a:spAutoFit/>
          </a:bodyPr>
          <a:lstStyle/>
          <a:p>
            <a:pPr algn="ctr"/>
            <a:r>
              <a:rPr lang="en-US" sz="900" dirty="0"/>
              <a:t>78</a:t>
            </a:r>
          </a:p>
        </p:txBody>
      </p:sp>
      <p:sp>
        <p:nvSpPr>
          <p:cNvPr id="42" name="TextBox 41">
            <a:extLst>
              <a:ext uri="{FF2B5EF4-FFF2-40B4-BE49-F238E27FC236}">
                <a16:creationId xmlns:a16="http://schemas.microsoft.com/office/drawing/2014/main" id="{1189E0A7-350A-D3EF-A4F7-B24CB4C1F55F}"/>
              </a:ext>
            </a:extLst>
          </p:cNvPr>
          <p:cNvSpPr txBox="1"/>
          <p:nvPr/>
        </p:nvSpPr>
        <p:spPr>
          <a:xfrm>
            <a:off x="3138310" y="1402877"/>
            <a:ext cx="570089" cy="230832"/>
          </a:xfrm>
          <a:prstGeom prst="rect">
            <a:avLst/>
          </a:prstGeom>
          <a:noFill/>
        </p:spPr>
        <p:txBody>
          <a:bodyPr wrap="square" rtlCol="0">
            <a:spAutoFit/>
          </a:bodyPr>
          <a:lstStyle/>
          <a:p>
            <a:pPr algn="ctr"/>
            <a:r>
              <a:rPr lang="en-US" sz="900" dirty="0"/>
              <a:t>17</a:t>
            </a:r>
          </a:p>
        </p:txBody>
      </p:sp>
      <p:sp>
        <p:nvSpPr>
          <p:cNvPr id="43" name="TextBox 42">
            <a:extLst>
              <a:ext uri="{FF2B5EF4-FFF2-40B4-BE49-F238E27FC236}">
                <a16:creationId xmlns:a16="http://schemas.microsoft.com/office/drawing/2014/main" id="{B9B6936C-335B-485B-E4EA-B965CAEEFAE0}"/>
              </a:ext>
            </a:extLst>
          </p:cNvPr>
          <p:cNvSpPr txBox="1"/>
          <p:nvPr/>
        </p:nvSpPr>
        <p:spPr>
          <a:xfrm>
            <a:off x="4143022" y="2905709"/>
            <a:ext cx="570089" cy="230832"/>
          </a:xfrm>
          <a:prstGeom prst="rect">
            <a:avLst/>
          </a:prstGeom>
          <a:noFill/>
        </p:spPr>
        <p:txBody>
          <a:bodyPr wrap="square" rtlCol="0">
            <a:spAutoFit/>
          </a:bodyPr>
          <a:lstStyle/>
          <a:p>
            <a:pPr algn="ctr"/>
            <a:r>
              <a:rPr lang="en-US" sz="900" dirty="0"/>
              <a:t>5679</a:t>
            </a:r>
          </a:p>
        </p:txBody>
      </p:sp>
      <p:sp>
        <p:nvSpPr>
          <p:cNvPr id="44" name="TextBox 43">
            <a:extLst>
              <a:ext uri="{FF2B5EF4-FFF2-40B4-BE49-F238E27FC236}">
                <a16:creationId xmlns:a16="http://schemas.microsoft.com/office/drawing/2014/main" id="{03972160-EE92-0425-D1D9-8D1ED4EF1473}"/>
              </a:ext>
            </a:extLst>
          </p:cNvPr>
          <p:cNvSpPr txBox="1"/>
          <p:nvPr/>
        </p:nvSpPr>
        <p:spPr>
          <a:xfrm>
            <a:off x="4645378" y="2905709"/>
            <a:ext cx="570089" cy="230832"/>
          </a:xfrm>
          <a:prstGeom prst="rect">
            <a:avLst/>
          </a:prstGeom>
          <a:noFill/>
        </p:spPr>
        <p:txBody>
          <a:bodyPr wrap="square" rtlCol="0">
            <a:spAutoFit/>
          </a:bodyPr>
          <a:lstStyle/>
          <a:p>
            <a:pPr algn="ctr"/>
            <a:r>
              <a:rPr lang="en-US" sz="900" dirty="0"/>
              <a:t>5678</a:t>
            </a:r>
          </a:p>
        </p:txBody>
      </p:sp>
      <p:sp>
        <p:nvSpPr>
          <p:cNvPr id="45" name="TextBox 44">
            <a:extLst>
              <a:ext uri="{FF2B5EF4-FFF2-40B4-BE49-F238E27FC236}">
                <a16:creationId xmlns:a16="http://schemas.microsoft.com/office/drawing/2014/main" id="{2BA4D8A5-76C3-9C10-779E-F21BAE1A929B}"/>
              </a:ext>
            </a:extLst>
          </p:cNvPr>
          <p:cNvSpPr txBox="1"/>
          <p:nvPr/>
        </p:nvSpPr>
        <p:spPr>
          <a:xfrm>
            <a:off x="5650090" y="2905709"/>
            <a:ext cx="570089" cy="230832"/>
          </a:xfrm>
          <a:prstGeom prst="rect">
            <a:avLst/>
          </a:prstGeom>
          <a:noFill/>
        </p:spPr>
        <p:txBody>
          <a:bodyPr wrap="square" rtlCol="0">
            <a:spAutoFit/>
          </a:bodyPr>
          <a:lstStyle/>
          <a:p>
            <a:pPr algn="ctr"/>
            <a:r>
              <a:rPr lang="en-US" sz="900" dirty="0"/>
              <a:t>56789</a:t>
            </a:r>
          </a:p>
        </p:txBody>
      </p:sp>
      <p:sp>
        <p:nvSpPr>
          <p:cNvPr id="46" name="TextBox 45">
            <a:extLst>
              <a:ext uri="{FF2B5EF4-FFF2-40B4-BE49-F238E27FC236}">
                <a16:creationId xmlns:a16="http://schemas.microsoft.com/office/drawing/2014/main" id="{2B72B903-0D06-15C2-5E3F-F025EEB47BE3}"/>
              </a:ext>
            </a:extLst>
          </p:cNvPr>
          <p:cNvSpPr txBox="1"/>
          <p:nvPr/>
        </p:nvSpPr>
        <p:spPr>
          <a:xfrm>
            <a:off x="6152446" y="2905709"/>
            <a:ext cx="570089" cy="230832"/>
          </a:xfrm>
          <a:prstGeom prst="rect">
            <a:avLst/>
          </a:prstGeom>
          <a:noFill/>
        </p:spPr>
        <p:txBody>
          <a:bodyPr wrap="square" rtlCol="0">
            <a:spAutoFit/>
          </a:bodyPr>
          <a:lstStyle/>
          <a:p>
            <a:pPr algn="ctr"/>
            <a:r>
              <a:rPr lang="en-US" sz="900" dirty="0"/>
              <a:t>5789</a:t>
            </a:r>
          </a:p>
        </p:txBody>
      </p:sp>
      <p:sp>
        <p:nvSpPr>
          <p:cNvPr id="47" name="TextBox 46">
            <a:extLst>
              <a:ext uri="{FF2B5EF4-FFF2-40B4-BE49-F238E27FC236}">
                <a16:creationId xmlns:a16="http://schemas.microsoft.com/office/drawing/2014/main" id="{DC06B295-22CE-0A8A-0C46-3CDB6AEBC437}"/>
              </a:ext>
            </a:extLst>
          </p:cNvPr>
          <p:cNvSpPr txBox="1"/>
          <p:nvPr/>
        </p:nvSpPr>
        <p:spPr>
          <a:xfrm>
            <a:off x="7157158" y="2905709"/>
            <a:ext cx="570089" cy="230832"/>
          </a:xfrm>
          <a:prstGeom prst="rect">
            <a:avLst/>
          </a:prstGeom>
          <a:noFill/>
        </p:spPr>
        <p:txBody>
          <a:bodyPr wrap="square" rtlCol="0">
            <a:spAutoFit/>
          </a:bodyPr>
          <a:lstStyle/>
          <a:p>
            <a:pPr algn="ctr"/>
            <a:r>
              <a:rPr lang="en-US" sz="900" dirty="0"/>
              <a:t>6789</a:t>
            </a:r>
          </a:p>
        </p:txBody>
      </p:sp>
      <p:sp>
        <p:nvSpPr>
          <p:cNvPr id="51" name="TextBox 50">
            <a:extLst>
              <a:ext uri="{FF2B5EF4-FFF2-40B4-BE49-F238E27FC236}">
                <a16:creationId xmlns:a16="http://schemas.microsoft.com/office/drawing/2014/main" id="{B5C5A333-7677-E889-D4E2-9101311D6F06}"/>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959D6ED9-1654-BC09-3898-E0A0327E0A17}"/>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A021812A-6C4C-1635-C5A8-3DB376A35E56}"/>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D40F12C9-5A58-01FC-E16C-7528C63FAA7F}"/>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2C74B830-FC86-A3CF-AECC-B0BF4B142A2E}"/>
              </a:ext>
            </a:extLst>
          </p:cNvPr>
          <p:cNvSpPr txBox="1"/>
          <p:nvPr/>
        </p:nvSpPr>
        <p:spPr>
          <a:xfrm>
            <a:off x="4143022" y="901933"/>
            <a:ext cx="570089" cy="230832"/>
          </a:xfrm>
          <a:prstGeom prst="rect">
            <a:avLst/>
          </a:prstGeom>
          <a:noFill/>
        </p:spPr>
        <p:txBody>
          <a:bodyPr wrap="square" rtlCol="0">
            <a:spAutoFit/>
          </a:bodyPr>
          <a:lstStyle/>
          <a:p>
            <a:pPr algn="ctr"/>
            <a:r>
              <a:rPr lang="en-US" sz="900" dirty="0"/>
              <a:t>456789</a:t>
            </a:r>
          </a:p>
        </p:txBody>
      </p:sp>
      <p:sp>
        <p:nvSpPr>
          <p:cNvPr id="58" name="TextBox 57">
            <a:extLst>
              <a:ext uri="{FF2B5EF4-FFF2-40B4-BE49-F238E27FC236}">
                <a16:creationId xmlns:a16="http://schemas.microsoft.com/office/drawing/2014/main" id="{8AF6959F-FD56-D974-401A-0724C76712BD}"/>
              </a:ext>
            </a:extLst>
          </p:cNvPr>
          <p:cNvSpPr txBox="1"/>
          <p:nvPr/>
        </p:nvSpPr>
        <p:spPr>
          <a:xfrm>
            <a:off x="4645378" y="901933"/>
            <a:ext cx="570089" cy="230832"/>
          </a:xfrm>
          <a:prstGeom prst="rect">
            <a:avLst/>
          </a:prstGeom>
          <a:noFill/>
        </p:spPr>
        <p:txBody>
          <a:bodyPr wrap="square" rtlCol="0">
            <a:spAutoFit/>
          </a:bodyPr>
          <a:lstStyle/>
          <a:p>
            <a:pPr algn="ctr"/>
            <a:r>
              <a:rPr lang="en-US" sz="900" dirty="0"/>
              <a:t>4678</a:t>
            </a:r>
          </a:p>
        </p:txBody>
      </p:sp>
      <p:sp>
        <p:nvSpPr>
          <p:cNvPr id="59" name="TextBox 58">
            <a:extLst>
              <a:ext uri="{FF2B5EF4-FFF2-40B4-BE49-F238E27FC236}">
                <a16:creationId xmlns:a16="http://schemas.microsoft.com/office/drawing/2014/main" id="{FA847A68-B87F-2E44-0F6C-6D922B5F73FA}"/>
              </a:ext>
            </a:extLst>
          </p:cNvPr>
          <p:cNvSpPr txBox="1"/>
          <p:nvPr/>
        </p:nvSpPr>
        <p:spPr>
          <a:xfrm>
            <a:off x="3138310" y="901933"/>
            <a:ext cx="570089" cy="230832"/>
          </a:xfrm>
          <a:prstGeom prst="rect">
            <a:avLst/>
          </a:prstGeom>
          <a:noFill/>
        </p:spPr>
        <p:txBody>
          <a:bodyPr wrap="square" rtlCol="0">
            <a:spAutoFit/>
          </a:bodyPr>
          <a:lstStyle/>
          <a:p>
            <a:pPr algn="ctr"/>
            <a:r>
              <a:rPr lang="en-US" sz="900" dirty="0"/>
              <a:t>4567</a:t>
            </a:r>
          </a:p>
        </p:txBody>
      </p:sp>
      <p:sp>
        <p:nvSpPr>
          <p:cNvPr id="60" name="TextBox 59">
            <a:extLst>
              <a:ext uri="{FF2B5EF4-FFF2-40B4-BE49-F238E27FC236}">
                <a16:creationId xmlns:a16="http://schemas.microsoft.com/office/drawing/2014/main" id="{6E677CF7-2696-8C26-4C8F-1373C04F753B}"/>
              </a:ext>
            </a:extLst>
          </p:cNvPr>
          <p:cNvSpPr txBox="1"/>
          <p:nvPr/>
        </p:nvSpPr>
        <p:spPr>
          <a:xfrm>
            <a:off x="3138310" y="1903821"/>
            <a:ext cx="570089" cy="230832"/>
          </a:xfrm>
          <a:prstGeom prst="rect">
            <a:avLst/>
          </a:prstGeom>
          <a:noFill/>
        </p:spPr>
        <p:txBody>
          <a:bodyPr wrap="square" rtlCol="0">
            <a:spAutoFit/>
          </a:bodyPr>
          <a:lstStyle/>
          <a:p>
            <a:pPr algn="ctr"/>
            <a:r>
              <a:rPr lang="en-US" sz="900" dirty="0"/>
              <a:t>467</a:t>
            </a:r>
          </a:p>
        </p:txBody>
      </p:sp>
      <p:sp>
        <p:nvSpPr>
          <p:cNvPr id="61" name="TextBox 60">
            <a:extLst>
              <a:ext uri="{FF2B5EF4-FFF2-40B4-BE49-F238E27FC236}">
                <a16:creationId xmlns:a16="http://schemas.microsoft.com/office/drawing/2014/main" id="{E23F8832-77CC-1063-5751-AF884BACD00B}"/>
              </a:ext>
            </a:extLst>
          </p:cNvPr>
          <p:cNvSpPr txBox="1"/>
          <p:nvPr/>
        </p:nvSpPr>
        <p:spPr>
          <a:xfrm>
            <a:off x="3138310" y="2404765"/>
            <a:ext cx="570089" cy="230832"/>
          </a:xfrm>
          <a:prstGeom prst="rect">
            <a:avLst/>
          </a:prstGeom>
          <a:noFill/>
        </p:spPr>
        <p:txBody>
          <a:bodyPr wrap="square" rtlCol="0">
            <a:spAutoFit/>
          </a:bodyPr>
          <a:lstStyle/>
          <a:p>
            <a:pPr algn="ctr"/>
            <a:r>
              <a:rPr lang="en-US" sz="900" dirty="0"/>
              <a:t>4567</a:t>
            </a:r>
          </a:p>
        </p:txBody>
      </p:sp>
      <p:sp>
        <p:nvSpPr>
          <p:cNvPr id="62" name="TextBox 61">
            <a:extLst>
              <a:ext uri="{FF2B5EF4-FFF2-40B4-BE49-F238E27FC236}">
                <a16:creationId xmlns:a16="http://schemas.microsoft.com/office/drawing/2014/main" id="{52862971-714F-99BB-5DCC-95492576A39A}"/>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3" name="TextBox 62">
            <a:extLst>
              <a:ext uri="{FF2B5EF4-FFF2-40B4-BE49-F238E27FC236}">
                <a16:creationId xmlns:a16="http://schemas.microsoft.com/office/drawing/2014/main" id="{CD37C374-72F1-6C0C-6A5E-1BB0F80C658F}"/>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8C745404-C34F-D9FF-A37F-BF45B69A1C21}"/>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DF6FE55A-291F-038F-5A43-B94E004F1F07}"/>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66" name="TextBox 65">
            <a:extLst>
              <a:ext uri="{FF2B5EF4-FFF2-40B4-BE49-F238E27FC236}">
                <a16:creationId xmlns:a16="http://schemas.microsoft.com/office/drawing/2014/main" id="{41358AC5-C945-28E0-EC53-E09C898894BD}"/>
              </a:ext>
            </a:extLst>
          </p:cNvPr>
          <p:cNvSpPr txBox="1"/>
          <p:nvPr/>
        </p:nvSpPr>
        <p:spPr>
          <a:xfrm>
            <a:off x="7157158" y="901933"/>
            <a:ext cx="570089" cy="230832"/>
          </a:xfrm>
          <a:prstGeom prst="rect">
            <a:avLst/>
          </a:prstGeom>
          <a:noFill/>
        </p:spPr>
        <p:txBody>
          <a:bodyPr wrap="square" rtlCol="0">
            <a:spAutoFit/>
          </a:bodyPr>
          <a:lstStyle/>
          <a:p>
            <a:pPr algn="ctr"/>
            <a:r>
              <a:rPr lang="en-US" sz="900" dirty="0"/>
              <a:t>78</a:t>
            </a:r>
          </a:p>
        </p:txBody>
      </p:sp>
      <p:sp>
        <p:nvSpPr>
          <p:cNvPr id="67" name="TextBox 66">
            <a:extLst>
              <a:ext uri="{FF2B5EF4-FFF2-40B4-BE49-F238E27FC236}">
                <a16:creationId xmlns:a16="http://schemas.microsoft.com/office/drawing/2014/main" id="{31E9681D-DDAE-D51C-E934-D25AE10A0806}"/>
              </a:ext>
            </a:extLst>
          </p:cNvPr>
          <p:cNvSpPr txBox="1"/>
          <p:nvPr/>
        </p:nvSpPr>
        <p:spPr>
          <a:xfrm>
            <a:off x="6152446" y="1903821"/>
            <a:ext cx="570089" cy="230832"/>
          </a:xfrm>
          <a:prstGeom prst="rect">
            <a:avLst/>
          </a:prstGeom>
          <a:noFill/>
        </p:spPr>
        <p:txBody>
          <a:bodyPr wrap="square" rtlCol="0">
            <a:spAutoFit/>
          </a:bodyPr>
          <a:lstStyle/>
          <a:p>
            <a:pPr algn="ctr"/>
            <a:r>
              <a:rPr lang="en-US" sz="900" dirty="0"/>
              <a:t>87</a:t>
            </a:r>
          </a:p>
        </p:txBody>
      </p:sp>
      <p:sp>
        <p:nvSpPr>
          <p:cNvPr id="69" name="TextBox 68">
            <a:extLst>
              <a:ext uri="{FF2B5EF4-FFF2-40B4-BE49-F238E27FC236}">
                <a16:creationId xmlns:a16="http://schemas.microsoft.com/office/drawing/2014/main" id="{4341D26F-1A71-C820-2546-273D7E994EF6}"/>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FF566433-DE21-46DA-CE35-B938B1B68C22}"/>
              </a:ext>
            </a:extLst>
          </p:cNvPr>
          <p:cNvSpPr txBox="1"/>
          <p:nvPr/>
        </p:nvSpPr>
        <p:spPr>
          <a:xfrm>
            <a:off x="7157158" y="3406653"/>
            <a:ext cx="570089" cy="230832"/>
          </a:xfrm>
          <a:prstGeom prst="rect">
            <a:avLst/>
          </a:prstGeom>
          <a:noFill/>
        </p:spPr>
        <p:txBody>
          <a:bodyPr wrap="square" rtlCol="0">
            <a:spAutoFit/>
          </a:bodyPr>
          <a:lstStyle/>
          <a:p>
            <a:pPr algn="ctr"/>
            <a:r>
              <a:rPr lang="en-US" sz="900" dirty="0"/>
              <a:t>3679</a:t>
            </a:r>
          </a:p>
        </p:txBody>
      </p:sp>
      <p:sp>
        <p:nvSpPr>
          <p:cNvPr id="71" name="TextBox 70">
            <a:extLst>
              <a:ext uri="{FF2B5EF4-FFF2-40B4-BE49-F238E27FC236}">
                <a16:creationId xmlns:a16="http://schemas.microsoft.com/office/drawing/2014/main" id="{63F1CC45-3D8D-E64F-5FDA-FE924B371C15}"/>
              </a:ext>
            </a:extLst>
          </p:cNvPr>
          <p:cNvSpPr txBox="1"/>
          <p:nvPr/>
        </p:nvSpPr>
        <p:spPr>
          <a:xfrm>
            <a:off x="7157158" y="3907597"/>
            <a:ext cx="570089" cy="230832"/>
          </a:xfrm>
          <a:prstGeom prst="rect">
            <a:avLst/>
          </a:prstGeom>
          <a:noFill/>
        </p:spPr>
        <p:txBody>
          <a:bodyPr wrap="square" rtlCol="0">
            <a:spAutoFit/>
          </a:bodyPr>
          <a:lstStyle/>
          <a:p>
            <a:pPr algn="ctr"/>
            <a:r>
              <a:rPr lang="en-US" sz="900" dirty="0"/>
              <a:t>389</a:t>
            </a:r>
          </a:p>
        </p:txBody>
      </p:sp>
      <p:sp>
        <p:nvSpPr>
          <p:cNvPr id="72" name="TextBox 71">
            <a:extLst>
              <a:ext uri="{FF2B5EF4-FFF2-40B4-BE49-F238E27FC236}">
                <a16:creationId xmlns:a16="http://schemas.microsoft.com/office/drawing/2014/main" id="{3162A5CB-66C4-9EAB-0A03-506B13CE2519}"/>
              </a:ext>
            </a:extLst>
          </p:cNvPr>
          <p:cNvSpPr txBox="1"/>
          <p:nvPr/>
        </p:nvSpPr>
        <p:spPr>
          <a:xfrm>
            <a:off x="7157158" y="4909484"/>
            <a:ext cx="570089" cy="230832"/>
          </a:xfrm>
          <a:prstGeom prst="rect">
            <a:avLst/>
          </a:prstGeom>
          <a:noFill/>
        </p:spPr>
        <p:txBody>
          <a:bodyPr wrap="square" rtlCol="0">
            <a:spAutoFit/>
          </a:bodyPr>
          <a:lstStyle/>
          <a:p>
            <a:pPr algn="ctr"/>
            <a:r>
              <a:rPr lang="en-US" sz="900" dirty="0"/>
              <a:t>87</a:t>
            </a:r>
          </a:p>
        </p:txBody>
      </p:sp>
      <p:sp>
        <p:nvSpPr>
          <p:cNvPr id="73" name="TextBox 72">
            <a:extLst>
              <a:ext uri="{FF2B5EF4-FFF2-40B4-BE49-F238E27FC236}">
                <a16:creationId xmlns:a16="http://schemas.microsoft.com/office/drawing/2014/main" id="{BE0C494F-E736-0C86-E445-8BB5FA0B89A6}"/>
              </a:ext>
            </a:extLst>
          </p:cNvPr>
          <p:cNvSpPr txBox="1"/>
          <p:nvPr/>
        </p:nvSpPr>
        <p:spPr>
          <a:xfrm>
            <a:off x="5650090" y="4909484"/>
            <a:ext cx="570089" cy="230832"/>
          </a:xfrm>
          <a:prstGeom prst="rect">
            <a:avLst/>
          </a:prstGeom>
          <a:noFill/>
        </p:spPr>
        <p:txBody>
          <a:bodyPr wrap="square" rtlCol="0">
            <a:spAutoFit/>
          </a:bodyPr>
          <a:lstStyle/>
          <a:p>
            <a:pPr algn="ctr"/>
            <a:r>
              <a:rPr lang="en-US" sz="900" dirty="0"/>
              <a:t>458</a:t>
            </a:r>
          </a:p>
        </p:txBody>
      </p:sp>
      <p:sp>
        <p:nvSpPr>
          <p:cNvPr id="74" name="TextBox 73">
            <a:extLst>
              <a:ext uri="{FF2B5EF4-FFF2-40B4-BE49-F238E27FC236}">
                <a16:creationId xmlns:a16="http://schemas.microsoft.com/office/drawing/2014/main" id="{676E7BDA-5DD8-66AD-99B7-6502DECCEE95}"/>
              </a:ext>
            </a:extLst>
          </p:cNvPr>
          <p:cNvSpPr txBox="1"/>
          <p:nvPr/>
        </p:nvSpPr>
        <p:spPr>
          <a:xfrm>
            <a:off x="6152446" y="4909484"/>
            <a:ext cx="570089" cy="230832"/>
          </a:xfrm>
          <a:prstGeom prst="rect">
            <a:avLst/>
          </a:prstGeom>
          <a:noFill/>
        </p:spPr>
        <p:txBody>
          <a:bodyPr wrap="square" rtlCol="0">
            <a:spAutoFit/>
          </a:bodyPr>
          <a:lstStyle/>
          <a:p>
            <a:pPr algn="ctr"/>
            <a:r>
              <a:rPr lang="en-US" sz="900" dirty="0"/>
              <a:t>178</a:t>
            </a:r>
          </a:p>
        </p:txBody>
      </p:sp>
      <p:sp>
        <p:nvSpPr>
          <p:cNvPr id="75" name="TextBox 74">
            <a:extLst>
              <a:ext uri="{FF2B5EF4-FFF2-40B4-BE49-F238E27FC236}">
                <a16:creationId xmlns:a16="http://schemas.microsoft.com/office/drawing/2014/main" id="{1199D75F-B2BA-6B5A-E764-D2C19FFBF5F3}"/>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957420EA-8979-2A15-2292-ADB6C92A370C}"/>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CAA2A4AF-BB71-F9C6-EB0C-517F0FA820AE}"/>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78" name="TextBox 77">
            <a:extLst>
              <a:ext uri="{FF2B5EF4-FFF2-40B4-BE49-F238E27FC236}">
                <a16:creationId xmlns:a16="http://schemas.microsoft.com/office/drawing/2014/main" id="{99493DF7-6DC5-8796-6890-1C6D7B2975B3}"/>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3" name="TextBox 2">
            <a:extLst>
              <a:ext uri="{FF2B5EF4-FFF2-40B4-BE49-F238E27FC236}">
                <a16:creationId xmlns:a16="http://schemas.microsoft.com/office/drawing/2014/main" id="{8B1B41A9-7D9F-B09D-4A5B-D047C5537D4A}"/>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BEA27851-D862-FC87-AD3B-2C669D75B746}"/>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2278A90B-8713-7B8B-2F0E-C3A7FE873088}"/>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701442D2-957F-DA3B-6ABB-B4634EE4A8F9}"/>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785B5D00-114D-6B28-75AB-D162ECD15C1C}"/>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D2BA93F4-1041-40E0-BAE3-0F5777B348FE}"/>
              </a:ext>
            </a:extLst>
          </p:cNvPr>
          <p:cNvSpPr txBox="1"/>
          <p:nvPr/>
        </p:nvSpPr>
        <p:spPr>
          <a:xfrm>
            <a:off x="5215469" y="4747898"/>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40450034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ABED3-FC98-59A4-D199-8912A26B221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B23A3BE-E9D6-906A-45F3-0EA076904F59}"/>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118F0AD-7CD9-7DEF-FE7A-8B8FCC2A6DA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887FF14-5D76-C317-91D6-A8AEEEBD9D8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A6A8163-E421-DA33-25D7-39D6DE8007F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DFFC1CA-776B-76E2-E9C4-AB369DFBFED7}"/>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BFCA0B4D-EB1E-CE1D-4702-FBFE609303B1}"/>
              </a:ext>
            </a:extLst>
          </p:cNvPr>
          <p:cNvSpPr txBox="1"/>
          <p:nvPr/>
        </p:nvSpPr>
        <p:spPr>
          <a:xfrm>
            <a:off x="3138310" y="3907597"/>
            <a:ext cx="570089" cy="230832"/>
          </a:xfrm>
          <a:prstGeom prst="rect">
            <a:avLst/>
          </a:prstGeom>
          <a:noFill/>
        </p:spPr>
        <p:txBody>
          <a:bodyPr wrap="square" rtlCol="0">
            <a:spAutoFit/>
          </a:bodyPr>
          <a:lstStyle/>
          <a:p>
            <a:pPr algn="ctr"/>
            <a:r>
              <a:rPr lang="en-US" sz="900" dirty="0"/>
              <a:t>45</a:t>
            </a:r>
          </a:p>
        </p:txBody>
      </p:sp>
      <p:sp>
        <p:nvSpPr>
          <p:cNvPr id="10" name="TextBox 9">
            <a:extLst>
              <a:ext uri="{FF2B5EF4-FFF2-40B4-BE49-F238E27FC236}">
                <a16:creationId xmlns:a16="http://schemas.microsoft.com/office/drawing/2014/main" id="{754F516D-F769-AF6F-D1FB-5E86FD7B0083}"/>
              </a:ext>
            </a:extLst>
          </p:cNvPr>
          <p:cNvSpPr txBox="1"/>
          <p:nvPr/>
        </p:nvSpPr>
        <p:spPr>
          <a:xfrm>
            <a:off x="4143022" y="4909484"/>
            <a:ext cx="570089" cy="230832"/>
          </a:xfrm>
          <a:prstGeom prst="rect">
            <a:avLst/>
          </a:prstGeom>
          <a:noFill/>
        </p:spPr>
        <p:txBody>
          <a:bodyPr wrap="square" rtlCol="0">
            <a:spAutoFit/>
          </a:bodyPr>
          <a:lstStyle/>
          <a:p>
            <a:pPr algn="ctr"/>
            <a:r>
              <a:rPr lang="en-US" sz="900" dirty="0"/>
              <a:t>54</a:t>
            </a:r>
          </a:p>
        </p:txBody>
      </p:sp>
      <p:sp>
        <p:nvSpPr>
          <p:cNvPr id="11" name="TextBox 10">
            <a:extLst>
              <a:ext uri="{FF2B5EF4-FFF2-40B4-BE49-F238E27FC236}">
                <a16:creationId xmlns:a16="http://schemas.microsoft.com/office/drawing/2014/main" id="{28A29BA2-7D3B-5DC3-857C-15E389824B92}"/>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8D2862EC-5014-A2BA-1BB6-FC03250EED09}"/>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1B725234-3566-99F5-3170-826D4A3EEED5}"/>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E9FD5DB1-3BB4-EF39-8BED-93414FCDE1A4}"/>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620BD1DF-7D2E-988D-D9EC-02DB1E281575}"/>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C5A4C1B5-0977-36AF-91CE-3D5B85122CBD}"/>
              </a:ext>
            </a:extLst>
          </p:cNvPr>
          <p:cNvSpPr txBox="1"/>
          <p:nvPr/>
        </p:nvSpPr>
        <p:spPr>
          <a:xfrm>
            <a:off x="3640666" y="901933"/>
            <a:ext cx="570089" cy="230832"/>
          </a:xfrm>
          <a:prstGeom prst="rect">
            <a:avLst/>
          </a:prstGeom>
          <a:noFill/>
        </p:spPr>
        <p:txBody>
          <a:bodyPr wrap="square" rtlCol="0">
            <a:spAutoFit/>
          </a:bodyPr>
          <a:lstStyle/>
          <a:p>
            <a:pPr algn="ctr"/>
            <a:r>
              <a:rPr lang="en-US" sz="900" dirty="0"/>
              <a:t>459</a:t>
            </a:r>
          </a:p>
        </p:txBody>
      </p:sp>
      <p:sp>
        <p:nvSpPr>
          <p:cNvPr id="28" name="TextBox 27">
            <a:extLst>
              <a:ext uri="{FF2B5EF4-FFF2-40B4-BE49-F238E27FC236}">
                <a16:creationId xmlns:a16="http://schemas.microsoft.com/office/drawing/2014/main" id="{D14964B1-3B8B-0CF7-F726-995F846B2AFC}"/>
              </a:ext>
            </a:extLst>
          </p:cNvPr>
          <p:cNvSpPr txBox="1"/>
          <p:nvPr/>
        </p:nvSpPr>
        <p:spPr>
          <a:xfrm>
            <a:off x="3640666" y="1903821"/>
            <a:ext cx="570089" cy="230832"/>
          </a:xfrm>
          <a:prstGeom prst="rect">
            <a:avLst/>
          </a:prstGeom>
          <a:noFill/>
        </p:spPr>
        <p:txBody>
          <a:bodyPr wrap="square" rtlCol="0">
            <a:spAutoFit/>
          </a:bodyPr>
          <a:lstStyle/>
          <a:p>
            <a:pPr algn="ctr"/>
            <a:r>
              <a:rPr lang="en-US" sz="900" dirty="0"/>
              <a:t>49</a:t>
            </a:r>
          </a:p>
        </p:txBody>
      </p:sp>
      <p:sp>
        <p:nvSpPr>
          <p:cNvPr id="29" name="TextBox 28">
            <a:extLst>
              <a:ext uri="{FF2B5EF4-FFF2-40B4-BE49-F238E27FC236}">
                <a16:creationId xmlns:a16="http://schemas.microsoft.com/office/drawing/2014/main" id="{58AF0A77-C023-36A1-43CE-D79B54F344ED}"/>
              </a:ext>
            </a:extLst>
          </p:cNvPr>
          <p:cNvSpPr txBox="1"/>
          <p:nvPr/>
        </p:nvSpPr>
        <p:spPr>
          <a:xfrm>
            <a:off x="3640666" y="2404765"/>
            <a:ext cx="570089" cy="230832"/>
          </a:xfrm>
          <a:prstGeom prst="rect">
            <a:avLst/>
          </a:prstGeom>
          <a:noFill/>
        </p:spPr>
        <p:txBody>
          <a:bodyPr wrap="square" rtlCol="0">
            <a:spAutoFit/>
          </a:bodyPr>
          <a:lstStyle/>
          <a:p>
            <a:pPr algn="ctr"/>
            <a:r>
              <a:rPr lang="en-US" sz="900" dirty="0"/>
              <a:t>459</a:t>
            </a:r>
          </a:p>
        </p:txBody>
      </p:sp>
      <p:sp>
        <p:nvSpPr>
          <p:cNvPr id="30" name="TextBox 29">
            <a:extLst>
              <a:ext uri="{FF2B5EF4-FFF2-40B4-BE49-F238E27FC236}">
                <a16:creationId xmlns:a16="http://schemas.microsoft.com/office/drawing/2014/main" id="{2825EF30-451A-6EBD-7872-78806F701033}"/>
              </a:ext>
            </a:extLst>
          </p:cNvPr>
          <p:cNvSpPr txBox="1"/>
          <p:nvPr/>
        </p:nvSpPr>
        <p:spPr>
          <a:xfrm>
            <a:off x="5147734" y="901933"/>
            <a:ext cx="570089" cy="230832"/>
          </a:xfrm>
          <a:prstGeom prst="rect">
            <a:avLst/>
          </a:prstGeom>
          <a:noFill/>
        </p:spPr>
        <p:txBody>
          <a:bodyPr wrap="square" rtlCol="0">
            <a:spAutoFit/>
          </a:bodyPr>
          <a:lstStyle/>
          <a:p>
            <a:pPr algn="ctr"/>
            <a:r>
              <a:rPr lang="en-US" sz="900" dirty="0"/>
              <a:t>689</a:t>
            </a:r>
          </a:p>
        </p:txBody>
      </p:sp>
      <p:sp>
        <p:nvSpPr>
          <p:cNvPr id="31" name="TextBox 30">
            <a:extLst>
              <a:ext uri="{FF2B5EF4-FFF2-40B4-BE49-F238E27FC236}">
                <a16:creationId xmlns:a16="http://schemas.microsoft.com/office/drawing/2014/main" id="{C9183404-99FC-B375-6D7D-28FC8A45FCC7}"/>
              </a:ext>
            </a:extLst>
          </p:cNvPr>
          <p:cNvSpPr txBox="1"/>
          <p:nvPr/>
        </p:nvSpPr>
        <p:spPr>
          <a:xfrm>
            <a:off x="5147734" y="1903821"/>
            <a:ext cx="570089" cy="230832"/>
          </a:xfrm>
          <a:prstGeom prst="rect">
            <a:avLst/>
          </a:prstGeom>
          <a:noFill/>
        </p:spPr>
        <p:txBody>
          <a:bodyPr wrap="square" rtlCol="0">
            <a:spAutoFit/>
          </a:bodyPr>
          <a:lstStyle/>
          <a:p>
            <a:pPr algn="ctr"/>
            <a:r>
              <a:rPr lang="en-US" sz="900" dirty="0"/>
              <a:t>2689</a:t>
            </a:r>
          </a:p>
        </p:txBody>
      </p:sp>
      <p:sp>
        <p:nvSpPr>
          <p:cNvPr id="33" name="TextBox 32">
            <a:extLst>
              <a:ext uri="{FF2B5EF4-FFF2-40B4-BE49-F238E27FC236}">
                <a16:creationId xmlns:a16="http://schemas.microsoft.com/office/drawing/2014/main" id="{1E3BDA13-9EA0-F456-4DFA-DFF7E93210BD}"/>
              </a:ext>
            </a:extLst>
          </p:cNvPr>
          <p:cNvSpPr txBox="1"/>
          <p:nvPr/>
        </p:nvSpPr>
        <p:spPr>
          <a:xfrm>
            <a:off x="5147734" y="3406653"/>
            <a:ext cx="570089" cy="230832"/>
          </a:xfrm>
          <a:prstGeom prst="rect">
            <a:avLst/>
          </a:prstGeom>
          <a:noFill/>
        </p:spPr>
        <p:txBody>
          <a:bodyPr wrap="square" rtlCol="0">
            <a:spAutoFit/>
          </a:bodyPr>
          <a:lstStyle/>
          <a:p>
            <a:pPr algn="ctr"/>
            <a:r>
              <a:rPr lang="en-US" sz="900" dirty="0"/>
              <a:t>269</a:t>
            </a:r>
          </a:p>
        </p:txBody>
      </p:sp>
      <p:sp>
        <p:nvSpPr>
          <p:cNvPr id="34" name="TextBox 33">
            <a:extLst>
              <a:ext uri="{FF2B5EF4-FFF2-40B4-BE49-F238E27FC236}">
                <a16:creationId xmlns:a16="http://schemas.microsoft.com/office/drawing/2014/main" id="{71425488-D8A8-F8F4-9151-D4C2C4014144}"/>
              </a:ext>
            </a:extLst>
          </p:cNvPr>
          <p:cNvSpPr txBox="1"/>
          <p:nvPr/>
        </p:nvSpPr>
        <p:spPr>
          <a:xfrm>
            <a:off x="5147734" y="3907597"/>
            <a:ext cx="570089" cy="230832"/>
          </a:xfrm>
          <a:prstGeom prst="rect">
            <a:avLst/>
          </a:prstGeom>
          <a:noFill/>
        </p:spPr>
        <p:txBody>
          <a:bodyPr wrap="square" rtlCol="0">
            <a:spAutoFit/>
          </a:bodyPr>
          <a:lstStyle/>
          <a:p>
            <a:pPr algn="ctr"/>
            <a:r>
              <a:rPr lang="en-US" sz="900" dirty="0"/>
              <a:t>68</a:t>
            </a:r>
          </a:p>
        </p:txBody>
      </p:sp>
      <p:sp>
        <p:nvSpPr>
          <p:cNvPr id="35" name="TextBox 34">
            <a:extLst>
              <a:ext uri="{FF2B5EF4-FFF2-40B4-BE49-F238E27FC236}">
                <a16:creationId xmlns:a16="http://schemas.microsoft.com/office/drawing/2014/main" id="{FD38CF43-3729-A02A-1BE6-3FCFFC271D18}"/>
              </a:ext>
            </a:extLst>
          </p:cNvPr>
          <p:cNvSpPr txBox="1"/>
          <p:nvPr/>
        </p:nvSpPr>
        <p:spPr>
          <a:xfrm>
            <a:off x="6654802" y="2404765"/>
            <a:ext cx="570089" cy="230832"/>
          </a:xfrm>
          <a:prstGeom prst="rect">
            <a:avLst/>
          </a:prstGeom>
          <a:noFill/>
        </p:spPr>
        <p:txBody>
          <a:bodyPr wrap="square" rtlCol="0">
            <a:spAutoFit/>
          </a:bodyPr>
          <a:lstStyle/>
          <a:p>
            <a:pPr algn="ctr"/>
            <a:r>
              <a:rPr lang="en-US" sz="900" dirty="0"/>
              <a:t>478</a:t>
            </a:r>
          </a:p>
        </p:txBody>
      </p:sp>
      <p:sp>
        <p:nvSpPr>
          <p:cNvPr id="36" name="TextBox 35">
            <a:extLst>
              <a:ext uri="{FF2B5EF4-FFF2-40B4-BE49-F238E27FC236}">
                <a16:creationId xmlns:a16="http://schemas.microsoft.com/office/drawing/2014/main" id="{FE776B9A-47D0-EB85-C9F0-DDB75DAEBE9E}"/>
              </a:ext>
            </a:extLst>
          </p:cNvPr>
          <p:cNvSpPr txBox="1"/>
          <p:nvPr/>
        </p:nvSpPr>
        <p:spPr>
          <a:xfrm>
            <a:off x="6654802" y="3406653"/>
            <a:ext cx="570089" cy="230832"/>
          </a:xfrm>
          <a:prstGeom prst="rect">
            <a:avLst/>
          </a:prstGeom>
          <a:noFill/>
        </p:spPr>
        <p:txBody>
          <a:bodyPr wrap="square" rtlCol="0">
            <a:spAutoFit/>
          </a:bodyPr>
          <a:lstStyle/>
          <a:p>
            <a:pPr algn="ctr"/>
            <a:r>
              <a:rPr lang="en-US" sz="900" dirty="0"/>
              <a:t>47</a:t>
            </a:r>
          </a:p>
        </p:txBody>
      </p:sp>
      <p:sp>
        <p:nvSpPr>
          <p:cNvPr id="38" name="TextBox 37">
            <a:extLst>
              <a:ext uri="{FF2B5EF4-FFF2-40B4-BE49-F238E27FC236}">
                <a16:creationId xmlns:a16="http://schemas.microsoft.com/office/drawing/2014/main" id="{2CD3B721-A91A-C216-E37B-754088936584}"/>
              </a:ext>
            </a:extLst>
          </p:cNvPr>
          <p:cNvSpPr txBox="1"/>
          <p:nvPr/>
        </p:nvSpPr>
        <p:spPr>
          <a:xfrm>
            <a:off x="6654802" y="4909484"/>
            <a:ext cx="570089" cy="230832"/>
          </a:xfrm>
          <a:prstGeom prst="rect">
            <a:avLst/>
          </a:prstGeom>
          <a:noFill/>
        </p:spPr>
        <p:txBody>
          <a:bodyPr wrap="square" rtlCol="0">
            <a:spAutoFit/>
          </a:bodyPr>
          <a:lstStyle/>
          <a:p>
            <a:pPr algn="ctr"/>
            <a:r>
              <a:rPr lang="en-US" sz="900" dirty="0"/>
              <a:t>78</a:t>
            </a:r>
          </a:p>
        </p:txBody>
      </p:sp>
      <p:sp>
        <p:nvSpPr>
          <p:cNvPr id="39" name="TextBox 38">
            <a:extLst>
              <a:ext uri="{FF2B5EF4-FFF2-40B4-BE49-F238E27FC236}">
                <a16:creationId xmlns:a16="http://schemas.microsoft.com/office/drawing/2014/main" id="{BF488103-862D-9928-548A-253A5F343318}"/>
              </a:ext>
            </a:extLst>
          </p:cNvPr>
          <p:cNvSpPr txBox="1"/>
          <p:nvPr/>
        </p:nvSpPr>
        <p:spPr>
          <a:xfrm>
            <a:off x="4143022" y="1402877"/>
            <a:ext cx="570089" cy="230832"/>
          </a:xfrm>
          <a:prstGeom prst="rect">
            <a:avLst/>
          </a:prstGeom>
          <a:noFill/>
        </p:spPr>
        <p:txBody>
          <a:bodyPr wrap="square" rtlCol="0">
            <a:spAutoFit/>
          </a:bodyPr>
          <a:lstStyle/>
          <a:p>
            <a:pPr algn="ctr"/>
            <a:r>
              <a:rPr lang="en-US" sz="900" dirty="0"/>
              <a:t>278</a:t>
            </a:r>
          </a:p>
        </p:txBody>
      </p:sp>
      <p:sp>
        <p:nvSpPr>
          <p:cNvPr id="40" name="TextBox 39">
            <a:extLst>
              <a:ext uri="{FF2B5EF4-FFF2-40B4-BE49-F238E27FC236}">
                <a16:creationId xmlns:a16="http://schemas.microsoft.com/office/drawing/2014/main" id="{4E9522B7-39B8-B97E-DD56-25FEB5CA8D71}"/>
              </a:ext>
            </a:extLst>
          </p:cNvPr>
          <p:cNvSpPr txBox="1"/>
          <p:nvPr/>
        </p:nvSpPr>
        <p:spPr>
          <a:xfrm>
            <a:off x="4645378" y="1402877"/>
            <a:ext cx="570089" cy="230832"/>
          </a:xfrm>
          <a:prstGeom prst="rect">
            <a:avLst/>
          </a:prstGeom>
          <a:noFill/>
        </p:spPr>
        <p:txBody>
          <a:bodyPr wrap="square" rtlCol="0">
            <a:spAutoFit/>
          </a:bodyPr>
          <a:lstStyle/>
          <a:p>
            <a:pPr algn="ctr"/>
            <a:r>
              <a:rPr lang="en-US" sz="900" dirty="0"/>
              <a:t>278</a:t>
            </a:r>
          </a:p>
        </p:txBody>
      </p:sp>
      <p:sp>
        <p:nvSpPr>
          <p:cNvPr id="41" name="TextBox 40">
            <a:extLst>
              <a:ext uri="{FF2B5EF4-FFF2-40B4-BE49-F238E27FC236}">
                <a16:creationId xmlns:a16="http://schemas.microsoft.com/office/drawing/2014/main" id="{2CD9F028-AE6A-A28A-6510-874CAC46B24D}"/>
              </a:ext>
            </a:extLst>
          </p:cNvPr>
          <p:cNvSpPr txBox="1"/>
          <p:nvPr/>
        </p:nvSpPr>
        <p:spPr>
          <a:xfrm>
            <a:off x="5650090" y="1402877"/>
            <a:ext cx="570089" cy="230832"/>
          </a:xfrm>
          <a:prstGeom prst="rect">
            <a:avLst/>
          </a:prstGeom>
          <a:noFill/>
        </p:spPr>
        <p:txBody>
          <a:bodyPr wrap="square" rtlCol="0">
            <a:spAutoFit/>
          </a:bodyPr>
          <a:lstStyle/>
          <a:p>
            <a:pPr algn="ctr"/>
            <a:r>
              <a:rPr lang="en-US" sz="900" dirty="0"/>
              <a:t>78</a:t>
            </a:r>
          </a:p>
        </p:txBody>
      </p:sp>
      <p:sp>
        <p:nvSpPr>
          <p:cNvPr id="43" name="TextBox 42">
            <a:extLst>
              <a:ext uri="{FF2B5EF4-FFF2-40B4-BE49-F238E27FC236}">
                <a16:creationId xmlns:a16="http://schemas.microsoft.com/office/drawing/2014/main" id="{1B5D3815-B9F2-666C-6E3E-50C3DE9C58A4}"/>
              </a:ext>
            </a:extLst>
          </p:cNvPr>
          <p:cNvSpPr txBox="1"/>
          <p:nvPr/>
        </p:nvSpPr>
        <p:spPr>
          <a:xfrm>
            <a:off x="4143022" y="2905709"/>
            <a:ext cx="570089" cy="230832"/>
          </a:xfrm>
          <a:prstGeom prst="rect">
            <a:avLst/>
          </a:prstGeom>
          <a:noFill/>
        </p:spPr>
        <p:txBody>
          <a:bodyPr wrap="square" rtlCol="0">
            <a:spAutoFit/>
          </a:bodyPr>
          <a:lstStyle/>
          <a:p>
            <a:pPr algn="ctr"/>
            <a:r>
              <a:rPr lang="en-US" sz="900" dirty="0"/>
              <a:t>5679</a:t>
            </a:r>
          </a:p>
        </p:txBody>
      </p:sp>
      <p:sp>
        <p:nvSpPr>
          <p:cNvPr id="44" name="TextBox 43">
            <a:extLst>
              <a:ext uri="{FF2B5EF4-FFF2-40B4-BE49-F238E27FC236}">
                <a16:creationId xmlns:a16="http://schemas.microsoft.com/office/drawing/2014/main" id="{793C20E1-1E71-3F96-E74B-7AC129441462}"/>
              </a:ext>
            </a:extLst>
          </p:cNvPr>
          <p:cNvSpPr txBox="1"/>
          <p:nvPr/>
        </p:nvSpPr>
        <p:spPr>
          <a:xfrm>
            <a:off x="4645378" y="2905709"/>
            <a:ext cx="570089" cy="230832"/>
          </a:xfrm>
          <a:prstGeom prst="rect">
            <a:avLst/>
          </a:prstGeom>
          <a:noFill/>
        </p:spPr>
        <p:txBody>
          <a:bodyPr wrap="square" rtlCol="0">
            <a:spAutoFit/>
          </a:bodyPr>
          <a:lstStyle/>
          <a:p>
            <a:pPr algn="ctr"/>
            <a:r>
              <a:rPr lang="en-US" sz="900" dirty="0"/>
              <a:t>5678</a:t>
            </a:r>
          </a:p>
        </p:txBody>
      </p:sp>
      <p:sp>
        <p:nvSpPr>
          <p:cNvPr id="45" name="TextBox 44">
            <a:extLst>
              <a:ext uri="{FF2B5EF4-FFF2-40B4-BE49-F238E27FC236}">
                <a16:creationId xmlns:a16="http://schemas.microsoft.com/office/drawing/2014/main" id="{00C70749-B161-7F10-1D11-5ADCA0E2D93E}"/>
              </a:ext>
            </a:extLst>
          </p:cNvPr>
          <p:cNvSpPr txBox="1"/>
          <p:nvPr/>
        </p:nvSpPr>
        <p:spPr>
          <a:xfrm>
            <a:off x="5650090" y="2905709"/>
            <a:ext cx="570089" cy="230832"/>
          </a:xfrm>
          <a:prstGeom prst="rect">
            <a:avLst/>
          </a:prstGeom>
          <a:noFill/>
        </p:spPr>
        <p:txBody>
          <a:bodyPr wrap="square" rtlCol="0">
            <a:spAutoFit/>
          </a:bodyPr>
          <a:lstStyle/>
          <a:p>
            <a:pPr algn="ctr"/>
            <a:r>
              <a:rPr lang="en-US" sz="900" dirty="0"/>
              <a:t>56789</a:t>
            </a:r>
          </a:p>
        </p:txBody>
      </p:sp>
      <p:sp>
        <p:nvSpPr>
          <p:cNvPr id="46" name="TextBox 45">
            <a:extLst>
              <a:ext uri="{FF2B5EF4-FFF2-40B4-BE49-F238E27FC236}">
                <a16:creationId xmlns:a16="http://schemas.microsoft.com/office/drawing/2014/main" id="{1F3BAA7D-BAD7-32B5-AD1F-D378ED4AFC6D}"/>
              </a:ext>
            </a:extLst>
          </p:cNvPr>
          <p:cNvSpPr txBox="1"/>
          <p:nvPr/>
        </p:nvSpPr>
        <p:spPr>
          <a:xfrm>
            <a:off x="6152446" y="2905709"/>
            <a:ext cx="570089" cy="230832"/>
          </a:xfrm>
          <a:prstGeom prst="rect">
            <a:avLst/>
          </a:prstGeom>
          <a:noFill/>
        </p:spPr>
        <p:txBody>
          <a:bodyPr wrap="square" rtlCol="0">
            <a:spAutoFit/>
          </a:bodyPr>
          <a:lstStyle/>
          <a:p>
            <a:pPr algn="ctr"/>
            <a:r>
              <a:rPr lang="en-US" sz="900" dirty="0"/>
              <a:t>5789</a:t>
            </a:r>
          </a:p>
        </p:txBody>
      </p:sp>
      <p:sp>
        <p:nvSpPr>
          <p:cNvPr id="47" name="TextBox 46">
            <a:extLst>
              <a:ext uri="{FF2B5EF4-FFF2-40B4-BE49-F238E27FC236}">
                <a16:creationId xmlns:a16="http://schemas.microsoft.com/office/drawing/2014/main" id="{472AD14D-C731-0F81-77DB-8985044D78DF}"/>
              </a:ext>
            </a:extLst>
          </p:cNvPr>
          <p:cNvSpPr txBox="1"/>
          <p:nvPr/>
        </p:nvSpPr>
        <p:spPr>
          <a:xfrm>
            <a:off x="7157158" y="2905709"/>
            <a:ext cx="570089" cy="230832"/>
          </a:xfrm>
          <a:prstGeom prst="rect">
            <a:avLst/>
          </a:prstGeom>
          <a:noFill/>
        </p:spPr>
        <p:txBody>
          <a:bodyPr wrap="square" rtlCol="0">
            <a:spAutoFit/>
          </a:bodyPr>
          <a:lstStyle/>
          <a:p>
            <a:pPr algn="ctr"/>
            <a:r>
              <a:rPr lang="en-US" sz="900" dirty="0"/>
              <a:t>69</a:t>
            </a:r>
          </a:p>
        </p:txBody>
      </p:sp>
      <p:sp>
        <p:nvSpPr>
          <p:cNvPr id="51" name="TextBox 50">
            <a:extLst>
              <a:ext uri="{FF2B5EF4-FFF2-40B4-BE49-F238E27FC236}">
                <a16:creationId xmlns:a16="http://schemas.microsoft.com/office/drawing/2014/main" id="{4DDE8A5C-7B6C-5E78-8970-57F4F467399D}"/>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A1151388-899E-FFC3-422A-BA3606985198}"/>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BAF7FBCA-DCFC-93B4-C189-80B02CDEF5F2}"/>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2FB3D9D5-7484-734A-FD8F-5A5A89CDD9F9}"/>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BB64CF68-DD58-64DE-C576-2AB92B8E9DC8}"/>
              </a:ext>
            </a:extLst>
          </p:cNvPr>
          <p:cNvSpPr txBox="1"/>
          <p:nvPr/>
        </p:nvSpPr>
        <p:spPr>
          <a:xfrm>
            <a:off x="4143022" y="901933"/>
            <a:ext cx="570089" cy="230832"/>
          </a:xfrm>
          <a:prstGeom prst="rect">
            <a:avLst/>
          </a:prstGeom>
          <a:noFill/>
        </p:spPr>
        <p:txBody>
          <a:bodyPr wrap="square" rtlCol="0">
            <a:spAutoFit/>
          </a:bodyPr>
          <a:lstStyle/>
          <a:p>
            <a:pPr algn="ctr"/>
            <a:r>
              <a:rPr lang="en-US" sz="900" dirty="0"/>
              <a:t>456789</a:t>
            </a:r>
          </a:p>
        </p:txBody>
      </p:sp>
      <p:sp>
        <p:nvSpPr>
          <p:cNvPr id="58" name="TextBox 57">
            <a:extLst>
              <a:ext uri="{FF2B5EF4-FFF2-40B4-BE49-F238E27FC236}">
                <a16:creationId xmlns:a16="http://schemas.microsoft.com/office/drawing/2014/main" id="{987B9B25-D227-5080-218B-EA7587E21138}"/>
              </a:ext>
            </a:extLst>
          </p:cNvPr>
          <p:cNvSpPr txBox="1"/>
          <p:nvPr/>
        </p:nvSpPr>
        <p:spPr>
          <a:xfrm>
            <a:off x="4645378" y="901933"/>
            <a:ext cx="570089" cy="230832"/>
          </a:xfrm>
          <a:prstGeom prst="rect">
            <a:avLst/>
          </a:prstGeom>
          <a:noFill/>
        </p:spPr>
        <p:txBody>
          <a:bodyPr wrap="square" rtlCol="0">
            <a:spAutoFit/>
          </a:bodyPr>
          <a:lstStyle/>
          <a:p>
            <a:pPr algn="ctr"/>
            <a:r>
              <a:rPr lang="en-US" sz="900" dirty="0"/>
              <a:t>4678</a:t>
            </a:r>
          </a:p>
        </p:txBody>
      </p:sp>
      <p:sp>
        <p:nvSpPr>
          <p:cNvPr id="59" name="TextBox 58">
            <a:extLst>
              <a:ext uri="{FF2B5EF4-FFF2-40B4-BE49-F238E27FC236}">
                <a16:creationId xmlns:a16="http://schemas.microsoft.com/office/drawing/2014/main" id="{5A2CFAB1-AF58-3760-8873-19265BA9AD19}"/>
              </a:ext>
            </a:extLst>
          </p:cNvPr>
          <p:cNvSpPr txBox="1"/>
          <p:nvPr/>
        </p:nvSpPr>
        <p:spPr>
          <a:xfrm>
            <a:off x="3138310" y="901933"/>
            <a:ext cx="570089" cy="230832"/>
          </a:xfrm>
          <a:prstGeom prst="rect">
            <a:avLst/>
          </a:prstGeom>
          <a:noFill/>
        </p:spPr>
        <p:txBody>
          <a:bodyPr wrap="square" rtlCol="0">
            <a:spAutoFit/>
          </a:bodyPr>
          <a:lstStyle/>
          <a:p>
            <a:pPr algn="ctr"/>
            <a:r>
              <a:rPr lang="en-US" sz="900" dirty="0"/>
              <a:t>4567</a:t>
            </a:r>
          </a:p>
        </p:txBody>
      </p:sp>
      <p:sp>
        <p:nvSpPr>
          <p:cNvPr id="60" name="TextBox 59">
            <a:extLst>
              <a:ext uri="{FF2B5EF4-FFF2-40B4-BE49-F238E27FC236}">
                <a16:creationId xmlns:a16="http://schemas.microsoft.com/office/drawing/2014/main" id="{A8BA031E-0E6F-3161-7116-EEA8EBF163C1}"/>
              </a:ext>
            </a:extLst>
          </p:cNvPr>
          <p:cNvSpPr txBox="1"/>
          <p:nvPr/>
        </p:nvSpPr>
        <p:spPr>
          <a:xfrm>
            <a:off x="3138310" y="1903821"/>
            <a:ext cx="570089" cy="230832"/>
          </a:xfrm>
          <a:prstGeom prst="rect">
            <a:avLst/>
          </a:prstGeom>
          <a:noFill/>
        </p:spPr>
        <p:txBody>
          <a:bodyPr wrap="square" rtlCol="0">
            <a:spAutoFit/>
          </a:bodyPr>
          <a:lstStyle/>
          <a:p>
            <a:pPr algn="ctr"/>
            <a:r>
              <a:rPr lang="en-US" sz="900" dirty="0"/>
              <a:t>467</a:t>
            </a:r>
          </a:p>
        </p:txBody>
      </p:sp>
      <p:sp>
        <p:nvSpPr>
          <p:cNvPr id="61" name="TextBox 60">
            <a:extLst>
              <a:ext uri="{FF2B5EF4-FFF2-40B4-BE49-F238E27FC236}">
                <a16:creationId xmlns:a16="http://schemas.microsoft.com/office/drawing/2014/main" id="{FB0167EF-BC42-9D17-08F7-8CEE0A695AF9}"/>
              </a:ext>
            </a:extLst>
          </p:cNvPr>
          <p:cNvSpPr txBox="1"/>
          <p:nvPr/>
        </p:nvSpPr>
        <p:spPr>
          <a:xfrm>
            <a:off x="3138310" y="2404765"/>
            <a:ext cx="570089" cy="230832"/>
          </a:xfrm>
          <a:prstGeom prst="rect">
            <a:avLst/>
          </a:prstGeom>
          <a:noFill/>
        </p:spPr>
        <p:txBody>
          <a:bodyPr wrap="square" rtlCol="0">
            <a:spAutoFit/>
          </a:bodyPr>
          <a:lstStyle/>
          <a:p>
            <a:pPr algn="ctr"/>
            <a:r>
              <a:rPr lang="en-US" sz="900" dirty="0"/>
              <a:t>4567</a:t>
            </a:r>
          </a:p>
        </p:txBody>
      </p:sp>
      <p:sp>
        <p:nvSpPr>
          <p:cNvPr id="62" name="TextBox 61">
            <a:extLst>
              <a:ext uri="{FF2B5EF4-FFF2-40B4-BE49-F238E27FC236}">
                <a16:creationId xmlns:a16="http://schemas.microsoft.com/office/drawing/2014/main" id="{C52CBF40-5ACD-A25C-7A98-AE2E74C144A7}"/>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3" name="TextBox 62">
            <a:extLst>
              <a:ext uri="{FF2B5EF4-FFF2-40B4-BE49-F238E27FC236}">
                <a16:creationId xmlns:a16="http://schemas.microsoft.com/office/drawing/2014/main" id="{0F63A469-C112-203E-50E4-FA8D65467EEB}"/>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FB1B2E4F-820A-1358-8E2E-21774855DFFF}"/>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0AC77BCE-A3F1-C3F9-0B8E-9A620D996760}"/>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66" name="TextBox 65">
            <a:extLst>
              <a:ext uri="{FF2B5EF4-FFF2-40B4-BE49-F238E27FC236}">
                <a16:creationId xmlns:a16="http://schemas.microsoft.com/office/drawing/2014/main" id="{CA1EC155-0EA9-2AB0-39A8-CB892530B113}"/>
              </a:ext>
            </a:extLst>
          </p:cNvPr>
          <p:cNvSpPr txBox="1"/>
          <p:nvPr/>
        </p:nvSpPr>
        <p:spPr>
          <a:xfrm>
            <a:off x="7157158" y="901933"/>
            <a:ext cx="570089" cy="230832"/>
          </a:xfrm>
          <a:prstGeom prst="rect">
            <a:avLst/>
          </a:prstGeom>
          <a:noFill/>
        </p:spPr>
        <p:txBody>
          <a:bodyPr wrap="square" rtlCol="0">
            <a:spAutoFit/>
          </a:bodyPr>
          <a:lstStyle/>
          <a:p>
            <a:pPr algn="ctr"/>
            <a:r>
              <a:rPr lang="en-US" sz="900" dirty="0"/>
              <a:t>78</a:t>
            </a:r>
          </a:p>
        </p:txBody>
      </p:sp>
      <p:sp>
        <p:nvSpPr>
          <p:cNvPr id="67" name="TextBox 66">
            <a:extLst>
              <a:ext uri="{FF2B5EF4-FFF2-40B4-BE49-F238E27FC236}">
                <a16:creationId xmlns:a16="http://schemas.microsoft.com/office/drawing/2014/main" id="{572A094E-2F02-4453-0E06-FE5CBD40099D}"/>
              </a:ext>
            </a:extLst>
          </p:cNvPr>
          <p:cNvSpPr txBox="1"/>
          <p:nvPr/>
        </p:nvSpPr>
        <p:spPr>
          <a:xfrm>
            <a:off x="6152446" y="1903821"/>
            <a:ext cx="570089" cy="230832"/>
          </a:xfrm>
          <a:prstGeom prst="rect">
            <a:avLst/>
          </a:prstGeom>
          <a:noFill/>
        </p:spPr>
        <p:txBody>
          <a:bodyPr wrap="square" rtlCol="0">
            <a:spAutoFit/>
          </a:bodyPr>
          <a:lstStyle/>
          <a:p>
            <a:pPr algn="ctr"/>
            <a:r>
              <a:rPr lang="en-US" sz="900" dirty="0"/>
              <a:t>87</a:t>
            </a:r>
          </a:p>
        </p:txBody>
      </p:sp>
      <p:sp>
        <p:nvSpPr>
          <p:cNvPr id="69" name="TextBox 68">
            <a:extLst>
              <a:ext uri="{FF2B5EF4-FFF2-40B4-BE49-F238E27FC236}">
                <a16:creationId xmlns:a16="http://schemas.microsoft.com/office/drawing/2014/main" id="{2301CCB8-38DD-D5BB-AB90-86786A6B85F7}"/>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F54B11AD-0832-D22F-935D-E5D46C6B6DAC}"/>
              </a:ext>
            </a:extLst>
          </p:cNvPr>
          <p:cNvSpPr txBox="1"/>
          <p:nvPr/>
        </p:nvSpPr>
        <p:spPr>
          <a:xfrm>
            <a:off x="7157158" y="3406653"/>
            <a:ext cx="570089" cy="230832"/>
          </a:xfrm>
          <a:prstGeom prst="rect">
            <a:avLst/>
          </a:prstGeom>
          <a:noFill/>
        </p:spPr>
        <p:txBody>
          <a:bodyPr wrap="square" rtlCol="0">
            <a:spAutoFit/>
          </a:bodyPr>
          <a:lstStyle/>
          <a:p>
            <a:pPr algn="ctr"/>
            <a:r>
              <a:rPr lang="en-US" sz="900" dirty="0"/>
              <a:t>369</a:t>
            </a:r>
          </a:p>
        </p:txBody>
      </p:sp>
      <p:sp>
        <p:nvSpPr>
          <p:cNvPr id="71" name="TextBox 70">
            <a:extLst>
              <a:ext uri="{FF2B5EF4-FFF2-40B4-BE49-F238E27FC236}">
                <a16:creationId xmlns:a16="http://schemas.microsoft.com/office/drawing/2014/main" id="{37759CA8-AF9E-D25F-3628-58A0549B7058}"/>
              </a:ext>
            </a:extLst>
          </p:cNvPr>
          <p:cNvSpPr txBox="1"/>
          <p:nvPr/>
        </p:nvSpPr>
        <p:spPr>
          <a:xfrm>
            <a:off x="7157158" y="3907597"/>
            <a:ext cx="570089" cy="230832"/>
          </a:xfrm>
          <a:prstGeom prst="rect">
            <a:avLst/>
          </a:prstGeom>
          <a:noFill/>
        </p:spPr>
        <p:txBody>
          <a:bodyPr wrap="square" rtlCol="0">
            <a:spAutoFit/>
          </a:bodyPr>
          <a:lstStyle/>
          <a:p>
            <a:pPr algn="ctr"/>
            <a:r>
              <a:rPr lang="en-US" sz="900" dirty="0"/>
              <a:t>39</a:t>
            </a:r>
          </a:p>
        </p:txBody>
      </p:sp>
      <p:sp>
        <p:nvSpPr>
          <p:cNvPr id="72" name="TextBox 71">
            <a:extLst>
              <a:ext uri="{FF2B5EF4-FFF2-40B4-BE49-F238E27FC236}">
                <a16:creationId xmlns:a16="http://schemas.microsoft.com/office/drawing/2014/main" id="{DF88C392-7F5D-14A3-0836-86A64F98BDD3}"/>
              </a:ext>
            </a:extLst>
          </p:cNvPr>
          <p:cNvSpPr txBox="1"/>
          <p:nvPr/>
        </p:nvSpPr>
        <p:spPr>
          <a:xfrm>
            <a:off x="7157158" y="4909484"/>
            <a:ext cx="570089" cy="230832"/>
          </a:xfrm>
          <a:prstGeom prst="rect">
            <a:avLst/>
          </a:prstGeom>
          <a:noFill/>
        </p:spPr>
        <p:txBody>
          <a:bodyPr wrap="square" rtlCol="0">
            <a:spAutoFit/>
          </a:bodyPr>
          <a:lstStyle/>
          <a:p>
            <a:pPr algn="ctr"/>
            <a:r>
              <a:rPr lang="en-US" sz="900" dirty="0"/>
              <a:t>87</a:t>
            </a:r>
          </a:p>
        </p:txBody>
      </p:sp>
      <p:sp>
        <p:nvSpPr>
          <p:cNvPr id="73" name="TextBox 72">
            <a:extLst>
              <a:ext uri="{FF2B5EF4-FFF2-40B4-BE49-F238E27FC236}">
                <a16:creationId xmlns:a16="http://schemas.microsoft.com/office/drawing/2014/main" id="{D898E5FF-B191-AE14-20AF-4373527A6036}"/>
              </a:ext>
            </a:extLst>
          </p:cNvPr>
          <p:cNvSpPr txBox="1"/>
          <p:nvPr/>
        </p:nvSpPr>
        <p:spPr>
          <a:xfrm>
            <a:off x="5650090" y="4909484"/>
            <a:ext cx="570089" cy="230832"/>
          </a:xfrm>
          <a:prstGeom prst="rect">
            <a:avLst/>
          </a:prstGeom>
          <a:noFill/>
        </p:spPr>
        <p:txBody>
          <a:bodyPr wrap="square" rtlCol="0">
            <a:spAutoFit/>
          </a:bodyPr>
          <a:lstStyle/>
          <a:p>
            <a:pPr algn="ctr"/>
            <a:r>
              <a:rPr lang="en-US" sz="900" dirty="0"/>
              <a:t>45</a:t>
            </a:r>
          </a:p>
        </p:txBody>
      </p:sp>
      <p:sp>
        <p:nvSpPr>
          <p:cNvPr id="75" name="TextBox 74">
            <a:extLst>
              <a:ext uri="{FF2B5EF4-FFF2-40B4-BE49-F238E27FC236}">
                <a16:creationId xmlns:a16="http://schemas.microsoft.com/office/drawing/2014/main" id="{D78D9743-3D36-745B-33C2-9F12EFFFF2C8}"/>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E00E4A8D-2AA2-021F-7A7B-1E0056A1845A}"/>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D9D038CA-22F7-1EC9-5394-191BF7D5CE69}"/>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78" name="TextBox 77">
            <a:extLst>
              <a:ext uri="{FF2B5EF4-FFF2-40B4-BE49-F238E27FC236}">
                <a16:creationId xmlns:a16="http://schemas.microsoft.com/office/drawing/2014/main" id="{0757B968-578C-0D93-E15E-F836912DE787}"/>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3" name="TextBox 2">
            <a:extLst>
              <a:ext uri="{FF2B5EF4-FFF2-40B4-BE49-F238E27FC236}">
                <a16:creationId xmlns:a16="http://schemas.microsoft.com/office/drawing/2014/main" id="{F4E12185-248F-826F-C8D4-E431F594A2B3}"/>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78F17E9E-45DE-4FD5-65A8-91F992F4C938}"/>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2C0B282C-6375-8E27-57D1-00D0A274DB68}"/>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252D8307-743B-CF25-9D9D-623D85375101}"/>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E6A99D65-7362-6352-90EB-641729336A43}"/>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739CA235-B804-8464-B022-BA7600F5D435}"/>
              </a:ext>
            </a:extLst>
          </p:cNvPr>
          <p:cNvSpPr txBox="1"/>
          <p:nvPr/>
        </p:nvSpPr>
        <p:spPr>
          <a:xfrm>
            <a:off x="5215469" y="4747898"/>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56B2F05F-6BD0-4562-5E94-8A52D917F2F8}"/>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EA32EBA7-3004-DF82-A6DC-BB4EC90381DE}"/>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9C4CC097-E57A-F571-574B-57B3EFB24221}"/>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1152182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80503-9B07-D871-FA6F-14A54C86EB7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8EC316-392C-5008-8876-C7DF591F7E1A}"/>
              </a:ext>
            </a:extLst>
          </p:cNvPr>
          <p:cNvSpPr>
            <a:spLocks noGrp="1"/>
          </p:cNvSpPr>
          <p:nvPr>
            <p:ph sz="half" idx="1"/>
          </p:nvPr>
        </p:nvSpPr>
        <p:spPr/>
        <p:txBody>
          <a:bodyPr/>
          <a:lstStyle/>
          <a:p>
            <a:r>
              <a:rPr lang="en-US" dirty="0"/>
              <a:t>Since the minimum possible values on the 30 diagonal sums to 30, that is what it must be.</a:t>
            </a:r>
          </a:p>
        </p:txBody>
      </p:sp>
      <p:pic>
        <p:nvPicPr>
          <p:cNvPr id="4" name="Picture 3" descr="A grid of sudoku puzzle&#10;&#10;Description automatically generated">
            <a:extLst>
              <a:ext uri="{FF2B5EF4-FFF2-40B4-BE49-F238E27FC236}">
                <a16:creationId xmlns:a16="http://schemas.microsoft.com/office/drawing/2014/main" id="{5012C62F-ABE1-DEF8-E469-91330D026A5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452D392-6A77-3EAB-EEEB-E1B45BCE363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AB09419-F286-C6D0-CCF9-80C7C61FFE8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9BC0C1D-3FDB-3ACF-6166-5A6B4B97EB63}"/>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A0D39B4A-3380-C20A-4912-C083A4810025}"/>
              </a:ext>
            </a:extLst>
          </p:cNvPr>
          <p:cNvSpPr txBox="1"/>
          <p:nvPr/>
        </p:nvSpPr>
        <p:spPr>
          <a:xfrm>
            <a:off x="3138310" y="3907597"/>
            <a:ext cx="570089" cy="230832"/>
          </a:xfrm>
          <a:prstGeom prst="rect">
            <a:avLst/>
          </a:prstGeom>
          <a:noFill/>
        </p:spPr>
        <p:txBody>
          <a:bodyPr wrap="square" rtlCol="0">
            <a:spAutoFit/>
          </a:bodyPr>
          <a:lstStyle/>
          <a:p>
            <a:pPr algn="ctr"/>
            <a:r>
              <a:rPr lang="en-US" sz="900" dirty="0"/>
              <a:t>45</a:t>
            </a:r>
          </a:p>
        </p:txBody>
      </p:sp>
      <p:sp>
        <p:nvSpPr>
          <p:cNvPr id="10" name="TextBox 9">
            <a:extLst>
              <a:ext uri="{FF2B5EF4-FFF2-40B4-BE49-F238E27FC236}">
                <a16:creationId xmlns:a16="http://schemas.microsoft.com/office/drawing/2014/main" id="{AD16176E-1D9F-166A-010C-E8485A0EE4EE}"/>
              </a:ext>
            </a:extLst>
          </p:cNvPr>
          <p:cNvSpPr txBox="1"/>
          <p:nvPr/>
        </p:nvSpPr>
        <p:spPr>
          <a:xfrm>
            <a:off x="4143022" y="4909484"/>
            <a:ext cx="570089" cy="230832"/>
          </a:xfrm>
          <a:prstGeom prst="rect">
            <a:avLst/>
          </a:prstGeom>
          <a:noFill/>
        </p:spPr>
        <p:txBody>
          <a:bodyPr wrap="square" rtlCol="0">
            <a:spAutoFit/>
          </a:bodyPr>
          <a:lstStyle/>
          <a:p>
            <a:pPr algn="ctr"/>
            <a:r>
              <a:rPr lang="en-US" sz="900" dirty="0"/>
              <a:t>54</a:t>
            </a:r>
          </a:p>
        </p:txBody>
      </p:sp>
      <p:sp>
        <p:nvSpPr>
          <p:cNvPr id="11" name="TextBox 10">
            <a:extLst>
              <a:ext uri="{FF2B5EF4-FFF2-40B4-BE49-F238E27FC236}">
                <a16:creationId xmlns:a16="http://schemas.microsoft.com/office/drawing/2014/main" id="{7FA0F5A9-56AF-063A-C1F8-E691D80D6D20}"/>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EBAB670F-B466-BCD1-27CC-8F21376D6B96}"/>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5F460E52-5BA1-4523-F8DE-4910EB21F1D0}"/>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C88DB771-10D1-0153-ADA1-68DECA32FF2A}"/>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8C99A750-F22F-4396-60C6-633694516472}"/>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1EB1CA40-C849-8BD0-1464-8C1213D6893D}"/>
              </a:ext>
            </a:extLst>
          </p:cNvPr>
          <p:cNvSpPr txBox="1"/>
          <p:nvPr/>
        </p:nvSpPr>
        <p:spPr>
          <a:xfrm>
            <a:off x="3640666" y="901933"/>
            <a:ext cx="570089" cy="230832"/>
          </a:xfrm>
          <a:prstGeom prst="rect">
            <a:avLst/>
          </a:prstGeom>
          <a:noFill/>
        </p:spPr>
        <p:txBody>
          <a:bodyPr wrap="square" rtlCol="0">
            <a:spAutoFit/>
          </a:bodyPr>
          <a:lstStyle/>
          <a:p>
            <a:pPr algn="ctr"/>
            <a:r>
              <a:rPr lang="en-US" sz="900" dirty="0"/>
              <a:t>459</a:t>
            </a:r>
          </a:p>
        </p:txBody>
      </p:sp>
      <p:sp>
        <p:nvSpPr>
          <p:cNvPr id="28" name="TextBox 27">
            <a:extLst>
              <a:ext uri="{FF2B5EF4-FFF2-40B4-BE49-F238E27FC236}">
                <a16:creationId xmlns:a16="http://schemas.microsoft.com/office/drawing/2014/main" id="{E122F7E0-EC83-B24E-0555-150E8EDE03EA}"/>
              </a:ext>
            </a:extLst>
          </p:cNvPr>
          <p:cNvSpPr txBox="1"/>
          <p:nvPr/>
        </p:nvSpPr>
        <p:spPr>
          <a:xfrm>
            <a:off x="3640666" y="1903821"/>
            <a:ext cx="570089" cy="230832"/>
          </a:xfrm>
          <a:prstGeom prst="rect">
            <a:avLst/>
          </a:prstGeom>
          <a:noFill/>
        </p:spPr>
        <p:txBody>
          <a:bodyPr wrap="square" rtlCol="0">
            <a:spAutoFit/>
          </a:bodyPr>
          <a:lstStyle/>
          <a:p>
            <a:pPr algn="ctr"/>
            <a:r>
              <a:rPr lang="en-US" sz="900" dirty="0"/>
              <a:t>49</a:t>
            </a:r>
          </a:p>
        </p:txBody>
      </p:sp>
      <p:sp>
        <p:nvSpPr>
          <p:cNvPr id="29" name="TextBox 28">
            <a:extLst>
              <a:ext uri="{FF2B5EF4-FFF2-40B4-BE49-F238E27FC236}">
                <a16:creationId xmlns:a16="http://schemas.microsoft.com/office/drawing/2014/main" id="{F696EED7-173E-F747-5CFC-5AE38A7060A0}"/>
              </a:ext>
            </a:extLst>
          </p:cNvPr>
          <p:cNvSpPr txBox="1"/>
          <p:nvPr/>
        </p:nvSpPr>
        <p:spPr>
          <a:xfrm>
            <a:off x="3640666" y="2404765"/>
            <a:ext cx="570089" cy="230832"/>
          </a:xfrm>
          <a:prstGeom prst="rect">
            <a:avLst/>
          </a:prstGeom>
          <a:noFill/>
        </p:spPr>
        <p:txBody>
          <a:bodyPr wrap="square" rtlCol="0">
            <a:spAutoFit/>
          </a:bodyPr>
          <a:lstStyle/>
          <a:p>
            <a:pPr algn="ctr"/>
            <a:r>
              <a:rPr lang="en-US" sz="900" dirty="0"/>
              <a:t>459</a:t>
            </a:r>
          </a:p>
        </p:txBody>
      </p:sp>
      <p:sp>
        <p:nvSpPr>
          <p:cNvPr id="31" name="TextBox 30">
            <a:extLst>
              <a:ext uri="{FF2B5EF4-FFF2-40B4-BE49-F238E27FC236}">
                <a16:creationId xmlns:a16="http://schemas.microsoft.com/office/drawing/2014/main" id="{BCD410AC-3D5F-876A-24C8-52B9754389BC}"/>
              </a:ext>
            </a:extLst>
          </p:cNvPr>
          <p:cNvSpPr txBox="1"/>
          <p:nvPr/>
        </p:nvSpPr>
        <p:spPr>
          <a:xfrm>
            <a:off x="5147734" y="1903821"/>
            <a:ext cx="570089" cy="230832"/>
          </a:xfrm>
          <a:prstGeom prst="rect">
            <a:avLst/>
          </a:prstGeom>
          <a:noFill/>
        </p:spPr>
        <p:txBody>
          <a:bodyPr wrap="square" rtlCol="0">
            <a:spAutoFit/>
          </a:bodyPr>
          <a:lstStyle/>
          <a:p>
            <a:pPr algn="ctr"/>
            <a:r>
              <a:rPr lang="en-US" sz="900" dirty="0"/>
              <a:t>2689</a:t>
            </a:r>
          </a:p>
        </p:txBody>
      </p:sp>
      <p:sp>
        <p:nvSpPr>
          <p:cNvPr id="33" name="TextBox 32">
            <a:extLst>
              <a:ext uri="{FF2B5EF4-FFF2-40B4-BE49-F238E27FC236}">
                <a16:creationId xmlns:a16="http://schemas.microsoft.com/office/drawing/2014/main" id="{1FF80F92-A1B3-C2A3-D8D4-1BA2938F66CF}"/>
              </a:ext>
            </a:extLst>
          </p:cNvPr>
          <p:cNvSpPr txBox="1"/>
          <p:nvPr/>
        </p:nvSpPr>
        <p:spPr>
          <a:xfrm>
            <a:off x="5147734" y="3406653"/>
            <a:ext cx="570089" cy="230832"/>
          </a:xfrm>
          <a:prstGeom prst="rect">
            <a:avLst/>
          </a:prstGeom>
          <a:noFill/>
        </p:spPr>
        <p:txBody>
          <a:bodyPr wrap="square" rtlCol="0">
            <a:spAutoFit/>
          </a:bodyPr>
          <a:lstStyle/>
          <a:p>
            <a:pPr algn="ctr"/>
            <a:r>
              <a:rPr lang="en-US" sz="900" dirty="0"/>
              <a:t>269</a:t>
            </a:r>
          </a:p>
        </p:txBody>
      </p:sp>
      <p:sp>
        <p:nvSpPr>
          <p:cNvPr id="34" name="TextBox 33">
            <a:extLst>
              <a:ext uri="{FF2B5EF4-FFF2-40B4-BE49-F238E27FC236}">
                <a16:creationId xmlns:a16="http://schemas.microsoft.com/office/drawing/2014/main" id="{76F908D7-4312-0BC6-F958-41DAE095A52F}"/>
              </a:ext>
            </a:extLst>
          </p:cNvPr>
          <p:cNvSpPr txBox="1"/>
          <p:nvPr/>
        </p:nvSpPr>
        <p:spPr>
          <a:xfrm>
            <a:off x="5147734" y="3907597"/>
            <a:ext cx="570089" cy="230832"/>
          </a:xfrm>
          <a:prstGeom prst="rect">
            <a:avLst/>
          </a:prstGeom>
          <a:noFill/>
        </p:spPr>
        <p:txBody>
          <a:bodyPr wrap="square" rtlCol="0">
            <a:spAutoFit/>
          </a:bodyPr>
          <a:lstStyle/>
          <a:p>
            <a:pPr algn="ctr"/>
            <a:r>
              <a:rPr lang="en-US" sz="900" dirty="0"/>
              <a:t>68</a:t>
            </a:r>
          </a:p>
        </p:txBody>
      </p:sp>
      <p:sp>
        <p:nvSpPr>
          <p:cNvPr id="36" name="TextBox 35">
            <a:extLst>
              <a:ext uri="{FF2B5EF4-FFF2-40B4-BE49-F238E27FC236}">
                <a16:creationId xmlns:a16="http://schemas.microsoft.com/office/drawing/2014/main" id="{499DFE77-D33E-03A8-225D-7BF7CA12E627}"/>
              </a:ext>
            </a:extLst>
          </p:cNvPr>
          <p:cNvSpPr txBox="1"/>
          <p:nvPr/>
        </p:nvSpPr>
        <p:spPr>
          <a:xfrm>
            <a:off x="6654802" y="3406653"/>
            <a:ext cx="570089" cy="230832"/>
          </a:xfrm>
          <a:prstGeom prst="rect">
            <a:avLst/>
          </a:prstGeom>
          <a:noFill/>
        </p:spPr>
        <p:txBody>
          <a:bodyPr wrap="square" rtlCol="0">
            <a:spAutoFit/>
          </a:bodyPr>
          <a:lstStyle/>
          <a:p>
            <a:pPr algn="ctr"/>
            <a:r>
              <a:rPr lang="en-US" sz="900" dirty="0"/>
              <a:t>47</a:t>
            </a:r>
          </a:p>
        </p:txBody>
      </p:sp>
      <p:sp>
        <p:nvSpPr>
          <p:cNvPr id="38" name="TextBox 37">
            <a:extLst>
              <a:ext uri="{FF2B5EF4-FFF2-40B4-BE49-F238E27FC236}">
                <a16:creationId xmlns:a16="http://schemas.microsoft.com/office/drawing/2014/main" id="{A6E7CE32-8E2F-B8F4-86EC-9B79DEBEAA1E}"/>
              </a:ext>
            </a:extLst>
          </p:cNvPr>
          <p:cNvSpPr txBox="1"/>
          <p:nvPr/>
        </p:nvSpPr>
        <p:spPr>
          <a:xfrm>
            <a:off x="6654802" y="4909484"/>
            <a:ext cx="570089" cy="230832"/>
          </a:xfrm>
          <a:prstGeom prst="rect">
            <a:avLst/>
          </a:prstGeom>
          <a:noFill/>
        </p:spPr>
        <p:txBody>
          <a:bodyPr wrap="square" rtlCol="0">
            <a:spAutoFit/>
          </a:bodyPr>
          <a:lstStyle/>
          <a:p>
            <a:pPr algn="ctr"/>
            <a:r>
              <a:rPr lang="en-US" sz="900" dirty="0"/>
              <a:t>78</a:t>
            </a:r>
          </a:p>
        </p:txBody>
      </p:sp>
      <p:sp>
        <p:nvSpPr>
          <p:cNvPr id="39" name="TextBox 38">
            <a:extLst>
              <a:ext uri="{FF2B5EF4-FFF2-40B4-BE49-F238E27FC236}">
                <a16:creationId xmlns:a16="http://schemas.microsoft.com/office/drawing/2014/main" id="{C61D979A-9697-EF1E-8175-D61FAE0634EA}"/>
              </a:ext>
            </a:extLst>
          </p:cNvPr>
          <p:cNvSpPr txBox="1"/>
          <p:nvPr/>
        </p:nvSpPr>
        <p:spPr>
          <a:xfrm>
            <a:off x="4143022" y="1402877"/>
            <a:ext cx="570089" cy="230832"/>
          </a:xfrm>
          <a:prstGeom prst="rect">
            <a:avLst/>
          </a:prstGeom>
          <a:noFill/>
        </p:spPr>
        <p:txBody>
          <a:bodyPr wrap="square" rtlCol="0">
            <a:spAutoFit/>
          </a:bodyPr>
          <a:lstStyle/>
          <a:p>
            <a:pPr algn="ctr"/>
            <a:r>
              <a:rPr lang="en-US" sz="900" dirty="0"/>
              <a:t>278</a:t>
            </a:r>
          </a:p>
        </p:txBody>
      </p:sp>
      <p:sp>
        <p:nvSpPr>
          <p:cNvPr id="40" name="TextBox 39">
            <a:extLst>
              <a:ext uri="{FF2B5EF4-FFF2-40B4-BE49-F238E27FC236}">
                <a16:creationId xmlns:a16="http://schemas.microsoft.com/office/drawing/2014/main" id="{C6B02733-725C-5523-D31B-6470AA02B199}"/>
              </a:ext>
            </a:extLst>
          </p:cNvPr>
          <p:cNvSpPr txBox="1"/>
          <p:nvPr/>
        </p:nvSpPr>
        <p:spPr>
          <a:xfrm>
            <a:off x="4645378" y="1402877"/>
            <a:ext cx="570089" cy="230832"/>
          </a:xfrm>
          <a:prstGeom prst="rect">
            <a:avLst/>
          </a:prstGeom>
          <a:noFill/>
        </p:spPr>
        <p:txBody>
          <a:bodyPr wrap="square" rtlCol="0">
            <a:spAutoFit/>
          </a:bodyPr>
          <a:lstStyle/>
          <a:p>
            <a:pPr algn="ctr"/>
            <a:r>
              <a:rPr lang="en-US" sz="900" dirty="0"/>
              <a:t>278</a:t>
            </a:r>
          </a:p>
        </p:txBody>
      </p:sp>
      <p:sp>
        <p:nvSpPr>
          <p:cNvPr id="43" name="TextBox 42">
            <a:extLst>
              <a:ext uri="{FF2B5EF4-FFF2-40B4-BE49-F238E27FC236}">
                <a16:creationId xmlns:a16="http://schemas.microsoft.com/office/drawing/2014/main" id="{8ACE9E84-228B-18FD-6EE0-AA24B1FFB2C8}"/>
              </a:ext>
            </a:extLst>
          </p:cNvPr>
          <p:cNvSpPr txBox="1"/>
          <p:nvPr/>
        </p:nvSpPr>
        <p:spPr>
          <a:xfrm>
            <a:off x="4143022" y="2905709"/>
            <a:ext cx="570089" cy="230832"/>
          </a:xfrm>
          <a:prstGeom prst="rect">
            <a:avLst/>
          </a:prstGeom>
          <a:noFill/>
        </p:spPr>
        <p:txBody>
          <a:bodyPr wrap="square" rtlCol="0">
            <a:spAutoFit/>
          </a:bodyPr>
          <a:lstStyle/>
          <a:p>
            <a:pPr algn="ctr"/>
            <a:r>
              <a:rPr lang="en-US" sz="900" dirty="0"/>
              <a:t>5679</a:t>
            </a:r>
          </a:p>
        </p:txBody>
      </p:sp>
      <p:sp>
        <p:nvSpPr>
          <p:cNvPr id="44" name="TextBox 43">
            <a:extLst>
              <a:ext uri="{FF2B5EF4-FFF2-40B4-BE49-F238E27FC236}">
                <a16:creationId xmlns:a16="http://schemas.microsoft.com/office/drawing/2014/main" id="{DE2D4F42-F39D-7CA2-33D0-28DD781C4B30}"/>
              </a:ext>
            </a:extLst>
          </p:cNvPr>
          <p:cNvSpPr txBox="1"/>
          <p:nvPr/>
        </p:nvSpPr>
        <p:spPr>
          <a:xfrm>
            <a:off x="4645378" y="2905709"/>
            <a:ext cx="570089" cy="230832"/>
          </a:xfrm>
          <a:prstGeom prst="rect">
            <a:avLst/>
          </a:prstGeom>
          <a:noFill/>
        </p:spPr>
        <p:txBody>
          <a:bodyPr wrap="square" rtlCol="0">
            <a:spAutoFit/>
          </a:bodyPr>
          <a:lstStyle/>
          <a:p>
            <a:pPr algn="ctr"/>
            <a:r>
              <a:rPr lang="en-US" sz="900" dirty="0"/>
              <a:t>5678</a:t>
            </a:r>
          </a:p>
        </p:txBody>
      </p:sp>
      <p:sp>
        <p:nvSpPr>
          <p:cNvPr id="45" name="TextBox 44">
            <a:extLst>
              <a:ext uri="{FF2B5EF4-FFF2-40B4-BE49-F238E27FC236}">
                <a16:creationId xmlns:a16="http://schemas.microsoft.com/office/drawing/2014/main" id="{ED63C515-5152-1CED-6CA6-5A307E996F60}"/>
              </a:ext>
            </a:extLst>
          </p:cNvPr>
          <p:cNvSpPr txBox="1"/>
          <p:nvPr/>
        </p:nvSpPr>
        <p:spPr>
          <a:xfrm>
            <a:off x="5650090" y="2905709"/>
            <a:ext cx="570089" cy="230832"/>
          </a:xfrm>
          <a:prstGeom prst="rect">
            <a:avLst/>
          </a:prstGeom>
          <a:noFill/>
        </p:spPr>
        <p:txBody>
          <a:bodyPr wrap="square" rtlCol="0">
            <a:spAutoFit/>
          </a:bodyPr>
          <a:lstStyle/>
          <a:p>
            <a:pPr algn="ctr"/>
            <a:r>
              <a:rPr lang="en-US" sz="900" dirty="0"/>
              <a:t>56789</a:t>
            </a:r>
          </a:p>
        </p:txBody>
      </p:sp>
      <p:sp>
        <p:nvSpPr>
          <p:cNvPr id="46" name="TextBox 45">
            <a:extLst>
              <a:ext uri="{FF2B5EF4-FFF2-40B4-BE49-F238E27FC236}">
                <a16:creationId xmlns:a16="http://schemas.microsoft.com/office/drawing/2014/main" id="{67B8DC0F-353B-88A7-D59A-0B0D09CACD3F}"/>
              </a:ext>
            </a:extLst>
          </p:cNvPr>
          <p:cNvSpPr txBox="1"/>
          <p:nvPr/>
        </p:nvSpPr>
        <p:spPr>
          <a:xfrm>
            <a:off x="6152446" y="2905709"/>
            <a:ext cx="570089" cy="230832"/>
          </a:xfrm>
          <a:prstGeom prst="rect">
            <a:avLst/>
          </a:prstGeom>
          <a:noFill/>
        </p:spPr>
        <p:txBody>
          <a:bodyPr wrap="square" rtlCol="0">
            <a:spAutoFit/>
          </a:bodyPr>
          <a:lstStyle/>
          <a:p>
            <a:pPr algn="ctr"/>
            <a:r>
              <a:rPr lang="en-US" sz="900" dirty="0"/>
              <a:t>5789</a:t>
            </a:r>
          </a:p>
        </p:txBody>
      </p:sp>
      <p:sp>
        <p:nvSpPr>
          <p:cNvPr id="51" name="TextBox 50">
            <a:extLst>
              <a:ext uri="{FF2B5EF4-FFF2-40B4-BE49-F238E27FC236}">
                <a16:creationId xmlns:a16="http://schemas.microsoft.com/office/drawing/2014/main" id="{BB322186-68A5-BB4D-9098-BC9EF82ABECA}"/>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2F7DADF0-B588-6384-54C9-15A76B426F4D}"/>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A981C8ED-04A7-A134-D8E8-CE89E3144BF6}"/>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B8953C16-7B04-7772-390C-E148EAD5AA01}"/>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E2F56E03-C3B6-572D-974E-5A88B5BA90D7}"/>
              </a:ext>
            </a:extLst>
          </p:cNvPr>
          <p:cNvSpPr txBox="1"/>
          <p:nvPr/>
        </p:nvSpPr>
        <p:spPr>
          <a:xfrm>
            <a:off x="4143022" y="901933"/>
            <a:ext cx="570089" cy="230832"/>
          </a:xfrm>
          <a:prstGeom prst="rect">
            <a:avLst/>
          </a:prstGeom>
          <a:noFill/>
        </p:spPr>
        <p:txBody>
          <a:bodyPr wrap="square" rtlCol="0">
            <a:spAutoFit/>
          </a:bodyPr>
          <a:lstStyle/>
          <a:p>
            <a:pPr algn="ctr"/>
            <a:r>
              <a:rPr lang="en-US" sz="900" dirty="0"/>
              <a:t>456789</a:t>
            </a:r>
          </a:p>
        </p:txBody>
      </p:sp>
      <p:sp>
        <p:nvSpPr>
          <p:cNvPr id="58" name="TextBox 57">
            <a:extLst>
              <a:ext uri="{FF2B5EF4-FFF2-40B4-BE49-F238E27FC236}">
                <a16:creationId xmlns:a16="http://schemas.microsoft.com/office/drawing/2014/main" id="{D9EE2A04-8E91-24CF-0DE5-E37AA26EA717}"/>
              </a:ext>
            </a:extLst>
          </p:cNvPr>
          <p:cNvSpPr txBox="1"/>
          <p:nvPr/>
        </p:nvSpPr>
        <p:spPr>
          <a:xfrm>
            <a:off x="4645378" y="901933"/>
            <a:ext cx="570089" cy="230832"/>
          </a:xfrm>
          <a:prstGeom prst="rect">
            <a:avLst/>
          </a:prstGeom>
          <a:noFill/>
        </p:spPr>
        <p:txBody>
          <a:bodyPr wrap="square" rtlCol="0">
            <a:spAutoFit/>
          </a:bodyPr>
          <a:lstStyle/>
          <a:p>
            <a:pPr algn="ctr"/>
            <a:r>
              <a:rPr lang="en-US" sz="900" dirty="0"/>
              <a:t>4678</a:t>
            </a:r>
          </a:p>
        </p:txBody>
      </p:sp>
      <p:sp>
        <p:nvSpPr>
          <p:cNvPr id="59" name="TextBox 58">
            <a:extLst>
              <a:ext uri="{FF2B5EF4-FFF2-40B4-BE49-F238E27FC236}">
                <a16:creationId xmlns:a16="http://schemas.microsoft.com/office/drawing/2014/main" id="{801CFFAD-4A36-E649-85DD-D383E177A4CA}"/>
              </a:ext>
            </a:extLst>
          </p:cNvPr>
          <p:cNvSpPr txBox="1"/>
          <p:nvPr/>
        </p:nvSpPr>
        <p:spPr>
          <a:xfrm>
            <a:off x="3138310" y="901933"/>
            <a:ext cx="570089" cy="230832"/>
          </a:xfrm>
          <a:prstGeom prst="rect">
            <a:avLst/>
          </a:prstGeom>
          <a:noFill/>
        </p:spPr>
        <p:txBody>
          <a:bodyPr wrap="square" rtlCol="0">
            <a:spAutoFit/>
          </a:bodyPr>
          <a:lstStyle/>
          <a:p>
            <a:pPr algn="ctr"/>
            <a:r>
              <a:rPr lang="en-US" sz="900" dirty="0"/>
              <a:t>4567</a:t>
            </a:r>
          </a:p>
        </p:txBody>
      </p:sp>
      <p:sp>
        <p:nvSpPr>
          <p:cNvPr id="60" name="TextBox 59">
            <a:extLst>
              <a:ext uri="{FF2B5EF4-FFF2-40B4-BE49-F238E27FC236}">
                <a16:creationId xmlns:a16="http://schemas.microsoft.com/office/drawing/2014/main" id="{60EB9D9A-2261-707C-40EC-2110248BCD5F}"/>
              </a:ext>
            </a:extLst>
          </p:cNvPr>
          <p:cNvSpPr txBox="1"/>
          <p:nvPr/>
        </p:nvSpPr>
        <p:spPr>
          <a:xfrm>
            <a:off x="3138310" y="1903821"/>
            <a:ext cx="570089" cy="230832"/>
          </a:xfrm>
          <a:prstGeom prst="rect">
            <a:avLst/>
          </a:prstGeom>
          <a:noFill/>
        </p:spPr>
        <p:txBody>
          <a:bodyPr wrap="square" rtlCol="0">
            <a:spAutoFit/>
          </a:bodyPr>
          <a:lstStyle/>
          <a:p>
            <a:pPr algn="ctr"/>
            <a:r>
              <a:rPr lang="en-US" sz="900" dirty="0"/>
              <a:t>467</a:t>
            </a:r>
          </a:p>
        </p:txBody>
      </p:sp>
      <p:sp>
        <p:nvSpPr>
          <p:cNvPr id="61" name="TextBox 60">
            <a:extLst>
              <a:ext uri="{FF2B5EF4-FFF2-40B4-BE49-F238E27FC236}">
                <a16:creationId xmlns:a16="http://schemas.microsoft.com/office/drawing/2014/main" id="{D20CFCFA-F12D-5B6B-74F7-B2A5BB1F0C81}"/>
              </a:ext>
            </a:extLst>
          </p:cNvPr>
          <p:cNvSpPr txBox="1"/>
          <p:nvPr/>
        </p:nvSpPr>
        <p:spPr>
          <a:xfrm>
            <a:off x="3138310" y="2404765"/>
            <a:ext cx="570089" cy="230832"/>
          </a:xfrm>
          <a:prstGeom prst="rect">
            <a:avLst/>
          </a:prstGeom>
          <a:noFill/>
        </p:spPr>
        <p:txBody>
          <a:bodyPr wrap="square" rtlCol="0">
            <a:spAutoFit/>
          </a:bodyPr>
          <a:lstStyle/>
          <a:p>
            <a:pPr algn="ctr"/>
            <a:r>
              <a:rPr lang="en-US" sz="900" dirty="0"/>
              <a:t>4567</a:t>
            </a:r>
          </a:p>
        </p:txBody>
      </p:sp>
      <p:sp>
        <p:nvSpPr>
          <p:cNvPr id="62" name="TextBox 61">
            <a:extLst>
              <a:ext uri="{FF2B5EF4-FFF2-40B4-BE49-F238E27FC236}">
                <a16:creationId xmlns:a16="http://schemas.microsoft.com/office/drawing/2014/main" id="{E149E1F5-DB1D-35A7-93AC-EC2F8989BA6D}"/>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3" name="TextBox 62">
            <a:extLst>
              <a:ext uri="{FF2B5EF4-FFF2-40B4-BE49-F238E27FC236}">
                <a16:creationId xmlns:a16="http://schemas.microsoft.com/office/drawing/2014/main" id="{A8A159D5-0E5F-2C39-AE3E-35975F9ED83A}"/>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6E0DB4D6-DC21-1708-D096-F1CC51A8EBA1}"/>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1C511659-DEC1-C34F-BC29-C3EFDB95E6FA}"/>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66" name="TextBox 65">
            <a:extLst>
              <a:ext uri="{FF2B5EF4-FFF2-40B4-BE49-F238E27FC236}">
                <a16:creationId xmlns:a16="http://schemas.microsoft.com/office/drawing/2014/main" id="{91B8932A-A45D-FDCF-EA5B-E24C4FF0B533}"/>
              </a:ext>
            </a:extLst>
          </p:cNvPr>
          <p:cNvSpPr txBox="1"/>
          <p:nvPr/>
        </p:nvSpPr>
        <p:spPr>
          <a:xfrm>
            <a:off x="7157158" y="901933"/>
            <a:ext cx="570089" cy="230832"/>
          </a:xfrm>
          <a:prstGeom prst="rect">
            <a:avLst/>
          </a:prstGeom>
          <a:noFill/>
        </p:spPr>
        <p:txBody>
          <a:bodyPr wrap="square" rtlCol="0">
            <a:spAutoFit/>
          </a:bodyPr>
          <a:lstStyle/>
          <a:p>
            <a:pPr algn="ctr"/>
            <a:r>
              <a:rPr lang="en-US" sz="900" dirty="0"/>
              <a:t>78</a:t>
            </a:r>
          </a:p>
        </p:txBody>
      </p:sp>
      <p:sp>
        <p:nvSpPr>
          <p:cNvPr id="69" name="TextBox 68">
            <a:extLst>
              <a:ext uri="{FF2B5EF4-FFF2-40B4-BE49-F238E27FC236}">
                <a16:creationId xmlns:a16="http://schemas.microsoft.com/office/drawing/2014/main" id="{0472AC80-D322-E74C-6EF1-F0A5D08166E1}"/>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DB24D361-6226-790E-8AC0-B0597D8FBA76}"/>
              </a:ext>
            </a:extLst>
          </p:cNvPr>
          <p:cNvSpPr txBox="1"/>
          <p:nvPr/>
        </p:nvSpPr>
        <p:spPr>
          <a:xfrm>
            <a:off x="7157158" y="3406653"/>
            <a:ext cx="570089" cy="230832"/>
          </a:xfrm>
          <a:prstGeom prst="rect">
            <a:avLst/>
          </a:prstGeom>
          <a:noFill/>
        </p:spPr>
        <p:txBody>
          <a:bodyPr wrap="square" rtlCol="0">
            <a:spAutoFit/>
          </a:bodyPr>
          <a:lstStyle/>
          <a:p>
            <a:pPr algn="ctr"/>
            <a:r>
              <a:rPr lang="en-US" sz="900" dirty="0"/>
              <a:t>369</a:t>
            </a:r>
          </a:p>
        </p:txBody>
      </p:sp>
      <p:sp>
        <p:nvSpPr>
          <p:cNvPr id="71" name="TextBox 70">
            <a:extLst>
              <a:ext uri="{FF2B5EF4-FFF2-40B4-BE49-F238E27FC236}">
                <a16:creationId xmlns:a16="http://schemas.microsoft.com/office/drawing/2014/main" id="{6085074D-41B5-1CBC-25DA-E425927649BC}"/>
              </a:ext>
            </a:extLst>
          </p:cNvPr>
          <p:cNvSpPr txBox="1"/>
          <p:nvPr/>
        </p:nvSpPr>
        <p:spPr>
          <a:xfrm>
            <a:off x="7157158" y="3907597"/>
            <a:ext cx="570089" cy="230832"/>
          </a:xfrm>
          <a:prstGeom prst="rect">
            <a:avLst/>
          </a:prstGeom>
          <a:noFill/>
        </p:spPr>
        <p:txBody>
          <a:bodyPr wrap="square" rtlCol="0">
            <a:spAutoFit/>
          </a:bodyPr>
          <a:lstStyle/>
          <a:p>
            <a:pPr algn="ctr"/>
            <a:r>
              <a:rPr lang="en-US" sz="900" dirty="0"/>
              <a:t>39</a:t>
            </a:r>
          </a:p>
        </p:txBody>
      </p:sp>
      <p:sp>
        <p:nvSpPr>
          <p:cNvPr id="72" name="TextBox 71">
            <a:extLst>
              <a:ext uri="{FF2B5EF4-FFF2-40B4-BE49-F238E27FC236}">
                <a16:creationId xmlns:a16="http://schemas.microsoft.com/office/drawing/2014/main" id="{E9F0DB2F-B477-5748-BC2A-6F0D33FDED14}"/>
              </a:ext>
            </a:extLst>
          </p:cNvPr>
          <p:cNvSpPr txBox="1"/>
          <p:nvPr/>
        </p:nvSpPr>
        <p:spPr>
          <a:xfrm>
            <a:off x="7157158" y="4909484"/>
            <a:ext cx="570089" cy="230832"/>
          </a:xfrm>
          <a:prstGeom prst="rect">
            <a:avLst/>
          </a:prstGeom>
          <a:noFill/>
        </p:spPr>
        <p:txBody>
          <a:bodyPr wrap="square" rtlCol="0">
            <a:spAutoFit/>
          </a:bodyPr>
          <a:lstStyle/>
          <a:p>
            <a:pPr algn="ctr"/>
            <a:r>
              <a:rPr lang="en-US" sz="900" dirty="0"/>
              <a:t>87</a:t>
            </a:r>
          </a:p>
        </p:txBody>
      </p:sp>
      <p:sp>
        <p:nvSpPr>
          <p:cNvPr id="73" name="TextBox 72">
            <a:extLst>
              <a:ext uri="{FF2B5EF4-FFF2-40B4-BE49-F238E27FC236}">
                <a16:creationId xmlns:a16="http://schemas.microsoft.com/office/drawing/2014/main" id="{AA7A830B-0F45-CE3B-4E3A-5E14ACC53617}"/>
              </a:ext>
            </a:extLst>
          </p:cNvPr>
          <p:cNvSpPr txBox="1"/>
          <p:nvPr/>
        </p:nvSpPr>
        <p:spPr>
          <a:xfrm>
            <a:off x="5650090" y="4909484"/>
            <a:ext cx="570089" cy="230832"/>
          </a:xfrm>
          <a:prstGeom prst="rect">
            <a:avLst/>
          </a:prstGeom>
          <a:noFill/>
        </p:spPr>
        <p:txBody>
          <a:bodyPr wrap="square" rtlCol="0">
            <a:spAutoFit/>
          </a:bodyPr>
          <a:lstStyle/>
          <a:p>
            <a:pPr algn="ctr"/>
            <a:r>
              <a:rPr lang="en-US" sz="900" dirty="0"/>
              <a:t>45</a:t>
            </a:r>
          </a:p>
        </p:txBody>
      </p:sp>
      <p:sp>
        <p:nvSpPr>
          <p:cNvPr id="75" name="TextBox 74">
            <a:extLst>
              <a:ext uri="{FF2B5EF4-FFF2-40B4-BE49-F238E27FC236}">
                <a16:creationId xmlns:a16="http://schemas.microsoft.com/office/drawing/2014/main" id="{F7C77A9C-971E-7D56-8BDA-1D27619FA9B2}"/>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32677F2E-D7D5-095F-712F-D94249A892FF}"/>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DD175C09-E935-C2CD-203C-BC7BC1CB2241}"/>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78" name="TextBox 77">
            <a:extLst>
              <a:ext uri="{FF2B5EF4-FFF2-40B4-BE49-F238E27FC236}">
                <a16:creationId xmlns:a16="http://schemas.microsoft.com/office/drawing/2014/main" id="{66D684AC-ADA3-B622-2607-D468F75E6DB7}"/>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3" name="TextBox 2">
            <a:extLst>
              <a:ext uri="{FF2B5EF4-FFF2-40B4-BE49-F238E27FC236}">
                <a16:creationId xmlns:a16="http://schemas.microsoft.com/office/drawing/2014/main" id="{89C35B06-BAA8-2339-CA1B-39F3AC2F5576}"/>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112CA0B6-A902-2321-D162-175BB4FF1770}"/>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8D3618BD-F163-5107-50AF-5CB5C0FABDE0}"/>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1D824A17-0B2C-0EDC-4CCA-37273825DF86}"/>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538B3C21-2F71-B1A9-8452-11E1DD8A7A95}"/>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4BD736C2-8ED7-D6CD-F480-5532A4A3B809}"/>
              </a:ext>
            </a:extLst>
          </p:cNvPr>
          <p:cNvSpPr txBox="1"/>
          <p:nvPr/>
        </p:nvSpPr>
        <p:spPr>
          <a:xfrm>
            <a:off x="5215469" y="4747898"/>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0B2AEE38-7A77-E4EA-A32C-EB48F3CD36AE}"/>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B732F10A-C2A9-46C7-C18B-166ED62955A1}"/>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9C807DF5-8185-DD7C-2C44-9990524B9544}"/>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87EFC875-C3B2-C063-1455-520CEA4FACCA}"/>
              </a:ext>
            </a:extLst>
          </p:cNvPr>
          <p:cNvSpPr txBox="1"/>
          <p:nvPr/>
        </p:nvSpPr>
        <p:spPr>
          <a:xfrm>
            <a:off x="5715003" y="1224551"/>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8C6E686A-C312-D445-26A1-1FFD8353E106}"/>
              </a:ext>
            </a:extLst>
          </p:cNvPr>
          <p:cNvSpPr txBox="1"/>
          <p:nvPr/>
        </p:nvSpPr>
        <p:spPr>
          <a:xfrm>
            <a:off x="5215469" y="721216"/>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73C619EC-ECE7-AB49-7BF7-8FC63690884D}"/>
              </a:ext>
            </a:extLst>
          </p:cNvPr>
          <p:cNvSpPr txBox="1"/>
          <p:nvPr/>
        </p:nvSpPr>
        <p:spPr>
          <a:xfrm>
            <a:off x="6214537" y="1727886"/>
            <a:ext cx="462845" cy="584775"/>
          </a:xfrm>
          <a:prstGeom prst="rect">
            <a:avLst/>
          </a:prstGeom>
          <a:noFill/>
        </p:spPr>
        <p:txBody>
          <a:bodyPr wrap="square" rtlCol="0">
            <a:spAutoFit/>
          </a:bodyPr>
          <a:lstStyle/>
          <a:p>
            <a:pPr algn="ctr"/>
            <a:r>
              <a:rPr lang="en-US" sz="3200" dirty="0"/>
              <a:t>7</a:t>
            </a:r>
          </a:p>
        </p:txBody>
      </p:sp>
      <p:sp>
        <p:nvSpPr>
          <p:cNvPr id="26" name="TextBox 25">
            <a:extLst>
              <a:ext uri="{FF2B5EF4-FFF2-40B4-BE49-F238E27FC236}">
                <a16:creationId xmlns:a16="http://schemas.microsoft.com/office/drawing/2014/main" id="{70689365-7BDF-F000-2727-88A047E1BB01}"/>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50BAAC49-5DD2-EB36-FE6C-0F1890A14B12}"/>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27679196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63E62-4B66-34B8-5978-E3F47B9F66A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A4682A-20FE-34FD-4D88-1E1D81462B21}"/>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21DA053E-F7C2-CFA4-C42A-4C6BB1FF292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DA30450-8250-A870-1887-9B9A57389D1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BC1E9FB-5BC0-71B6-45AB-2278963053B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0E946A2-D8A5-5B1C-3911-30C57FB74BEA}"/>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4F1F3726-C878-02CB-DBF5-12B5BA1A3DF8}"/>
              </a:ext>
            </a:extLst>
          </p:cNvPr>
          <p:cNvSpPr txBox="1"/>
          <p:nvPr/>
        </p:nvSpPr>
        <p:spPr>
          <a:xfrm>
            <a:off x="3138310" y="3907597"/>
            <a:ext cx="570089" cy="230832"/>
          </a:xfrm>
          <a:prstGeom prst="rect">
            <a:avLst/>
          </a:prstGeom>
          <a:noFill/>
        </p:spPr>
        <p:txBody>
          <a:bodyPr wrap="square" rtlCol="0">
            <a:spAutoFit/>
          </a:bodyPr>
          <a:lstStyle/>
          <a:p>
            <a:pPr algn="ctr"/>
            <a:r>
              <a:rPr lang="en-US" sz="900" dirty="0"/>
              <a:t>45</a:t>
            </a:r>
          </a:p>
        </p:txBody>
      </p:sp>
      <p:sp>
        <p:nvSpPr>
          <p:cNvPr id="10" name="TextBox 9">
            <a:extLst>
              <a:ext uri="{FF2B5EF4-FFF2-40B4-BE49-F238E27FC236}">
                <a16:creationId xmlns:a16="http://schemas.microsoft.com/office/drawing/2014/main" id="{5EF12DAD-7EE6-8414-6584-2848F7D2A385}"/>
              </a:ext>
            </a:extLst>
          </p:cNvPr>
          <p:cNvSpPr txBox="1"/>
          <p:nvPr/>
        </p:nvSpPr>
        <p:spPr>
          <a:xfrm>
            <a:off x="4143022" y="4909484"/>
            <a:ext cx="570089" cy="230832"/>
          </a:xfrm>
          <a:prstGeom prst="rect">
            <a:avLst/>
          </a:prstGeom>
          <a:noFill/>
        </p:spPr>
        <p:txBody>
          <a:bodyPr wrap="square" rtlCol="0">
            <a:spAutoFit/>
          </a:bodyPr>
          <a:lstStyle/>
          <a:p>
            <a:pPr algn="ctr"/>
            <a:r>
              <a:rPr lang="en-US" sz="900" dirty="0"/>
              <a:t>54</a:t>
            </a:r>
          </a:p>
        </p:txBody>
      </p:sp>
      <p:sp>
        <p:nvSpPr>
          <p:cNvPr id="11" name="TextBox 10">
            <a:extLst>
              <a:ext uri="{FF2B5EF4-FFF2-40B4-BE49-F238E27FC236}">
                <a16:creationId xmlns:a16="http://schemas.microsoft.com/office/drawing/2014/main" id="{AAF16CBC-6874-3C17-FED7-81075633806C}"/>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55C05BCF-61A1-D772-5635-4770AC186B13}"/>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1FC5E04F-0881-5E4B-AB86-FE50F7D08CF5}"/>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27BCF39A-46E9-577E-E6BF-C005959E9B88}"/>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6010AC87-549B-CCD1-BD3E-AAB3A16F3452}"/>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46AD2C40-8A2F-F782-9F54-411EE6B9C383}"/>
              </a:ext>
            </a:extLst>
          </p:cNvPr>
          <p:cNvSpPr txBox="1"/>
          <p:nvPr/>
        </p:nvSpPr>
        <p:spPr>
          <a:xfrm>
            <a:off x="3640666" y="901933"/>
            <a:ext cx="570089" cy="230832"/>
          </a:xfrm>
          <a:prstGeom prst="rect">
            <a:avLst/>
          </a:prstGeom>
          <a:noFill/>
        </p:spPr>
        <p:txBody>
          <a:bodyPr wrap="square" rtlCol="0">
            <a:spAutoFit/>
          </a:bodyPr>
          <a:lstStyle/>
          <a:p>
            <a:pPr algn="ctr"/>
            <a:r>
              <a:rPr lang="en-US" sz="900" dirty="0"/>
              <a:t>459</a:t>
            </a:r>
          </a:p>
        </p:txBody>
      </p:sp>
      <p:sp>
        <p:nvSpPr>
          <p:cNvPr id="28" name="TextBox 27">
            <a:extLst>
              <a:ext uri="{FF2B5EF4-FFF2-40B4-BE49-F238E27FC236}">
                <a16:creationId xmlns:a16="http://schemas.microsoft.com/office/drawing/2014/main" id="{67C40484-A634-43BF-367D-8AB5C1CBE0F8}"/>
              </a:ext>
            </a:extLst>
          </p:cNvPr>
          <p:cNvSpPr txBox="1"/>
          <p:nvPr/>
        </p:nvSpPr>
        <p:spPr>
          <a:xfrm>
            <a:off x="3640666" y="1903821"/>
            <a:ext cx="570089" cy="230832"/>
          </a:xfrm>
          <a:prstGeom prst="rect">
            <a:avLst/>
          </a:prstGeom>
          <a:noFill/>
        </p:spPr>
        <p:txBody>
          <a:bodyPr wrap="square" rtlCol="0">
            <a:spAutoFit/>
          </a:bodyPr>
          <a:lstStyle/>
          <a:p>
            <a:pPr algn="ctr"/>
            <a:r>
              <a:rPr lang="en-US" sz="900" dirty="0"/>
              <a:t>49</a:t>
            </a:r>
          </a:p>
        </p:txBody>
      </p:sp>
      <p:sp>
        <p:nvSpPr>
          <p:cNvPr id="29" name="TextBox 28">
            <a:extLst>
              <a:ext uri="{FF2B5EF4-FFF2-40B4-BE49-F238E27FC236}">
                <a16:creationId xmlns:a16="http://schemas.microsoft.com/office/drawing/2014/main" id="{249CB74A-1C19-F7D5-1EB4-1418FF4A1769}"/>
              </a:ext>
            </a:extLst>
          </p:cNvPr>
          <p:cNvSpPr txBox="1"/>
          <p:nvPr/>
        </p:nvSpPr>
        <p:spPr>
          <a:xfrm>
            <a:off x="3640666" y="2404765"/>
            <a:ext cx="570089" cy="230832"/>
          </a:xfrm>
          <a:prstGeom prst="rect">
            <a:avLst/>
          </a:prstGeom>
          <a:noFill/>
        </p:spPr>
        <p:txBody>
          <a:bodyPr wrap="square" rtlCol="0">
            <a:spAutoFit/>
          </a:bodyPr>
          <a:lstStyle/>
          <a:p>
            <a:pPr algn="ctr"/>
            <a:r>
              <a:rPr lang="en-US" sz="900" dirty="0"/>
              <a:t>59</a:t>
            </a:r>
          </a:p>
        </p:txBody>
      </p:sp>
      <p:sp>
        <p:nvSpPr>
          <p:cNvPr id="31" name="TextBox 30">
            <a:extLst>
              <a:ext uri="{FF2B5EF4-FFF2-40B4-BE49-F238E27FC236}">
                <a16:creationId xmlns:a16="http://schemas.microsoft.com/office/drawing/2014/main" id="{A0376CA7-5C72-40D0-E979-69C1BBFA1E1D}"/>
              </a:ext>
            </a:extLst>
          </p:cNvPr>
          <p:cNvSpPr txBox="1"/>
          <p:nvPr/>
        </p:nvSpPr>
        <p:spPr>
          <a:xfrm>
            <a:off x="5147734" y="1903821"/>
            <a:ext cx="570089" cy="230832"/>
          </a:xfrm>
          <a:prstGeom prst="rect">
            <a:avLst/>
          </a:prstGeom>
          <a:noFill/>
        </p:spPr>
        <p:txBody>
          <a:bodyPr wrap="square" rtlCol="0">
            <a:spAutoFit/>
          </a:bodyPr>
          <a:lstStyle/>
          <a:p>
            <a:pPr algn="ctr"/>
            <a:r>
              <a:rPr lang="en-US" sz="900" dirty="0"/>
              <a:t>289</a:t>
            </a:r>
          </a:p>
        </p:txBody>
      </p:sp>
      <p:sp>
        <p:nvSpPr>
          <p:cNvPr id="33" name="TextBox 32">
            <a:extLst>
              <a:ext uri="{FF2B5EF4-FFF2-40B4-BE49-F238E27FC236}">
                <a16:creationId xmlns:a16="http://schemas.microsoft.com/office/drawing/2014/main" id="{5C2FFC5D-AF16-127D-3CCC-EF025C63C668}"/>
              </a:ext>
            </a:extLst>
          </p:cNvPr>
          <p:cNvSpPr txBox="1"/>
          <p:nvPr/>
        </p:nvSpPr>
        <p:spPr>
          <a:xfrm>
            <a:off x="5147734" y="3406653"/>
            <a:ext cx="570089" cy="230832"/>
          </a:xfrm>
          <a:prstGeom prst="rect">
            <a:avLst/>
          </a:prstGeom>
          <a:noFill/>
        </p:spPr>
        <p:txBody>
          <a:bodyPr wrap="square" rtlCol="0">
            <a:spAutoFit/>
          </a:bodyPr>
          <a:lstStyle/>
          <a:p>
            <a:pPr algn="ctr"/>
            <a:r>
              <a:rPr lang="en-US" sz="900" dirty="0"/>
              <a:t>29</a:t>
            </a:r>
          </a:p>
        </p:txBody>
      </p:sp>
      <p:sp>
        <p:nvSpPr>
          <p:cNvPr id="38" name="TextBox 37">
            <a:extLst>
              <a:ext uri="{FF2B5EF4-FFF2-40B4-BE49-F238E27FC236}">
                <a16:creationId xmlns:a16="http://schemas.microsoft.com/office/drawing/2014/main" id="{AB7C5924-8CE5-18DA-DA01-2FE04CA6C83E}"/>
              </a:ext>
            </a:extLst>
          </p:cNvPr>
          <p:cNvSpPr txBox="1"/>
          <p:nvPr/>
        </p:nvSpPr>
        <p:spPr>
          <a:xfrm>
            <a:off x="6654802" y="4909484"/>
            <a:ext cx="570089" cy="230832"/>
          </a:xfrm>
          <a:prstGeom prst="rect">
            <a:avLst/>
          </a:prstGeom>
          <a:noFill/>
        </p:spPr>
        <p:txBody>
          <a:bodyPr wrap="square" rtlCol="0">
            <a:spAutoFit/>
          </a:bodyPr>
          <a:lstStyle/>
          <a:p>
            <a:pPr algn="ctr"/>
            <a:r>
              <a:rPr lang="en-US" sz="900" dirty="0"/>
              <a:t>78</a:t>
            </a:r>
          </a:p>
        </p:txBody>
      </p:sp>
      <p:sp>
        <p:nvSpPr>
          <p:cNvPr id="39" name="TextBox 38">
            <a:extLst>
              <a:ext uri="{FF2B5EF4-FFF2-40B4-BE49-F238E27FC236}">
                <a16:creationId xmlns:a16="http://schemas.microsoft.com/office/drawing/2014/main" id="{80965268-49C2-75AB-F28E-03B352779D53}"/>
              </a:ext>
            </a:extLst>
          </p:cNvPr>
          <p:cNvSpPr txBox="1"/>
          <p:nvPr/>
        </p:nvSpPr>
        <p:spPr>
          <a:xfrm>
            <a:off x="4143022" y="1402877"/>
            <a:ext cx="570089" cy="230832"/>
          </a:xfrm>
          <a:prstGeom prst="rect">
            <a:avLst/>
          </a:prstGeom>
          <a:noFill/>
        </p:spPr>
        <p:txBody>
          <a:bodyPr wrap="square" rtlCol="0">
            <a:spAutoFit/>
          </a:bodyPr>
          <a:lstStyle/>
          <a:p>
            <a:pPr algn="ctr"/>
            <a:r>
              <a:rPr lang="en-US" sz="900" dirty="0"/>
              <a:t>28</a:t>
            </a:r>
          </a:p>
        </p:txBody>
      </p:sp>
      <p:sp>
        <p:nvSpPr>
          <p:cNvPr id="40" name="TextBox 39">
            <a:extLst>
              <a:ext uri="{FF2B5EF4-FFF2-40B4-BE49-F238E27FC236}">
                <a16:creationId xmlns:a16="http://schemas.microsoft.com/office/drawing/2014/main" id="{EE13DF30-8A3A-5AA6-86E0-56041470732D}"/>
              </a:ext>
            </a:extLst>
          </p:cNvPr>
          <p:cNvSpPr txBox="1"/>
          <p:nvPr/>
        </p:nvSpPr>
        <p:spPr>
          <a:xfrm>
            <a:off x="4645378" y="1402877"/>
            <a:ext cx="570089" cy="230832"/>
          </a:xfrm>
          <a:prstGeom prst="rect">
            <a:avLst/>
          </a:prstGeom>
          <a:noFill/>
        </p:spPr>
        <p:txBody>
          <a:bodyPr wrap="square" rtlCol="0">
            <a:spAutoFit/>
          </a:bodyPr>
          <a:lstStyle/>
          <a:p>
            <a:pPr algn="ctr"/>
            <a:r>
              <a:rPr lang="en-US" sz="900" dirty="0"/>
              <a:t>82</a:t>
            </a:r>
          </a:p>
        </p:txBody>
      </p:sp>
      <p:sp>
        <p:nvSpPr>
          <p:cNvPr id="43" name="TextBox 42">
            <a:extLst>
              <a:ext uri="{FF2B5EF4-FFF2-40B4-BE49-F238E27FC236}">
                <a16:creationId xmlns:a16="http://schemas.microsoft.com/office/drawing/2014/main" id="{FE348E82-1DFF-AF19-7578-BCE94B4A3540}"/>
              </a:ext>
            </a:extLst>
          </p:cNvPr>
          <p:cNvSpPr txBox="1"/>
          <p:nvPr/>
        </p:nvSpPr>
        <p:spPr>
          <a:xfrm>
            <a:off x="4143022" y="2905709"/>
            <a:ext cx="570089" cy="230832"/>
          </a:xfrm>
          <a:prstGeom prst="rect">
            <a:avLst/>
          </a:prstGeom>
          <a:noFill/>
        </p:spPr>
        <p:txBody>
          <a:bodyPr wrap="square" rtlCol="0">
            <a:spAutoFit/>
          </a:bodyPr>
          <a:lstStyle/>
          <a:p>
            <a:pPr algn="ctr"/>
            <a:r>
              <a:rPr lang="en-US" sz="900" dirty="0"/>
              <a:t>579</a:t>
            </a:r>
          </a:p>
        </p:txBody>
      </p:sp>
      <p:sp>
        <p:nvSpPr>
          <p:cNvPr id="44" name="TextBox 43">
            <a:extLst>
              <a:ext uri="{FF2B5EF4-FFF2-40B4-BE49-F238E27FC236}">
                <a16:creationId xmlns:a16="http://schemas.microsoft.com/office/drawing/2014/main" id="{4364BCD3-6ED7-805D-913D-35BF55DC557A}"/>
              </a:ext>
            </a:extLst>
          </p:cNvPr>
          <p:cNvSpPr txBox="1"/>
          <p:nvPr/>
        </p:nvSpPr>
        <p:spPr>
          <a:xfrm>
            <a:off x="4645378" y="2905709"/>
            <a:ext cx="570089" cy="230832"/>
          </a:xfrm>
          <a:prstGeom prst="rect">
            <a:avLst/>
          </a:prstGeom>
          <a:noFill/>
        </p:spPr>
        <p:txBody>
          <a:bodyPr wrap="square" rtlCol="0">
            <a:spAutoFit/>
          </a:bodyPr>
          <a:lstStyle/>
          <a:p>
            <a:pPr algn="ctr"/>
            <a:r>
              <a:rPr lang="en-US" sz="900" dirty="0"/>
              <a:t>578</a:t>
            </a:r>
          </a:p>
        </p:txBody>
      </p:sp>
      <p:sp>
        <p:nvSpPr>
          <p:cNvPr id="45" name="TextBox 44">
            <a:extLst>
              <a:ext uri="{FF2B5EF4-FFF2-40B4-BE49-F238E27FC236}">
                <a16:creationId xmlns:a16="http://schemas.microsoft.com/office/drawing/2014/main" id="{F1E9C852-53A9-0DF8-8B83-5A69326C685D}"/>
              </a:ext>
            </a:extLst>
          </p:cNvPr>
          <p:cNvSpPr txBox="1"/>
          <p:nvPr/>
        </p:nvSpPr>
        <p:spPr>
          <a:xfrm>
            <a:off x="5650090" y="2905709"/>
            <a:ext cx="570089" cy="230832"/>
          </a:xfrm>
          <a:prstGeom prst="rect">
            <a:avLst/>
          </a:prstGeom>
          <a:noFill/>
        </p:spPr>
        <p:txBody>
          <a:bodyPr wrap="square" rtlCol="0">
            <a:spAutoFit/>
          </a:bodyPr>
          <a:lstStyle/>
          <a:p>
            <a:pPr algn="ctr"/>
            <a:r>
              <a:rPr lang="en-US" sz="900" dirty="0"/>
              <a:t>589</a:t>
            </a:r>
          </a:p>
        </p:txBody>
      </p:sp>
      <p:sp>
        <p:nvSpPr>
          <p:cNvPr id="46" name="TextBox 45">
            <a:extLst>
              <a:ext uri="{FF2B5EF4-FFF2-40B4-BE49-F238E27FC236}">
                <a16:creationId xmlns:a16="http://schemas.microsoft.com/office/drawing/2014/main" id="{F9F878A9-D7A1-59E1-121A-FC04ED072C36}"/>
              </a:ext>
            </a:extLst>
          </p:cNvPr>
          <p:cNvSpPr txBox="1"/>
          <p:nvPr/>
        </p:nvSpPr>
        <p:spPr>
          <a:xfrm>
            <a:off x="6152446" y="2905709"/>
            <a:ext cx="570089" cy="230832"/>
          </a:xfrm>
          <a:prstGeom prst="rect">
            <a:avLst/>
          </a:prstGeom>
          <a:noFill/>
        </p:spPr>
        <p:txBody>
          <a:bodyPr wrap="square" rtlCol="0">
            <a:spAutoFit/>
          </a:bodyPr>
          <a:lstStyle/>
          <a:p>
            <a:pPr algn="ctr"/>
            <a:r>
              <a:rPr lang="en-US" sz="900" dirty="0"/>
              <a:t>589</a:t>
            </a:r>
          </a:p>
        </p:txBody>
      </p:sp>
      <p:sp>
        <p:nvSpPr>
          <p:cNvPr id="51" name="TextBox 50">
            <a:extLst>
              <a:ext uri="{FF2B5EF4-FFF2-40B4-BE49-F238E27FC236}">
                <a16:creationId xmlns:a16="http://schemas.microsoft.com/office/drawing/2014/main" id="{C9079D83-4342-1529-9AA3-E19F431F2497}"/>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9842370D-D61A-DCF6-9B02-B497A04A7E1A}"/>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95418668-0583-E6DE-A951-B225BEC92416}"/>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303926EC-9F73-9103-EF89-9E6611299696}"/>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2AED1C2C-9789-98F8-EA75-F5F7E7DD12B6}"/>
              </a:ext>
            </a:extLst>
          </p:cNvPr>
          <p:cNvSpPr txBox="1"/>
          <p:nvPr/>
        </p:nvSpPr>
        <p:spPr>
          <a:xfrm>
            <a:off x="4143022" y="901933"/>
            <a:ext cx="570089" cy="230832"/>
          </a:xfrm>
          <a:prstGeom prst="rect">
            <a:avLst/>
          </a:prstGeom>
          <a:noFill/>
        </p:spPr>
        <p:txBody>
          <a:bodyPr wrap="square" rtlCol="0">
            <a:spAutoFit/>
          </a:bodyPr>
          <a:lstStyle/>
          <a:p>
            <a:pPr algn="ctr"/>
            <a:r>
              <a:rPr lang="en-US" sz="900" dirty="0"/>
              <a:t>45789</a:t>
            </a:r>
          </a:p>
        </p:txBody>
      </p:sp>
      <p:sp>
        <p:nvSpPr>
          <p:cNvPr id="58" name="TextBox 57">
            <a:extLst>
              <a:ext uri="{FF2B5EF4-FFF2-40B4-BE49-F238E27FC236}">
                <a16:creationId xmlns:a16="http://schemas.microsoft.com/office/drawing/2014/main" id="{02AC6C33-E41B-1244-95CB-3CF1210C47F2}"/>
              </a:ext>
            </a:extLst>
          </p:cNvPr>
          <p:cNvSpPr txBox="1"/>
          <p:nvPr/>
        </p:nvSpPr>
        <p:spPr>
          <a:xfrm>
            <a:off x="4645378" y="901933"/>
            <a:ext cx="570089" cy="230832"/>
          </a:xfrm>
          <a:prstGeom prst="rect">
            <a:avLst/>
          </a:prstGeom>
          <a:noFill/>
        </p:spPr>
        <p:txBody>
          <a:bodyPr wrap="square" rtlCol="0">
            <a:spAutoFit/>
          </a:bodyPr>
          <a:lstStyle/>
          <a:p>
            <a:pPr algn="ctr"/>
            <a:r>
              <a:rPr lang="en-US" sz="900" dirty="0"/>
              <a:t>48</a:t>
            </a:r>
          </a:p>
        </p:txBody>
      </p:sp>
      <p:sp>
        <p:nvSpPr>
          <p:cNvPr id="59" name="TextBox 58">
            <a:extLst>
              <a:ext uri="{FF2B5EF4-FFF2-40B4-BE49-F238E27FC236}">
                <a16:creationId xmlns:a16="http://schemas.microsoft.com/office/drawing/2014/main" id="{E723E8F0-78BD-F8F9-3164-37731A758E2C}"/>
              </a:ext>
            </a:extLst>
          </p:cNvPr>
          <p:cNvSpPr txBox="1"/>
          <p:nvPr/>
        </p:nvSpPr>
        <p:spPr>
          <a:xfrm>
            <a:off x="3138310" y="901933"/>
            <a:ext cx="570089" cy="230832"/>
          </a:xfrm>
          <a:prstGeom prst="rect">
            <a:avLst/>
          </a:prstGeom>
          <a:noFill/>
        </p:spPr>
        <p:txBody>
          <a:bodyPr wrap="square" rtlCol="0">
            <a:spAutoFit/>
          </a:bodyPr>
          <a:lstStyle/>
          <a:p>
            <a:pPr algn="ctr"/>
            <a:r>
              <a:rPr lang="en-US" sz="900" dirty="0"/>
              <a:t>457</a:t>
            </a:r>
          </a:p>
        </p:txBody>
      </p:sp>
      <p:sp>
        <p:nvSpPr>
          <p:cNvPr id="60" name="TextBox 59">
            <a:extLst>
              <a:ext uri="{FF2B5EF4-FFF2-40B4-BE49-F238E27FC236}">
                <a16:creationId xmlns:a16="http://schemas.microsoft.com/office/drawing/2014/main" id="{04ECA4F7-C645-96EE-BA7C-6A0BEE958E25}"/>
              </a:ext>
            </a:extLst>
          </p:cNvPr>
          <p:cNvSpPr txBox="1"/>
          <p:nvPr/>
        </p:nvSpPr>
        <p:spPr>
          <a:xfrm>
            <a:off x="3138310" y="1903821"/>
            <a:ext cx="570089" cy="230832"/>
          </a:xfrm>
          <a:prstGeom prst="rect">
            <a:avLst/>
          </a:prstGeom>
          <a:noFill/>
        </p:spPr>
        <p:txBody>
          <a:bodyPr wrap="square" rtlCol="0">
            <a:spAutoFit/>
          </a:bodyPr>
          <a:lstStyle/>
          <a:p>
            <a:pPr algn="ctr"/>
            <a:r>
              <a:rPr lang="en-US" sz="900" dirty="0"/>
              <a:t>46</a:t>
            </a:r>
          </a:p>
        </p:txBody>
      </p:sp>
      <p:sp>
        <p:nvSpPr>
          <p:cNvPr id="61" name="TextBox 60">
            <a:extLst>
              <a:ext uri="{FF2B5EF4-FFF2-40B4-BE49-F238E27FC236}">
                <a16:creationId xmlns:a16="http://schemas.microsoft.com/office/drawing/2014/main" id="{7DB71155-4F63-4A5D-E599-2403E0EE1381}"/>
              </a:ext>
            </a:extLst>
          </p:cNvPr>
          <p:cNvSpPr txBox="1"/>
          <p:nvPr/>
        </p:nvSpPr>
        <p:spPr>
          <a:xfrm>
            <a:off x="3138310" y="2404765"/>
            <a:ext cx="570089" cy="230832"/>
          </a:xfrm>
          <a:prstGeom prst="rect">
            <a:avLst/>
          </a:prstGeom>
          <a:noFill/>
        </p:spPr>
        <p:txBody>
          <a:bodyPr wrap="square" rtlCol="0">
            <a:spAutoFit/>
          </a:bodyPr>
          <a:lstStyle/>
          <a:p>
            <a:pPr algn="ctr"/>
            <a:r>
              <a:rPr lang="en-US" sz="900" dirty="0"/>
              <a:t>567</a:t>
            </a:r>
          </a:p>
        </p:txBody>
      </p:sp>
      <p:sp>
        <p:nvSpPr>
          <p:cNvPr id="62" name="TextBox 61">
            <a:extLst>
              <a:ext uri="{FF2B5EF4-FFF2-40B4-BE49-F238E27FC236}">
                <a16:creationId xmlns:a16="http://schemas.microsoft.com/office/drawing/2014/main" id="{B8EC773C-0D38-84AC-A0B5-E3821DA115B7}"/>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3" name="TextBox 62">
            <a:extLst>
              <a:ext uri="{FF2B5EF4-FFF2-40B4-BE49-F238E27FC236}">
                <a16:creationId xmlns:a16="http://schemas.microsoft.com/office/drawing/2014/main" id="{C9383634-8AA2-562B-B598-D120068CA9AD}"/>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DACEBACB-89BA-E29B-F73A-4E49538819F4}"/>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9653E11D-BC23-F26C-67CB-043A4B32D32C}"/>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ADAD9BA1-8654-3C10-AC50-6B716E201E4B}"/>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AADB460E-D8D1-F2DA-F1C0-2AC52F709B1C}"/>
              </a:ext>
            </a:extLst>
          </p:cNvPr>
          <p:cNvSpPr txBox="1"/>
          <p:nvPr/>
        </p:nvSpPr>
        <p:spPr>
          <a:xfrm>
            <a:off x="7157158" y="3406653"/>
            <a:ext cx="570089" cy="230832"/>
          </a:xfrm>
          <a:prstGeom prst="rect">
            <a:avLst/>
          </a:prstGeom>
          <a:noFill/>
        </p:spPr>
        <p:txBody>
          <a:bodyPr wrap="square" rtlCol="0">
            <a:spAutoFit/>
          </a:bodyPr>
          <a:lstStyle/>
          <a:p>
            <a:pPr algn="ctr"/>
            <a:r>
              <a:rPr lang="en-US" sz="900" dirty="0"/>
              <a:t>93</a:t>
            </a:r>
          </a:p>
        </p:txBody>
      </p:sp>
      <p:sp>
        <p:nvSpPr>
          <p:cNvPr id="71" name="TextBox 70">
            <a:extLst>
              <a:ext uri="{FF2B5EF4-FFF2-40B4-BE49-F238E27FC236}">
                <a16:creationId xmlns:a16="http://schemas.microsoft.com/office/drawing/2014/main" id="{FCA67858-8EC0-C219-450A-1719A80F64BA}"/>
              </a:ext>
            </a:extLst>
          </p:cNvPr>
          <p:cNvSpPr txBox="1"/>
          <p:nvPr/>
        </p:nvSpPr>
        <p:spPr>
          <a:xfrm>
            <a:off x="7157158" y="3907597"/>
            <a:ext cx="570089" cy="230832"/>
          </a:xfrm>
          <a:prstGeom prst="rect">
            <a:avLst/>
          </a:prstGeom>
          <a:noFill/>
        </p:spPr>
        <p:txBody>
          <a:bodyPr wrap="square" rtlCol="0">
            <a:spAutoFit/>
          </a:bodyPr>
          <a:lstStyle/>
          <a:p>
            <a:pPr algn="ctr"/>
            <a:r>
              <a:rPr lang="en-US" sz="900" dirty="0"/>
              <a:t>39</a:t>
            </a:r>
          </a:p>
        </p:txBody>
      </p:sp>
      <p:sp>
        <p:nvSpPr>
          <p:cNvPr id="72" name="TextBox 71">
            <a:extLst>
              <a:ext uri="{FF2B5EF4-FFF2-40B4-BE49-F238E27FC236}">
                <a16:creationId xmlns:a16="http://schemas.microsoft.com/office/drawing/2014/main" id="{2E30CA73-25DA-3DC1-BD03-A5AC064ED44D}"/>
              </a:ext>
            </a:extLst>
          </p:cNvPr>
          <p:cNvSpPr txBox="1"/>
          <p:nvPr/>
        </p:nvSpPr>
        <p:spPr>
          <a:xfrm>
            <a:off x="7157158" y="4909484"/>
            <a:ext cx="570089" cy="230832"/>
          </a:xfrm>
          <a:prstGeom prst="rect">
            <a:avLst/>
          </a:prstGeom>
          <a:noFill/>
        </p:spPr>
        <p:txBody>
          <a:bodyPr wrap="square" rtlCol="0">
            <a:spAutoFit/>
          </a:bodyPr>
          <a:lstStyle/>
          <a:p>
            <a:pPr algn="ctr"/>
            <a:r>
              <a:rPr lang="en-US" sz="900" dirty="0"/>
              <a:t>87</a:t>
            </a:r>
          </a:p>
        </p:txBody>
      </p:sp>
      <p:sp>
        <p:nvSpPr>
          <p:cNvPr id="73" name="TextBox 72">
            <a:extLst>
              <a:ext uri="{FF2B5EF4-FFF2-40B4-BE49-F238E27FC236}">
                <a16:creationId xmlns:a16="http://schemas.microsoft.com/office/drawing/2014/main" id="{C36E3C05-386E-ED24-597A-0F39F908A836}"/>
              </a:ext>
            </a:extLst>
          </p:cNvPr>
          <p:cNvSpPr txBox="1"/>
          <p:nvPr/>
        </p:nvSpPr>
        <p:spPr>
          <a:xfrm>
            <a:off x="5650090" y="4909484"/>
            <a:ext cx="570089" cy="230832"/>
          </a:xfrm>
          <a:prstGeom prst="rect">
            <a:avLst/>
          </a:prstGeom>
          <a:noFill/>
        </p:spPr>
        <p:txBody>
          <a:bodyPr wrap="square" rtlCol="0">
            <a:spAutoFit/>
          </a:bodyPr>
          <a:lstStyle/>
          <a:p>
            <a:pPr algn="ctr"/>
            <a:r>
              <a:rPr lang="en-US" sz="900" dirty="0"/>
              <a:t>45</a:t>
            </a:r>
          </a:p>
        </p:txBody>
      </p:sp>
      <p:sp>
        <p:nvSpPr>
          <p:cNvPr id="75" name="TextBox 74">
            <a:extLst>
              <a:ext uri="{FF2B5EF4-FFF2-40B4-BE49-F238E27FC236}">
                <a16:creationId xmlns:a16="http://schemas.microsoft.com/office/drawing/2014/main" id="{65614594-37F9-5AFC-3686-B85CB242297E}"/>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79EF6991-DE0F-5488-C969-32871FE10068}"/>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0C283441-2987-3934-F602-F5778D9CFDBF}"/>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78" name="TextBox 77">
            <a:extLst>
              <a:ext uri="{FF2B5EF4-FFF2-40B4-BE49-F238E27FC236}">
                <a16:creationId xmlns:a16="http://schemas.microsoft.com/office/drawing/2014/main" id="{F2DC4FCB-C85F-3D06-0C62-AB57A8C12DAA}"/>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3" name="TextBox 2">
            <a:extLst>
              <a:ext uri="{FF2B5EF4-FFF2-40B4-BE49-F238E27FC236}">
                <a16:creationId xmlns:a16="http://schemas.microsoft.com/office/drawing/2014/main" id="{8FB88A55-9760-7E4B-A71A-54795E6C5E85}"/>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715C0AC0-0EA8-F68F-F7BE-042CAD14A2A3}"/>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7F402E78-81CD-D1DD-00E1-C4223B526645}"/>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E2527BF5-0225-76CE-FE2D-0C313729398F}"/>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54A6F906-F04E-464A-F65B-46F2A7AF6C73}"/>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ED3164E0-ED43-98AB-223F-BF0391B1C7FA}"/>
              </a:ext>
            </a:extLst>
          </p:cNvPr>
          <p:cNvSpPr txBox="1"/>
          <p:nvPr/>
        </p:nvSpPr>
        <p:spPr>
          <a:xfrm>
            <a:off x="5215469" y="4747898"/>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1D353C0E-3374-A93A-03CE-39B4C46366EA}"/>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CE22EE5C-4C9D-87A7-E735-69CEDBB74297}"/>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D3D6E1F5-8E85-994E-F9CA-06913B1B01AC}"/>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448E0D80-BA1A-81D1-594E-F1717F79B307}"/>
              </a:ext>
            </a:extLst>
          </p:cNvPr>
          <p:cNvSpPr txBox="1"/>
          <p:nvPr/>
        </p:nvSpPr>
        <p:spPr>
          <a:xfrm>
            <a:off x="5715003" y="1224551"/>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1AD5DDA8-5EC7-319B-A2CD-E1C34154C07B}"/>
              </a:ext>
            </a:extLst>
          </p:cNvPr>
          <p:cNvSpPr txBox="1"/>
          <p:nvPr/>
        </p:nvSpPr>
        <p:spPr>
          <a:xfrm>
            <a:off x="5215469" y="721216"/>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2EBDC656-8C0B-68DB-939A-B21C8B325F65}"/>
              </a:ext>
            </a:extLst>
          </p:cNvPr>
          <p:cNvSpPr txBox="1"/>
          <p:nvPr/>
        </p:nvSpPr>
        <p:spPr>
          <a:xfrm>
            <a:off x="6214537" y="1727886"/>
            <a:ext cx="462845" cy="584775"/>
          </a:xfrm>
          <a:prstGeom prst="rect">
            <a:avLst/>
          </a:prstGeom>
          <a:noFill/>
        </p:spPr>
        <p:txBody>
          <a:bodyPr wrap="square" rtlCol="0">
            <a:spAutoFit/>
          </a:bodyPr>
          <a:lstStyle/>
          <a:p>
            <a:pPr algn="ctr"/>
            <a:r>
              <a:rPr lang="en-US" sz="3200" dirty="0"/>
              <a:t>7</a:t>
            </a:r>
          </a:p>
        </p:txBody>
      </p:sp>
      <p:sp>
        <p:nvSpPr>
          <p:cNvPr id="26" name="TextBox 25">
            <a:extLst>
              <a:ext uri="{FF2B5EF4-FFF2-40B4-BE49-F238E27FC236}">
                <a16:creationId xmlns:a16="http://schemas.microsoft.com/office/drawing/2014/main" id="{2CEAF5BB-C5C1-6CEA-AD43-5D9A051A7F30}"/>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9FE3ED96-F812-E6A7-33C5-878712EF75E6}"/>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EC3664B9-A3AD-4B17-31C2-84176C9B9831}"/>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62D56AFE-9DB7-C25C-B023-D4DA15C43D02}"/>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5AB53588-BA21-AD4E-021E-7154C0EE5E96}"/>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27227638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DFB48-5FB1-CBA5-B57D-B04A3D8E2C4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4718FCD-5A49-B4CF-29AD-C38341AFB4ED}"/>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1DD7959-4D46-8648-46B8-64EA59C4CA6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3EE8A94-70F2-2847-792C-9304C5B64EE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C20D1F3-0CB6-63BA-3DA8-390ABFA3A86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4BCE6BD-B5A2-73E2-E54C-F3BD87623D52}"/>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47C0D804-3283-8B39-7EA1-4BC48FA130BF}"/>
              </a:ext>
            </a:extLst>
          </p:cNvPr>
          <p:cNvSpPr txBox="1"/>
          <p:nvPr/>
        </p:nvSpPr>
        <p:spPr>
          <a:xfrm>
            <a:off x="3138310" y="3907597"/>
            <a:ext cx="570089" cy="230832"/>
          </a:xfrm>
          <a:prstGeom prst="rect">
            <a:avLst/>
          </a:prstGeom>
          <a:noFill/>
        </p:spPr>
        <p:txBody>
          <a:bodyPr wrap="square" rtlCol="0">
            <a:spAutoFit/>
          </a:bodyPr>
          <a:lstStyle/>
          <a:p>
            <a:pPr algn="ctr"/>
            <a:r>
              <a:rPr lang="en-US" sz="900" dirty="0"/>
              <a:t>45</a:t>
            </a:r>
          </a:p>
        </p:txBody>
      </p:sp>
      <p:sp>
        <p:nvSpPr>
          <p:cNvPr id="10" name="TextBox 9">
            <a:extLst>
              <a:ext uri="{FF2B5EF4-FFF2-40B4-BE49-F238E27FC236}">
                <a16:creationId xmlns:a16="http://schemas.microsoft.com/office/drawing/2014/main" id="{8C8B2293-49DB-6FD6-D3A5-CFB18A7DDD3A}"/>
              </a:ext>
            </a:extLst>
          </p:cNvPr>
          <p:cNvSpPr txBox="1"/>
          <p:nvPr/>
        </p:nvSpPr>
        <p:spPr>
          <a:xfrm>
            <a:off x="4143022" y="4909484"/>
            <a:ext cx="570089" cy="230832"/>
          </a:xfrm>
          <a:prstGeom prst="rect">
            <a:avLst/>
          </a:prstGeom>
          <a:noFill/>
        </p:spPr>
        <p:txBody>
          <a:bodyPr wrap="square" rtlCol="0">
            <a:spAutoFit/>
          </a:bodyPr>
          <a:lstStyle/>
          <a:p>
            <a:pPr algn="ctr"/>
            <a:r>
              <a:rPr lang="en-US" sz="900" dirty="0"/>
              <a:t>54</a:t>
            </a:r>
          </a:p>
        </p:txBody>
      </p:sp>
      <p:sp>
        <p:nvSpPr>
          <p:cNvPr id="11" name="TextBox 10">
            <a:extLst>
              <a:ext uri="{FF2B5EF4-FFF2-40B4-BE49-F238E27FC236}">
                <a16:creationId xmlns:a16="http://schemas.microsoft.com/office/drawing/2014/main" id="{8CE76115-C072-D0FB-893D-6F6AF410E344}"/>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7827A5E2-2C43-DDFA-AFE8-B9ECE59B74C9}"/>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A2020C73-2E5E-5C33-AACC-26FA958492E2}"/>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1FE27D23-743B-1C7B-8178-3533CFAAAB20}"/>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0F9E1719-0061-F593-14D4-441D3A636E33}"/>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9C93EAD4-7EF8-3C65-41BA-8AB97B3E0796}"/>
              </a:ext>
            </a:extLst>
          </p:cNvPr>
          <p:cNvSpPr txBox="1"/>
          <p:nvPr/>
        </p:nvSpPr>
        <p:spPr>
          <a:xfrm>
            <a:off x="3640666" y="901933"/>
            <a:ext cx="570089" cy="230832"/>
          </a:xfrm>
          <a:prstGeom prst="rect">
            <a:avLst/>
          </a:prstGeom>
          <a:noFill/>
        </p:spPr>
        <p:txBody>
          <a:bodyPr wrap="square" rtlCol="0">
            <a:spAutoFit/>
          </a:bodyPr>
          <a:lstStyle/>
          <a:p>
            <a:pPr algn="ctr"/>
            <a:r>
              <a:rPr lang="en-US" sz="900" dirty="0"/>
              <a:t>459</a:t>
            </a:r>
          </a:p>
        </p:txBody>
      </p:sp>
      <p:sp>
        <p:nvSpPr>
          <p:cNvPr id="28" name="TextBox 27">
            <a:extLst>
              <a:ext uri="{FF2B5EF4-FFF2-40B4-BE49-F238E27FC236}">
                <a16:creationId xmlns:a16="http://schemas.microsoft.com/office/drawing/2014/main" id="{3280CBB3-C77C-A830-32DF-2211AF708100}"/>
              </a:ext>
            </a:extLst>
          </p:cNvPr>
          <p:cNvSpPr txBox="1"/>
          <p:nvPr/>
        </p:nvSpPr>
        <p:spPr>
          <a:xfrm>
            <a:off x="3640666" y="1903821"/>
            <a:ext cx="570089" cy="230832"/>
          </a:xfrm>
          <a:prstGeom prst="rect">
            <a:avLst/>
          </a:prstGeom>
          <a:noFill/>
        </p:spPr>
        <p:txBody>
          <a:bodyPr wrap="square" rtlCol="0">
            <a:spAutoFit/>
          </a:bodyPr>
          <a:lstStyle/>
          <a:p>
            <a:pPr algn="ctr"/>
            <a:r>
              <a:rPr lang="en-US" sz="900" dirty="0"/>
              <a:t>49</a:t>
            </a:r>
          </a:p>
        </p:txBody>
      </p:sp>
      <p:sp>
        <p:nvSpPr>
          <p:cNvPr id="29" name="TextBox 28">
            <a:extLst>
              <a:ext uri="{FF2B5EF4-FFF2-40B4-BE49-F238E27FC236}">
                <a16:creationId xmlns:a16="http://schemas.microsoft.com/office/drawing/2014/main" id="{AB82DA09-9D7F-D09F-D159-9E265B439E86}"/>
              </a:ext>
            </a:extLst>
          </p:cNvPr>
          <p:cNvSpPr txBox="1"/>
          <p:nvPr/>
        </p:nvSpPr>
        <p:spPr>
          <a:xfrm>
            <a:off x="3640666" y="2404765"/>
            <a:ext cx="570089" cy="230832"/>
          </a:xfrm>
          <a:prstGeom prst="rect">
            <a:avLst/>
          </a:prstGeom>
          <a:noFill/>
        </p:spPr>
        <p:txBody>
          <a:bodyPr wrap="square" rtlCol="0">
            <a:spAutoFit/>
          </a:bodyPr>
          <a:lstStyle/>
          <a:p>
            <a:pPr algn="ctr"/>
            <a:r>
              <a:rPr lang="en-US" sz="900" dirty="0"/>
              <a:t>59</a:t>
            </a:r>
          </a:p>
        </p:txBody>
      </p:sp>
      <p:sp>
        <p:nvSpPr>
          <p:cNvPr id="31" name="TextBox 30">
            <a:extLst>
              <a:ext uri="{FF2B5EF4-FFF2-40B4-BE49-F238E27FC236}">
                <a16:creationId xmlns:a16="http://schemas.microsoft.com/office/drawing/2014/main" id="{3AC1AD41-7A96-BAFE-C95B-E5609347C577}"/>
              </a:ext>
            </a:extLst>
          </p:cNvPr>
          <p:cNvSpPr txBox="1"/>
          <p:nvPr/>
        </p:nvSpPr>
        <p:spPr>
          <a:xfrm>
            <a:off x="5147734" y="1903821"/>
            <a:ext cx="570089" cy="230832"/>
          </a:xfrm>
          <a:prstGeom prst="rect">
            <a:avLst/>
          </a:prstGeom>
          <a:noFill/>
        </p:spPr>
        <p:txBody>
          <a:bodyPr wrap="square" rtlCol="0">
            <a:spAutoFit/>
          </a:bodyPr>
          <a:lstStyle/>
          <a:p>
            <a:pPr algn="ctr"/>
            <a:r>
              <a:rPr lang="en-US" sz="900" dirty="0"/>
              <a:t>92</a:t>
            </a:r>
          </a:p>
        </p:txBody>
      </p:sp>
      <p:sp>
        <p:nvSpPr>
          <p:cNvPr id="33" name="TextBox 32">
            <a:extLst>
              <a:ext uri="{FF2B5EF4-FFF2-40B4-BE49-F238E27FC236}">
                <a16:creationId xmlns:a16="http://schemas.microsoft.com/office/drawing/2014/main" id="{AF0C860E-DA10-C98B-A8E8-354C7619D28B}"/>
              </a:ext>
            </a:extLst>
          </p:cNvPr>
          <p:cNvSpPr txBox="1"/>
          <p:nvPr/>
        </p:nvSpPr>
        <p:spPr>
          <a:xfrm>
            <a:off x="5147734" y="3406653"/>
            <a:ext cx="570089" cy="230832"/>
          </a:xfrm>
          <a:prstGeom prst="rect">
            <a:avLst/>
          </a:prstGeom>
          <a:noFill/>
        </p:spPr>
        <p:txBody>
          <a:bodyPr wrap="square" rtlCol="0">
            <a:spAutoFit/>
          </a:bodyPr>
          <a:lstStyle/>
          <a:p>
            <a:pPr algn="ctr"/>
            <a:r>
              <a:rPr lang="en-US" sz="900" dirty="0"/>
              <a:t>29</a:t>
            </a:r>
          </a:p>
        </p:txBody>
      </p:sp>
      <p:sp>
        <p:nvSpPr>
          <p:cNvPr id="39" name="TextBox 38">
            <a:extLst>
              <a:ext uri="{FF2B5EF4-FFF2-40B4-BE49-F238E27FC236}">
                <a16:creationId xmlns:a16="http://schemas.microsoft.com/office/drawing/2014/main" id="{618D4006-DE38-6C18-0470-4735143EA7F4}"/>
              </a:ext>
            </a:extLst>
          </p:cNvPr>
          <p:cNvSpPr txBox="1"/>
          <p:nvPr/>
        </p:nvSpPr>
        <p:spPr>
          <a:xfrm>
            <a:off x="4143022" y="1402877"/>
            <a:ext cx="570089" cy="230832"/>
          </a:xfrm>
          <a:prstGeom prst="rect">
            <a:avLst/>
          </a:prstGeom>
          <a:noFill/>
        </p:spPr>
        <p:txBody>
          <a:bodyPr wrap="square" rtlCol="0">
            <a:spAutoFit/>
          </a:bodyPr>
          <a:lstStyle/>
          <a:p>
            <a:pPr algn="ctr"/>
            <a:r>
              <a:rPr lang="en-US" sz="900" dirty="0"/>
              <a:t>28</a:t>
            </a:r>
          </a:p>
        </p:txBody>
      </p:sp>
      <p:sp>
        <p:nvSpPr>
          <p:cNvPr id="40" name="TextBox 39">
            <a:extLst>
              <a:ext uri="{FF2B5EF4-FFF2-40B4-BE49-F238E27FC236}">
                <a16:creationId xmlns:a16="http://schemas.microsoft.com/office/drawing/2014/main" id="{55E6850E-6AD4-3125-A31F-08956A635035}"/>
              </a:ext>
            </a:extLst>
          </p:cNvPr>
          <p:cNvSpPr txBox="1"/>
          <p:nvPr/>
        </p:nvSpPr>
        <p:spPr>
          <a:xfrm>
            <a:off x="4645378" y="1402877"/>
            <a:ext cx="570089" cy="230832"/>
          </a:xfrm>
          <a:prstGeom prst="rect">
            <a:avLst/>
          </a:prstGeom>
          <a:noFill/>
        </p:spPr>
        <p:txBody>
          <a:bodyPr wrap="square" rtlCol="0">
            <a:spAutoFit/>
          </a:bodyPr>
          <a:lstStyle/>
          <a:p>
            <a:pPr algn="ctr"/>
            <a:r>
              <a:rPr lang="en-US" sz="900" dirty="0"/>
              <a:t>82</a:t>
            </a:r>
          </a:p>
        </p:txBody>
      </p:sp>
      <p:sp>
        <p:nvSpPr>
          <p:cNvPr id="43" name="TextBox 42">
            <a:extLst>
              <a:ext uri="{FF2B5EF4-FFF2-40B4-BE49-F238E27FC236}">
                <a16:creationId xmlns:a16="http://schemas.microsoft.com/office/drawing/2014/main" id="{A5EC8539-1B50-B822-CA36-522B62CE818E}"/>
              </a:ext>
            </a:extLst>
          </p:cNvPr>
          <p:cNvSpPr txBox="1"/>
          <p:nvPr/>
        </p:nvSpPr>
        <p:spPr>
          <a:xfrm>
            <a:off x="4143022" y="2905709"/>
            <a:ext cx="570089" cy="230832"/>
          </a:xfrm>
          <a:prstGeom prst="rect">
            <a:avLst/>
          </a:prstGeom>
          <a:noFill/>
        </p:spPr>
        <p:txBody>
          <a:bodyPr wrap="square" rtlCol="0">
            <a:spAutoFit/>
          </a:bodyPr>
          <a:lstStyle/>
          <a:p>
            <a:pPr algn="ctr"/>
            <a:r>
              <a:rPr lang="en-US" sz="900" dirty="0"/>
              <a:t>579</a:t>
            </a:r>
          </a:p>
        </p:txBody>
      </p:sp>
      <p:sp>
        <p:nvSpPr>
          <p:cNvPr id="44" name="TextBox 43">
            <a:extLst>
              <a:ext uri="{FF2B5EF4-FFF2-40B4-BE49-F238E27FC236}">
                <a16:creationId xmlns:a16="http://schemas.microsoft.com/office/drawing/2014/main" id="{3201BCE8-1EDB-9A27-CA98-794497290266}"/>
              </a:ext>
            </a:extLst>
          </p:cNvPr>
          <p:cNvSpPr txBox="1"/>
          <p:nvPr/>
        </p:nvSpPr>
        <p:spPr>
          <a:xfrm>
            <a:off x="4645378" y="2905709"/>
            <a:ext cx="570089" cy="230832"/>
          </a:xfrm>
          <a:prstGeom prst="rect">
            <a:avLst/>
          </a:prstGeom>
          <a:noFill/>
        </p:spPr>
        <p:txBody>
          <a:bodyPr wrap="square" rtlCol="0">
            <a:spAutoFit/>
          </a:bodyPr>
          <a:lstStyle/>
          <a:p>
            <a:pPr algn="ctr"/>
            <a:r>
              <a:rPr lang="en-US" sz="900" dirty="0"/>
              <a:t>578</a:t>
            </a:r>
          </a:p>
        </p:txBody>
      </p:sp>
      <p:sp>
        <p:nvSpPr>
          <p:cNvPr id="45" name="TextBox 44">
            <a:extLst>
              <a:ext uri="{FF2B5EF4-FFF2-40B4-BE49-F238E27FC236}">
                <a16:creationId xmlns:a16="http://schemas.microsoft.com/office/drawing/2014/main" id="{D0E85F88-3A64-B2A6-6E2B-576C5D808B00}"/>
              </a:ext>
            </a:extLst>
          </p:cNvPr>
          <p:cNvSpPr txBox="1"/>
          <p:nvPr/>
        </p:nvSpPr>
        <p:spPr>
          <a:xfrm>
            <a:off x="5650090" y="2905709"/>
            <a:ext cx="570089" cy="230832"/>
          </a:xfrm>
          <a:prstGeom prst="rect">
            <a:avLst/>
          </a:prstGeom>
          <a:noFill/>
        </p:spPr>
        <p:txBody>
          <a:bodyPr wrap="square" rtlCol="0">
            <a:spAutoFit/>
          </a:bodyPr>
          <a:lstStyle/>
          <a:p>
            <a:pPr algn="ctr"/>
            <a:r>
              <a:rPr lang="en-US" sz="900" dirty="0"/>
              <a:t>589</a:t>
            </a:r>
          </a:p>
        </p:txBody>
      </p:sp>
      <p:sp>
        <p:nvSpPr>
          <p:cNvPr id="46" name="TextBox 45">
            <a:extLst>
              <a:ext uri="{FF2B5EF4-FFF2-40B4-BE49-F238E27FC236}">
                <a16:creationId xmlns:a16="http://schemas.microsoft.com/office/drawing/2014/main" id="{39321035-43D4-F523-F151-D33C80699B75}"/>
              </a:ext>
            </a:extLst>
          </p:cNvPr>
          <p:cNvSpPr txBox="1"/>
          <p:nvPr/>
        </p:nvSpPr>
        <p:spPr>
          <a:xfrm>
            <a:off x="6152446" y="2905709"/>
            <a:ext cx="570089" cy="230832"/>
          </a:xfrm>
          <a:prstGeom prst="rect">
            <a:avLst/>
          </a:prstGeom>
          <a:noFill/>
        </p:spPr>
        <p:txBody>
          <a:bodyPr wrap="square" rtlCol="0">
            <a:spAutoFit/>
          </a:bodyPr>
          <a:lstStyle/>
          <a:p>
            <a:pPr algn="ctr"/>
            <a:r>
              <a:rPr lang="en-US" sz="900" dirty="0"/>
              <a:t>589</a:t>
            </a:r>
          </a:p>
        </p:txBody>
      </p:sp>
      <p:sp>
        <p:nvSpPr>
          <p:cNvPr id="51" name="TextBox 50">
            <a:extLst>
              <a:ext uri="{FF2B5EF4-FFF2-40B4-BE49-F238E27FC236}">
                <a16:creationId xmlns:a16="http://schemas.microsoft.com/office/drawing/2014/main" id="{DEF6328E-FF39-EEF1-92DF-8D730080D077}"/>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23B923FE-6A91-2663-B99C-B740C060273F}"/>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C519DDF6-4005-2E26-E3D3-8DE7D1AA181F}"/>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2776D21E-7387-BCE8-49F6-44FFF3B6B93E}"/>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9C5799A9-7340-63A3-0C31-FFD6AD1082FD}"/>
              </a:ext>
            </a:extLst>
          </p:cNvPr>
          <p:cNvSpPr txBox="1"/>
          <p:nvPr/>
        </p:nvSpPr>
        <p:spPr>
          <a:xfrm>
            <a:off x="4143022" y="901933"/>
            <a:ext cx="570089" cy="230832"/>
          </a:xfrm>
          <a:prstGeom prst="rect">
            <a:avLst/>
          </a:prstGeom>
          <a:noFill/>
        </p:spPr>
        <p:txBody>
          <a:bodyPr wrap="square" rtlCol="0">
            <a:spAutoFit/>
          </a:bodyPr>
          <a:lstStyle/>
          <a:p>
            <a:pPr algn="ctr"/>
            <a:r>
              <a:rPr lang="en-US" sz="900" dirty="0"/>
              <a:t>4579</a:t>
            </a:r>
          </a:p>
        </p:txBody>
      </p:sp>
      <p:sp>
        <p:nvSpPr>
          <p:cNvPr id="59" name="TextBox 58">
            <a:extLst>
              <a:ext uri="{FF2B5EF4-FFF2-40B4-BE49-F238E27FC236}">
                <a16:creationId xmlns:a16="http://schemas.microsoft.com/office/drawing/2014/main" id="{B66585D8-CA26-49C8-8BE4-08A30162EDEE}"/>
              </a:ext>
            </a:extLst>
          </p:cNvPr>
          <p:cNvSpPr txBox="1"/>
          <p:nvPr/>
        </p:nvSpPr>
        <p:spPr>
          <a:xfrm>
            <a:off x="3138310" y="901933"/>
            <a:ext cx="570089" cy="230832"/>
          </a:xfrm>
          <a:prstGeom prst="rect">
            <a:avLst/>
          </a:prstGeom>
          <a:noFill/>
        </p:spPr>
        <p:txBody>
          <a:bodyPr wrap="square" rtlCol="0">
            <a:spAutoFit/>
          </a:bodyPr>
          <a:lstStyle/>
          <a:p>
            <a:pPr algn="ctr"/>
            <a:r>
              <a:rPr lang="en-US" sz="900" dirty="0"/>
              <a:t>457</a:t>
            </a:r>
          </a:p>
        </p:txBody>
      </p:sp>
      <p:sp>
        <p:nvSpPr>
          <p:cNvPr id="60" name="TextBox 59">
            <a:extLst>
              <a:ext uri="{FF2B5EF4-FFF2-40B4-BE49-F238E27FC236}">
                <a16:creationId xmlns:a16="http://schemas.microsoft.com/office/drawing/2014/main" id="{0DCAD77F-EA40-EB93-2658-4569346CE8C4}"/>
              </a:ext>
            </a:extLst>
          </p:cNvPr>
          <p:cNvSpPr txBox="1"/>
          <p:nvPr/>
        </p:nvSpPr>
        <p:spPr>
          <a:xfrm>
            <a:off x="3138310" y="1903821"/>
            <a:ext cx="570089" cy="230832"/>
          </a:xfrm>
          <a:prstGeom prst="rect">
            <a:avLst/>
          </a:prstGeom>
          <a:noFill/>
        </p:spPr>
        <p:txBody>
          <a:bodyPr wrap="square" rtlCol="0">
            <a:spAutoFit/>
          </a:bodyPr>
          <a:lstStyle/>
          <a:p>
            <a:pPr algn="ctr"/>
            <a:r>
              <a:rPr lang="en-US" sz="900" dirty="0"/>
              <a:t>46</a:t>
            </a:r>
          </a:p>
        </p:txBody>
      </p:sp>
      <p:sp>
        <p:nvSpPr>
          <p:cNvPr id="61" name="TextBox 60">
            <a:extLst>
              <a:ext uri="{FF2B5EF4-FFF2-40B4-BE49-F238E27FC236}">
                <a16:creationId xmlns:a16="http://schemas.microsoft.com/office/drawing/2014/main" id="{1BF2DB60-D169-A573-77B5-C88BAE47641B}"/>
              </a:ext>
            </a:extLst>
          </p:cNvPr>
          <p:cNvSpPr txBox="1"/>
          <p:nvPr/>
        </p:nvSpPr>
        <p:spPr>
          <a:xfrm>
            <a:off x="3138310" y="2404765"/>
            <a:ext cx="570089" cy="230832"/>
          </a:xfrm>
          <a:prstGeom prst="rect">
            <a:avLst/>
          </a:prstGeom>
          <a:noFill/>
        </p:spPr>
        <p:txBody>
          <a:bodyPr wrap="square" rtlCol="0">
            <a:spAutoFit/>
          </a:bodyPr>
          <a:lstStyle/>
          <a:p>
            <a:pPr algn="ctr"/>
            <a:r>
              <a:rPr lang="en-US" sz="900" dirty="0"/>
              <a:t>567</a:t>
            </a:r>
          </a:p>
        </p:txBody>
      </p:sp>
      <p:sp>
        <p:nvSpPr>
          <p:cNvPr id="62" name="TextBox 61">
            <a:extLst>
              <a:ext uri="{FF2B5EF4-FFF2-40B4-BE49-F238E27FC236}">
                <a16:creationId xmlns:a16="http://schemas.microsoft.com/office/drawing/2014/main" id="{F53FABB0-F53E-20EF-07AF-4633CC09287A}"/>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3" name="TextBox 62">
            <a:extLst>
              <a:ext uri="{FF2B5EF4-FFF2-40B4-BE49-F238E27FC236}">
                <a16:creationId xmlns:a16="http://schemas.microsoft.com/office/drawing/2014/main" id="{66DA7DA8-4FEC-736E-9253-7EE82A8BDA0D}"/>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6AAB49AC-C4EE-2BA8-83C6-5FB78E28FD5E}"/>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B0137A19-A185-F4C9-0421-807C05311B40}"/>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E819D071-4082-76B0-DE0A-25FF3A635925}"/>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38F40752-2F24-A7E4-6F83-606511FF9D70}"/>
              </a:ext>
            </a:extLst>
          </p:cNvPr>
          <p:cNvSpPr txBox="1"/>
          <p:nvPr/>
        </p:nvSpPr>
        <p:spPr>
          <a:xfrm>
            <a:off x="7157158" y="3406653"/>
            <a:ext cx="570089" cy="230832"/>
          </a:xfrm>
          <a:prstGeom prst="rect">
            <a:avLst/>
          </a:prstGeom>
          <a:noFill/>
        </p:spPr>
        <p:txBody>
          <a:bodyPr wrap="square" rtlCol="0">
            <a:spAutoFit/>
          </a:bodyPr>
          <a:lstStyle/>
          <a:p>
            <a:pPr algn="ctr"/>
            <a:r>
              <a:rPr lang="en-US" sz="900" dirty="0"/>
              <a:t>93</a:t>
            </a:r>
          </a:p>
        </p:txBody>
      </p:sp>
      <p:sp>
        <p:nvSpPr>
          <p:cNvPr id="71" name="TextBox 70">
            <a:extLst>
              <a:ext uri="{FF2B5EF4-FFF2-40B4-BE49-F238E27FC236}">
                <a16:creationId xmlns:a16="http://schemas.microsoft.com/office/drawing/2014/main" id="{121263C6-95C6-35B5-CC9F-94C8EE759FC4}"/>
              </a:ext>
            </a:extLst>
          </p:cNvPr>
          <p:cNvSpPr txBox="1"/>
          <p:nvPr/>
        </p:nvSpPr>
        <p:spPr>
          <a:xfrm>
            <a:off x="7157158" y="3907597"/>
            <a:ext cx="570089" cy="230832"/>
          </a:xfrm>
          <a:prstGeom prst="rect">
            <a:avLst/>
          </a:prstGeom>
          <a:noFill/>
        </p:spPr>
        <p:txBody>
          <a:bodyPr wrap="square" rtlCol="0">
            <a:spAutoFit/>
          </a:bodyPr>
          <a:lstStyle/>
          <a:p>
            <a:pPr algn="ctr"/>
            <a:r>
              <a:rPr lang="en-US" sz="900" dirty="0"/>
              <a:t>39</a:t>
            </a:r>
          </a:p>
        </p:txBody>
      </p:sp>
      <p:sp>
        <p:nvSpPr>
          <p:cNvPr id="73" name="TextBox 72">
            <a:extLst>
              <a:ext uri="{FF2B5EF4-FFF2-40B4-BE49-F238E27FC236}">
                <a16:creationId xmlns:a16="http://schemas.microsoft.com/office/drawing/2014/main" id="{48032C37-6B5F-433F-42BF-EDAEFA891B2C}"/>
              </a:ext>
            </a:extLst>
          </p:cNvPr>
          <p:cNvSpPr txBox="1"/>
          <p:nvPr/>
        </p:nvSpPr>
        <p:spPr>
          <a:xfrm>
            <a:off x="5650090" y="4909484"/>
            <a:ext cx="570089" cy="230832"/>
          </a:xfrm>
          <a:prstGeom prst="rect">
            <a:avLst/>
          </a:prstGeom>
          <a:noFill/>
        </p:spPr>
        <p:txBody>
          <a:bodyPr wrap="square" rtlCol="0">
            <a:spAutoFit/>
          </a:bodyPr>
          <a:lstStyle/>
          <a:p>
            <a:pPr algn="ctr"/>
            <a:r>
              <a:rPr lang="en-US" sz="900" dirty="0"/>
              <a:t>45</a:t>
            </a:r>
          </a:p>
        </p:txBody>
      </p:sp>
      <p:sp>
        <p:nvSpPr>
          <p:cNvPr id="75" name="TextBox 74">
            <a:extLst>
              <a:ext uri="{FF2B5EF4-FFF2-40B4-BE49-F238E27FC236}">
                <a16:creationId xmlns:a16="http://schemas.microsoft.com/office/drawing/2014/main" id="{4453B74D-0A78-D516-A354-D72B7C3825FC}"/>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C596D5B8-EAD5-F7E8-F8C8-F7504B38E9CF}"/>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126634BB-7973-704D-932E-FA7665748799}"/>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78" name="TextBox 77">
            <a:extLst>
              <a:ext uri="{FF2B5EF4-FFF2-40B4-BE49-F238E27FC236}">
                <a16:creationId xmlns:a16="http://schemas.microsoft.com/office/drawing/2014/main" id="{3BA153BD-87CB-E7A2-79FF-D37DCE2CD69E}"/>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3" name="TextBox 2">
            <a:extLst>
              <a:ext uri="{FF2B5EF4-FFF2-40B4-BE49-F238E27FC236}">
                <a16:creationId xmlns:a16="http://schemas.microsoft.com/office/drawing/2014/main" id="{3CEDD968-5B30-A7AF-B80D-F04FDDDFF699}"/>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245BB2B5-E7D1-ADFB-4CA9-464D1362545F}"/>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45293E3A-872B-2050-3B44-42CEB11F4148}"/>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65831C8F-5FFA-D74C-F66F-FDCD560CB60F}"/>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10A4652A-A356-8B9B-58E3-8BED96C6919B}"/>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2CCEEAFA-185F-9F6F-73C2-010810F7DB8A}"/>
              </a:ext>
            </a:extLst>
          </p:cNvPr>
          <p:cNvSpPr txBox="1"/>
          <p:nvPr/>
        </p:nvSpPr>
        <p:spPr>
          <a:xfrm>
            <a:off x="5215469" y="4747898"/>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4CA399E5-CC51-B84E-DD94-EB7BD739730E}"/>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B52C3B07-64C9-8589-2458-0580EAFBA960}"/>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1121904E-EEB0-F597-49B4-85836D1A2DCA}"/>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F04C84F3-3949-BB68-0071-7BEE35EFF689}"/>
              </a:ext>
            </a:extLst>
          </p:cNvPr>
          <p:cNvSpPr txBox="1"/>
          <p:nvPr/>
        </p:nvSpPr>
        <p:spPr>
          <a:xfrm>
            <a:off x="5715003" y="1224551"/>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463CE46A-CC60-0A24-7F4A-EDAAD058640C}"/>
              </a:ext>
            </a:extLst>
          </p:cNvPr>
          <p:cNvSpPr txBox="1"/>
          <p:nvPr/>
        </p:nvSpPr>
        <p:spPr>
          <a:xfrm>
            <a:off x="5215469" y="721216"/>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769C225D-6D78-8658-EC1B-61ED4E9C92DE}"/>
              </a:ext>
            </a:extLst>
          </p:cNvPr>
          <p:cNvSpPr txBox="1"/>
          <p:nvPr/>
        </p:nvSpPr>
        <p:spPr>
          <a:xfrm>
            <a:off x="6214537" y="1727886"/>
            <a:ext cx="462845" cy="584775"/>
          </a:xfrm>
          <a:prstGeom prst="rect">
            <a:avLst/>
          </a:prstGeom>
          <a:noFill/>
        </p:spPr>
        <p:txBody>
          <a:bodyPr wrap="square" rtlCol="0">
            <a:spAutoFit/>
          </a:bodyPr>
          <a:lstStyle/>
          <a:p>
            <a:pPr algn="ctr"/>
            <a:r>
              <a:rPr lang="en-US" sz="3200" dirty="0"/>
              <a:t>7</a:t>
            </a:r>
          </a:p>
        </p:txBody>
      </p:sp>
      <p:sp>
        <p:nvSpPr>
          <p:cNvPr id="26" name="TextBox 25">
            <a:extLst>
              <a:ext uri="{FF2B5EF4-FFF2-40B4-BE49-F238E27FC236}">
                <a16:creationId xmlns:a16="http://schemas.microsoft.com/office/drawing/2014/main" id="{F4D802C7-3E69-E43A-F09E-E546EA3DA324}"/>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DBAF3E32-97F9-2EB6-5CA0-35E1C79586E6}"/>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B564E551-5DA4-6C03-2AB2-B881830618F5}"/>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12D9C42A-C107-CF9C-AC4B-674964A39E51}"/>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135AAB65-FF8D-A539-2237-B58DCB36E49E}"/>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9889180F-9A4D-9CE8-0D93-F9AAC20B2E76}"/>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064C679B-8446-40BC-83E2-53A1C11616DA}"/>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FB70AD9C-761E-BFC6-7D09-F5046BD3AB05}"/>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16091505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C696C-F364-4F6C-D912-E07C142F9F8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6D4E92-A506-7176-E384-CD6EB8C44FCF}"/>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4C562FA-3983-DD20-4989-6C13D930154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3F02213-73E8-4E0F-5DBC-F92D4C9B7AE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B640736-3A5E-09F0-C3BC-A9554CC5DBF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FC714FE-9F76-4665-BC6C-26A69CD4AA8F}"/>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2E6044C4-7B2E-E86E-333D-736216EA18B3}"/>
              </a:ext>
            </a:extLst>
          </p:cNvPr>
          <p:cNvSpPr txBox="1"/>
          <p:nvPr/>
        </p:nvSpPr>
        <p:spPr>
          <a:xfrm>
            <a:off x="3138310" y="3907597"/>
            <a:ext cx="570089" cy="230832"/>
          </a:xfrm>
          <a:prstGeom prst="rect">
            <a:avLst/>
          </a:prstGeom>
          <a:noFill/>
        </p:spPr>
        <p:txBody>
          <a:bodyPr wrap="square" rtlCol="0">
            <a:spAutoFit/>
          </a:bodyPr>
          <a:lstStyle/>
          <a:p>
            <a:pPr algn="ctr"/>
            <a:r>
              <a:rPr lang="en-US" sz="900" dirty="0"/>
              <a:t>45</a:t>
            </a:r>
          </a:p>
        </p:txBody>
      </p:sp>
      <p:sp>
        <p:nvSpPr>
          <p:cNvPr id="10" name="TextBox 9">
            <a:extLst>
              <a:ext uri="{FF2B5EF4-FFF2-40B4-BE49-F238E27FC236}">
                <a16:creationId xmlns:a16="http://schemas.microsoft.com/office/drawing/2014/main" id="{D649146A-134B-52BF-C777-AC5EC2C01880}"/>
              </a:ext>
            </a:extLst>
          </p:cNvPr>
          <p:cNvSpPr txBox="1"/>
          <p:nvPr/>
        </p:nvSpPr>
        <p:spPr>
          <a:xfrm>
            <a:off x="4143022" y="4909484"/>
            <a:ext cx="570089" cy="230832"/>
          </a:xfrm>
          <a:prstGeom prst="rect">
            <a:avLst/>
          </a:prstGeom>
          <a:noFill/>
        </p:spPr>
        <p:txBody>
          <a:bodyPr wrap="square" rtlCol="0">
            <a:spAutoFit/>
          </a:bodyPr>
          <a:lstStyle/>
          <a:p>
            <a:pPr algn="ctr"/>
            <a:r>
              <a:rPr lang="en-US" sz="900" dirty="0"/>
              <a:t>54</a:t>
            </a:r>
          </a:p>
        </p:txBody>
      </p:sp>
      <p:sp>
        <p:nvSpPr>
          <p:cNvPr id="11" name="TextBox 10">
            <a:extLst>
              <a:ext uri="{FF2B5EF4-FFF2-40B4-BE49-F238E27FC236}">
                <a16:creationId xmlns:a16="http://schemas.microsoft.com/office/drawing/2014/main" id="{40DF05B5-D3C9-9924-17E9-DE8F06F5EF4C}"/>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D5908745-A010-2A1A-1F2D-33F64110162F}"/>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74603080-7262-2F02-C6CB-1A2876660899}"/>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4D804701-A96A-6A60-40F3-5E38BC5A556D}"/>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16DE89BF-271D-229B-A31B-4AB450C0F849}"/>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041CF311-C694-1CE4-E011-4A394FD6AB6A}"/>
              </a:ext>
            </a:extLst>
          </p:cNvPr>
          <p:cNvSpPr txBox="1"/>
          <p:nvPr/>
        </p:nvSpPr>
        <p:spPr>
          <a:xfrm>
            <a:off x="3640666" y="901933"/>
            <a:ext cx="570089" cy="230832"/>
          </a:xfrm>
          <a:prstGeom prst="rect">
            <a:avLst/>
          </a:prstGeom>
          <a:noFill/>
        </p:spPr>
        <p:txBody>
          <a:bodyPr wrap="square" rtlCol="0">
            <a:spAutoFit/>
          </a:bodyPr>
          <a:lstStyle/>
          <a:p>
            <a:pPr algn="ctr"/>
            <a:r>
              <a:rPr lang="en-US" sz="900" dirty="0"/>
              <a:t>95</a:t>
            </a:r>
          </a:p>
        </p:txBody>
      </p:sp>
      <p:sp>
        <p:nvSpPr>
          <p:cNvPr id="28" name="TextBox 27">
            <a:extLst>
              <a:ext uri="{FF2B5EF4-FFF2-40B4-BE49-F238E27FC236}">
                <a16:creationId xmlns:a16="http://schemas.microsoft.com/office/drawing/2014/main" id="{D5452DFB-9231-3A38-202D-CBFD83BE5B6C}"/>
              </a:ext>
            </a:extLst>
          </p:cNvPr>
          <p:cNvSpPr txBox="1"/>
          <p:nvPr/>
        </p:nvSpPr>
        <p:spPr>
          <a:xfrm>
            <a:off x="3640666" y="1903821"/>
            <a:ext cx="570089" cy="230832"/>
          </a:xfrm>
          <a:prstGeom prst="rect">
            <a:avLst/>
          </a:prstGeom>
          <a:noFill/>
        </p:spPr>
        <p:txBody>
          <a:bodyPr wrap="square" rtlCol="0">
            <a:spAutoFit/>
          </a:bodyPr>
          <a:lstStyle/>
          <a:p>
            <a:pPr algn="ctr"/>
            <a:r>
              <a:rPr lang="en-US" sz="900" dirty="0"/>
              <a:t>49</a:t>
            </a:r>
          </a:p>
        </p:txBody>
      </p:sp>
      <p:sp>
        <p:nvSpPr>
          <p:cNvPr id="29" name="TextBox 28">
            <a:extLst>
              <a:ext uri="{FF2B5EF4-FFF2-40B4-BE49-F238E27FC236}">
                <a16:creationId xmlns:a16="http://schemas.microsoft.com/office/drawing/2014/main" id="{D6611D7E-2EC4-732F-74C0-44737CE78864}"/>
              </a:ext>
            </a:extLst>
          </p:cNvPr>
          <p:cNvSpPr txBox="1"/>
          <p:nvPr/>
        </p:nvSpPr>
        <p:spPr>
          <a:xfrm>
            <a:off x="3640666" y="2404765"/>
            <a:ext cx="570089" cy="230832"/>
          </a:xfrm>
          <a:prstGeom prst="rect">
            <a:avLst/>
          </a:prstGeom>
          <a:noFill/>
        </p:spPr>
        <p:txBody>
          <a:bodyPr wrap="square" rtlCol="0">
            <a:spAutoFit/>
          </a:bodyPr>
          <a:lstStyle/>
          <a:p>
            <a:pPr algn="ctr"/>
            <a:r>
              <a:rPr lang="en-US" sz="900" dirty="0"/>
              <a:t>59</a:t>
            </a:r>
          </a:p>
        </p:txBody>
      </p:sp>
      <p:sp>
        <p:nvSpPr>
          <p:cNvPr id="31" name="TextBox 30">
            <a:extLst>
              <a:ext uri="{FF2B5EF4-FFF2-40B4-BE49-F238E27FC236}">
                <a16:creationId xmlns:a16="http://schemas.microsoft.com/office/drawing/2014/main" id="{4D9F202A-62F9-45E5-6160-3A7960C67816}"/>
              </a:ext>
            </a:extLst>
          </p:cNvPr>
          <p:cNvSpPr txBox="1"/>
          <p:nvPr/>
        </p:nvSpPr>
        <p:spPr>
          <a:xfrm>
            <a:off x="5147734" y="1903821"/>
            <a:ext cx="570089" cy="230832"/>
          </a:xfrm>
          <a:prstGeom prst="rect">
            <a:avLst/>
          </a:prstGeom>
          <a:noFill/>
        </p:spPr>
        <p:txBody>
          <a:bodyPr wrap="square" rtlCol="0">
            <a:spAutoFit/>
          </a:bodyPr>
          <a:lstStyle/>
          <a:p>
            <a:pPr algn="ctr"/>
            <a:r>
              <a:rPr lang="en-US" sz="900" dirty="0"/>
              <a:t>92</a:t>
            </a:r>
          </a:p>
        </p:txBody>
      </p:sp>
      <p:sp>
        <p:nvSpPr>
          <p:cNvPr id="33" name="TextBox 32">
            <a:extLst>
              <a:ext uri="{FF2B5EF4-FFF2-40B4-BE49-F238E27FC236}">
                <a16:creationId xmlns:a16="http://schemas.microsoft.com/office/drawing/2014/main" id="{953C65F7-97FC-D540-78BB-54EF55E179F6}"/>
              </a:ext>
            </a:extLst>
          </p:cNvPr>
          <p:cNvSpPr txBox="1"/>
          <p:nvPr/>
        </p:nvSpPr>
        <p:spPr>
          <a:xfrm>
            <a:off x="5147734" y="3406653"/>
            <a:ext cx="570089" cy="230832"/>
          </a:xfrm>
          <a:prstGeom prst="rect">
            <a:avLst/>
          </a:prstGeom>
          <a:noFill/>
        </p:spPr>
        <p:txBody>
          <a:bodyPr wrap="square" rtlCol="0">
            <a:spAutoFit/>
          </a:bodyPr>
          <a:lstStyle/>
          <a:p>
            <a:pPr algn="ctr"/>
            <a:r>
              <a:rPr lang="en-US" sz="900" dirty="0"/>
              <a:t>29</a:t>
            </a:r>
          </a:p>
        </p:txBody>
      </p:sp>
      <p:sp>
        <p:nvSpPr>
          <p:cNvPr id="39" name="TextBox 38">
            <a:extLst>
              <a:ext uri="{FF2B5EF4-FFF2-40B4-BE49-F238E27FC236}">
                <a16:creationId xmlns:a16="http://schemas.microsoft.com/office/drawing/2014/main" id="{0669D373-DCDE-3675-909C-B7237FFAFC1D}"/>
              </a:ext>
            </a:extLst>
          </p:cNvPr>
          <p:cNvSpPr txBox="1"/>
          <p:nvPr/>
        </p:nvSpPr>
        <p:spPr>
          <a:xfrm>
            <a:off x="4143022" y="1402877"/>
            <a:ext cx="570089" cy="230832"/>
          </a:xfrm>
          <a:prstGeom prst="rect">
            <a:avLst/>
          </a:prstGeom>
          <a:noFill/>
        </p:spPr>
        <p:txBody>
          <a:bodyPr wrap="square" rtlCol="0">
            <a:spAutoFit/>
          </a:bodyPr>
          <a:lstStyle/>
          <a:p>
            <a:pPr algn="ctr"/>
            <a:r>
              <a:rPr lang="en-US" sz="900" dirty="0"/>
              <a:t>28</a:t>
            </a:r>
          </a:p>
        </p:txBody>
      </p:sp>
      <p:sp>
        <p:nvSpPr>
          <p:cNvPr id="40" name="TextBox 39">
            <a:extLst>
              <a:ext uri="{FF2B5EF4-FFF2-40B4-BE49-F238E27FC236}">
                <a16:creationId xmlns:a16="http://schemas.microsoft.com/office/drawing/2014/main" id="{1572C455-006A-8314-1EF0-F6BA034CECB8}"/>
              </a:ext>
            </a:extLst>
          </p:cNvPr>
          <p:cNvSpPr txBox="1"/>
          <p:nvPr/>
        </p:nvSpPr>
        <p:spPr>
          <a:xfrm>
            <a:off x="4645378" y="1402877"/>
            <a:ext cx="570089" cy="230832"/>
          </a:xfrm>
          <a:prstGeom prst="rect">
            <a:avLst/>
          </a:prstGeom>
          <a:noFill/>
        </p:spPr>
        <p:txBody>
          <a:bodyPr wrap="square" rtlCol="0">
            <a:spAutoFit/>
          </a:bodyPr>
          <a:lstStyle/>
          <a:p>
            <a:pPr algn="ctr"/>
            <a:r>
              <a:rPr lang="en-US" sz="900" dirty="0"/>
              <a:t>82</a:t>
            </a:r>
          </a:p>
        </p:txBody>
      </p:sp>
      <p:sp>
        <p:nvSpPr>
          <p:cNvPr id="43" name="TextBox 42">
            <a:extLst>
              <a:ext uri="{FF2B5EF4-FFF2-40B4-BE49-F238E27FC236}">
                <a16:creationId xmlns:a16="http://schemas.microsoft.com/office/drawing/2014/main" id="{37CE367A-1DEE-0CBE-F2A1-5C4DC8991B04}"/>
              </a:ext>
            </a:extLst>
          </p:cNvPr>
          <p:cNvSpPr txBox="1"/>
          <p:nvPr/>
        </p:nvSpPr>
        <p:spPr>
          <a:xfrm>
            <a:off x="4143022" y="2905709"/>
            <a:ext cx="570089" cy="230832"/>
          </a:xfrm>
          <a:prstGeom prst="rect">
            <a:avLst/>
          </a:prstGeom>
          <a:noFill/>
        </p:spPr>
        <p:txBody>
          <a:bodyPr wrap="square" rtlCol="0">
            <a:spAutoFit/>
          </a:bodyPr>
          <a:lstStyle/>
          <a:p>
            <a:pPr algn="ctr"/>
            <a:r>
              <a:rPr lang="en-US" sz="900" dirty="0"/>
              <a:t>579</a:t>
            </a:r>
          </a:p>
        </p:txBody>
      </p:sp>
      <p:sp>
        <p:nvSpPr>
          <p:cNvPr id="44" name="TextBox 43">
            <a:extLst>
              <a:ext uri="{FF2B5EF4-FFF2-40B4-BE49-F238E27FC236}">
                <a16:creationId xmlns:a16="http://schemas.microsoft.com/office/drawing/2014/main" id="{ADE1EF97-08F4-05E1-D85A-48C7958D6126}"/>
              </a:ext>
            </a:extLst>
          </p:cNvPr>
          <p:cNvSpPr txBox="1"/>
          <p:nvPr/>
        </p:nvSpPr>
        <p:spPr>
          <a:xfrm>
            <a:off x="4645378" y="2905709"/>
            <a:ext cx="570089" cy="230832"/>
          </a:xfrm>
          <a:prstGeom prst="rect">
            <a:avLst/>
          </a:prstGeom>
          <a:noFill/>
        </p:spPr>
        <p:txBody>
          <a:bodyPr wrap="square" rtlCol="0">
            <a:spAutoFit/>
          </a:bodyPr>
          <a:lstStyle/>
          <a:p>
            <a:pPr algn="ctr"/>
            <a:r>
              <a:rPr lang="en-US" sz="900" dirty="0"/>
              <a:t>578</a:t>
            </a:r>
          </a:p>
        </p:txBody>
      </p:sp>
      <p:sp>
        <p:nvSpPr>
          <p:cNvPr id="45" name="TextBox 44">
            <a:extLst>
              <a:ext uri="{FF2B5EF4-FFF2-40B4-BE49-F238E27FC236}">
                <a16:creationId xmlns:a16="http://schemas.microsoft.com/office/drawing/2014/main" id="{2505EE47-2987-44B9-5B40-F26879319BF1}"/>
              </a:ext>
            </a:extLst>
          </p:cNvPr>
          <p:cNvSpPr txBox="1"/>
          <p:nvPr/>
        </p:nvSpPr>
        <p:spPr>
          <a:xfrm>
            <a:off x="5650090" y="2905709"/>
            <a:ext cx="570089" cy="230832"/>
          </a:xfrm>
          <a:prstGeom prst="rect">
            <a:avLst/>
          </a:prstGeom>
          <a:noFill/>
        </p:spPr>
        <p:txBody>
          <a:bodyPr wrap="square" rtlCol="0">
            <a:spAutoFit/>
          </a:bodyPr>
          <a:lstStyle/>
          <a:p>
            <a:pPr algn="ctr"/>
            <a:r>
              <a:rPr lang="en-US" sz="900" dirty="0"/>
              <a:t>589</a:t>
            </a:r>
          </a:p>
        </p:txBody>
      </p:sp>
      <p:sp>
        <p:nvSpPr>
          <p:cNvPr id="46" name="TextBox 45">
            <a:extLst>
              <a:ext uri="{FF2B5EF4-FFF2-40B4-BE49-F238E27FC236}">
                <a16:creationId xmlns:a16="http://schemas.microsoft.com/office/drawing/2014/main" id="{06F5A64E-4F9D-5FD6-5BE4-6FB860BBBCE2}"/>
              </a:ext>
            </a:extLst>
          </p:cNvPr>
          <p:cNvSpPr txBox="1"/>
          <p:nvPr/>
        </p:nvSpPr>
        <p:spPr>
          <a:xfrm>
            <a:off x="6152446" y="2905709"/>
            <a:ext cx="570089" cy="230832"/>
          </a:xfrm>
          <a:prstGeom prst="rect">
            <a:avLst/>
          </a:prstGeom>
          <a:noFill/>
        </p:spPr>
        <p:txBody>
          <a:bodyPr wrap="square" rtlCol="0">
            <a:spAutoFit/>
          </a:bodyPr>
          <a:lstStyle/>
          <a:p>
            <a:pPr algn="ctr"/>
            <a:r>
              <a:rPr lang="en-US" sz="900" dirty="0"/>
              <a:t>589</a:t>
            </a:r>
          </a:p>
        </p:txBody>
      </p:sp>
      <p:sp>
        <p:nvSpPr>
          <p:cNvPr id="51" name="TextBox 50">
            <a:extLst>
              <a:ext uri="{FF2B5EF4-FFF2-40B4-BE49-F238E27FC236}">
                <a16:creationId xmlns:a16="http://schemas.microsoft.com/office/drawing/2014/main" id="{79A47D50-834F-EB66-22C6-FFD43F109325}"/>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CEFD13AE-5A0B-9C20-9E46-97A08B7A4FFB}"/>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6B3DAFED-7071-2BAF-451A-6028CD0AFD67}"/>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AA4CB629-1FF7-5E1F-1A72-807F77A83EC3}"/>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5F1F4051-D78A-97C1-AA70-05ACFA5ED81F}"/>
              </a:ext>
            </a:extLst>
          </p:cNvPr>
          <p:cNvSpPr txBox="1"/>
          <p:nvPr/>
        </p:nvSpPr>
        <p:spPr>
          <a:xfrm>
            <a:off x="4143022" y="901933"/>
            <a:ext cx="570089" cy="230832"/>
          </a:xfrm>
          <a:prstGeom prst="rect">
            <a:avLst/>
          </a:prstGeom>
          <a:noFill/>
        </p:spPr>
        <p:txBody>
          <a:bodyPr wrap="square" rtlCol="0">
            <a:spAutoFit/>
          </a:bodyPr>
          <a:lstStyle/>
          <a:p>
            <a:pPr algn="ctr"/>
            <a:r>
              <a:rPr lang="en-US" sz="900" dirty="0"/>
              <a:t>579</a:t>
            </a:r>
          </a:p>
        </p:txBody>
      </p:sp>
      <p:sp>
        <p:nvSpPr>
          <p:cNvPr id="59" name="TextBox 58">
            <a:extLst>
              <a:ext uri="{FF2B5EF4-FFF2-40B4-BE49-F238E27FC236}">
                <a16:creationId xmlns:a16="http://schemas.microsoft.com/office/drawing/2014/main" id="{30F61260-D8A8-7AE9-D0C2-2947A6941124}"/>
              </a:ext>
            </a:extLst>
          </p:cNvPr>
          <p:cNvSpPr txBox="1"/>
          <p:nvPr/>
        </p:nvSpPr>
        <p:spPr>
          <a:xfrm>
            <a:off x="3138310" y="901933"/>
            <a:ext cx="570089" cy="230832"/>
          </a:xfrm>
          <a:prstGeom prst="rect">
            <a:avLst/>
          </a:prstGeom>
          <a:noFill/>
        </p:spPr>
        <p:txBody>
          <a:bodyPr wrap="square" rtlCol="0">
            <a:spAutoFit/>
          </a:bodyPr>
          <a:lstStyle/>
          <a:p>
            <a:pPr algn="ctr"/>
            <a:r>
              <a:rPr lang="en-US" sz="900" dirty="0"/>
              <a:t>57</a:t>
            </a:r>
          </a:p>
        </p:txBody>
      </p:sp>
      <p:sp>
        <p:nvSpPr>
          <p:cNvPr id="60" name="TextBox 59">
            <a:extLst>
              <a:ext uri="{FF2B5EF4-FFF2-40B4-BE49-F238E27FC236}">
                <a16:creationId xmlns:a16="http://schemas.microsoft.com/office/drawing/2014/main" id="{A1C2069F-4349-FAF5-C8EB-331555132E59}"/>
              </a:ext>
            </a:extLst>
          </p:cNvPr>
          <p:cNvSpPr txBox="1"/>
          <p:nvPr/>
        </p:nvSpPr>
        <p:spPr>
          <a:xfrm>
            <a:off x="3138310" y="1903821"/>
            <a:ext cx="570089" cy="230832"/>
          </a:xfrm>
          <a:prstGeom prst="rect">
            <a:avLst/>
          </a:prstGeom>
          <a:noFill/>
        </p:spPr>
        <p:txBody>
          <a:bodyPr wrap="square" rtlCol="0">
            <a:spAutoFit/>
          </a:bodyPr>
          <a:lstStyle/>
          <a:p>
            <a:pPr algn="ctr"/>
            <a:r>
              <a:rPr lang="en-US" sz="900" dirty="0"/>
              <a:t>46</a:t>
            </a:r>
          </a:p>
        </p:txBody>
      </p:sp>
      <p:sp>
        <p:nvSpPr>
          <p:cNvPr id="61" name="TextBox 60">
            <a:extLst>
              <a:ext uri="{FF2B5EF4-FFF2-40B4-BE49-F238E27FC236}">
                <a16:creationId xmlns:a16="http://schemas.microsoft.com/office/drawing/2014/main" id="{A64DF953-C2DF-D63F-7040-9B2E769CA168}"/>
              </a:ext>
            </a:extLst>
          </p:cNvPr>
          <p:cNvSpPr txBox="1"/>
          <p:nvPr/>
        </p:nvSpPr>
        <p:spPr>
          <a:xfrm>
            <a:off x="3138310" y="2404765"/>
            <a:ext cx="570089" cy="230832"/>
          </a:xfrm>
          <a:prstGeom prst="rect">
            <a:avLst/>
          </a:prstGeom>
          <a:noFill/>
        </p:spPr>
        <p:txBody>
          <a:bodyPr wrap="square" rtlCol="0">
            <a:spAutoFit/>
          </a:bodyPr>
          <a:lstStyle/>
          <a:p>
            <a:pPr algn="ctr"/>
            <a:r>
              <a:rPr lang="en-US" sz="900" dirty="0"/>
              <a:t>567</a:t>
            </a:r>
          </a:p>
        </p:txBody>
      </p:sp>
      <p:sp>
        <p:nvSpPr>
          <p:cNvPr id="62" name="TextBox 61">
            <a:extLst>
              <a:ext uri="{FF2B5EF4-FFF2-40B4-BE49-F238E27FC236}">
                <a16:creationId xmlns:a16="http://schemas.microsoft.com/office/drawing/2014/main" id="{21B95FD6-D9F4-A533-F5A4-7964FD7896B4}"/>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3" name="TextBox 62">
            <a:extLst>
              <a:ext uri="{FF2B5EF4-FFF2-40B4-BE49-F238E27FC236}">
                <a16:creationId xmlns:a16="http://schemas.microsoft.com/office/drawing/2014/main" id="{FA3F884E-9D74-3D01-FA71-F304107816ED}"/>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07940DAA-3F87-A518-9EBD-E11F1C91410B}"/>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82233267-C835-96D0-8BE8-3BFF9E8BB6FF}"/>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8DFE4F8D-8D5F-F144-BD9E-CD1051A00290}"/>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54FBAAEB-7E02-7CC6-0E9F-A13D84C08D0D}"/>
              </a:ext>
            </a:extLst>
          </p:cNvPr>
          <p:cNvSpPr txBox="1"/>
          <p:nvPr/>
        </p:nvSpPr>
        <p:spPr>
          <a:xfrm>
            <a:off x="7157158" y="3406653"/>
            <a:ext cx="570089" cy="230832"/>
          </a:xfrm>
          <a:prstGeom prst="rect">
            <a:avLst/>
          </a:prstGeom>
          <a:noFill/>
        </p:spPr>
        <p:txBody>
          <a:bodyPr wrap="square" rtlCol="0">
            <a:spAutoFit/>
          </a:bodyPr>
          <a:lstStyle/>
          <a:p>
            <a:pPr algn="ctr"/>
            <a:r>
              <a:rPr lang="en-US" sz="900" dirty="0"/>
              <a:t>93</a:t>
            </a:r>
          </a:p>
        </p:txBody>
      </p:sp>
      <p:sp>
        <p:nvSpPr>
          <p:cNvPr id="71" name="TextBox 70">
            <a:extLst>
              <a:ext uri="{FF2B5EF4-FFF2-40B4-BE49-F238E27FC236}">
                <a16:creationId xmlns:a16="http://schemas.microsoft.com/office/drawing/2014/main" id="{770ECAFF-2F0E-0138-1EE7-A873CC7422DB}"/>
              </a:ext>
            </a:extLst>
          </p:cNvPr>
          <p:cNvSpPr txBox="1"/>
          <p:nvPr/>
        </p:nvSpPr>
        <p:spPr>
          <a:xfrm>
            <a:off x="7157158" y="3907597"/>
            <a:ext cx="570089" cy="230832"/>
          </a:xfrm>
          <a:prstGeom prst="rect">
            <a:avLst/>
          </a:prstGeom>
          <a:noFill/>
        </p:spPr>
        <p:txBody>
          <a:bodyPr wrap="square" rtlCol="0">
            <a:spAutoFit/>
          </a:bodyPr>
          <a:lstStyle/>
          <a:p>
            <a:pPr algn="ctr"/>
            <a:r>
              <a:rPr lang="en-US" sz="900" dirty="0"/>
              <a:t>39</a:t>
            </a:r>
          </a:p>
        </p:txBody>
      </p:sp>
      <p:sp>
        <p:nvSpPr>
          <p:cNvPr id="73" name="TextBox 72">
            <a:extLst>
              <a:ext uri="{FF2B5EF4-FFF2-40B4-BE49-F238E27FC236}">
                <a16:creationId xmlns:a16="http://schemas.microsoft.com/office/drawing/2014/main" id="{15FE2F4A-005A-71AA-473D-AF77BF45C885}"/>
              </a:ext>
            </a:extLst>
          </p:cNvPr>
          <p:cNvSpPr txBox="1"/>
          <p:nvPr/>
        </p:nvSpPr>
        <p:spPr>
          <a:xfrm>
            <a:off x="5650090" y="4909484"/>
            <a:ext cx="570089" cy="230832"/>
          </a:xfrm>
          <a:prstGeom prst="rect">
            <a:avLst/>
          </a:prstGeom>
          <a:noFill/>
        </p:spPr>
        <p:txBody>
          <a:bodyPr wrap="square" rtlCol="0">
            <a:spAutoFit/>
          </a:bodyPr>
          <a:lstStyle/>
          <a:p>
            <a:pPr algn="ctr"/>
            <a:r>
              <a:rPr lang="en-US" sz="900" dirty="0"/>
              <a:t>45</a:t>
            </a:r>
          </a:p>
        </p:txBody>
      </p:sp>
      <p:sp>
        <p:nvSpPr>
          <p:cNvPr id="75" name="TextBox 74">
            <a:extLst>
              <a:ext uri="{FF2B5EF4-FFF2-40B4-BE49-F238E27FC236}">
                <a16:creationId xmlns:a16="http://schemas.microsoft.com/office/drawing/2014/main" id="{F700518D-1EF7-D8C6-7190-EAB38EC6C592}"/>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6026CBA0-E971-D5E8-D599-F2A465C59DD5}"/>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57209E5C-F01B-D817-62C5-8F11B11A11DB}"/>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78" name="TextBox 77">
            <a:extLst>
              <a:ext uri="{FF2B5EF4-FFF2-40B4-BE49-F238E27FC236}">
                <a16:creationId xmlns:a16="http://schemas.microsoft.com/office/drawing/2014/main" id="{0631D564-8100-150E-4846-BDCD2CD03FBB}"/>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3" name="TextBox 2">
            <a:extLst>
              <a:ext uri="{FF2B5EF4-FFF2-40B4-BE49-F238E27FC236}">
                <a16:creationId xmlns:a16="http://schemas.microsoft.com/office/drawing/2014/main" id="{CF3087EA-5B8E-9057-DECC-2BB9E552AAF7}"/>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F0BB0467-087B-A2DD-91B2-C752C822BF52}"/>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91205A43-6807-570B-D6CE-A575B6C3D505}"/>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8647F353-B143-0873-3C13-292AE00A79EC}"/>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EE97EA6E-80BB-438E-A610-2D20219A7ABF}"/>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42FD29F9-CF13-6A41-90D6-C801208B664A}"/>
              </a:ext>
            </a:extLst>
          </p:cNvPr>
          <p:cNvSpPr txBox="1"/>
          <p:nvPr/>
        </p:nvSpPr>
        <p:spPr>
          <a:xfrm>
            <a:off x="5215469" y="4747898"/>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BFD39E50-965E-E37B-0DEF-F005ED874EAF}"/>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03E8515A-DE2E-3E9B-3959-4A951BEC0BFB}"/>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FEDEBA07-4BD1-FC81-D0FE-6F0FE8E8F945}"/>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B0A2793B-4D2E-3A58-C313-6B6B6E5B70C5}"/>
              </a:ext>
            </a:extLst>
          </p:cNvPr>
          <p:cNvSpPr txBox="1"/>
          <p:nvPr/>
        </p:nvSpPr>
        <p:spPr>
          <a:xfrm>
            <a:off x="5715003" y="1224551"/>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2BCD5B79-F737-A26E-95B3-59CC753F4889}"/>
              </a:ext>
            </a:extLst>
          </p:cNvPr>
          <p:cNvSpPr txBox="1"/>
          <p:nvPr/>
        </p:nvSpPr>
        <p:spPr>
          <a:xfrm>
            <a:off x="5215469" y="721216"/>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5AE9A6EF-AD50-5860-1FC9-3201D6FBF3A3}"/>
              </a:ext>
            </a:extLst>
          </p:cNvPr>
          <p:cNvSpPr txBox="1"/>
          <p:nvPr/>
        </p:nvSpPr>
        <p:spPr>
          <a:xfrm>
            <a:off x="6214537" y="1727886"/>
            <a:ext cx="462845" cy="584775"/>
          </a:xfrm>
          <a:prstGeom prst="rect">
            <a:avLst/>
          </a:prstGeom>
          <a:noFill/>
        </p:spPr>
        <p:txBody>
          <a:bodyPr wrap="square" rtlCol="0">
            <a:spAutoFit/>
          </a:bodyPr>
          <a:lstStyle/>
          <a:p>
            <a:pPr algn="ctr"/>
            <a:r>
              <a:rPr lang="en-US" sz="3200" dirty="0"/>
              <a:t>7</a:t>
            </a:r>
          </a:p>
        </p:txBody>
      </p:sp>
      <p:sp>
        <p:nvSpPr>
          <p:cNvPr id="26" name="TextBox 25">
            <a:extLst>
              <a:ext uri="{FF2B5EF4-FFF2-40B4-BE49-F238E27FC236}">
                <a16:creationId xmlns:a16="http://schemas.microsoft.com/office/drawing/2014/main" id="{F1008AE1-68D4-C112-F891-06B9ECF1E7FB}"/>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7C159BA0-119C-60BC-4B08-D0796522D1CF}"/>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DCE6CA24-EE3D-0A69-AA97-F45811770107}"/>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20903088-4805-CEFA-5122-A3DA2B6D1F32}"/>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C414098F-C4D3-E902-E0BF-2050990AA627}"/>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848EA023-3361-0E31-251C-174B98F682C4}"/>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C5EDE741-8721-2C4B-6491-5B34F63CF88C}"/>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749667F3-2E0C-94AA-D88E-031F355DC886}"/>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4485651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34B7E-0207-2D1F-5C8F-2A20F6AE77A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F94CD5-49E4-2D84-C7EF-D9243704C6DC}"/>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4358325B-EDCD-C1F3-C576-F27A603EF32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7AE5581-ED00-9324-CAC8-AAB183B2871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FD1DCD3-1D78-CE26-B974-DA5EE4681E0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22619E4-F2DD-5A52-BBA3-8B03FF46D649}"/>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FF9D4612-00F7-566C-7EB1-12498CC048AC}"/>
              </a:ext>
            </a:extLst>
          </p:cNvPr>
          <p:cNvSpPr txBox="1"/>
          <p:nvPr/>
        </p:nvSpPr>
        <p:spPr>
          <a:xfrm>
            <a:off x="3138310" y="3907597"/>
            <a:ext cx="570089" cy="230832"/>
          </a:xfrm>
          <a:prstGeom prst="rect">
            <a:avLst/>
          </a:prstGeom>
          <a:noFill/>
        </p:spPr>
        <p:txBody>
          <a:bodyPr wrap="square" rtlCol="0">
            <a:spAutoFit/>
          </a:bodyPr>
          <a:lstStyle/>
          <a:p>
            <a:pPr algn="ctr"/>
            <a:r>
              <a:rPr lang="en-US" sz="900" dirty="0"/>
              <a:t>45</a:t>
            </a:r>
          </a:p>
        </p:txBody>
      </p:sp>
      <p:sp>
        <p:nvSpPr>
          <p:cNvPr id="10" name="TextBox 9">
            <a:extLst>
              <a:ext uri="{FF2B5EF4-FFF2-40B4-BE49-F238E27FC236}">
                <a16:creationId xmlns:a16="http://schemas.microsoft.com/office/drawing/2014/main" id="{E1D835C6-A06E-A7B4-35A7-23ABADD8CBF1}"/>
              </a:ext>
            </a:extLst>
          </p:cNvPr>
          <p:cNvSpPr txBox="1"/>
          <p:nvPr/>
        </p:nvSpPr>
        <p:spPr>
          <a:xfrm>
            <a:off x="4143022" y="4909484"/>
            <a:ext cx="570089" cy="230832"/>
          </a:xfrm>
          <a:prstGeom prst="rect">
            <a:avLst/>
          </a:prstGeom>
          <a:noFill/>
        </p:spPr>
        <p:txBody>
          <a:bodyPr wrap="square" rtlCol="0">
            <a:spAutoFit/>
          </a:bodyPr>
          <a:lstStyle/>
          <a:p>
            <a:pPr algn="ctr"/>
            <a:r>
              <a:rPr lang="en-US" sz="900" dirty="0"/>
              <a:t>54</a:t>
            </a:r>
          </a:p>
        </p:txBody>
      </p:sp>
      <p:sp>
        <p:nvSpPr>
          <p:cNvPr id="11" name="TextBox 10">
            <a:extLst>
              <a:ext uri="{FF2B5EF4-FFF2-40B4-BE49-F238E27FC236}">
                <a16:creationId xmlns:a16="http://schemas.microsoft.com/office/drawing/2014/main" id="{364A4A54-9C4A-826C-999F-6A1DC7D42824}"/>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E1F322A9-3AC5-C372-4AFF-484D9A7BBF7F}"/>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2E80A299-BDF2-0801-E0E3-9D910ACF8B4E}"/>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BA50DCDB-24AC-C0F9-E8D2-350FD9BE03FA}"/>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12701FD2-DF2A-4A8A-A5C1-18E049DC35CB}"/>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DF472D56-AD6E-8AB8-A14E-79B9A4CC3BCD}"/>
              </a:ext>
            </a:extLst>
          </p:cNvPr>
          <p:cNvSpPr txBox="1"/>
          <p:nvPr/>
        </p:nvSpPr>
        <p:spPr>
          <a:xfrm>
            <a:off x="3640666" y="901933"/>
            <a:ext cx="570089" cy="230832"/>
          </a:xfrm>
          <a:prstGeom prst="rect">
            <a:avLst/>
          </a:prstGeom>
          <a:noFill/>
        </p:spPr>
        <p:txBody>
          <a:bodyPr wrap="square" rtlCol="0">
            <a:spAutoFit/>
          </a:bodyPr>
          <a:lstStyle/>
          <a:p>
            <a:pPr algn="ctr"/>
            <a:r>
              <a:rPr lang="en-US" sz="900" dirty="0"/>
              <a:t>95</a:t>
            </a:r>
          </a:p>
        </p:txBody>
      </p:sp>
      <p:sp>
        <p:nvSpPr>
          <p:cNvPr id="29" name="TextBox 28">
            <a:extLst>
              <a:ext uri="{FF2B5EF4-FFF2-40B4-BE49-F238E27FC236}">
                <a16:creationId xmlns:a16="http://schemas.microsoft.com/office/drawing/2014/main" id="{E0E234A6-4CD4-68B9-FDEA-98509EA4B8B5}"/>
              </a:ext>
            </a:extLst>
          </p:cNvPr>
          <p:cNvSpPr txBox="1"/>
          <p:nvPr/>
        </p:nvSpPr>
        <p:spPr>
          <a:xfrm>
            <a:off x="3640666" y="2404765"/>
            <a:ext cx="570089" cy="230832"/>
          </a:xfrm>
          <a:prstGeom prst="rect">
            <a:avLst/>
          </a:prstGeom>
          <a:noFill/>
        </p:spPr>
        <p:txBody>
          <a:bodyPr wrap="square" rtlCol="0">
            <a:spAutoFit/>
          </a:bodyPr>
          <a:lstStyle/>
          <a:p>
            <a:pPr algn="ctr"/>
            <a:r>
              <a:rPr lang="en-US" sz="900" dirty="0"/>
              <a:t>59</a:t>
            </a:r>
          </a:p>
        </p:txBody>
      </p:sp>
      <p:sp>
        <p:nvSpPr>
          <p:cNvPr id="31" name="TextBox 30">
            <a:extLst>
              <a:ext uri="{FF2B5EF4-FFF2-40B4-BE49-F238E27FC236}">
                <a16:creationId xmlns:a16="http://schemas.microsoft.com/office/drawing/2014/main" id="{E9DDB9AD-25B9-2A6F-BF02-49FF840FE2B0}"/>
              </a:ext>
            </a:extLst>
          </p:cNvPr>
          <p:cNvSpPr txBox="1"/>
          <p:nvPr/>
        </p:nvSpPr>
        <p:spPr>
          <a:xfrm>
            <a:off x="5147734" y="1903821"/>
            <a:ext cx="570089" cy="230832"/>
          </a:xfrm>
          <a:prstGeom prst="rect">
            <a:avLst/>
          </a:prstGeom>
          <a:noFill/>
        </p:spPr>
        <p:txBody>
          <a:bodyPr wrap="square" rtlCol="0">
            <a:spAutoFit/>
          </a:bodyPr>
          <a:lstStyle/>
          <a:p>
            <a:pPr algn="ctr"/>
            <a:r>
              <a:rPr lang="en-US" sz="900" dirty="0"/>
              <a:t>92</a:t>
            </a:r>
          </a:p>
        </p:txBody>
      </p:sp>
      <p:sp>
        <p:nvSpPr>
          <p:cNvPr id="33" name="TextBox 32">
            <a:extLst>
              <a:ext uri="{FF2B5EF4-FFF2-40B4-BE49-F238E27FC236}">
                <a16:creationId xmlns:a16="http://schemas.microsoft.com/office/drawing/2014/main" id="{4D6BF870-8CFA-5388-1CC3-5A84036908CB}"/>
              </a:ext>
            </a:extLst>
          </p:cNvPr>
          <p:cNvSpPr txBox="1"/>
          <p:nvPr/>
        </p:nvSpPr>
        <p:spPr>
          <a:xfrm>
            <a:off x="5147734" y="3406653"/>
            <a:ext cx="570089" cy="230832"/>
          </a:xfrm>
          <a:prstGeom prst="rect">
            <a:avLst/>
          </a:prstGeom>
          <a:noFill/>
        </p:spPr>
        <p:txBody>
          <a:bodyPr wrap="square" rtlCol="0">
            <a:spAutoFit/>
          </a:bodyPr>
          <a:lstStyle/>
          <a:p>
            <a:pPr algn="ctr"/>
            <a:r>
              <a:rPr lang="en-US" sz="900" dirty="0"/>
              <a:t>29</a:t>
            </a:r>
          </a:p>
        </p:txBody>
      </p:sp>
      <p:sp>
        <p:nvSpPr>
          <p:cNvPr id="39" name="TextBox 38">
            <a:extLst>
              <a:ext uri="{FF2B5EF4-FFF2-40B4-BE49-F238E27FC236}">
                <a16:creationId xmlns:a16="http://schemas.microsoft.com/office/drawing/2014/main" id="{4A27028A-D38B-C818-56C0-0DEE172EBCA1}"/>
              </a:ext>
            </a:extLst>
          </p:cNvPr>
          <p:cNvSpPr txBox="1"/>
          <p:nvPr/>
        </p:nvSpPr>
        <p:spPr>
          <a:xfrm>
            <a:off x="4143022" y="1402877"/>
            <a:ext cx="570089" cy="230832"/>
          </a:xfrm>
          <a:prstGeom prst="rect">
            <a:avLst/>
          </a:prstGeom>
          <a:noFill/>
        </p:spPr>
        <p:txBody>
          <a:bodyPr wrap="square" rtlCol="0">
            <a:spAutoFit/>
          </a:bodyPr>
          <a:lstStyle/>
          <a:p>
            <a:pPr algn="ctr"/>
            <a:r>
              <a:rPr lang="en-US" sz="900" dirty="0"/>
              <a:t>28</a:t>
            </a:r>
          </a:p>
        </p:txBody>
      </p:sp>
      <p:sp>
        <p:nvSpPr>
          <p:cNvPr id="40" name="TextBox 39">
            <a:extLst>
              <a:ext uri="{FF2B5EF4-FFF2-40B4-BE49-F238E27FC236}">
                <a16:creationId xmlns:a16="http://schemas.microsoft.com/office/drawing/2014/main" id="{1EB58D9A-D060-A68E-9B36-3B5331103D4E}"/>
              </a:ext>
            </a:extLst>
          </p:cNvPr>
          <p:cNvSpPr txBox="1"/>
          <p:nvPr/>
        </p:nvSpPr>
        <p:spPr>
          <a:xfrm>
            <a:off x="4645378" y="1402877"/>
            <a:ext cx="570089" cy="230832"/>
          </a:xfrm>
          <a:prstGeom prst="rect">
            <a:avLst/>
          </a:prstGeom>
          <a:noFill/>
        </p:spPr>
        <p:txBody>
          <a:bodyPr wrap="square" rtlCol="0">
            <a:spAutoFit/>
          </a:bodyPr>
          <a:lstStyle/>
          <a:p>
            <a:pPr algn="ctr"/>
            <a:r>
              <a:rPr lang="en-US" sz="900" dirty="0"/>
              <a:t>82</a:t>
            </a:r>
          </a:p>
        </p:txBody>
      </p:sp>
      <p:sp>
        <p:nvSpPr>
          <p:cNvPr id="43" name="TextBox 42">
            <a:extLst>
              <a:ext uri="{FF2B5EF4-FFF2-40B4-BE49-F238E27FC236}">
                <a16:creationId xmlns:a16="http://schemas.microsoft.com/office/drawing/2014/main" id="{CD1AA8CD-8587-905E-5AAD-C927F81D1043}"/>
              </a:ext>
            </a:extLst>
          </p:cNvPr>
          <p:cNvSpPr txBox="1"/>
          <p:nvPr/>
        </p:nvSpPr>
        <p:spPr>
          <a:xfrm>
            <a:off x="4143022" y="2905709"/>
            <a:ext cx="570089" cy="230832"/>
          </a:xfrm>
          <a:prstGeom prst="rect">
            <a:avLst/>
          </a:prstGeom>
          <a:noFill/>
        </p:spPr>
        <p:txBody>
          <a:bodyPr wrap="square" rtlCol="0">
            <a:spAutoFit/>
          </a:bodyPr>
          <a:lstStyle/>
          <a:p>
            <a:pPr algn="ctr"/>
            <a:r>
              <a:rPr lang="en-US" sz="900" dirty="0"/>
              <a:t>579</a:t>
            </a:r>
          </a:p>
        </p:txBody>
      </p:sp>
      <p:sp>
        <p:nvSpPr>
          <p:cNvPr id="44" name="TextBox 43">
            <a:extLst>
              <a:ext uri="{FF2B5EF4-FFF2-40B4-BE49-F238E27FC236}">
                <a16:creationId xmlns:a16="http://schemas.microsoft.com/office/drawing/2014/main" id="{EC9FE45F-C600-23FC-B385-CFDF2D7BAB64}"/>
              </a:ext>
            </a:extLst>
          </p:cNvPr>
          <p:cNvSpPr txBox="1"/>
          <p:nvPr/>
        </p:nvSpPr>
        <p:spPr>
          <a:xfrm>
            <a:off x="4645378" y="2905709"/>
            <a:ext cx="570089" cy="230832"/>
          </a:xfrm>
          <a:prstGeom prst="rect">
            <a:avLst/>
          </a:prstGeom>
          <a:noFill/>
        </p:spPr>
        <p:txBody>
          <a:bodyPr wrap="square" rtlCol="0">
            <a:spAutoFit/>
          </a:bodyPr>
          <a:lstStyle/>
          <a:p>
            <a:pPr algn="ctr"/>
            <a:r>
              <a:rPr lang="en-US" sz="900" dirty="0"/>
              <a:t>578</a:t>
            </a:r>
          </a:p>
        </p:txBody>
      </p:sp>
      <p:sp>
        <p:nvSpPr>
          <p:cNvPr id="45" name="TextBox 44">
            <a:extLst>
              <a:ext uri="{FF2B5EF4-FFF2-40B4-BE49-F238E27FC236}">
                <a16:creationId xmlns:a16="http://schemas.microsoft.com/office/drawing/2014/main" id="{F44E83A2-F124-5DA3-E01F-970EBC6E598E}"/>
              </a:ext>
            </a:extLst>
          </p:cNvPr>
          <p:cNvSpPr txBox="1"/>
          <p:nvPr/>
        </p:nvSpPr>
        <p:spPr>
          <a:xfrm>
            <a:off x="5650090" y="2905709"/>
            <a:ext cx="570089" cy="230832"/>
          </a:xfrm>
          <a:prstGeom prst="rect">
            <a:avLst/>
          </a:prstGeom>
          <a:noFill/>
        </p:spPr>
        <p:txBody>
          <a:bodyPr wrap="square" rtlCol="0">
            <a:spAutoFit/>
          </a:bodyPr>
          <a:lstStyle/>
          <a:p>
            <a:pPr algn="ctr"/>
            <a:r>
              <a:rPr lang="en-US" sz="900" dirty="0"/>
              <a:t>589</a:t>
            </a:r>
          </a:p>
        </p:txBody>
      </p:sp>
      <p:sp>
        <p:nvSpPr>
          <p:cNvPr id="46" name="TextBox 45">
            <a:extLst>
              <a:ext uri="{FF2B5EF4-FFF2-40B4-BE49-F238E27FC236}">
                <a16:creationId xmlns:a16="http://schemas.microsoft.com/office/drawing/2014/main" id="{5F226BB6-0A4E-ACCD-A635-D105A022400F}"/>
              </a:ext>
            </a:extLst>
          </p:cNvPr>
          <p:cNvSpPr txBox="1"/>
          <p:nvPr/>
        </p:nvSpPr>
        <p:spPr>
          <a:xfrm>
            <a:off x="6152446" y="2905709"/>
            <a:ext cx="570089" cy="230832"/>
          </a:xfrm>
          <a:prstGeom prst="rect">
            <a:avLst/>
          </a:prstGeom>
          <a:noFill/>
        </p:spPr>
        <p:txBody>
          <a:bodyPr wrap="square" rtlCol="0">
            <a:spAutoFit/>
          </a:bodyPr>
          <a:lstStyle/>
          <a:p>
            <a:pPr algn="ctr"/>
            <a:r>
              <a:rPr lang="en-US" sz="900" dirty="0"/>
              <a:t>589</a:t>
            </a:r>
          </a:p>
        </p:txBody>
      </p:sp>
      <p:sp>
        <p:nvSpPr>
          <p:cNvPr id="51" name="TextBox 50">
            <a:extLst>
              <a:ext uri="{FF2B5EF4-FFF2-40B4-BE49-F238E27FC236}">
                <a16:creationId xmlns:a16="http://schemas.microsoft.com/office/drawing/2014/main" id="{7DE6822B-54A8-E517-AC8E-C4AEBB935150}"/>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FAE4A4CF-2107-7E09-A9D5-2F26B0E53CE8}"/>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A91EAA9E-0F2E-A3EB-D140-672755FEF4F7}"/>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BDB7A453-E216-1C84-2534-DF47112F5AFF}"/>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BB8F6DB8-C097-7442-CA79-F4DAC20F3AE0}"/>
              </a:ext>
            </a:extLst>
          </p:cNvPr>
          <p:cNvSpPr txBox="1"/>
          <p:nvPr/>
        </p:nvSpPr>
        <p:spPr>
          <a:xfrm>
            <a:off x="4143022" y="901933"/>
            <a:ext cx="570089" cy="230832"/>
          </a:xfrm>
          <a:prstGeom prst="rect">
            <a:avLst/>
          </a:prstGeom>
          <a:noFill/>
        </p:spPr>
        <p:txBody>
          <a:bodyPr wrap="square" rtlCol="0">
            <a:spAutoFit/>
          </a:bodyPr>
          <a:lstStyle/>
          <a:p>
            <a:pPr algn="ctr"/>
            <a:r>
              <a:rPr lang="en-US" sz="900" dirty="0"/>
              <a:t>579</a:t>
            </a:r>
          </a:p>
        </p:txBody>
      </p:sp>
      <p:sp>
        <p:nvSpPr>
          <p:cNvPr id="59" name="TextBox 58">
            <a:extLst>
              <a:ext uri="{FF2B5EF4-FFF2-40B4-BE49-F238E27FC236}">
                <a16:creationId xmlns:a16="http://schemas.microsoft.com/office/drawing/2014/main" id="{3251CEC3-A23F-7F20-5278-A6D068826246}"/>
              </a:ext>
            </a:extLst>
          </p:cNvPr>
          <p:cNvSpPr txBox="1"/>
          <p:nvPr/>
        </p:nvSpPr>
        <p:spPr>
          <a:xfrm>
            <a:off x="3138310" y="901933"/>
            <a:ext cx="570089" cy="230832"/>
          </a:xfrm>
          <a:prstGeom prst="rect">
            <a:avLst/>
          </a:prstGeom>
          <a:noFill/>
        </p:spPr>
        <p:txBody>
          <a:bodyPr wrap="square" rtlCol="0">
            <a:spAutoFit/>
          </a:bodyPr>
          <a:lstStyle/>
          <a:p>
            <a:pPr algn="ctr"/>
            <a:r>
              <a:rPr lang="en-US" sz="900" dirty="0"/>
              <a:t>57</a:t>
            </a:r>
          </a:p>
        </p:txBody>
      </p:sp>
      <p:sp>
        <p:nvSpPr>
          <p:cNvPr id="60" name="TextBox 59">
            <a:extLst>
              <a:ext uri="{FF2B5EF4-FFF2-40B4-BE49-F238E27FC236}">
                <a16:creationId xmlns:a16="http://schemas.microsoft.com/office/drawing/2014/main" id="{1DA17AC4-5057-2203-5D1C-98C4A95AB75F}"/>
              </a:ext>
            </a:extLst>
          </p:cNvPr>
          <p:cNvSpPr txBox="1"/>
          <p:nvPr/>
        </p:nvSpPr>
        <p:spPr>
          <a:xfrm>
            <a:off x="3138310" y="1903821"/>
            <a:ext cx="570089" cy="230832"/>
          </a:xfrm>
          <a:prstGeom prst="rect">
            <a:avLst/>
          </a:prstGeom>
          <a:noFill/>
        </p:spPr>
        <p:txBody>
          <a:bodyPr wrap="square" rtlCol="0">
            <a:spAutoFit/>
          </a:bodyPr>
          <a:lstStyle/>
          <a:p>
            <a:pPr algn="ctr"/>
            <a:r>
              <a:rPr lang="en-US" sz="900" dirty="0"/>
              <a:t>46</a:t>
            </a:r>
          </a:p>
        </p:txBody>
      </p:sp>
      <p:sp>
        <p:nvSpPr>
          <p:cNvPr id="61" name="TextBox 60">
            <a:extLst>
              <a:ext uri="{FF2B5EF4-FFF2-40B4-BE49-F238E27FC236}">
                <a16:creationId xmlns:a16="http://schemas.microsoft.com/office/drawing/2014/main" id="{BD15A800-7A87-5F00-1B6F-CFA4D4A6902F}"/>
              </a:ext>
            </a:extLst>
          </p:cNvPr>
          <p:cNvSpPr txBox="1"/>
          <p:nvPr/>
        </p:nvSpPr>
        <p:spPr>
          <a:xfrm>
            <a:off x="3138310" y="2404765"/>
            <a:ext cx="570089" cy="230832"/>
          </a:xfrm>
          <a:prstGeom prst="rect">
            <a:avLst/>
          </a:prstGeom>
          <a:noFill/>
        </p:spPr>
        <p:txBody>
          <a:bodyPr wrap="square" rtlCol="0">
            <a:spAutoFit/>
          </a:bodyPr>
          <a:lstStyle/>
          <a:p>
            <a:pPr algn="ctr"/>
            <a:r>
              <a:rPr lang="en-US" sz="900" dirty="0"/>
              <a:t>567</a:t>
            </a:r>
          </a:p>
        </p:txBody>
      </p:sp>
      <p:sp>
        <p:nvSpPr>
          <p:cNvPr id="62" name="TextBox 61">
            <a:extLst>
              <a:ext uri="{FF2B5EF4-FFF2-40B4-BE49-F238E27FC236}">
                <a16:creationId xmlns:a16="http://schemas.microsoft.com/office/drawing/2014/main" id="{9DEEC432-EA45-BCA7-599A-5F90C35B2795}"/>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3" name="TextBox 62">
            <a:extLst>
              <a:ext uri="{FF2B5EF4-FFF2-40B4-BE49-F238E27FC236}">
                <a16:creationId xmlns:a16="http://schemas.microsoft.com/office/drawing/2014/main" id="{72328230-7197-AAE7-75CE-C0638716F706}"/>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75AB46FA-CAF2-942F-1AB6-4DC4CE9893C1}"/>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7B047B31-A306-B607-6956-D645E93616FD}"/>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5B3F6312-7696-6BC2-750C-1D2A6DD3A7BC}"/>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B604495F-7EF5-0378-2B45-4CA50B8EEAA7}"/>
              </a:ext>
            </a:extLst>
          </p:cNvPr>
          <p:cNvSpPr txBox="1"/>
          <p:nvPr/>
        </p:nvSpPr>
        <p:spPr>
          <a:xfrm>
            <a:off x="7157158" y="3406653"/>
            <a:ext cx="570089" cy="230832"/>
          </a:xfrm>
          <a:prstGeom prst="rect">
            <a:avLst/>
          </a:prstGeom>
          <a:noFill/>
        </p:spPr>
        <p:txBody>
          <a:bodyPr wrap="square" rtlCol="0">
            <a:spAutoFit/>
          </a:bodyPr>
          <a:lstStyle/>
          <a:p>
            <a:pPr algn="ctr"/>
            <a:r>
              <a:rPr lang="en-US" sz="900" dirty="0"/>
              <a:t>93</a:t>
            </a:r>
          </a:p>
        </p:txBody>
      </p:sp>
      <p:sp>
        <p:nvSpPr>
          <p:cNvPr id="71" name="TextBox 70">
            <a:extLst>
              <a:ext uri="{FF2B5EF4-FFF2-40B4-BE49-F238E27FC236}">
                <a16:creationId xmlns:a16="http://schemas.microsoft.com/office/drawing/2014/main" id="{FE57BE73-81CD-D974-8425-2501A4344BE1}"/>
              </a:ext>
            </a:extLst>
          </p:cNvPr>
          <p:cNvSpPr txBox="1"/>
          <p:nvPr/>
        </p:nvSpPr>
        <p:spPr>
          <a:xfrm>
            <a:off x="7157158" y="3907597"/>
            <a:ext cx="570089" cy="230832"/>
          </a:xfrm>
          <a:prstGeom prst="rect">
            <a:avLst/>
          </a:prstGeom>
          <a:noFill/>
        </p:spPr>
        <p:txBody>
          <a:bodyPr wrap="square" rtlCol="0">
            <a:spAutoFit/>
          </a:bodyPr>
          <a:lstStyle/>
          <a:p>
            <a:pPr algn="ctr"/>
            <a:r>
              <a:rPr lang="en-US" sz="900" dirty="0"/>
              <a:t>39</a:t>
            </a:r>
          </a:p>
        </p:txBody>
      </p:sp>
      <p:sp>
        <p:nvSpPr>
          <p:cNvPr id="73" name="TextBox 72">
            <a:extLst>
              <a:ext uri="{FF2B5EF4-FFF2-40B4-BE49-F238E27FC236}">
                <a16:creationId xmlns:a16="http://schemas.microsoft.com/office/drawing/2014/main" id="{70FD8D39-E1C8-D9B0-32EA-C606177ECAE1}"/>
              </a:ext>
            </a:extLst>
          </p:cNvPr>
          <p:cNvSpPr txBox="1"/>
          <p:nvPr/>
        </p:nvSpPr>
        <p:spPr>
          <a:xfrm>
            <a:off x="5650090" y="4909484"/>
            <a:ext cx="570089" cy="230832"/>
          </a:xfrm>
          <a:prstGeom prst="rect">
            <a:avLst/>
          </a:prstGeom>
          <a:noFill/>
        </p:spPr>
        <p:txBody>
          <a:bodyPr wrap="square" rtlCol="0">
            <a:spAutoFit/>
          </a:bodyPr>
          <a:lstStyle/>
          <a:p>
            <a:pPr algn="ctr"/>
            <a:r>
              <a:rPr lang="en-US" sz="900" dirty="0"/>
              <a:t>45</a:t>
            </a:r>
          </a:p>
        </p:txBody>
      </p:sp>
      <p:sp>
        <p:nvSpPr>
          <p:cNvPr id="75" name="TextBox 74">
            <a:extLst>
              <a:ext uri="{FF2B5EF4-FFF2-40B4-BE49-F238E27FC236}">
                <a16:creationId xmlns:a16="http://schemas.microsoft.com/office/drawing/2014/main" id="{19D9FFF7-3B28-1BDF-4E93-356EE1AA0F9F}"/>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E78085A6-1516-0F47-621D-B944FB4767D2}"/>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0A56B526-28FC-6191-6C0A-8B5C94B742E6}"/>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78" name="TextBox 77">
            <a:extLst>
              <a:ext uri="{FF2B5EF4-FFF2-40B4-BE49-F238E27FC236}">
                <a16:creationId xmlns:a16="http://schemas.microsoft.com/office/drawing/2014/main" id="{66E309DD-557C-1532-101E-A07068AF0459}"/>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3" name="TextBox 2">
            <a:extLst>
              <a:ext uri="{FF2B5EF4-FFF2-40B4-BE49-F238E27FC236}">
                <a16:creationId xmlns:a16="http://schemas.microsoft.com/office/drawing/2014/main" id="{05814BE1-837B-91D0-067F-A63D4A61AF47}"/>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95866E15-83EE-E2CE-9340-D39E6EE92FD6}"/>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5D4F439C-C0EF-E529-3099-2226F1D283FF}"/>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37868FAC-E011-5501-EBB0-90075B741A8E}"/>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409196EB-46B9-9994-7FAB-2E53EFEC0FE6}"/>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BC1157B8-F9B5-288B-38A7-71FE77B965BE}"/>
              </a:ext>
            </a:extLst>
          </p:cNvPr>
          <p:cNvSpPr txBox="1"/>
          <p:nvPr/>
        </p:nvSpPr>
        <p:spPr>
          <a:xfrm>
            <a:off x="5215469" y="4747898"/>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54ED640B-4AF9-642A-3BCA-6480278D8A77}"/>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6618D9BD-0871-5591-BBA3-046773C606F0}"/>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31463D41-E11C-542C-74B1-9885974E9791}"/>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9E61706C-14C2-C849-8221-53C14E54D9D8}"/>
              </a:ext>
            </a:extLst>
          </p:cNvPr>
          <p:cNvSpPr txBox="1"/>
          <p:nvPr/>
        </p:nvSpPr>
        <p:spPr>
          <a:xfrm>
            <a:off x="5715003" y="1224551"/>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718C0C8A-A34C-1838-1006-77B0BAB88A5E}"/>
              </a:ext>
            </a:extLst>
          </p:cNvPr>
          <p:cNvSpPr txBox="1"/>
          <p:nvPr/>
        </p:nvSpPr>
        <p:spPr>
          <a:xfrm>
            <a:off x="5215469" y="721216"/>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6CB9871D-E380-EFDF-7321-54A31CD4B471}"/>
              </a:ext>
            </a:extLst>
          </p:cNvPr>
          <p:cNvSpPr txBox="1"/>
          <p:nvPr/>
        </p:nvSpPr>
        <p:spPr>
          <a:xfrm>
            <a:off x="6214537" y="1727886"/>
            <a:ext cx="462845" cy="584775"/>
          </a:xfrm>
          <a:prstGeom prst="rect">
            <a:avLst/>
          </a:prstGeom>
          <a:noFill/>
        </p:spPr>
        <p:txBody>
          <a:bodyPr wrap="square" rtlCol="0">
            <a:spAutoFit/>
          </a:bodyPr>
          <a:lstStyle/>
          <a:p>
            <a:pPr algn="ctr"/>
            <a:r>
              <a:rPr lang="en-US" sz="3200" dirty="0"/>
              <a:t>7</a:t>
            </a:r>
          </a:p>
        </p:txBody>
      </p:sp>
      <p:sp>
        <p:nvSpPr>
          <p:cNvPr id="26" name="TextBox 25">
            <a:extLst>
              <a:ext uri="{FF2B5EF4-FFF2-40B4-BE49-F238E27FC236}">
                <a16:creationId xmlns:a16="http://schemas.microsoft.com/office/drawing/2014/main" id="{1FEC1F75-0138-FDFA-536D-09B2947AB94B}"/>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55105EF1-68A8-8A47-1D62-69FB9E11F92E}"/>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F78F96D1-DD5E-E90C-EE9F-0ADA80C6F03A}"/>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A7FBBA94-867C-6B7D-BE8B-488478468A14}"/>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617F3DBF-92A0-2F47-69BA-EE6BD75940C3}"/>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A42A49A6-C3FE-EBB6-C651-731C06582856}"/>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00A5E438-4378-B1E2-77FF-F764D67D8025}"/>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C86B0355-368B-9DF2-8EEE-61220A211D84}"/>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82CC7015-0D21-30ED-877A-9075254C0C22}"/>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9932517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63DE8-E75F-297C-472C-6382A2BC77B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7B23C86-DE90-9AFA-9729-3F884F3D7C9B}"/>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31A62AD-BB4A-2AE9-E979-989937F98FF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F47C706-CF23-8E1B-CE8A-9B226A1ABA4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F1CA710-3342-D201-E591-96D38C04233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84C8F55-FD60-6178-43DC-8FE62E4C2AB8}"/>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D53897B8-06FE-59D3-DE6B-3B0D1BEBF993}"/>
              </a:ext>
            </a:extLst>
          </p:cNvPr>
          <p:cNvSpPr txBox="1"/>
          <p:nvPr/>
        </p:nvSpPr>
        <p:spPr>
          <a:xfrm>
            <a:off x="3138310" y="3907597"/>
            <a:ext cx="570089" cy="230832"/>
          </a:xfrm>
          <a:prstGeom prst="rect">
            <a:avLst/>
          </a:prstGeom>
          <a:noFill/>
        </p:spPr>
        <p:txBody>
          <a:bodyPr wrap="square" rtlCol="0">
            <a:spAutoFit/>
          </a:bodyPr>
          <a:lstStyle/>
          <a:p>
            <a:pPr algn="ctr"/>
            <a:r>
              <a:rPr lang="en-US" sz="900" dirty="0"/>
              <a:t>45</a:t>
            </a:r>
          </a:p>
        </p:txBody>
      </p:sp>
      <p:sp>
        <p:nvSpPr>
          <p:cNvPr id="10" name="TextBox 9">
            <a:extLst>
              <a:ext uri="{FF2B5EF4-FFF2-40B4-BE49-F238E27FC236}">
                <a16:creationId xmlns:a16="http://schemas.microsoft.com/office/drawing/2014/main" id="{70532EB4-1B54-9F52-ED62-D1B0935A5E72}"/>
              </a:ext>
            </a:extLst>
          </p:cNvPr>
          <p:cNvSpPr txBox="1"/>
          <p:nvPr/>
        </p:nvSpPr>
        <p:spPr>
          <a:xfrm>
            <a:off x="4143022" y="4909484"/>
            <a:ext cx="570089" cy="230832"/>
          </a:xfrm>
          <a:prstGeom prst="rect">
            <a:avLst/>
          </a:prstGeom>
          <a:noFill/>
        </p:spPr>
        <p:txBody>
          <a:bodyPr wrap="square" rtlCol="0">
            <a:spAutoFit/>
          </a:bodyPr>
          <a:lstStyle/>
          <a:p>
            <a:pPr algn="ctr"/>
            <a:r>
              <a:rPr lang="en-US" sz="900" dirty="0"/>
              <a:t>54</a:t>
            </a:r>
          </a:p>
        </p:txBody>
      </p:sp>
      <p:sp>
        <p:nvSpPr>
          <p:cNvPr id="11" name="TextBox 10">
            <a:extLst>
              <a:ext uri="{FF2B5EF4-FFF2-40B4-BE49-F238E27FC236}">
                <a16:creationId xmlns:a16="http://schemas.microsoft.com/office/drawing/2014/main" id="{5CEAAE9B-F66B-689F-802A-59F9FCB7D015}"/>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79B02B89-F511-0F49-6321-56AD6910502D}"/>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345DBAE0-CE47-89B1-31BB-369A9800A7F5}"/>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ECCBAFF5-F0C2-C227-67F5-ADE99598611D}"/>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9B833E88-BEB7-D770-C8F3-7732465976EF}"/>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EED00FA2-A8EA-3E6D-4562-CF725004C780}"/>
              </a:ext>
            </a:extLst>
          </p:cNvPr>
          <p:cNvSpPr txBox="1"/>
          <p:nvPr/>
        </p:nvSpPr>
        <p:spPr>
          <a:xfrm>
            <a:off x="3640666" y="901933"/>
            <a:ext cx="570089" cy="230832"/>
          </a:xfrm>
          <a:prstGeom prst="rect">
            <a:avLst/>
          </a:prstGeom>
          <a:noFill/>
        </p:spPr>
        <p:txBody>
          <a:bodyPr wrap="square" rtlCol="0">
            <a:spAutoFit/>
          </a:bodyPr>
          <a:lstStyle/>
          <a:p>
            <a:pPr algn="ctr"/>
            <a:r>
              <a:rPr lang="en-US" sz="900" dirty="0"/>
              <a:t>95</a:t>
            </a:r>
          </a:p>
        </p:txBody>
      </p:sp>
      <p:sp>
        <p:nvSpPr>
          <p:cNvPr id="29" name="TextBox 28">
            <a:extLst>
              <a:ext uri="{FF2B5EF4-FFF2-40B4-BE49-F238E27FC236}">
                <a16:creationId xmlns:a16="http://schemas.microsoft.com/office/drawing/2014/main" id="{914B7362-90E2-AFA8-9C86-C048AF7C7992}"/>
              </a:ext>
            </a:extLst>
          </p:cNvPr>
          <p:cNvSpPr txBox="1"/>
          <p:nvPr/>
        </p:nvSpPr>
        <p:spPr>
          <a:xfrm>
            <a:off x="3640666" y="2404765"/>
            <a:ext cx="570089" cy="230832"/>
          </a:xfrm>
          <a:prstGeom prst="rect">
            <a:avLst/>
          </a:prstGeom>
          <a:noFill/>
        </p:spPr>
        <p:txBody>
          <a:bodyPr wrap="square" rtlCol="0">
            <a:spAutoFit/>
          </a:bodyPr>
          <a:lstStyle/>
          <a:p>
            <a:pPr algn="ctr"/>
            <a:r>
              <a:rPr lang="en-US" sz="900" dirty="0"/>
              <a:t>59</a:t>
            </a:r>
          </a:p>
        </p:txBody>
      </p:sp>
      <p:sp>
        <p:nvSpPr>
          <p:cNvPr id="31" name="TextBox 30">
            <a:extLst>
              <a:ext uri="{FF2B5EF4-FFF2-40B4-BE49-F238E27FC236}">
                <a16:creationId xmlns:a16="http://schemas.microsoft.com/office/drawing/2014/main" id="{5CE85DE1-1710-D36B-CAC0-98F202141E53}"/>
              </a:ext>
            </a:extLst>
          </p:cNvPr>
          <p:cNvSpPr txBox="1"/>
          <p:nvPr/>
        </p:nvSpPr>
        <p:spPr>
          <a:xfrm>
            <a:off x="5147734" y="1903821"/>
            <a:ext cx="570089" cy="230832"/>
          </a:xfrm>
          <a:prstGeom prst="rect">
            <a:avLst/>
          </a:prstGeom>
          <a:noFill/>
        </p:spPr>
        <p:txBody>
          <a:bodyPr wrap="square" rtlCol="0">
            <a:spAutoFit/>
          </a:bodyPr>
          <a:lstStyle/>
          <a:p>
            <a:pPr algn="ctr"/>
            <a:r>
              <a:rPr lang="en-US" sz="900" dirty="0"/>
              <a:t>92</a:t>
            </a:r>
          </a:p>
        </p:txBody>
      </p:sp>
      <p:sp>
        <p:nvSpPr>
          <p:cNvPr id="33" name="TextBox 32">
            <a:extLst>
              <a:ext uri="{FF2B5EF4-FFF2-40B4-BE49-F238E27FC236}">
                <a16:creationId xmlns:a16="http://schemas.microsoft.com/office/drawing/2014/main" id="{A49917B5-1609-D4BE-0D17-6CE29390D0CF}"/>
              </a:ext>
            </a:extLst>
          </p:cNvPr>
          <p:cNvSpPr txBox="1"/>
          <p:nvPr/>
        </p:nvSpPr>
        <p:spPr>
          <a:xfrm>
            <a:off x="5147734" y="3406653"/>
            <a:ext cx="570089" cy="230832"/>
          </a:xfrm>
          <a:prstGeom prst="rect">
            <a:avLst/>
          </a:prstGeom>
          <a:noFill/>
        </p:spPr>
        <p:txBody>
          <a:bodyPr wrap="square" rtlCol="0">
            <a:spAutoFit/>
          </a:bodyPr>
          <a:lstStyle/>
          <a:p>
            <a:pPr algn="ctr"/>
            <a:r>
              <a:rPr lang="en-US" sz="900" dirty="0"/>
              <a:t>29</a:t>
            </a:r>
          </a:p>
        </p:txBody>
      </p:sp>
      <p:sp>
        <p:nvSpPr>
          <p:cNvPr id="39" name="TextBox 38">
            <a:extLst>
              <a:ext uri="{FF2B5EF4-FFF2-40B4-BE49-F238E27FC236}">
                <a16:creationId xmlns:a16="http://schemas.microsoft.com/office/drawing/2014/main" id="{CB411D9B-3D6E-6081-EB64-1A751A970C69}"/>
              </a:ext>
            </a:extLst>
          </p:cNvPr>
          <p:cNvSpPr txBox="1"/>
          <p:nvPr/>
        </p:nvSpPr>
        <p:spPr>
          <a:xfrm>
            <a:off x="4143022" y="1402877"/>
            <a:ext cx="570089" cy="230832"/>
          </a:xfrm>
          <a:prstGeom prst="rect">
            <a:avLst/>
          </a:prstGeom>
          <a:noFill/>
        </p:spPr>
        <p:txBody>
          <a:bodyPr wrap="square" rtlCol="0">
            <a:spAutoFit/>
          </a:bodyPr>
          <a:lstStyle/>
          <a:p>
            <a:pPr algn="ctr"/>
            <a:r>
              <a:rPr lang="en-US" sz="900" dirty="0"/>
              <a:t>28</a:t>
            </a:r>
          </a:p>
        </p:txBody>
      </p:sp>
      <p:sp>
        <p:nvSpPr>
          <p:cNvPr id="40" name="TextBox 39">
            <a:extLst>
              <a:ext uri="{FF2B5EF4-FFF2-40B4-BE49-F238E27FC236}">
                <a16:creationId xmlns:a16="http://schemas.microsoft.com/office/drawing/2014/main" id="{C0762FAD-48E6-68FB-88F9-6D12A74C3616}"/>
              </a:ext>
            </a:extLst>
          </p:cNvPr>
          <p:cNvSpPr txBox="1"/>
          <p:nvPr/>
        </p:nvSpPr>
        <p:spPr>
          <a:xfrm>
            <a:off x="4645378" y="1402877"/>
            <a:ext cx="570089" cy="230832"/>
          </a:xfrm>
          <a:prstGeom prst="rect">
            <a:avLst/>
          </a:prstGeom>
          <a:noFill/>
        </p:spPr>
        <p:txBody>
          <a:bodyPr wrap="square" rtlCol="0">
            <a:spAutoFit/>
          </a:bodyPr>
          <a:lstStyle/>
          <a:p>
            <a:pPr algn="ctr"/>
            <a:r>
              <a:rPr lang="en-US" sz="900" dirty="0"/>
              <a:t>82</a:t>
            </a:r>
          </a:p>
        </p:txBody>
      </p:sp>
      <p:sp>
        <p:nvSpPr>
          <p:cNvPr id="43" name="TextBox 42">
            <a:extLst>
              <a:ext uri="{FF2B5EF4-FFF2-40B4-BE49-F238E27FC236}">
                <a16:creationId xmlns:a16="http://schemas.microsoft.com/office/drawing/2014/main" id="{3B7B4DDD-2D38-6483-7C9C-EE6059C65200}"/>
              </a:ext>
            </a:extLst>
          </p:cNvPr>
          <p:cNvSpPr txBox="1"/>
          <p:nvPr/>
        </p:nvSpPr>
        <p:spPr>
          <a:xfrm>
            <a:off x="4143022" y="2905709"/>
            <a:ext cx="570089" cy="230832"/>
          </a:xfrm>
          <a:prstGeom prst="rect">
            <a:avLst/>
          </a:prstGeom>
          <a:noFill/>
        </p:spPr>
        <p:txBody>
          <a:bodyPr wrap="square" rtlCol="0">
            <a:spAutoFit/>
          </a:bodyPr>
          <a:lstStyle/>
          <a:p>
            <a:pPr algn="ctr"/>
            <a:r>
              <a:rPr lang="en-US" sz="900" dirty="0"/>
              <a:t>579</a:t>
            </a:r>
          </a:p>
        </p:txBody>
      </p:sp>
      <p:sp>
        <p:nvSpPr>
          <p:cNvPr id="44" name="TextBox 43">
            <a:extLst>
              <a:ext uri="{FF2B5EF4-FFF2-40B4-BE49-F238E27FC236}">
                <a16:creationId xmlns:a16="http://schemas.microsoft.com/office/drawing/2014/main" id="{26993367-453D-59D5-C0B6-F43F570BC6A9}"/>
              </a:ext>
            </a:extLst>
          </p:cNvPr>
          <p:cNvSpPr txBox="1"/>
          <p:nvPr/>
        </p:nvSpPr>
        <p:spPr>
          <a:xfrm>
            <a:off x="4645378" y="2905709"/>
            <a:ext cx="570089" cy="230832"/>
          </a:xfrm>
          <a:prstGeom prst="rect">
            <a:avLst/>
          </a:prstGeom>
          <a:noFill/>
        </p:spPr>
        <p:txBody>
          <a:bodyPr wrap="square" rtlCol="0">
            <a:spAutoFit/>
          </a:bodyPr>
          <a:lstStyle/>
          <a:p>
            <a:pPr algn="ctr"/>
            <a:r>
              <a:rPr lang="en-US" sz="900" dirty="0"/>
              <a:t>578</a:t>
            </a:r>
          </a:p>
        </p:txBody>
      </p:sp>
      <p:sp>
        <p:nvSpPr>
          <p:cNvPr id="45" name="TextBox 44">
            <a:extLst>
              <a:ext uri="{FF2B5EF4-FFF2-40B4-BE49-F238E27FC236}">
                <a16:creationId xmlns:a16="http://schemas.microsoft.com/office/drawing/2014/main" id="{84307BF0-9709-E4A6-226D-E857C0342BED}"/>
              </a:ext>
            </a:extLst>
          </p:cNvPr>
          <p:cNvSpPr txBox="1"/>
          <p:nvPr/>
        </p:nvSpPr>
        <p:spPr>
          <a:xfrm>
            <a:off x="5650090" y="2905709"/>
            <a:ext cx="570089" cy="230832"/>
          </a:xfrm>
          <a:prstGeom prst="rect">
            <a:avLst/>
          </a:prstGeom>
          <a:noFill/>
        </p:spPr>
        <p:txBody>
          <a:bodyPr wrap="square" rtlCol="0">
            <a:spAutoFit/>
          </a:bodyPr>
          <a:lstStyle/>
          <a:p>
            <a:pPr algn="ctr"/>
            <a:r>
              <a:rPr lang="en-US" sz="900" dirty="0"/>
              <a:t>589</a:t>
            </a:r>
          </a:p>
        </p:txBody>
      </p:sp>
      <p:sp>
        <p:nvSpPr>
          <p:cNvPr id="46" name="TextBox 45">
            <a:extLst>
              <a:ext uri="{FF2B5EF4-FFF2-40B4-BE49-F238E27FC236}">
                <a16:creationId xmlns:a16="http://schemas.microsoft.com/office/drawing/2014/main" id="{B16F9E82-4168-AA22-CA20-0F879279C9C6}"/>
              </a:ext>
            </a:extLst>
          </p:cNvPr>
          <p:cNvSpPr txBox="1"/>
          <p:nvPr/>
        </p:nvSpPr>
        <p:spPr>
          <a:xfrm>
            <a:off x="6152446" y="2905709"/>
            <a:ext cx="570089" cy="230832"/>
          </a:xfrm>
          <a:prstGeom prst="rect">
            <a:avLst/>
          </a:prstGeom>
          <a:noFill/>
        </p:spPr>
        <p:txBody>
          <a:bodyPr wrap="square" rtlCol="0">
            <a:spAutoFit/>
          </a:bodyPr>
          <a:lstStyle/>
          <a:p>
            <a:pPr algn="ctr"/>
            <a:r>
              <a:rPr lang="en-US" sz="900" dirty="0"/>
              <a:t>589</a:t>
            </a:r>
          </a:p>
        </p:txBody>
      </p:sp>
      <p:sp>
        <p:nvSpPr>
          <p:cNvPr id="51" name="TextBox 50">
            <a:extLst>
              <a:ext uri="{FF2B5EF4-FFF2-40B4-BE49-F238E27FC236}">
                <a16:creationId xmlns:a16="http://schemas.microsoft.com/office/drawing/2014/main" id="{B9D10636-CDF3-AD56-519C-F77F929DBC1D}"/>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FFDE129F-4B08-FE4A-8752-F3704172484B}"/>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37A31916-D2C4-B36F-3A20-2DF73C1D9E45}"/>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6D2D3C3B-F676-D80E-AFAC-F63094D4848A}"/>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B00B8F42-FD48-F36D-62A4-5942763249F1}"/>
              </a:ext>
            </a:extLst>
          </p:cNvPr>
          <p:cNvSpPr txBox="1"/>
          <p:nvPr/>
        </p:nvSpPr>
        <p:spPr>
          <a:xfrm>
            <a:off x="4143022" y="901933"/>
            <a:ext cx="570089" cy="230832"/>
          </a:xfrm>
          <a:prstGeom prst="rect">
            <a:avLst/>
          </a:prstGeom>
          <a:noFill/>
        </p:spPr>
        <p:txBody>
          <a:bodyPr wrap="square" rtlCol="0">
            <a:spAutoFit/>
          </a:bodyPr>
          <a:lstStyle/>
          <a:p>
            <a:pPr algn="ctr"/>
            <a:r>
              <a:rPr lang="en-US" sz="900" dirty="0"/>
              <a:t>579</a:t>
            </a:r>
          </a:p>
        </p:txBody>
      </p:sp>
      <p:sp>
        <p:nvSpPr>
          <p:cNvPr id="59" name="TextBox 58">
            <a:extLst>
              <a:ext uri="{FF2B5EF4-FFF2-40B4-BE49-F238E27FC236}">
                <a16:creationId xmlns:a16="http://schemas.microsoft.com/office/drawing/2014/main" id="{809C513C-FC91-A58E-67C1-4EE304A7EEB8}"/>
              </a:ext>
            </a:extLst>
          </p:cNvPr>
          <p:cNvSpPr txBox="1"/>
          <p:nvPr/>
        </p:nvSpPr>
        <p:spPr>
          <a:xfrm>
            <a:off x="3138310" y="901933"/>
            <a:ext cx="570089" cy="230832"/>
          </a:xfrm>
          <a:prstGeom prst="rect">
            <a:avLst/>
          </a:prstGeom>
          <a:noFill/>
        </p:spPr>
        <p:txBody>
          <a:bodyPr wrap="square" rtlCol="0">
            <a:spAutoFit/>
          </a:bodyPr>
          <a:lstStyle/>
          <a:p>
            <a:pPr algn="ctr"/>
            <a:r>
              <a:rPr lang="en-US" sz="900" dirty="0"/>
              <a:t>57</a:t>
            </a:r>
          </a:p>
        </p:txBody>
      </p:sp>
      <p:sp>
        <p:nvSpPr>
          <p:cNvPr id="61" name="TextBox 60">
            <a:extLst>
              <a:ext uri="{FF2B5EF4-FFF2-40B4-BE49-F238E27FC236}">
                <a16:creationId xmlns:a16="http://schemas.microsoft.com/office/drawing/2014/main" id="{D8A854B9-4135-E147-2DC1-6E4C4A592380}"/>
              </a:ext>
            </a:extLst>
          </p:cNvPr>
          <p:cNvSpPr txBox="1"/>
          <p:nvPr/>
        </p:nvSpPr>
        <p:spPr>
          <a:xfrm>
            <a:off x="3138310" y="2404765"/>
            <a:ext cx="570089" cy="230832"/>
          </a:xfrm>
          <a:prstGeom prst="rect">
            <a:avLst/>
          </a:prstGeom>
          <a:noFill/>
        </p:spPr>
        <p:txBody>
          <a:bodyPr wrap="square" rtlCol="0">
            <a:spAutoFit/>
          </a:bodyPr>
          <a:lstStyle/>
          <a:p>
            <a:pPr algn="ctr"/>
            <a:r>
              <a:rPr lang="en-US" sz="900" dirty="0"/>
              <a:t>567</a:t>
            </a:r>
          </a:p>
        </p:txBody>
      </p:sp>
      <p:sp>
        <p:nvSpPr>
          <p:cNvPr id="62" name="TextBox 61">
            <a:extLst>
              <a:ext uri="{FF2B5EF4-FFF2-40B4-BE49-F238E27FC236}">
                <a16:creationId xmlns:a16="http://schemas.microsoft.com/office/drawing/2014/main" id="{17683A27-E01E-C36A-4AF8-8C1A967B0186}"/>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3" name="TextBox 62">
            <a:extLst>
              <a:ext uri="{FF2B5EF4-FFF2-40B4-BE49-F238E27FC236}">
                <a16:creationId xmlns:a16="http://schemas.microsoft.com/office/drawing/2014/main" id="{F32ACBDB-0B23-C9F6-B7C7-7DF142DF5CB0}"/>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04C6E72A-FEF5-8F53-8704-167A34F1DE62}"/>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BB48A4E3-E318-5A5A-3AF5-82427D5C879F}"/>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E47917A3-0FE0-4834-9C04-C5394377CEED}"/>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551125DC-9295-6262-A96B-68FF5BB05326}"/>
              </a:ext>
            </a:extLst>
          </p:cNvPr>
          <p:cNvSpPr txBox="1"/>
          <p:nvPr/>
        </p:nvSpPr>
        <p:spPr>
          <a:xfrm>
            <a:off x="7157158" y="3406653"/>
            <a:ext cx="570089" cy="230832"/>
          </a:xfrm>
          <a:prstGeom prst="rect">
            <a:avLst/>
          </a:prstGeom>
          <a:noFill/>
        </p:spPr>
        <p:txBody>
          <a:bodyPr wrap="square" rtlCol="0">
            <a:spAutoFit/>
          </a:bodyPr>
          <a:lstStyle/>
          <a:p>
            <a:pPr algn="ctr"/>
            <a:r>
              <a:rPr lang="en-US" sz="900" dirty="0"/>
              <a:t>93</a:t>
            </a:r>
          </a:p>
        </p:txBody>
      </p:sp>
      <p:sp>
        <p:nvSpPr>
          <p:cNvPr id="71" name="TextBox 70">
            <a:extLst>
              <a:ext uri="{FF2B5EF4-FFF2-40B4-BE49-F238E27FC236}">
                <a16:creationId xmlns:a16="http://schemas.microsoft.com/office/drawing/2014/main" id="{2C810062-8FC9-67DD-69E4-F28888137413}"/>
              </a:ext>
            </a:extLst>
          </p:cNvPr>
          <p:cNvSpPr txBox="1"/>
          <p:nvPr/>
        </p:nvSpPr>
        <p:spPr>
          <a:xfrm>
            <a:off x="7157158" y="3907597"/>
            <a:ext cx="570089" cy="230832"/>
          </a:xfrm>
          <a:prstGeom prst="rect">
            <a:avLst/>
          </a:prstGeom>
          <a:noFill/>
        </p:spPr>
        <p:txBody>
          <a:bodyPr wrap="square" rtlCol="0">
            <a:spAutoFit/>
          </a:bodyPr>
          <a:lstStyle/>
          <a:p>
            <a:pPr algn="ctr"/>
            <a:r>
              <a:rPr lang="en-US" sz="900" dirty="0"/>
              <a:t>39</a:t>
            </a:r>
          </a:p>
        </p:txBody>
      </p:sp>
      <p:sp>
        <p:nvSpPr>
          <p:cNvPr id="73" name="TextBox 72">
            <a:extLst>
              <a:ext uri="{FF2B5EF4-FFF2-40B4-BE49-F238E27FC236}">
                <a16:creationId xmlns:a16="http://schemas.microsoft.com/office/drawing/2014/main" id="{DBEA5D90-90BA-9334-86F2-5E8CB70B08EB}"/>
              </a:ext>
            </a:extLst>
          </p:cNvPr>
          <p:cNvSpPr txBox="1"/>
          <p:nvPr/>
        </p:nvSpPr>
        <p:spPr>
          <a:xfrm>
            <a:off x="5650090" y="4909484"/>
            <a:ext cx="570089" cy="230832"/>
          </a:xfrm>
          <a:prstGeom prst="rect">
            <a:avLst/>
          </a:prstGeom>
          <a:noFill/>
        </p:spPr>
        <p:txBody>
          <a:bodyPr wrap="square" rtlCol="0">
            <a:spAutoFit/>
          </a:bodyPr>
          <a:lstStyle/>
          <a:p>
            <a:pPr algn="ctr"/>
            <a:r>
              <a:rPr lang="en-US" sz="900" dirty="0"/>
              <a:t>45</a:t>
            </a:r>
          </a:p>
        </p:txBody>
      </p:sp>
      <p:sp>
        <p:nvSpPr>
          <p:cNvPr id="75" name="TextBox 74">
            <a:extLst>
              <a:ext uri="{FF2B5EF4-FFF2-40B4-BE49-F238E27FC236}">
                <a16:creationId xmlns:a16="http://schemas.microsoft.com/office/drawing/2014/main" id="{1D4949CA-3F42-1E5A-B79E-916BF33D982F}"/>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6B96C6C2-7DAA-82A9-8EFF-AD4C02C0CC85}"/>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2E3FB575-43D6-5A43-F3DF-05DC730248A0}"/>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78" name="TextBox 77">
            <a:extLst>
              <a:ext uri="{FF2B5EF4-FFF2-40B4-BE49-F238E27FC236}">
                <a16:creationId xmlns:a16="http://schemas.microsoft.com/office/drawing/2014/main" id="{2F690E62-ECB8-8D4A-2955-B29B2A567BFE}"/>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3" name="TextBox 2">
            <a:extLst>
              <a:ext uri="{FF2B5EF4-FFF2-40B4-BE49-F238E27FC236}">
                <a16:creationId xmlns:a16="http://schemas.microsoft.com/office/drawing/2014/main" id="{1AA65100-2814-0778-FA29-09436BBFF0CD}"/>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2583B9D6-D173-1859-62B1-52E09B87B2D5}"/>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2BD4181A-25EB-B6C1-E510-516EE8723C3E}"/>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93E05F6C-D78D-A92D-2E91-C891A96488FA}"/>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636974ED-01B0-32F2-8C09-EC02BA74E244}"/>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F4308EBC-58DB-FB71-4F62-0EF02555985E}"/>
              </a:ext>
            </a:extLst>
          </p:cNvPr>
          <p:cNvSpPr txBox="1"/>
          <p:nvPr/>
        </p:nvSpPr>
        <p:spPr>
          <a:xfrm>
            <a:off x="5215469" y="4747898"/>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585887AD-7F23-EBF1-8EDF-8275766D8783}"/>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02292691-C2C0-C46C-D198-9EB93A646F83}"/>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BF2BC43E-EA8F-A846-3CBC-B781AAA7BF78}"/>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0FE7B5A6-64FE-1ED3-BA14-0BB7DB9A3D31}"/>
              </a:ext>
            </a:extLst>
          </p:cNvPr>
          <p:cNvSpPr txBox="1"/>
          <p:nvPr/>
        </p:nvSpPr>
        <p:spPr>
          <a:xfrm>
            <a:off x="5715003" y="1224551"/>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18B21AC2-C1F6-6C66-5984-831712673B84}"/>
              </a:ext>
            </a:extLst>
          </p:cNvPr>
          <p:cNvSpPr txBox="1"/>
          <p:nvPr/>
        </p:nvSpPr>
        <p:spPr>
          <a:xfrm>
            <a:off x="5215469" y="721216"/>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1D7BF405-82EE-636D-CC7C-0EB207AF0859}"/>
              </a:ext>
            </a:extLst>
          </p:cNvPr>
          <p:cNvSpPr txBox="1"/>
          <p:nvPr/>
        </p:nvSpPr>
        <p:spPr>
          <a:xfrm>
            <a:off x="6214537" y="1727886"/>
            <a:ext cx="462845" cy="584775"/>
          </a:xfrm>
          <a:prstGeom prst="rect">
            <a:avLst/>
          </a:prstGeom>
          <a:noFill/>
        </p:spPr>
        <p:txBody>
          <a:bodyPr wrap="square" rtlCol="0">
            <a:spAutoFit/>
          </a:bodyPr>
          <a:lstStyle/>
          <a:p>
            <a:pPr algn="ctr"/>
            <a:r>
              <a:rPr lang="en-US" sz="3200" dirty="0"/>
              <a:t>7</a:t>
            </a:r>
          </a:p>
        </p:txBody>
      </p:sp>
      <p:sp>
        <p:nvSpPr>
          <p:cNvPr id="26" name="TextBox 25">
            <a:extLst>
              <a:ext uri="{FF2B5EF4-FFF2-40B4-BE49-F238E27FC236}">
                <a16:creationId xmlns:a16="http://schemas.microsoft.com/office/drawing/2014/main" id="{A0FE4C15-A120-B956-493A-6C39C15EFB31}"/>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F5EADD83-8D1A-269C-7C36-0182FF23E810}"/>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F37B8874-D4FC-B2DA-89A3-D3AB129ABE43}"/>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7AB6B53F-F79F-C099-BE36-DC46AA732361}"/>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49CD24A2-1994-6CEC-F2B3-60D6CA098E16}"/>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536F9179-75EA-B01A-3E4E-25DE95C4E096}"/>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2FE7A0A2-0459-E264-65AE-091218EC0C46}"/>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7CE0493E-52D3-BE0D-9B51-190F6E7E02DC}"/>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0C43C11E-D3D7-96B0-6EB4-7918A0960068}"/>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DE6F673B-ACCF-334A-78E8-B434DBF2DCB3}"/>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34563585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8B8F7-6697-0E1F-5F8E-41AEFAFC031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73F836B-1F6B-1EEA-5118-8D4366744607}"/>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C343C00-DF58-9647-20BC-4DEC8B602FB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78DBAE0-AC15-F65D-275A-CBDA3B7AD3E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EB8F268-0B34-5040-D7B4-DE26D7D5670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A89E45F-CE3B-B026-04E2-18CFBE141925}"/>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62A7A849-20FD-8D4E-9F8E-470E0FD8FA82}"/>
              </a:ext>
            </a:extLst>
          </p:cNvPr>
          <p:cNvSpPr txBox="1"/>
          <p:nvPr/>
        </p:nvSpPr>
        <p:spPr>
          <a:xfrm>
            <a:off x="3138310" y="3907597"/>
            <a:ext cx="570089" cy="230832"/>
          </a:xfrm>
          <a:prstGeom prst="rect">
            <a:avLst/>
          </a:prstGeom>
          <a:noFill/>
        </p:spPr>
        <p:txBody>
          <a:bodyPr wrap="square" rtlCol="0">
            <a:spAutoFit/>
          </a:bodyPr>
          <a:lstStyle/>
          <a:p>
            <a:pPr algn="ctr"/>
            <a:r>
              <a:rPr lang="en-US" sz="900" dirty="0"/>
              <a:t>45</a:t>
            </a:r>
          </a:p>
        </p:txBody>
      </p:sp>
      <p:sp>
        <p:nvSpPr>
          <p:cNvPr id="10" name="TextBox 9">
            <a:extLst>
              <a:ext uri="{FF2B5EF4-FFF2-40B4-BE49-F238E27FC236}">
                <a16:creationId xmlns:a16="http://schemas.microsoft.com/office/drawing/2014/main" id="{4B3E3243-E7C9-68CF-B3B8-CF87E2BFEE1A}"/>
              </a:ext>
            </a:extLst>
          </p:cNvPr>
          <p:cNvSpPr txBox="1"/>
          <p:nvPr/>
        </p:nvSpPr>
        <p:spPr>
          <a:xfrm>
            <a:off x="4143022" y="4909484"/>
            <a:ext cx="570089" cy="230832"/>
          </a:xfrm>
          <a:prstGeom prst="rect">
            <a:avLst/>
          </a:prstGeom>
          <a:noFill/>
        </p:spPr>
        <p:txBody>
          <a:bodyPr wrap="square" rtlCol="0">
            <a:spAutoFit/>
          </a:bodyPr>
          <a:lstStyle/>
          <a:p>
            <a:pPr algn="ctr"/>
            <a:r>
              <a:rPr lang="en-US" sz="900" dirty="0"/>
              <a:t>54</a:t>
            </a:r>
          </a:p>
        </p:txBody>
      </p:sp>
      <p:sp>
        <p:nvSpPr>
          <p:cNvPr id="11" name="TextBox 10">
            <a:extLst>
              <a:ext uri="{FF2B5EF4-FFF2-40B4-BE49-F238E27FC236}">
                <a16:creationId xmlns:a16="http://schemas.microsoft.com/office/drawing/2014/main" id="{D05BC4EB-DF73-93A9-0841-6EE59E53EB49}"/>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8C253557-70CE-2198-E763-5E02AA6DDE0A}"/>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9392D73E-C7D0-4C14-4D71-954612ABA8A1}"/>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2C28B5F8-70B8-CA83-6362-F8352175F3D3}"/>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4BF0029C-65E8-B801-B833-14124ED135B2}"/>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41CC907C-F877-227B-79CA-F9F1B141C537}"/>
              </a:ext>
            </a:extLst>
          </p:cNvPr>
          <p:cNvSpPr txBox="1"/>
          <p:nvPr/>
        </p:nvSpPr>
        <p:spPr>
          <a:xfrm>
            <a:off x="3640666" y="901933"/>
            <a:ext cx="570089" cy="230832"/>
          </a:xfrm>
          <a:prstGeom prst="rect">
            <a:avLst/>
          </a:prstGeom>
          <a:noFill/>
        </p:spPr>
        <p:txBody>
          <a:bodyPr wrap="square" rtlCol="0">
            <a:spAutoFit/>
          </a:bodyPr>
          <a:lstStyle/>
          <a:p>
            <a:pPr algn="ctr"/>
            <a:r>
              <a:rPr lang="en-US" sz="900" dirty="0"/>
              <a:t>95</a:t>
            </a:r>
          </a:p>
        </p:txBody>
      </p:sp>
      <p:sp>
        <p:nvSpPr>
          <p:cNvPr id="29" name="TextBox 28">
            <a:extLst>
              <a:ext uri="{FF2B5EF4-FFF2-40B4-BE49-F238E27FC236}">
                <a16:creationId xmlns:a16="http://schemas.microsoft.com/office/drawing/2014/main" id="{8AB76080-972F-06AD-3E75-08D22674B77E}"/>
              </a:ext>
            </a:extLst>
          </p:cNvPr>
          <p:cNvSpPr txBox="1"/>
          <p:nvPr/>
        </p:nvSpPr>
        <p:spPr>
          <a:xfrm>
            <a:off x="3640666" y="2404765"/>
            <a:ext cx="570089" cy="230832"/>
          </a:xfrm>
          <a:prstGeom prst="rect">
            <a:avLst/>
          </a:prstGeom>
          <a:noFill/>
        </p:spPr>
        <p:txBody>
          <a:bodyPr wrap="square" rtlCol="0">
            <a:spAutoFit/>
          </a:bodyPr>
          <a:lstStyle/>
          <a:p>
            <a:pPr algn="ctr"/>
            <a:r>
              <a:rPr lang="en-US" sz="900" dirty="0"/>
              <a:t>59</a:t>
            </a:r>
          </a:p>
        </p:txBody>
      </p:sp>
      <p:sp>
        <p:nvSpPr>
          <p:cNvPr id="31" name="TextBox 30">
            <a:extLst>
              <a:ext uri="{FF2B5EF4-FFF2-40B4-BE49-F238E27FC236}">
                <a16:creationId xmlns:a16="http://schemas.microsoft.com/office/drawing/2014/main" id="{6E93D14F-991D-DF7F-9BB9-9448E3B47CE5}"/>
              </a:ext>
            </a:extLst>
          </p:cNvPr>
          <p:cNvSpPr txBox="1"/>
          <p:nvPr/>
        </p:nvSpPr>
        <p:spPr>
          <a:xfrm>
            <a:off x="5147734" y="1903821"/>
            <a:ext cx="570089" cy="230832"/>
          </a:xfrm>
          <a:prstGeom prst="rect">
            <a:avLst/>
          </a:prstGeom>
          <a:noFill/>
        </p:spPr>
        <p:txBody>
          <a:bodyPr wrap="square" rtlCol="0">
            <a:spAutoFit/>
          </a:bodyPr>
          <a:lstStyle/>
          <a:p>
            <a:pPr algn="ctr"/>
            <a:r>
              <a:rPr lang="en-US" sz="900" dirty="0"/>
              <a:t>92</a:t>
            </a:r>
          </a:p>
        </p:txBody>
      </p:sp>
      <p:sp>
        <p:nvSpPr>
          <p:cNvPr id="33" name="TextBox 32">
            <a:extLst>
              <a:ext uri="{FF2B5EF4-FFF2-40B4-BE49-F238E27FC236}">
                <a16:creationId xmlns:a16="http://schemas.microsoft.com/office/drawing/2014/main" id="{C04E0074-A282-CD57-696D-15D52E8F5C99}"/>
              </a:ext>
            </a:extLst>
          </p:cNvPr>
          <p:cNvSpPr txBox="1"/>
          <p:nvPr/>
        </p:nvSpPr>
        <p:spPr>
          <a:xfrm>
            <a:off x="5147734" y="3406653"/>
            <a:ext cx="570089" cy="230832"/>
          </a:xfrm>
          <a:prstGeom prst="rect">
            <a:avLst/>
          </a:prstGeom>
          <a:noFill/>
        </p:spPr>
        <p:txBody>
          <a:bodyPr wrap="square" rtlCol="0">
            <a:spAutoFit/>
          </a:bodyPr>
          <a:lstStyle/>
          <a:p>
            <a:pPr algn="ctr"/>
            <a:r>
              <a:rPr lang="en-US" sz="900" dirty="0"/>
              <a:t>29</a:t>
            </a:r>
          </a:p>
        </p:txBody>
      </p:sp>
      <p:sp>
        <p:nvSpPr>
          <p:cNvPr id="39" name="TextBox 38">
            <a:extLst>
              <a:ext uri="{FF2B5EF4-FFF2-40B4-BE49-F238E27FC236}">
                <a16:creationId xmlns:a16="http://schemas.microsoft.com/office/drawing/2014/main" id="{29CEF9B3-184E-A683-2275-470F2D902B29}"/>
              </a:ext>
            </a:extLst>
          </p:cNvPr>
          <p:cNvSpPr txBox="1"/>
          <p:nvPr/>
        </p:nvSpPr>
        <p:spPr>
          <a:xfrm>
            <a:off x="4143022" y="1402877"/>
            <a:ext cx="570089" cy="230832"/>
          </a:xfrm>
          <a:prstGeom prst="rect">
            <a:avLst/>
          </a:prstGeom>
          <a:noFill/>
        </p:spPr>
        <p:txBody>
          <a:bodyPr wrap="square" rtlCol="0">
            <a:spAutoFit/>
          </a:bodyPr>
          <a:lstStyle/>
          <a:p>
            <a:pPr algn="ctr"/>
            <a:r>
              <a:rPr lang="en-US" sz="900" dirty="0"/>
              <a:t>28</a:t>
            </a:r>
          </a:p>
        </p:txBody>
      </p:sp>
      <p:sp>
        <p:nvSpPr>
          <p:cNvPr id="40" name="TextBox 39">
            <a:extLst>
              <a:ext uri="{FF2B5EF4-FFF2-40B4-BE49-F238E27FC236}">
                <a16:creationId xmlns:a16="http://schemas.microsoft.com/office/drawing/2014/main" id="{909728A4-1058-1014-CEE4-623F5A9D1B18}"/>
              </a:ext>
            </a:extLst>
          </p:cNvPr>
          <p:cNvSpPr txBox="1"/>
          <p:nvPr/>
        </p:nvSpPr>
        <p:spPr>
          <a:xfrm>
            <a:off x="4645378" y="1402877"/>
            <a:ext cx="570089" cy="230832"/>
          </a:xfrm>
          <a:prstGeom prst="rect">
            <a:avLst/>
          </a:prstGeom>
          <a:noFill/>
        </p:spPr>
        <p:txBody>
          <a:bodyPr wrap="square" rtlCol="0">
            <a:spAutoFit/>
          </a:bodyPr>
          <a:lstStyle/>
          <a:p>
            <a:pPr algn="ctr"/>
            <a:r>
              <a:rPr lang="en-US" sz="900" dirty="0"/>
              <a:t>82</a:t>
            </a:r>
          </a:p>
        </p:txBody>
      </p:sp>
      <p:sp>
        <p:nvSpPr>
          <p:cNvPr id="43" name="TextBox 42">
            <a:extLst>
              <a:ext uri="{FF2B5EF4-FFF2-40B4-BE49-F238E27FC236}">
                <a16:creationId xmlns:a16="http://schemas.microsoft.com/office/drawing/2014/main" id="{D6318870-CB76-A814-2E22-57FF8200F37C}"/>
              </a:ext>
            </a:extLst>
          </p:cNvPr>
          <p:cNvSpPr txBox="1"/>
          <p:nvPr/>
        </p:nvSpPr>
        <p:spPr>
          <a:xfrm>
            <a:off x="4143022" y="2905709"/>
            <a:ext cx="570089" cy="230832"/>
          </a:xfrm>
          <a:prstGeom prst="rect">
            <a:avLst/>
          </a:prstGeom>
          <a:noFill/>
        </p:spPr>
        <p:txBody>
          <a:bodyPr wrap="square" rtlCol="0">
            <a:spAutoFit/>
          </a:bodyPr>
          <a:lstStyle/>
          <a:p>
            <a:pPr algn="ctr"/>
            <a:r>
              <a:rPr lang="en-US" sz="900" dirty="0"/>
              <a:t>579</a:t>
            </a:r>
          </a:p>
        </p:txBody>
      </p:sp>
      <p:sp>
        <p:nvSpPr>
          <p:cNvPr id="44" name="TextBox 43">
            <a:extLst>
              <a:ext uri="{FF2B5EF4-FFF2-40B4-BE49-F238E27FC236}">
                <a16:creationId xmlns:a16="http://schemas.microsoft.com/office/drawing/2014/main" id="{15CE9E55-D204-A352-58F2-662BB36CDAFE}"/>
              </a:ext>
            </a:extLst>
          </p:cNvPr>
          <p:cNvSpPr txBox="1"/>
          <p:nvPr/>
        </p:nvSpPr>
        <p:spPr>
          <a:xfrm>
            <a:off x="4645378" y="2905709"/>
            <a:ext cx="570089" cy="230832"/>
          </a:xfrm>
          <a:prstGeom prst="rect">
            <a:avLst/>
          </a:prstGeom>
          <a:noFill/>
        </p:spPr>
        <p:txBody>
          <a:bodyPr wrap="square" rtlCol="0">
            <a:spAutoFit/>
          </a:bodyPr>
          <a:lstStyle/>
          <a:p>
            <a:pPr algn="ctr"/>
            <a:r>
              <a:rPr lang="en-US" sz="900" dirty="0"/>
              <a:t>578</a:t>
            </a:r>
          </a:p>
        </p:txBody>
      </p:sp>
      <p:sp>
        <p:nvSpPr>
          <p:cNvPr id="45" name="TextBox 44">
            <a:extLst>
              <a:ext uri="{FF2B5EF4-FFF2-40B4-BE49-F238E27FC236}">
                <a16:creationId xmlns:a16="http://schemas.microsoft.com/office/drawing/2014/main" id="{5448F660-3A6D-8BBD-B138-B77220B2A89E}"/>
              </a:ext>
            </a:extLst>
          </p:cNvPr>
          <p:cNvSpPr txBox="1"/>
          <p:nvPr/>
        </p:nvSpPr>
        <p:spPr>
          <a:xfrm>
            <a:off x="5650090" y="2905709"/>
            <a:ext cx="570089" cy="230832"/>
          </a:xfrm>
          <a:prstGeom prst="rect">
            <a:avLst/>
          </a:prstGeom>
          <a:noFill/>
        </p:spPr>
        <p:txBody>
          <a:bodyPr wrap="square" rtlCol="0">
            <a:spAutoFit/>
          </a:bodyPr>
          <a:lstStyle/>
          <a:p>
            <a:pPr algn="ctr"/>
            <a:r>
              <a:rPr lang="en-US" sz="900" dirty="0"/>
              <a:t>589</a:t>
            </a:r>
          </a:p>
        </p:txBody>
      </p:sp>
      <p:sp>
        <p:nvSpPr>
          <p:cNvPr id="46" name="TextBox 45">
            <a:extLst>
              <a:ext uri="{FF2B5EF4-FFF2-40B4-BE49-F238E27FC236}">
                <a16:creationId xmlns:a16="http://schemas.microsoft.com/office/drawing/2014/main" id="{F5F42D54-8113-2E6C-EC09-2ED74CA1DE42}"/>
              </a:ext>
            </a:extLst>
          </p:cNvPr>
          <p:cNvSpPr txBox="1"/>
          <p:nvPr/>
        </p:nvSpPr>
        <p:spPr>
          <a:xfrm>
            <a:off x="6152446" y="2905709"/>
            <a:ext cx="570089" cy="230832"/>
          </a:xfrm>
          <a:prstGeom prst="rect">
            <a:avLst/>
          </a:prstGeom>
          <a:noFill/>
        </p:spPr>
        <p:txBody>
          <a:bodyPr wrap="square" rtlCol="0">
            <a:spAutoFit/>
          </a:bodyPr>
          <a:lstStyle/>
          <a:p>
            <a:pPr algn="ctr"/>
            <a:r>
              <a:rPr lang="en-US" sz="900" dirty="0"/>
              <a:t>589</a:t>
            </a:r>
          </a:p>
        </p:txBody>
      </p:sp>
      <p:sp>
        <p:nvSpPr>
          <p:cNvPr id="51" name="TextBox 50">
            <a:extLst>
              <a:ext uri="{FF2B5EF4-FFF2-40B4-BE49-F238E27FC236}">
                <a16:creationId xmlns:a16="http://schemas.microsoft.com/office/drawing/2014/main" id="{E76788A9-E0E2-90AA-C2F0-2294878D0283}"/>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3DDA3870-0BF3-6E79-E6EC-C6635D45EB24}"/>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A081E829-CBC7-A6D5-F128-A295A89E4264}"/>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4EAD5B50-A73E-7D95-B441-C60AED47F446}"/>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33259E83-6ED9-6105-BB35-3F71EBBC0B77}"/>
              </a:ext>
            </a:extLst>
          </p:cNvPr>
          <p:cNvSpPr txBox="1"/>
          <p:nvPr/>
        </p:nvSpPr>
        <p:spPr>
          <a:xfrm>
            <a:off x="4143022" y="901933"/>
            <a:ext cx="570089" cy="230832"/>
          </a:xfrm>
          <a:prstGeom prst="rect">
            <a:avLst/>
          </a:prstGeom>
          <a:noFill/>
        </p:spPr>
        <p:txBody>
          <a:bodyPr wrap="square" rtlCol="0">
            <a:spAutoFit/>
          </a:bodyPr>
          <a:lstStyle/>
          <a:p>
            <a:pPr algn="ctr"/>
            <a:r>
              <a:rPr lang="en-US" sz="900" dirty="0"/>
              <a:t>579</a:t>
            </a:r>
          </a:p>
        </p:txBody>
      </p:sp>
      <p:sp>
        <p:nvSpPr>
          <p:cNvPr id="59" name="TextBox 58">
            <a:extLst>
              <a:ext uri="{FF2B5EF4-FFF2-40B4-BE49-F238E27FC236}">
                <a16:creationId xmlns:a16="http://schemas.microsoft.com/office/drawing/2014/main" id="{742912B7-71B9-61D5-312C-9A94026BB63A}"/>
              </a:ext>
            </a:extLst>
          </p:cNvPr>
          <p:cNvSpPr txBox="1"/>
          <p:nvPr/>
        </p:nvSpPr>
        <p:spPr>
          <a:xfrm>
            <a:off x="3138310" y="901933"/>
            <a:ext cx="570089" cy="230832"/>
          </a:xfrm>
          <a:prstGeom prst="rect">
            <a:avLst/>
          </a:prstGeom>
          <a:noFill/>
        </p:spPr>
        <p:txBody>
          <a:bodyPr wrap="square" rtlCol="0">
            <a:spAutoFit/>
          </a:bodyPr>
          <a:lstStyle/>
          <a:p>
            <a:pPr algn="ctr"/>
            <a:r>
              <a:rPr lang="en-US" sz="900" dirty="0"/>
              <a:t>57</a:t>
            </a:r>
          </a:p>
        </p:txBody>
      </p:sp>
      <p:sp>
        <p:nvSpPr>
          <p:cNvPr id="61" name="TextBox 60">
            <a:extLst>
              <a:ext uri="{FF2B5EF4-FFF2-40B4-BE49-F238E27FC236}">
                <a16:creationId xmlns:a16="http://schemas.microsoft.com/office/drawing/2014/main" id="{5352B1CE-5232-BAEF-26FD-AE777EB08DB7}"/>
              </a:ext>
            </a:extLst>
          </p:cNvPr>
          <p:cNvSpPr txBox="1"/>
          <p:nvPr/>
        </p:nvSpPr>
        <p:spPr>
          <a:xfrm>
            <a:off x="3138310" y="2404765"/>
            <a:ext cx="570089" cy="230832"/>
          </a:xfrm>
          <a:prstGeom prst="rect">
            <a:avLst/>
          </a:prstGeom>
          <a:noFill/>
        </p:spPr>
        <p:txBody>
          <a:bodyPr wrap="square" rtlCol="0">
            <a:spAutoFit/>
          </a:bodyPr>
          <a:lstStyle/>
          <a:p>
            <a:pPr algn="ctr"/>
            <a:r>
              <a:rPr lang="en-US" sz="900" dirty="0"/>
              <a:t>75</a:t>
            </a:r>
          </a:p>
        </p:txBody>
      </p:sp>
      <p:sp>
        <p:nvSpPr>
          <p:cNvPr id="62" name="TextBox 61">
            <a:extLst>
              <a:ext uri="{FF2B5EF4-FFF2-40B4-BE49-F238E27FC236}">
                <a16:creationId xmlns:a16="http://schemas.microsoft.com/office/drawing/2014/main" id="{F6F276BA-FF6F-41EA-EDAA-A3973332D1B5}"/>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3" name="TextBox 62">
            <a:extLst>
              <a:ext uri="{FF2B5EF4-FFF2-40B4-BE49-F238E27FC236}">
                <a16:creationId xmlns:a16="http://schemas.microsoft.com/office/drawing/2014/main" id="{D0909A59-8326-99DF-35BE-4E2461E7CFF4}"/>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82DAECBF-7CA0-BBC9-6F83-57313EF0F398}"/>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E9C9B811-DB0C-1DC9-5D3E-83D0805C3205}"/>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29385A68-3FDA-633A-0552-A4676367C3C2}"/>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E69E96DB-0B36-6B3C-66AE-7381C6321221}"/>
              </a:ext>
            </a:extLst>
          </p:cNvPr>
          <p:cNvSpPr txBox="1"/>
          <p:nvPr/>
        </p:nvSpPr>
        <p:spPr>
          <a:xfrm>
            <a:off x="7157158" y="3406653"/>
            <a:ext cx="570089" cy="230832"/>
          </a:xfrm>
          <a:prstGeom prst="rect">
            <a:avLst/>
          </a:prstGeom>
          <a:noFill/>
        </p:spPr>
        <p:txBody>
          <a:bodyPr wrap="square" rtlCol="0">
            <a:spAutoFit/>
          </a:bodyPr>
          <a:lstStyle/>
          <a:p>
            <a:pPr algn="ctr"/>
            <a:r>
              <a:rPr lang="en-US" sz="900" dirty="0"/>
              <a:t>93</a:t>
            </a:r>
          </a:p>
        </p:txBody>
      </p:sp>
      <p:sp>
        <p:nvSpPr>
          <p:cNvPr id="71" name="TextBox 70">
            <a:extLst>
              <a:ext uri="{FF2B5EF4-FFF2-40B4-BE49-F238E27FC236}">
                <a16:creationId xmlns:a16="http://schemas.microsoft.com/office/drawing/2014/main" id="{0A6FAFCA-85DC-0C2B-573D-2F3A65E9B9D9}"/>
              </a:ext>
            </a:extLst>
          </p:cNvPr>
          <p:cNvSpPr txBox="1"/>
          <p:nvPr/>
        </p:nvSpPr>
        <p:spPr>
          <a:xfrm>
            <a:off x="7157158" y="3907597"/>
            <a:ext cx="570089" cy="230832"/>
          </a:xfrm>
          <a:prstGeom prst="rect">
            <a:avLst/>
          </a:prstGeom>
          <a:noFill/>
        </p:spPr>
        <p:txBody>
          <a:bodyPr wrap="square" rtlCol="0">
            <a:spAutoFit/>
          </a:bodyPr>
          <a:lstStyle/>
          <a:p>
            <a:pPr algn="ctr"/>
            <a:r>
              <a:rPr lang="en-US" sz="900" dirty="0"/>
              <a:t>39</a:t>
            </a:r>
          </a:p>
        </p:txBody>
      </p:sp>
      <p:sp>
        <p:nvSpPr>
          <p:cNvPr id="73" name="TextBox 72">
            <a:extLst>
              <a:ext uri="{FF2B5EF4-FFF2-40B4-BE49-F238E27FC236}">
                <a16:creationId xmlns:a16="http://schemas.microsoft.com/office/drawing/2014/main" id="{7F7F0FF8-7CAA-3A67-9763-491756699F0C}"/>
              </a:ext>
            </a:extLst>
          </p:cNvPr>
          <p:cNvSpPr txBox="1"/>
          <p:nvPr/>
        </p:nvSpPr>
        <p:spPr>
          <a:xfrm>
            <a:off x="5650090" y="4909484"/>
            <a:ext cx="570089" cy="230832"/>
          </a:xfrm>
          <a:prstGeom prst="rect">
            <a:avLst/>
          </a:prstGeom>
          <a:noFill/>
        </p:spPr>
        <p:txBody>
          <a:bodyPr wrap="square" rtlCol="0">
            <a:spAutoFit/>
          </a:bodyPr>
          <a:lstStyle/>
          <a:p>
            <a:pPr algn="ctr"/>
            <a:r>
              <a:rPr lang="en-US" sz="900" dirty="0"/>
              <a:t>45</a:t>
            </a:r>
          </a:p>
        </p:txBody>
      </p:sp>
      <p:sp>
        <p:nvSpPr>
          <p:cNvPr id="75" name="TextBox 74">
            <a:extLst>
              <a:ext uri="{FF2B5EF4-FFF2-40B4-BE49-F238E27FC236}">
                <a16:creationId xmlns:a16="http://schemas.microsoft.com/office/drawing/2014/main" id="{B6A53E8C-A664-CB42-71E6-1297D47ED153}"/>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F80D5BD9-42BC-53AB-316D-B041023ACBCD}"/>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02D38F0B-D043-1AAA-9157-09AE7239E78A}"/>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78" name="TextBox 77">
            <a:extLst>
              <a:ext uri="{FF2B5EF4-FFF2-40B4-BE49-F238E27FC236}">
                <a16:creationId xmlns:a16="http://schemas.microsoft.com/office/drawing/2014/main" id="{909D98DE-B346-C223-25C8-DFE49CC588E2}"/>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3" name="TextBox 2">
            <a:extLst>
              <a:ext uri="{FF2B5EF4-FFF2-40B4-BE49-F238E27FC236}">
                <a16:creationId xmlns:a16="http://schemas.microsoft.com/office/drawing/2014/main" id="{D4A21F23-C6A4-1112-4A22-3FD0626E9DE4}"/>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F5B8840D-4B40-DF1F-70FC-4951F43226E0}"/>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39501AFA-BB35-544B-CDC7-4EC1D9BD43E8}"/>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7C62F981-B8F0-B8D9-E4CD-5BFC9AEF183A}"/>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D55ACB6E-01DC-64AC-19C6-0310BFF06FAA}"/>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844E78FF-DC68-E282-93B1-0045407AA9C3}"/>
              </a:ext>
            </a:extLst>
          </p:cNvPr>
          <p:cNvSpPr txBox="1"/>
          <p:nvPr/>
        </p:nvSpPr>
        <p:spPr>
          <a:xfrm>
            <a:off x="5215469" y="4747898"/>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24D726F3-3018-2C87-AB6C-4C2E9CD5C806}"/>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32D355B4-95E3-71DE-F4BC-9A5D9E654EA7}"/>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7737EA76-56FC-EE15-AFAC-7FF1F05738DF}"/>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841DD273-A4E9-7A8D-B0F1-854E30A9979E}"/>
              </a:ext>
            </a:extLst>
          </p:cNvPr>
          <p:cNvSpPr txBox="1"/>
          <p:nvPr/>
        </p:nvSpPr>
        <p:spPr>
          <a:xfrm>
            <a:off x="5715003" y="1224551"/>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07034D63-17FF-A2BD-0ECD-1697DBE94BBE}"/>
              </a:ext>
            </a:extLst>
          </p:cNvPr>
          <p:cNvSpPr txBox="1"/>
          <p:nvPr/>
        </p:nvSpPr>
        <p:spPr>
          <a:xfrm>
            <a:off x="5215469" y="721216"/>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FE858CB9-39E5-037C-61E3-3B3646C69E7B}"/>
              </a:ext>
            </a:extLst>
          </p:cNvPr>
          <p:cNvSpPr txBox="1"/>
          <p:nvPr/>
        </p:nvSpPr>
        <p:spPr>
          <a:xfrm>
            <a:off x="6214537" y="1727886"/>
            <a:ext cx="462845" cy="584775"/>
          </a:xfrm>
          <a:prstGeom prst="rect">
            <a:avLst/>
          </a:prstGeom>
          <a:noFill/>
        </p:spPr>
        <p:txBody>
          <a:bodyPr wrap="square" rtlCol="0">
            <a:spAutoFit/>
          </a:bodyPr>
          <a:lstStyle/>
          <a:p>
            <a:pPr algn="ctr"/>
            <a:r>
              <a:rPr lang="en-US" sz="3200" dirty="0"/>
              <a:t>7</a:t>
            </a:r>
          </a:p>
        </p:txBody>
      </p:sp>
      <p:sp>
        <p:nvSpPr>
          <p:cNvPr id="26" name="TextBox 25">
            <a:extLst>
              <a:ext uri="{FF2B5EF4-FFF2-40B4-BE49-F238E27FC236}">
                <a16:creationId xmlns:a16="http://schemas.microsoft.com/office/drawing/2014/main" id="{0166CDB2-84F8-5A7E-7A15-DDC3F1EC2C20}"/>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866535D5-DCE5-238A-37A2-85124C3C5C0E}"/>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4FF04BF7-EEAC-EE57-5BE6-9D2AE2CFDBB0}"/>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B1DAE70D-242D-1CAE-C968-72164F1D8881}"/>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AC27D31F-84FB-56CC-5937-8DAB165311B1}"/>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EABEC9CB-A019-A3E5-C9C0-9E1DC1F532C4}"/>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385CBB9D-33B7-2E07-E7B5-5C968E0A56BC}"/>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05221B1F-DAA4-7AD2-CC65-A87D71D055BA}"/>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2E1E2A22-56A1-61F5-9F71-ED1C7A083CC5}"/>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2772C638-9C21-8D57-2A5C-CFF15C23D181}"/>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9275003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FFDBA-04BE-126B-6A97-59E9443D2C7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BB51D4-7687-AC6B-A51B-55DC4AA31A50}"/>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3FD3154-0034-00F1-1D3A-BF4189F2337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5B2F0BB-CF74-AED5-9A1F-6D169F349A3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BFE21F4-442E-75E4-8A63-2DBAE54AA18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09A299D-41AF-BDB5-B5EF-CE9E47F86280}"/>
              </a:ext>
            </a:extLst>
          </p:cNvPr>
          <p:cNvPicPr>
            <a:picLocks noChangeAspect="1"/>
          </p:cNvPicPr>
          <p:nvPr/>
        </p:nvPicPr>
        <p:blipFill>
          <a:blip r:embed="rId6"/>
          <a:stretch>
            <a:fillRect/>
          </a:stretch>
        </p:blipFill>
        <p:spPr>
          <a:xfrm>
            <a:off x="4584700" y="2311400"/>
            <a:ext cx="0" cy="0"/>
          </a:xfrm>
          <a:prstGeom prst="rect">
            <a:avLst/>
          </a:prstGeom>
        </p:spPr>
      </p:pic>
      <p:sp>
        <p:nvSpPr>
          <p:cNvPr id="10" name="TextBox 9">
            <a:extLst>
              <a:ext uri="{FF2B5EF4-FFF2-40B4-BE49-F238E27FC236}">
                <a16:creationId xmlns:a16="http://schemas.microsoft.com/office/drawing/2014/main" id="{5EC591AF-8C38-BA19-4983-090D035CE3AC}"/>
              </a:ext>
            </a:extLst>
          </p:cNvPr>
          <p:cNvSpPr txBox="1"/>
          <p:nvPr/>
        </p:nvSpPr>
        <p:spPr>
          <a:xfrm>
            <a:off x="4143022" y="4909484"/>
            <a:ext cx="570089" cy="230832"/>
          </a:xfrm>
          <a:prstGeom prst="rect">
            <a:avLst/>
          </a:prstGeom>
          <a:noFill/>
        </p:spPr>
        <p:txBody>
          <a:bodyPr wrap="square" rtlCol="0">
            <a:spAutoFit/>
          </a:bodyPr>
          <a:lstStyle/>
          <a:p>
            <a:pPr algn="ctr"/>
            <a:r>
              <a:rPr lang="en-US" sz="900" dirty="0"/>
              <a:t>54</a:t>
            </a:r>
          </a:p>
        </p:txBody>
      </p:sp>
      <p:sp>
        <p:nvSpPr>
          <p:cNvPr id="11" name="TextBox 10">
            <a:extLst>
              <a:ext uri="{FF2B5EF4-FFF2-40B4-BE49-F238E27FC236}">
                <a16:creationId xmlns:a16="http://schemas.microsoft.com/office/drawing/2014/main" id="{081BC7DD-26F3-9D05-0BF9-1F88AD3BB47C}"/>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EF058302-0AB1-9588-A16D-04582CBE1EFC}"/>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34E17CF7-2C0B-05A1-B46A-0A61C5D5F70E}"/>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2B277F6A-9323-B00F-940F-D8A9B8696283}"/>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D693654A-B023-9E6E-3DB5-C7356022BF23}"/>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9B66C5B0-E591-76FC-EB23-6C54998C3EF7}"/>
              </a:ext>
            </a:extLst>
          </p:cNvPr>
          <p:cNvSpPr txBox="1"/>
          <p:nvPr/>
        </p:nvSpPr>
        <p:spPr>
          <a:xfrm>
            <a:off x="3640666" y="901933"/>
            <a:ext cx="570089" cy="230832"/>
          </a:xfrm>
          <a:prstGeom prst="rect">
            <a:avLst/>
          </a:prstGeom>
          <a:noFill/>
        </p:spPr>
        <p:txBody>
          <a:bodyPr wrap="square" rtlCol="0">
            <a:spAutoFit/>
          </a:bodyPr>
          <a:lstStyle/>
          <a:p>
            <a:pPr algn="ctr"/>
            <a:r>
              <a:rPr lang="en-US" sz="900" dirty="0"/>
              <a:t>95</a:t>
            </a:r>
          </a:p>
        </p:txBody>
      </p:sp>
      <p:sp>
        <p:nvSpPr>
          <p:cNvPr id="29" name="TextBox 28">
            <a:extLst>
              <a:ext uri="{FF2B5EF4-FFF2-40B4-BE49-F238E27FC236}">
                <a16:creationId xmlns:a16="http://schemas.microsoft.com/office/drawing/2014/main" id="{0B818FC3-696B-534E-DD65-ADE5F9B5488A}"/>
              </a:ext>
            </a:extLst>
          </p:cNvPr>
          <p:cNvSpPr txBox="1"/>
          <p:nvPr/>
        </p:nvSpPr>
        <p:spPr>
          <a:xfrm>
            <a:off x="3640666" y="2404765"/>
            <a:ext cx="570089" cy="230832"/>
          </a:xfrm>
          <a:prstGeom prst="rect">
            <a:avLst/>
          </a:prstGeom>
          <a:noFill/>
        </p:spPr>
        <p:txBody>
          <a:bodyPr wrap="square" rtlCol="0">
            <a:spAutoFit/>
          </a:bodyPr>
          <a:lstStyle/>
          <a:p>
            <a:pPr algn="ctr"/>
            <a:r>
              <a:rPr lang="en-US" sz="900" dirty="0"/>
              <a:t>59</a:t>
            </a:r>
          </a:p>
        </p:txBody>
      </p:sp>
      <p:sp>
        <p:nvSpPr>
          <p:cNvPr id="31" name="TextBox 30">
            <a:extLst>
              <a:ext uri="{FF2B5EF4-FFF2-40B4-BE49-F238E27FC236}">
                <a16:creationId xmlns:a16="http://schemas.microsoft.com/office/drawing/2014/main" id="{6C322685-15C3-6344-8519-69502E08C664}"/>
              </a:ext>
            </a:extLst>
          </p:cNvPr>
          <p:cNvSpPr txBox="1"/>
          <p:nvPr/>
        </p:nvSpPr>
        <p:spPr>
          <a:xfrm>
            <a:off x="5147734" y="1903821"/>
            <a:ext cx="570089" cy="230832"/>
          </a:xfrm>
          <a:prstGeom prst="rect">
            <a:avLst/>
          </a:prstGeom>
          <a:noFill/>
        </p:spPr>
        <p:txBody>
          <a:bodyPr wrap="square" rtlCol="0">
            <a:spAutoFit/>
          </a:bodyPr>
          <a:lstStyle/>
          <a:p>
            <a:pPr algn="ctr"/>
            <a:r>
              <a:rPr lang="en-US" sz="900" dirty="0"/>
              <a:t>92</a:t>
            </a:r>
          </a:p>
        </p:txBody>
      </p:sp>
      <p:sp>
        <p:nvSpPr>
          <p:cNvPr id="33" name="TextBox 32">
            <a:extLst>
              <a:ext uri="{FF2B5EF4-FFF2-40B4-BE49-F238E27FC236}">
                <a16:creationId xmlns:a16="http://schemas.microsoft.com/office/drawing/2014/main" id="{B7B42790-60AB-FA5B-ED0C-1AB474A33DE3}"/>
              </a:ext>
            </a:extLst>
          </p:cNvPr>
          <p:cNvSpPr txBox="1"/>
          <p:nvPr/>
        </p:nvSpPr>
        <p:spPr>
          <a:xfrm>
            <a:off x="5147734" y="3406653"/>
            <a:ext cx="570089" cy="230832"/>
          </a:xfrm>
          <a:prstGeom prst="rect">
            <a:avLst/>
          </a:prstGeom>
          <a:noFill/>
        </p:spPr>
        <p:txBody>
          <a:bodyPr wrap="square" rtlCol="0">
            <a:spAutoFit/>
          </a:bodyPr>
          <a:lstStyle/>
          <a:p>
            <a:pPr algn="ctr"/>
            <a:r>
              <a:rPr lang="en-US" sz="900" dirty="0"/>
              <a:t>29</a:t>
            </a:r>
          </a:p>
        </p:txBody>
      </p:sp>
      <p:sp>
        <p:nvSpPr>
          <p:cNvPr id="39" name="TextBox 38">
            <a:extLst>
              <a:ext uri="{FF2B5EF4-FFF2-40B4-BE49-F238E27FC236}">
                <a16:creationId xmlns:a16="http://schemas.microsoft.com/office/drawing/2014/main" id="{862E7444-BF1F-DAF2-6FF7-73E9422F60CD}"/>
              </a:ext>
            </a:extLst>
          </p:cNvPr>
          <p:cNvSpPr txBox="1"/>
          <p:nvPr/>
        </p:nvSpPr>
        <p:spPr>
          <a:xfrm>
            <a:off x="4143022" y="1402877"/>
            <a:ext cx="570089" cy="230832"/>
          </a:xfrm>
          <a:prstGeom prst="rect">
            <a:avLst/>
          </a:prstGeom>
          <a:noFill/>
        </p:spPr>
        <p:txBody>
          <a:bodyPr wrap="square" rtlCol="0">
            <a:spAutoFit/>
          </a:bodyPr>
          <a:lstStyle/>
          <a:p>
            <a:pPr algn="ctr"/>
            <a:r>
              <a:rPr lang="en-US" sz="900" dirty="0"/>
              <a:t>28</a:t>
            </a:r>
          </a:p>
        </p:txBody>
      </p:sp>
      <p:sp>
        <p:nvSpPr>
          <p:cNvPr id="40" name="TextBox 39">
            <a:extLst>
              <a:ext uri="{FF2B5EF4-FFF2-40B4-BE49-F238E27FC236}">
                <a16:creationId xmlns:a16="http://schemas.microsoft.com/office/drawing/2014/main" id="{81ED405B-0569-B17B-A549-C436069711DD}"/>
              </a:ext>
            </a:extLst>
          </p:cNvPr>
          <p:cNvSpPr txBox="1"/>
          <p:nvPr/>
        </p:nvSpPr>
        <p:spPr>
          <a:xfrm>
            <a:off x="4645378" y="1402877"/>
            <a:ext cx="570089" cy="230832"/>
          </a:xfrm>
          <a:prstGeom prst="rect">
            <a:avLst/>
          </a:prstGeom>
          <a:noFill/>
        </p:spPr>
        <p:txBody>
          <a:bodyPr wrap="square" rtlCol="0">
            <a:spAutoFit/>
          </a:bodyPr>
          <a:lstStyle/>
          <a:p>
            <a:pPr algn="ctr"/>
            <a:r>
              <a:rPr lang="en-US" sz="900" dirty="0"/>
              <a:t>82</a:t>
            </a:r>
          </a:p>
        </p:txBody>
      </p:sp>
      <p:sp>
        <p:nvSpPr>
          <p:cNvPr id="43" name="TextBox 42">
            <a:extLst>
              <a:ext uri="{FF2B5EF4-FFF2-40B4-BE49-F238E27FC236}">
                <a16:creationId xmlns:a16="http://schemas.microsoft.com/office/drawing/2014/main" id="{2A6E38A2-5FB3-17AD-1EDA-9E79DB667749}"/>
              </a:ext>
            </a:extLst>
          </p:cNvPr>
          <p:cNvSpPr txBox="1"/>
          <p:nvPr/>
        </p:nvSpPr>
        <p:spPr>
          <a:xfrm>
            <a:off x="4143022" y="2905709"/>
            <a:ext cx="570089" cy="230832"/>
          </a:xfrm>
          <a:prstGeom prst="rect">
            <a:avLst/>
          </a:prstGeom>
          <a:noFill/>
        </p:spPr>
        <p:txBody>
          <a:bodyPr wrap="square" rtlCol="0">
            <a:spAutoFit/>
          </a:bodyPr>
          <a:lstStyle/>
          <a:p>
            <a:pPr algn="ctr"/>
            <a:r>
              <a:rPr lang="en-US" sz="900" dirty="0"/>
              <a:t>579</a:t>
            </a:r>
          </a:p>
        </p:txBody>
      </p:sp>
      <p:sp>
        <p:nvSpPr>
          <p:cNvPr id="44" name="TextBox 43">
            <a:extLst>
              <a:ext uri="{FF2B5EF4-FFF2-40B4-BE49-F238E27FC236}">
                <a16:creationId xmlns:a16="http://schemas.microsoft.com/office/drawing/2014/main" id="{A24EBE27-1BE8-F574-1E97-69843DF14447}"/>
              </a:ext>
            </a:extLst>
          </p:cNvPr>
          <p:cNvSpPr txBox="1"/>
          <p:nvPr/>
        </p:nvSpPr>
        <p:spPr>
          <a:xfrm>
            <a:off x="4645378" y="2905709"/>
            <a:ext cx="570089" cy="230832"/>
          </a:xfrm>
          <a:prstGeom prst="rect">
            <a:avLst/>
          </a:prstGeom>
          <a:noFill/>
        </p:spPr>
        <p:txBody>
          <a:bodyPr wrap="square" rtlCol="0">
            <a:spAutoFit/>
          </a:bodyPr>
          <a:lstStyle/>
          <a:p>
            <a:pPr algn="ctr"/>
            <a:r>
              <a:rPr lang="en-US" sz="900" dirty="0"/>
              <a:t>578</a:t>
            </a:r>
          </a:p>
        </p:txBody>
      </p:sp>
      <p:sp>
        <p:nvSpPr>
          <p:cNvPr id="45" name="TextBox 44">
            <a:extLst>
              <a:ext uri="{FF2B5EF4-FFF2-40B4-BE49-F238E27FC236}">
                <a16:creationId xmlns:a16="http://schemas.microsoft.com/office/drawing/2014/main" id="{DFE07F5C-4C59-0AEE-70D7-7AE61892F0EA}"/>
              </a:ext>
            </a:extLst>
          </p:cNvPr>
          <p:cNvSpPr txBox="1"/>
          <p:nvPr/>
        </p:nvSpPr>
        <p:spPr>
          <a:xfrm>
            <a:off x="5650090" y="2905709"/>
            <a:ext cx="570089" cy="230832"/>
          </a:xfrm>
          <a:prstGeom prst="rect">
            <a:avLst/>
          </a:prstGeom>
          <a:noFill/>
        </p:spPr>
        <p:txBody>
          <a:bodyPr wrap="square" rtlCol="0">
            <a:spAutoFit/>
          </a:bodyPr>
          <a:lstStyle/>
          <a:p>
            <a:pPr algn="ctr"/>
            <a:r>
              <a:rPr lang="en-US" sz="900" dirty="0"/>
              <a:t>589</a:t>
            </a:r>
          </a:p>
        </p:txBody>
      </p:sp>
      <p:sp>
        <p:nvSpPr>
          <p:cNvPr id="46" name="TextBox 45">
            <a:extLst>
              <a:ext uri="{FF2B5EF4-FFF2-40B4-BE49-F238E27FC236}">
                <a16:creationId xmlns:a16="http://schemas.microsoft.com/office/drawing/2014/main" id="{689B1749-A176-63EE-1823-3DB0E618408D}"/>
              </a:ext>
            </a:extLst>
          </p:cNvPr>
          <p:cNvSpPr txBox="1"/>
          <p:nvPr/>
        </p:nvSpPr>
        <p:spPr>
          <a:xfrm>
            <a:off x="6152446" y="2905709"/>
            <a:ext cx="570089" cy="230832"/>
          </a:xfrm>
          <a:prstGeom prst="rect">
            <a:avLst/>
          </a:prstGeom>
          <a:noFill/>
        </p:spPr>
        <p:txBody>
          <a:bodyPr wrap="square" rtlCol="0">
            <a:spAutoFit/>
          </a:bodyPr>
          <a:lstStyle/>
          <a:p>
            <a:pPr algn="ctr"/>
            <a:r>
              <a:rPr lang="en-US" sz="900" dirty="0"/>
              <a:t>589</a:t>
            </a:r>
          </a:p>
        </p:txBody>
      </p:sp>
      <p:sp>
        <p:nvSpPr>
          <p:cNvPr id="51" name="TextBox 50">
            <a:extLst>
              <a:ext uri="{FF2B5EF4-FFF2-40B4-BE49-F238E27FC236}">
                <a16:creationId xmlns:a16="http://schemas.microsoft.com/office/drawing/2014/main" id="{D942B3CE-F37E-135C-8BD4-1B0938810C60}"/>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62071322-B240-5F46-4896-25A21A344771}"/>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36EE8D56-5270-F304-B991-9352822A17E3}"/>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6CECEA49-A0B3-92B8-9CCE-81AAC7B0351B}"/>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99EB16A9-5136-A129-523C-04399FCAAE59}"/>
              </a:ext>
            </a:extLst>
          </p:cNvPr>
          <p:cNvSpPr txBox="1"/>
          <p:nvPr/>
        </p:nvSpPr>
        <p:spPr>
          <a:xfrm>
            <a:off x="4143022" y="901933"/>
            <a:ext cx="570089" cy="230832"/>
          </a:xfrm>
          <a:prstGeom prst="rect">
            <a:avLst/>
          </a:prstGeom>
          <a:noFill/>
        </p:spPr>
        <p:txBody>
          <a:bodyPr wrap="square" rtlCol="0">
            <a:spAutoFit/>
          </a:bodyPr>
          <a:lstStyle/>
          <a:p>
            <a:pPr algn="ctr"/>
            <a:r>
              <a:rPr lang="en-US" sz="900" dirty="0"/>
              <a:t>579</a:t>
            </a:r>
          </a:p>
        </p:txBody>
      </p:sp>
      <p:sp>
        <p:nvSpPr>
          <p:cNvPr id="59" name="TextBox 58">
            <a:extLst>
              <a:ext uri="{FF2B5EF4-FFF2-40B4-BE49-F238E27FC236}">
                <a16:creationId xmlns:a16="http://schemas.microsoft.com/office/drawing/2014/main" id="{32389948-F118-EEE4-82B7-6DDE5333F40E}"/>
              </a:ext>
            </a:extLst>
          </p:cNvPr>
          <p:cNvSpPr txBox="1"/>
          <p:nvPr/>
        </p:nvSpPr>
        <p:spPr>
          <a:xfrm>
            <a:off x="3138310" y="901933"/>
            <a:ext cx="570089" cy="230832"/>
          </a:xfrm>
          <a:prstGeom prst="rect">
            <a:avLst/>
          </a:prstGeom>
          <a:noFill/>
        </p:spPr>
        <p:txBody>
          <a:bodyPr wrap="square" rtlCol="0">
            <a:spAutoFit/>
          </a:bodyPr>
          <a:lstStyle/>
          <a:p>
            <a:pPr algn="ctr"/>
            <a:r>
              <a:rPr lang="en-US" sz="900" dirty="0"/>
              <a:t>57</a:t>
            </a:r>
          </a:p>
        </p:txBody>
      </p:sp>
      <p:sp>
        <p:nvSpPr>
          <p:cNvPr id="61" name="TextBox 60">
            <a:extLst>
              <a:ext uri="{FF2B5EF4-FFF2-40B4-BE49-F238E27FC236}">
                <a16:creationId xmlns:a16="http://schemas.microsoft.com/office/drawing/2014/main" id="{DFA803FD-F639-CE3F-630D-9FAE7EAB15FB}"/>
              </a:ext>
            </a:extLst>
          </p:cNvPr>
          <p:cNvSpPr txBox="1"/>
          <p:nvPr/>
        </p:nvSpPr>
        <p:spPr>
          <a:xfrm>
            <a:off x="3138310" y="2404765"/>
            <a:ext cx="570089" cy="230832"/>
          </a:xfrm>
          <a:prstGeom prst="rect">
            <a:avLst/>
          </a:prstGeom>
          <a:noFill/>
        </p:spPr>
        <p:txBody>
          <a:bodyPr wrap="square" rtlCol="0">
            <a:spAutoFit/>
          </a:bodyPr>
          <a:lstStyle/>
          <a:p>
            <a:pPr algn="ctr"/>
            <a:r>
              <a:rPr lang="en-US" sz="900" dirty="0"/>
              <a:t>75</a:t>
            </a:r>
          </a:p>
        </p:txBody>
      </p:sp>
      <p:sp>
        <p:nvSpPr>
          <p:cNvPr id="62" name="TextBox 61">
            <a:extLst>
              <a:ext uri="{FF2B5EF4-FFF2-40B4-BE49-F238E27FC236}">
                <a16:creationId xmlns:a16="http://schemas.microsoft.com/office/drawing/2014/main" id="{DD8CEDF1-9B86-0339-732B-C4E5EEE554E1}"/>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3" name="TextBox 62">
            <a:extLst>
              <a:ext uri="{FF2B5EF4-FFF2-40B4-BE49-F238E27FC236}">
                <a16:creationId xmlns:a16="http://schemas.microsoft.com/office/drawing/2014/main" id="{3853B744-84E4-B768-2591-827860C59EBD}"/>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E8F8DA84-2A1C-851F-B912-3CE05A0AD4D5}"/>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0AA56E8E-CE8B-259B-9188-EDD3FD45DFB8}"/>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A6EBF9C9-E742-C567-8CD9-EBC095AF6882}"/>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D494B820-4293-33A0-6737-8F4F2CB09FAC}"/>
              </a:ext>
            </a:extLst>
          </p:cNvPr>
          <p:cNvSpPr txBox="1"/>
          <p:nvPr/>
        </p:nvSpPr>
        <p:spPr>
          <a:xfrm>
            <a:off x="7157158" y="3406653"/>
            <a:ext cx="570089" cy="230832"/>
          </a:xfrm>
          <a:prstGeom prst="rect">
            <a:avLst/>
          </a:prstGeom>
          <a:noFill/>
        </p:spPr>
        <p:txBody>
          <a:bodyPr wrap="square" rtlCol="0">
            <a:spAutoFit/>
          </a:bodyPr>
          <a:lstStyle/>
          <a:p>
            <a:pPr algn="ctr"/>
            <a:r>
              <a:rPr lang="en-US" sz="900" dirty="0"/>
              <a:t>93</a:t>
            </a:r>
          </a:p>
        </p:txBody>
      </p:sp>
      <p:sp>
        <p:nvSpPr>
          <p:cNvPr id="71" name="TextBox 70">
            <a:extLst>
              <a:ext uri="{FF2B5EF4-FFF2-40B4-BE49-F238E27FC236}">
                <a16:creationId xmlns:a16="http://schemas.microsoft.com/office/drawing/2014/main" id="{AEF13689-2F02-45D8-A3AF-753C94D4D7E1}"/>
              </a:ext>
            </a:extLst>
          </p:cNvPr>
          <p:cNvSpPr txBox="1"/>
          <p:nvPr/>
        </p:nvSpPr>
        <p:spPr>
          <a:xfrm>
            <a:off x="7157158" y="3907597"/>
            <a:ext cx="570089" cy="230832"/>
          </a:xfrm>
          <a:prstGeom prst="rect">
            <a:avLst/>
          </a:prstGeom>
          <a:noFill/>
        </p:spPr>
        <p:txBody>
          <a:bodyPr wrap="square" rtlCol="0">
            <a:spAutoFit/>
          </a:bodyPr>
          <a:lstStyle/>
          <a:p>
            <a:pPr algn="ctr"/>
            <a:r>
              <a:rPr lang="en-US" sz="900" dirty="0"/>
              <a:t>39</a:t>
            </a:r>
          </a:p>
        </p:txBody>
      </p:sp>
      <p:sp>
        <p:nvSpPr>
          <p:cNvPr id="73" name="TextBox 72">
            <a:extLst>
              <a:ext uri="{FF2B5EF4-FFF2-40B4-BE49-F238E27FC236}">
                <a16:creationId xmlns:a16="http://schemas.microsoft.com/office/drawing/2014/main" id="{3590C9E2-69A8-A920-1516-E00E6FC64DA4}"/>
              </a:ext>
            </a:extLst>
          </p:cNvPr>
          <p:cNvSpPr txBox="1"/>
          <p:nvPr/>
        </p:nvSpPr>
        <p:spPr>
          <a:xfrm>
            <a:off x="5650090" y="4909484"/>
            <a:ext cx="570089" cy="230832"/>
          </a:xfrm>
          <a:prstGeom prst="rect">
            <a:avLst/>
          </a:prstGeom>
          <a:noFill/>
        </p:spPr>
        <p:txBody>
          <a:bodyPr wrap="square" rtlCol="0">
            <a:spAutoFit/>
          </a:bodyPr>
          <a:lstStyle/>
          <a:p>
            <a:pPr algn="ctr"/>
            <a:r>
              <a:rPr lang="en-US" sz="900" dirty="0"/>
              <a:t>45</a:t>
            </a:r>
          </a:p>
        </p:txBody>
      </p:sp>
      <p:sp>
        <p:nvSpPr>
          <p:cNvPr id="75" name="TextBox 74">
            <a:extLst>
              <a:ext uri="{FF2B5EF4-FFF2-40B4-BE49-F238E27FC236}">
                <a16:creationId xmlns:a16="http://schemas.microsoft.com/office/drawing/2014/main" id="{C6BC35EB-9323-4643-3382-112236FE8234}"/>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E5231C54-D89E-1795-AA33-D9F680A53D52}"/>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DBE1F2F4-A1D3-07A7-B5EC-FE010A34F60E}"/>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78" name="TextBox 77">
            <a:extLst>
              <a:ext uri="{FF2B5EF4-FFF2-40B4-BE49-F238E27FC236}">
                <a16:creationId xmlns:a16="http://schemas.microsoft.com/office/drawing/2014/main" id="{170CFD93-A14D-D5AE-24D2-6676F7FE03A8}"/>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3" name="TextBox 2">
            <a:extLst>
              <a:ext uri="{FF2B5EF4-FFF2-40B4-BE49-F238E27FC236}">
                <a16:creationId xmlns:a16="http://schemas.microsoft.com/office/drawing/2014/main" id="{D38FDA57-3642-A435-0D17-3723F27B1FE8}"/>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F0230332-8EF1-2EAA-0D17-B3FF27B43FD3}"/>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19E963D1-292B-B3E3-30E9-AD0185F91146}"/>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99B98DD0-987C-1179-77C2-BA0FE37981BD}"/>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1BFF52AC-6DF4-C4AD-4AFC-FD0AEC108FB5}"/>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FD10F49D-828E-B312-B140-B3319D84629F}"/>
              </a:ext>
            </a:extLst>
          </p:cNvPr>
          <p:cNvSpPr txBox="1"/>
          <p:nvPr/>
        </p:nvSpPr>
        <p:spPr>
          <a:xfrm>
            <a:off x="5215469" y="4747898"/>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4D88C2B5-8AB0-C14E-7B99-D6DAC3A2A5D3}"/>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7834F333-7AEB-F161-D26F-4AC305B94179}"/>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5896EBC5-83DC-E7E2-1A8A-5B59F4260304}"/>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9F7B3B8E-B0E2-AABF-46CA-FAA1B5500991}"/>
              </a:ext>
            </a:extLst>
          </p:cNvPr>
          <p:cNvSpPr txBox="1"/>
          <p:nvPr/>
        </p:nvSpPr>
        <p:spPr>
          <a:xfrm>
            <a:off x="5715003" y="1224551"/>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2E9635D4-69FC-38E1-C8E7-84B6996214EF}"/>
              </a:ext>
            </a:extLst>
          </p:cNvPr>
          <p:cNvSpPr txBox="1"/>
          <p:nvPr/>
        </p:nvSpPr>
        <p:spPr>
          <a:xfrm>
            <a:off x="5215469" y="721216"/>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CD02ED36-7002-F551-6ABB-11A2A4E41A92}"/>
              </a:ext>
            </a:extLst>
          </p:cNvPr>
          <p:cNvSpPr txBox="1"/>
          <p:nvPr/>
        </p:nvSpPr>
        <p:spPr>
          <a:xfrm>
            <a:off x="6214537" y="1727886"/>
            <a:ext cx="462845" cy="584775"/>
          </a:xfrm>
          <a:prstGeom prst="rect">
            <a:avLst/>
          </a:prstGeom>
          <a:noFill/>
        </p:spPr>
        <p:txBody>
          <a:bodyPr wrap="square" rtlCol="0">
            <a:spAutoFit/>
          </a:bodyPr>
          <a:lstStyle/>
          <a:p>
            <a:pPr algn="ctr"/>
            <a:r>
              <a:rPr lang="en-US" sz="3200" dirty="0"/>
              <a:t>7</a:t>
            </a:r>
          </a:p>
        </p:txBody>
      </p:sp>
      <p:sp>
        <p:nvSpPr>
          <p:cNvPr id="26" name="TextBox 25">
            <a:extLst>
              <a:ext uri="{FF2B5EF4-FFF2-40B4-BE49-F238E27FC236}">
                <a16:creationId xmlns:a16="http://schemas.microsoft.com/office/drawing/2014/main" id="{2E13E4FC-08CF-35D2-BBCF-0F4F2B916457}"/>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FA4D16BE-6653-21BC-AF16-DAC1B8447FC7}"/>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E10B6E12-D019-81D3-17CB-68965B635A0E}"/>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D69DC111-77F0-7AF2-FFBB-B254BE013422}"/>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018CA14F-A0BF-3081-C5AB-BE43418E03BC}"/>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9FAD41FA-95CD-8625-B058-606E3C2A1130}"/>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B32431BD-8F7F-8271-5BA1-66C2E4075D3E}"/>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BEA19829-D51E-15CE-8E09-9DDFF7583768}"/>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EB95EB9C-F340-4938-CE33-F14E3C673F30}"/>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9BE7D6A1-1B70-729E-9EF1-5D929204F6B6}"/>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EDA65F3F-7485-CDDF-1F53-016E8E9C2982}"/>
              </a:ext>
            </a:extLst>
          </p:cNvPr>
          <p:cNvSpPr txBox="1"/>
          <p:nvPr/>
        </p:nvSpPr>
        <p:spPr>
          <a:xfrm>
            <a:off x="3217333" y="374122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39391961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481F1-C7C5-2B5C-58CD-9AD2B761975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CA0BDBA-3127-D39B-9D1B-AB5A9D407142}"/>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404CB85B-082B-B660-E590-0A59FFFB825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EC2BC93-0682-6E0F-9363-EEDB21C1AF0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CB37ADD-D360-4831-D55F-706A0627313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1861A1B-6640-8B9C-32CC-DF5F0FCC6159}"/>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E3F26FC8-982D-A26A-64B9-1220113D264D}"/>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C655A5EF-BC6E-5BA9-10F3-4962DA8A643D}"/>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95DAE4F6-48BB-C556-545F-EFA413E150A2}"/>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BE66D0B4-2B1B-DE09-E269-2DBAA2D79508}"/>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8BFC99A0-0B4E-EB55-EAE2-E7CA1D1CF9BE}"/>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0A9AC360-2098-A2DF-06CC-FC15EB11B992}"/>
              </a:ext>
            </a:extLst>
          </p:cNvPr>
          <p:cNvSpPr txBox="1"/>
          <p:nvPr/>
        </p:nvSpPr>
        <p:spPr>
          <a:xfrm>
            <a:off x="3640666" y="901933"/>
            <a:ext cx="570089" cy="230832"/>
          </a:xfrm>
          <a:prstGeom prst="rect">
            <a:avLst/>
          </a:prstGeom>
          <a:noFill/>
        </p:spPr>
        <p:txBody>
          <a:bodyPr wrap="square" rtlCol="0">
            <a:spAutoFit/>
          </a:bodyPr>
          <a:lstStyle/>
          <a:p>
            <a:pPr algn="ctr"/>
            <a:r>
              <a:rPr lang="en-US" sz="900" dirty="0"/>
              <a:t>95</a:t>
            </a:r>
          </a:p>
        </p:txBody>
      </p:sp>
      <p:sp>
        <p:nvSpPr>
          <p:cNvPr id="29" name="TextBox 28">
            <a:extLst>
              <a:ext uri="{FF2B5EF4-FFF2-40B4-BE49-F238E27FC236}">
                <a16:creationId xmlns:a16="http://schemas.microsoft.com/office/drawing/2014/main" id="{C0946F5B-D88B-2296-08E9-4639A841311F}"/>
              </a:ext>
            </a:extLst>
          </p:cNvPr>
          <p:cNvSpPr txBox="1"/>
          <p:nvPr/>
        </p:nvSpPr>
        <p:spPr>
          <a:xfrm>
            <a:off x="3640666" y="2404765"/>
            <a:ext cx="570089" cy="230832"/>
          </a:xfrm>
          <a:prstGeom prst="rect">
            <a:avLst/>
          </a:prstGeom>
          <a:noFill/>
        </p:spPr>
        <p:txBody>
          <a:bodyPr wrap="square" rtlCol="0">
            <a:spAutoFit/>
          </a:bodyPr>
          <a:lstStyle/>
          <a:p>
            <a:pPr algn="ctr"/>
            <a:r>
              <a:rPr lang="en-US" sz="900" dirty="0"/>
              <a:t>59</a:t>
            </a:r>
          </a:p>
        </p:txBody>
      </p:sp>
      <p:sp>
        <p:nvSpPr>
          <p:cNvPr id="31" name="TextBox 30">
            <a:extLst>
              <a:ext uri="{FF2B5EF4-FFF2-40B4-BE49-F238E27FC236}">
                <a16:creationId xmlns:a16="http://schemas.microsoft.com/office/drawing/2014/main" id="{BE43E5C2-6E54-FE07-84DC-FC49C1A854C5}"/>
              </a:ext>
            </a:extLst>
          </p:cNvPr>
          <p:cNvSpPr txBox="1"/>
          <p:nvPr/>
        </p:nvSpPr>
        <p:spPr>
          <a:xfrm>
            <a:off x="5147734" y="1903821"/>
            <a:ext cx="570089" cy="230832"/>
          </a:xfrm>
          <a:prstGeom prst="rect">
            <a:avLst/>
          </a:prstGeom>
          <a:noFill/>
        </p:spPr>
        <p:txBody>
          <a:bodyPr wrap="square" rtlCol="0">
            <a:spAutoFit/>
          </a:bodyPr>
          <a:lstStyle/>
          <a:p>
            <a:pPr algn="ctr"/>
            <a:r>
              <a:rPr lang="en-US" sz="900" dirty="0"/>
              <a:t>92</a:t>
            </a:r>
          </a:p>
        </p:txBody>
      </p:sp>
      <p:sp>
        <p:nvSpPr>
          <p:cNvPr id="33" name="TextBox 32">
            <a:extLst>
              <a:ext uri="{FF2B5EF4-FFF2-40B4-BE49-F238E27FC236}">
                <a16:creationId xmlns:a16="http://schemas.microsoft.com/office/drawing/2014/main" id="{4536ABA0-B0FD-C510-F31F-26CA66709EA0}"/>
              </a:ext>
            </a:extLst>
          </p:cNvPr>
          <p:cNvSpPr txBox="1"/>
          <p:nvPr/>
        </p:nvSpPr>
        <p:spPr>
          <a:xfrm>
            <a:off x="5147734" y="3406653"/>
            <a:ext cx="570089" cy="230832"/>
          </a:xfrm>
          <a:prstGeom prst="rect">
            <a:avLst/>
          </a:prstGeom>
          <a:noFill/>
        </p:spPr>
        <p:txBody>
          <a:bodyPr wrap="square" rtlCol="0">
            <a:spAutoFit/>
          </a:bodyPr>
          <a:lstStyle/>
          <a:p>
            <a:pPr algn="ctr"/>
            <a:r>
              <a:rPr lang="en-US" sz="900" dirty="0"/>
              <a:t>29</a:t>
            </a:r>
          </a:p>
        </p:txBody>
      </p:sp>
      <p:sp>
        <p:nvSpPr>
          <p:cNvPr id="39" name="TextBox 38">
            <a:extLst>
              <a:ext uri="{FF2B5EF4-FFF2-40B4-BE49-F238E27FC236}">
                <a16:creationId xmlns:a16="http://schemas.microsoft.com/office/drawing/2014/main" id="{6B43EC8F-AD6B-477F-328F-96288EA4B344}"/>
              </a:ext>
            </a:extLst>
          </p:cNvPr>
          <p:cNvSpPr txBox="1"/>
          <p:nvPr/>
        </p:nvSpPr>
        <p:spPr>
          <a:xfrm>
            <a:off x="4143022" y="1402877"/>
            <a:ext cx="570089" cy="230832"/>
          </a:xfrm>
          <a:prstGeom prst="rect">
            <a:avLst/>
          </a:prstGeom>
          <a:noFill/>
        </p:spPr>
        <p:txBody>
          <a:bodyPr wrap="square" rtlCol="0">
            <a:spAutoFit/>
          </a:bodyPr>
          <a:lstStyle/>
          <a:p>
            <a:pPr algn="ctr"/>
            <a:r>
              <a:rPr lang="en-US" sz="900" dirty="0"/>
              <a:t>28</a:t>
            </a:r>
          </a:p>
        </p:txBody>
      </p:sp>
      <p:sp>
        <p:nvSpPr>
          <p:cNvPr id="40" name="TextBox 39">
            <a:extLst>
              <a:ext uri="{FF2B5EF4-FFF2-40B4-BE49-F238E27FC236}">
                <a16:creationId xmlns:a16="http://schemas.microsoft.com/office/drawing/2014/main" id="{6DB37A2B-B28F-B149-FB08-E1A3C7006A9D}"/>
              </a:ext>
            </a:extLst>
          </p:cNvPr>
          <p:cNvSpPr txBox="1"/>
          <p:nvPr/>
        </p:nvSpPr>
        <p:spPr>
          <a:xfrm>
            <a:off x="4645378" y="1402877"/>
            <a:ext cx="570089" cy="230832"/>
          </a:xfrm>
          <a:prstGeom prst="rect">
            <a:avLst/>
          </a:prstGeom>
          <a:noFill/>
        </p:spPr>
        <p:txBody>
          <a:bodyPr wrap="square" rtlCol="0">
            <a:spAutoFit/>
          </a:bodyPr>
          <a:lstStyle/>
          <a:p>
            <a:pPr algn="ctr"/>
            <a:r>
              <a:rPr lang="en-US" sz="900" dirty="0"/>
              <a:t>82</a:t>
            </a:r>
          </a:p>
        </p:txBody>
      </p:sp>
      <p:sp>
        <p:nvSpPr>
          <p:cNvPr id="43" name="TextBox 42">
            <a:extLst>
              <a:ext uri="{FF2B5EF4-FFF2-40B4-BE49-F238E27FC236}">
                <a16:creationId xmlns:a16="http://schemas.microsoft.com/office/drawing/2014/main" id="{25F281C3-8034-9DEF-AB83-F266B30008E8}"/>
              </a:ext>
            </a:extLst>
          </p:cNvPr>
          <p:cNvSpPr txBox="1"/>
          <p:nvPr/>
        </p:nvSpPr>
        <p:spPr>
          <a:xfrm>
            <a:off x="4143022" y="2905709"/>
            <a:ext cx="570089" cy="230832"/>
          </a:xfrm>
          <a:prstGeom prst="rect">
            <a:avLst/>
          </a:prstGeom>
          <a:noFill/>
        </p:spPr>
        <p:txBody>
          <a:bodyPr wrap="square" rtlCol="0">
            <a:spAutoFit/>
          </a:bodyPr>
          <a:lstStyle/>
          <a:p>
            <a:pPr algn="ctr"/>
            <a:r>
              <a:rPr lang="en-US" sz="900" dirty="0"/>
              <a:t>579</a:t>
            </a:r>
          </a:p>
        </p:txBody>
      </p:sp>
      <p:sp>
        <p:nvSpPr>
          <p:cNvPr id="44" name="TextBox 43">
            <a:extLst>
              <a:ext uri="{FF2B5EF4-FFF2-40B4-BE49-F238E27FC236}">
                <a16:creationId xmlns:a16="http://schemas.microsoft.com/office/drawing/2014/main" id="{7BD834FA-1863-391E-2E57-E59C10E865E2}"/>
              </a:ext>
            </a:extLst>
          </p:cNvPr>
          <p:cNvSpPr txBox="1"/>
          <p:nvPr/>
        </p:nvSpPr>
        <p:spPr>
          <a:xfrm>
            <a:off x="4645378" y="2905709"/>
            <a:ext cx="570089" cy="230832"/>
          </a:xfrm>
          <a:prstGeom prst="rect">
            <a:avLst/>
          </a:prstGeom>
          <a:noFill/>
        </p:spPr>
        <p:txBody>
          <a:bodyPr wrap="square" rtlCol="0">
            <a:spAutoFit/>
          </a:bodyPr>
          <a:lstStyle/>
          <a:p>
            <a:pPr algn="ctr"/>
            <a:r>
              <a:rPr lang="en-US" sz="900" dirty="0"/>
              <a:t>578</a:t>
            </a:r>
          </a:p>
        </p:txBody>
      </p:sp>
      <p:sp>
        <p:nvSpPr>
          <p:cNvPr id="45" name="TextBox 44">
            <a:extLst>
              <a:ext uri="{FF2B5EF4-FFF2-40B4-BE49-F238E27FC236}">
                <a16:creationId xmlns:a16="http://schemas.microsoft.com/office/drawing/2014/main" id="{26196560-852C-C735-39BD-033DE50E03BB}"/>
              </a:ext>
            </a:extLst>
          </p:cNvPr>
          <p:cNvSpPr txBox="1"/>
          <p:nvPr/>
        </p:nvSpPr>
        <p:spPr>
          <a:xfrm>
            <a:off x="5650090" y="2905709"/>
            <a:ext cx="570089" cy="230832"/>
          </a:xfrm>
          <a:prstGeom prst="rect">
            <a:avLst/>
          </a:prstGeom>
          <a:noFill/>
        </p:spPr>
        <p:txBody>
          <a:bodyPr wrap="square" rtlCol="0">
            <a:spAutoFit/>
          </a:bodyPr>
          <a:lstStyle/>
          <a:p>
            <a:pPr algn="ctr"/>
            <a:r>
              <a:rPr lang="en-US" sz="900" dirty="0"/>
              <a:t>589</a:t>
            </a:r>
          </a:p>
        </p:txBody>
      </p:sp>
      <p:sp>
        <p:nvSpPr>
          <p:cNvPr id="46" name="TextBox 45">
            <a:extLst>
              <a:ext uri="{FF2B5EF4-FFF2-40B4-BE49-F238E27FC236}">
                <a16:creationId xmlns:a16="http://schemas.microsoft.com/office/drawing/2014/main" id="{C888C31F-495C-3721-E9A4-AAD16132A617}"/>
              </a:ext>
            </a:extLst>
          </p:cNvPr>
          <p:cNvSpPr txBox="1"/>
          <p:nvPr/>
        </p:nvSpPr>
        <p:spPr>
          <a:xfrm>
            <a:off x="6152446" y="2905709"/>
            <a:ext cx="570089" cy="230832"/>
          </a:xfrm>
          <a:prstGeom prst="rect">
            <a:avLst/>
          </a:prstGeom>
          <a:noFill/>
        </p:spPr>
        <p:txBody>
          <a:bodyPr wrap="square" rtlCol="0">
            <a:spAutoFit/>
          </a:bodyPr>
          <a:lstStyle/>
          <a:p>
            <a:pPr algn="ctr"/>
            <a:r>
              <a:rPr lang="en-US" sz="900" dirty="0"/>
              <a:t>589</a:t>
            </a:r>
          </a:p>
        </p:txBody>
      </p:sp>
      <p:sp>
        <p:nvSpPr>
          <p:cNvPr id="51" name="TextBox 50">
            <a:extLst>
              <a:ext uri="{FF2B5EF4-FFF2-40B4-BE49-F238E27FC236}">
                <a16:creationId xmlns:a16="http://schemas.microsoft.com/office/drawing/2014/main" id="{79F2EB8E-E72C-779E-5039-01DD40A44899}"/>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AB5EDD03-A201-C29F-A8C5-32F0969EF147}"/>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44663895-0AFE-C50B-BF0B-BEEB38AF7003}"/>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4E3A6573-3FAC-ACD1-0C1A-1067A6BE21E2}"/>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AA70E3E3-46DE-599B-A638-4250E43EB2AA}"/>
              </a:ext>
            </a:extLst>
          </p:cNvPr>
          <p:cNvSpPr txBox="1"/>
          <p:nvPr/>
        </p:nvSpPr>
        <p:spPr>
          <a:xfrm>
            <a:off x="4143022" y="901933"/>
            <a:ext cx="570089" cy="230832"/>
          </a:xfrm>
          <a:prstGeom prst="rect">
            <a:avLst/>
          </a:prstGeom>
          <a:noFill/>
        </p:spPr>
        <p:txBody>
          <a:bodyPr wrap="square" rtlCol="0">
            <a:spAutoFit/>
          </a:bodyPr>
          <a:lstStyle/>
          <a:p>
            <a:pPr algn="ctr"/>
            <a:r>
              <a:rPr lang="en-US" sz="900" dirty="0"/>
              <a:t>579</a:t>
            </a:r>
          </a:p>
        </p:txBody>
      </p:sp>
      <p:sp>
        <p:nvSpPr>
          <p:cNvPr id="59" name="TextBox 58">
            <a:extLst>
              <a:ext uri="{FF2B5EF4-FFF2-40B4-BE49-F238E27FC236}">
                <a16:creationId xmlns:a16="http://schemas.microsoft.com/office/drawing/2014/main" id="{C635BE9F-B77D-B607-2335-61296EF11EA3}"/>
              </a:ext>
            </a:extLst>
          </p:cNvPr>
          <p:cNvSpPr txBox="1"/>
          <p:nvPr/>
        </p:nvSpPr>
        <p:spPr>
          <a:xfrm>
            <a:off x="3138310" y="901933"/>
            <a:ext cx="570089" cy="230832"/>
          </a:xfrm>
          <a:prstGeom prst="rect">
            <a:avLst/>
          </a:prstGeom>
          <a:noFill/>
        </p:spPr>
        <p:txBody>
          <a:bodyPr wrap="square" rtlCol="0">
            <a:spAutoFit/>
          </a:bodyPr>
          <a:lstStyle/>
          <a:p>
            <a:pPr algn="ctr"/>
            <a:r>
              <a:rPr lang="en-US" sz="900" dirty="0"/>
              <a:t>57</a:t>
            </a:r>
          </a:p>
        </p:txBody>
      </p:sp>
      <p:sp>
        <p:nvSpPr>
          <p:cNvPr id="61" name="TextBox 60">
            <a:extLst>
              <a:ext uri="{FF2B5EF4-FFF2-40B4-BE49-F238E27FC236}">
                <a16:creationId xmlns:a16="http://schemas.microsoft.com/office/drawing/2014/main" id="{819FB9D7-C8B6-7095-668F-6BDAB3443786}"/>
              </a:ext>
            </a:extLst>
          </p:cNvPr>
          <p:cNvSpPr txBox="1"/>
          <p:nvPr/>
        </p:nvSpPr>
        <p:spPr>
          <a:xfrm>
            <a:off x="3138310" y="2404765"/>
            <a:ext cx="570089" cy="230832"/>
          </a:xfrm>
          <a:prstGeom prst="rect">
            <a:avLst/>
          </a:prstGeom>
          <a:noFill/>
        </p:spPr>
        <p:txBody>
          <a:bodyPr wrap="square" rtlCol="0">
            <a:spAutoFit/>
          </a:bodyPr>
          <a:lstStyle/>
          <a:p>
            <a:pPr algn="ctr"/>
            <a:r>
              <a:rPr lang="en-US" sz="900" dirty="0"/>
              <a:t>75</a:t>
            </a:r>
          </a:p>
        </p:txBody>
      </p:sp>
      <p:sp>
        <p:nvSpPr>
          <p:cNvPr id="62" name="TextBox 61">
            <a:extLst>
              <a:ext uri="{FF2B5EF4-FFF2-40B4-BE49-F238E27FC236}">
                <a16:creationId xmlns:a16="http://schemas.microsoft.com/office/drawing/2014/main" id="{FFECDB8F-573B-7B3A-3709-F8674E43C2C2}"/>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3" name="TextBox 62">
            <a:extLst>
              <a:ext uri="{FF2B5EF4-FFF2-40B4-BE49-F238E27FC236}">
                <a16:creationId xmlns:a16="http://schemas.microsoft.com/office/drawing/2014/main" id="{3E754517-A8F6-8813-CE30-74AA60E7EC0E}"/>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10C06F92-66CC-9717-8FB0-8285FA76F29B}"/>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47072E45-4007-5A3C-8CF3-374BB85234AC}"/>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63C02421-10C4-5C82-FAFA-4976F3BBC6EE}"/>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7D8DB9C6-0234-1E76-3EDA-A25691630D3D}"/>
              </a:ext>
            </a:extLst>
          </p:cNvPr>
          <p:cNvSpPr txBox="1"/>
          <p:nvPr/>
        </p:nvSpPr>
        <p:spPr>
          <a:xfrm>
            <a:off x="7157158" y="3406653"/>
            <a:ext cx="570089" cy="230832"/>
          </a:xfrm>
          <a:prstGeom prst="rect">
            <a:avLst/>
          </a:prstGeom>
          <a:noFill/>
        </p:spPr>
        <p:txBody>
          <a:bodyPr wrap="square" rtlCol="0">
            <a:spAutoFit/>
          </a:bodyPr>
          <a:lstStyle/>
          <a:p>
            <a:pPr algn="ctr"/>
            <a:r>
              <a:rPr lang="en-US" sz="900" dirty="0"/>
              <a:t>93</a:t>
            </a:r>
          </a:p>
        </p:txBody>
      </p:sp>
      <p:sp>
        <p:nvSpPr>
          <p:cNvPr id="71" name="TextBox 70">
            <a:extLst>
              <a:ext uri="{FF2B5EF4-FFF2-40B4-BE49-F238E27FC236}">
                <a16:creationId xmlns:a16="http://schemas.microsoft.com/office/drawing/2014/main" id="{8E07359A-EDE9-E367-B639-B0652F234F01}"/>
              </a:ext>
            </a:extLst>
          </p:cNvPr>
          <p:cNvSpPr txBox="1"/>
          <p:nvPr/>
        </p:nvSpPr>
        <p:spPr>
          <a:xfrm>
            <a:off x="7157158" y="3907597"/>
            <a:ext cx="570089" cy="230832"/>
          </a:xfrm>
          <a:prstGeom prst="rect">
            <a:avLst/>
          </a:prstGeom>
          <a:noFill/>
        </p:spPr>
        <p:txBody>
          <a:bodyPr wrap="square" rtlCol="0">
            <a:spAutoFit/>
          </a:bodyPr>
          <a:lstStyle/>
          <a:p>
            <a:pPr algn="ctr"/>
            <a:r>
              <a:rPr lang="en-US" sz="900" dirty="0"/>
              <a:t>39</a:t>
            </a:r>
          </a:p>
        </p:txBody>
      </p:sp>
      <p:sp>
        <p:nvSpPr>
          <p:cNvPr id="75" name="TextBox 74">
            <a:extLst>
              <a:ext uri="{FF2B5EF4-FFF2-40B4-BE49-F238E27FC236}">
                <a16:creationId xmlns:a16="http://schemas.microsoft.com/office/drawing/2014/main" id="{B02CEDE6-CA18-259D-B5EE-6EFA15744F8A}"/>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FEB68D33-B689-5AD3-A263-49DD45B977FD}"/>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9B4B75B2-5340-A733-95DA-5A8BBECB6B92}"/>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78" name="TextBox 77">
            <a:extLst>
              <a:ext uri="{FF2B5EF4-FFF2-40B4-BE49-F238E27FC236}">
                <a16:creationId xmlns:a16="http://schemas.microsoft.com/office/drawing/2014/main" id="{724E2388-7563-3987-DB69-8CFA13A4AE8E}"/>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3" name="TextBox 2">
            <a:extLst>
              <a:ext uri="{FF2B5EF4-FFF2-40B4-BE49-F238E27FC236}">
                <a16:creationId xmlns:a16="http://schemas.microsoft.com/office/drawing/2014/main" id="{B9E5BB96-FC2A-D61B-75BA-FF24404793C4}"/>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C877FD66-D4C0-0ADD-10E2-91F1CCB755F1}"/>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2F6C4778-7AA7-A2EB-C38E-EDDC2A567BFC}"/>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41031780-8CAE-9ED6-1C71-D5F4EB66F01F}"/>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F4534834-6795-0F32-DDCD-2F455B4346E7}"/>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84965A6E-5F2F-0D60-0E32-6EE6B7548016}"/>
              </a:ext>
            </a:extLst>
          </p:cNvPr>
          <p:cNvSpPr txBox="1"/>
          <p:nvPr/>
        </p:nvSpPr>
        <p:spPr>
          <a:xfrm>
            <a:off x="5215469" y="4747898"/>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291AD424-09F2-A8E6-3F38-7341BA1EE90A}"/>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705946C8-2CCF-696E-8C43-75F01BF117C3}"/>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C72FABE2-6AE7-9F9A-0CCD-28B806057884}"/>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99BE052E-AC7D-B226-1265-7498A5A4DCCE}"/>
              </a:ext>
            </a:extLst>
          </p:cNvPr>
          <p:cNvSpPr txBox="1"/>
          <p:nvPr/>
        </p:nvSpPr>
        <p:spPr>
          <a:xfrm>
            <a:off x="5715003" y="1224551"/>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BFD1A72F-BE45-1A82-FC02-A2BC788AA5DE}"/>
              </a:ext>
            </a:extLst>
          </p:cNvPr>
          <p:cNvSpPr txBox="1"/>
          <p:nvPr/>
        </p:nvSpPr>
        <p:spPr>
          <a:xfrm>
            <a:off x="5215469" y="721216"/>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AB5D67C4-482A-58E7-D485-11E3F60D8FE2}"/>
              </a:ext>
            </a:extLst>
          </p:cNvPr>
          <p:cNvSpPr txBox="1"/>
          <p:nvPr/>
        </p:nvSpPr>
        <p:spPr>
          <a:xfrm>
            <a:off x="6214537" y="1727886"/>
            <a:ext cx="462845" cy="584775"/>
          </a:xfrm>
          <a:prstGeom prst="rect">
            <a:avLst/>
          </a:prstGeom>
          <a:noFill/>
        </p:spPr>
        <p:txBody>
          <a:bodyPr wrap="square" rtlCol="0">
            <a:spAutoFit/>
          </a:bodyPr>
          <a:lstStyle/>
          <a:p>
            <a:pPr algn="ctr"/>
            <a:r>
              <a:rPr lang="en-US" sz="3200" dirty="0"/>
              <a:t>7</a:t>
            </a:r>
          </a:p>
        </p:txBody>
      </p:sp>
      <p:sp>
        <p:nvSpPr>
          <p:cNvPr id="26" name="TextBox 25">
            <a:extLst>
              <a:ext uri="{FF2B5EF4-FFF2-40B4-BE49-F238E27FC236}">
                <a16:creationId xmlns:a16="http://schemas.microsoft.com/office/drawing/2014/main" id="{7C32DF93-2812-3D77-692C-7F27FF5B2F38}"/>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1C090878-2618-30CD-6AE7-EF4267019084}"/>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0D4B57A3-2615-7961-5481-934625FBB865}"/>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5BC9FCFD-FAF5-D8B2-7A35-42D4A7071022}"/>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6A8A8CD7-A173-D2A3-7AB2-B45413DCC52E}"/>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55F1DC2B-AC12-8DE4-F755-74ECE81DEB02}"/>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94939391-266E-6A68-8303-27041CC80BF6}"/>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EBC80A4D-90AF-70A0-8699-9096BE32F2D9}"/>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D2E5662D-5C7C-83CD-1F93-C41FCD6B1C53}"/>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3C15CF9A-0860-FEDD-B230-67A5377AFBEF}"/>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374167E3-0D9F-6C1D-DC64-822C18136026}"/>
              </a:ext>
            </a:extLst>
          </p:cNvPr>
          <p:cNvSpPr txBox="1"/>
          <p:nvPr/>
        </p:nvSpPr>
        <p:spPr>
          <a:xfrm>
            <a:off x="3217333" y="3741226"/>
            <a:ext cx="462845" cy="584775"/>
          </a:xfrm>
          <a:prstGeom prst="rect">
            <a:avLst/>
          </a:prstGeom>
          <a:no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0CD06615-E0A5-3D0A-1ED1-62E68626C8B5}"/>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606957F6-DCBD-B9BC-175C-123744B0071C}"/>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39438243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B1E87-C936-FFDC-05B5-8AFE8445FA3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8728693-6145-EF0C-4FE6-F739A48827A2}"/>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B9A2504-3EF7-DA91-C81E-2E25C20A063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7D24601-1511-747C-B549-C1CF349E0DE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A4AFB3F-9086-1031-6714-E90AFBEB583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86B3066-23CF-6CC7-C3C2-9933788D5EB4}"/>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0C2DB459-9AEA-550D-919A-DB9432208A2C}"/>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26F8851B-3D7C-8F73-1FFB-7772F375D6AC}"/>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D24E0F18-0480-0EC8-8955-7ED2CC0CF77C}"/>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9B15DFF0-8D3A-7A05-7E9F-EEEAFCD8CBF2}"/>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345D8638-EF66-CC6B-8A01-4CC9EC5F8407}"/>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F7B7F996-2109-27BF-05A9-1F79692F88C3}"/>
              </a:ext>
            </a:extLst>
          </p:cNvPr>
          <p:cNvSpPr txBox="1"/>
          <p:nvPr/>
        </p:nvSpPr>
        <p:spPr>
          <a:xfrm>
            <a:off x="3640666" y="901933"/>
            <a:ext cx="570089" cy="230832"/>
          </a:xfrm>
          <a:prstGeom prst="rect">
            <a:avLst/>
          </a:prstGeom>
          <a:noFill/>
        </p:spPr>
        <p:txBody>
          <a:bodyPr wrap="square" rtlCol="0">
            <a:spAutoFit/>
          </a:bodyPr>
          <a:lstStyle/>
          <a:p>
            <a:pPr algn="ctr"/>
            <a:r>
              <a:rPr lang="en-US" sz="900" dirty="0"/>
              <a:t>95</a:t>
            </a:r>
          </a:p>
        </p:txBody>
      </p:sp>
      <p:sp>
        <p:nvSpPr>
          <p:cNvPr id="29" name="TextBox 28">
            <a:extLst>
              <a:ext uri="{FF2B5EF4-FFF2-40B4-BE49-F238E27FC236}">
                <a16:creationId xmlns:a16="http://schemas.microsoft.com/office/drawing/2014/main" id="{95A6345A-EEEE-C09B-33D6-80E2087E8FC8}"/>
              </a:ext>
            </a:extLst>
          </p:cNvPr>
          <p:cNvSpPr txBox="1"/>
          <p:nvPr/>
        </p:nvSpPr>
        <p:spPr>
          <a:xfrm>
            <a:off x="3640666" y="2404765"/>
            <a:ext cx="570089" cy="230832"/>
          </a:xfrm>
          <a:prstGeom prst="rect">
            <a:avLst/>
          </a:prstGeom>
          <a:noFill/>
        </p:spPr>
        <p:txBody>
          <a:bodyPr wrap="square" rtlCol="0">
            <a:spAutoFit/>
          </a:bodyPr>
          <a:lstStyle/>
          <a:p>
            <a:pPr algn="ctr"/>
            <a:r>
              <a:rPr lang="en-US" sz="900" dirty="0"/>
              <a:t>59</a:t>
            </a:r>
          </a:p>
        </p:txBody>
      </p:sp>
      <p:sp>
        <p:nvSpPr>
          <p:cNvPr id="31" name="TextBox 30">
            <a:extLst>
              <a:ext uri="{FF2B5EF4-FFF2-40B4-BE49-F238E27FC236}">
                <a16:creationId xmlns:a16="http://schemas.microsoft.com/office/drawing/2014/main" id="{20DE1A4B-DA1D-D33D-6F53-8EAD9F09046B}"/>
              </a:ext>
            </a:extLst>
          </p:cNvPr>
          <p:cNvSpPr txBox="1"/>
          <p:nvPr/>
        </p:nvSpPr>
        <p:spPr>
          <a:xfrm>
            <a:off x="5147734" y="1903821"/>
            <a:ext cx="570089" cy="230832"/>
          </a:xfrm>
          <a:prstGeom prst="rect">
            <a:avLst/>
          </a:prstGeom>
          <a:noFill/>
        </p:spPr>
        <p:txBody>
          <a:bodyPr wrap="square" rtlCol="0">
            <a:spAutoFit/>
          </a:bodyPr>
          <a:lstStyle/>
          <a:p>
            <a:pPr algn="ctr"/>
            <a:r>
              <a:rPr lang="en-US" sz="900" dirty="0"/>
              <a:t>92</a:t>
            </a:r>
          </a:p>
        </p:txBody>
      </p:sp>
      <p:sp>
        <p:nvSpPr>
          <p:cNvPr id="33" name="TextBox 32">
            <a:extLst>
              <a:ext uri="{FF2B5EF4-FFF2-40B4-BE49-F238E27FC236}">
                <a16:creationId xmlns:a16="http://schemas.microsoft.com/office/drawing/2014/main" id="{D6020302-BBF2-A922-92B0-4FEEBB01C71A}"/>
              </a:ext>
            </a:extLst>
          </p:cNvPr>
          <p:cNvSpPr txBox="1"/>
          <p:nvPr/>
        </p:nvSpPr>
        <p:spPr>
          <a:xfrm>
            <a:off x="5147734" y="3406653"/>
            <a:ext cx="570089" cy="230832"/>
          </a:xfrm>
          <a:prstGeom prst="rect">
            <a:avLst/>
          </a:prstGeom>
          <a:noFill/>
        </p:spPr>
        <p:txBody>
          <a:bodyPr wrap="square" rtlCol="0">
            <a:spAutoFit/>
          </a:bodyPr>
          <a:lstStyle/>
          <a:p>
            <a:pPr algn="ctr"/>
            <a:r>
              <a:rPr lang="en-US" sz="900" dirty="0"/>
              <a:t>29</a:t>
            </a:r>
          </a:p>
        </p:txBody>
      </p:sp>
      <p:sp>
        <p:nvSpPr>
          <p:cNvPr id="39" name="TextBox 38">
            <a:extLst>
              <a:ext uri="{FF2B5EF4-FFF2-40B4-BE49-F238E27FC236}">
                <a16:creationId xmlns:a16="http://schemas.microsoft.com/office/drawing/2014/main" id="{00055019-B37A-CEAD-B3CC-2108B794567A}"/>
              </a:ext>
            </a:extLst>
          </p:cNvPr>
          <p:cNvSpPr txBox="1"/>
          <p:nvPr/>
        </p:nvSpPr>
        <p:spPr>
          <a:xfrm>
            <a:off x="4143022" y="1402877"/>
            <a:ext cx="570089" cy="230832"/>
          </a:xfrm>
          <a:prstGeom prst="rect">
            <a:avLst/>
          </a:prstGeom>
          <a:noFill/>
        </p:spPr>
        <p:txBody>
          <a:bodyPr wrap="square" rtlCol="0">
            <a:spAutoFit/>
          </a:bodyPr>
          <a:lstStyle/>
          <a:p>
            <a:pPr algn="ctr"/>
            <a:r>
              <a:rPr lang="en-US" sz="900" dirty="0"/>
              <a:t>28</a:t>
            </a:r>
          </a:p>
        </p:txBody>
      </p:sp>
      <p:sp>
        <p:nvSpPr>
          <p:cNvPr id="40" name="TextBox 39">
            <a:extLst>
              <a:ext uri="{FF2B5EF4-FFF2-40B4-BE49-F238E27FC236}">
                <a16:creationId xmlns:a16="http://schemas.microsoft.com/office/drawing/2014/main" id="{A6907A6F-75B5-3CC1-475D-AA3C1CCF829B}"/>
              </a:ext>
            </a:extLst>
          </p:cNvPr>
          <p:cNvSpPr txBox="1"/>
          <p:nvPr/>
        </p:nvSpPr>
        <p:spPr>
          <a:xfrm>
            <a:off x="4645378" y="1402877"/>
            <a:ext cx="570089" cy="230832"/>
          </a:xfrm>
          <a:prstGeom prst="rect">
            <a:avLst/>
          </a:prstGeom>
          <a:noFill/>
        </p:spPr>
        <p:txBody>
          <a:bodyPr wrap="square" rtlCol="0">
            <a:spAutoFit/>
          </a:bodyPr>
          <a:lstStyle/>
          <a:p>
            <a:pPr algn="ctr"/>
            <a:r>
              <a:rPr lang="en-US" sz="900" dirty="0"/>
              <a:t>82</a:t>
            </a:r>
          </a:p>
        </p:txBody>
      </p:sp>
      <p:sp>
        <p:nvSpPr>
          <p:cNvPr id="43" name="TextBox 42">
            <a:extLst>
              <a:ext uri="{FF2B5EF4-FFF2-40B4-BE49-F238E27FC236}">
                <a16:creationId xmlns:a16="http://schemas.microsoft.com/office/drawing/2014/main" id="{D2A0A82C-EE95-5B49-4EFD-34A331361D6E}"/>
              </a:ext>
            </a:extLst>
          </p:cNvPr>
          <p:cNvSpPr txBox="1"/>
          <p:nvPr/>
        </p:nvSpPr>
        <p:spPr>
          <a:xfrm>
            <a:off x="4143022" y="2905709"/>
            <a:ext cx="570089" cy="230832"/>
          </a:xfrm>
          <a:prstGeom prst="rect">
            <a:avLst/>
          </a:prstGeom>
          <a:noFill/>
        </p:spPr>
        <p:txBody>
          <a:bodyPr wrap="square" rtlCol="0">
            <a:spAutoFit/>
          </a:bodyPr>
          <a:lstStyle/>
          <a:p>
            <a:pPr algn="ctr"/>
            <a:r>
              <a:rPr lang="en-US" sz="900" dirty="0"/>
              <a:t>97</a:t>
            </a:r>
          </a:p>
        </p:txBody>
      </p:sp>
      <p:sp>
        <p:nvSpPr>
          <p:cNvPr id="44" name="TextBox 43">
            <a:extLst>
              <a:ext uri="{FF2B5EF4-FFF2-40B4-BE49-F238E27FC236}">
                <a16:creationId xmlns:a16="http://schemas.microsoft.com/office/drawing/2014/main" id="{62C29B66-D7F0-F36B-BE79-77F7514D5523}"/>
              </a:ext>
            </a:extLst>
          </p:cNvPr>
          <p:cNvSpPr txBox="1"/>
          <p:nvPr/>
        </p:nvSpPr>
        <p:spPr>
          <a:xfrm>
            <a:off x="4645378" y="2905709"/>
            <a:ext cx="570089" cy="230832"/>
          </a:xfrm>
          <a:prstGeom prst="rect">
            <a:avLst/>
          </a:prstGeom>
          <a:noFill/>
        </p:spPr>
        <p:txBody>
          <a:bodyPr wrap="square" rtlCol="0">
            <a:spAutoFit/>
          </a:bodyPr>
          <a:lstStyle/>
          <a:p>
            <a:pPr algn="ctr"/>
            <a:r>
              <a:rPr lang="en-US" sz="900" dirty="0"/>
              <a:t>578</a:t>
            </a:r>
          </a:p>
        </p:txBody>
      </p:sp>
      <p:sp>
        <p:nvSpPr>
          <p:cNvPr id="45" name="TextBox 44">
            <a:extLst>
              <a:ext uri="{FF2B5EF4-FFF2-40B4-BE49-F238E27FC236}">
                <a16:creationId xmlns:a16="http://schemas.microsoft.com/office/drawing/2014/main" id="{744F7377-B375-9B28-8A63-FE4A9155D3A5}"/>
              </a:ext>
            </a:extLst>
          </p:cNvPr>
          <p:cNvSpPr txBox="1"/>
          <p:nvPr/>
        </p:nvSpPr>
        <p:spPr>
          <a:xfrm>
            <a:off x="5650090" y="2905709"/>
            <a:ext cx="570089" cy="230832"/>
          </a:xfrm>
          <a:prstGeom prst="rect">
            <a:avLst/>
          </a:prstGeom>
          <a:noFill/>
        </p:spPr>
        <p:txBody>
          <a:bodyPr wrap="square" rtlCol="0">
            <a:spAutoFit/>
          </a:bodyPr>
          <a:lstStyle/>
          <a:p>
            <a:pPr algn="ctr"/>
            <a:r>
              <a:rPr lang="en-US" sz="900" dirty="0"/>
              <a:t>589</a:t>
            </a:r>
          </a:p>
        </p:txBody>
      </p:sp>
      <p:sp>
        <p:nvSpPr>
          <p:cNvPr id="46" name="TextBox 45">
            <a:extLst>
              <a:ext uri="{FF2B5EF4-FFF2-40B4-BE49-F238E27FC236}">
                <a16:creationId xmlns:a16="http://schemas.microsoft.com/office/drawing/2014/main" id="{A5AA498E-83E8-C026-D55C-2F197A24B0AE}"/>
              </a:ext>
            </a:extLst>
          </p:cNvPr>
          <p:cNvSpPr txBox="1"/>
          <p:nvPr/>
        </p:nvSpPr>
        <p:spPr>
          <a:xfrm>
            <a:off x="6152446" y="2905709"/>
            <a:ext cx="570089" cy="230832"/>
          </a:xfrm>
          <a:prstGeom prst="rect">
            <a:avLst/>
          </a:prstGeom>
          <a:noFill/>
        </p:spPr>
        <p:txBody>
          <a:bodyPr wrap="square" rtlCol="0">
            <a:spAutoFit/>
          </a:bodyPr>
          <a:lstStyle/>
          <a:p>
            <a:pPr algn="ctr"/>
            <a:r>
              <a:rPr lang="en-US" sz="900" dirty="0"/>
              <a:t>589</a:t>
            </a:r>
          </a:p>
        </p:txBody>
      </p:sp>
      <p:sp>
        <p:nvSpPr>
          <p:cNvPr id="51" name="TextBox 50">
            <a:extLst>
              <a:ext uri="{FF2B5EF4-FFF2-40B4-BE49-F238E27FC236}">
                <a16:creationId xmlns:a16="http://schemas.microsoft.com/office/drawing/2014/main" id="{EAEE3310-F7C0-2819-A0F7-1AD5D6E69BC0}"/>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4C2F0C2F-9779-EDCD-27AA-D35E0BDD2604}"/>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B6337807-8151-849F-EFA3-9B5EBCCD903A}"/>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E2F9E476-1337-F1C3-5290-EB1EDF5D1581}"/>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426C5362-03D7-167E-C58A-9FB22123AEE2}"/>
              </a:ext>
            </a:extLst>
          </p:cNvPr>
          <p:cNvSpPr txBox="1"/>
          <p:nvPr/>
        </p:nvSpPr>
        <p:spPr>
          <a:xfrm>
            <a:off x="4143022" y="901933"/>
            <a:ext cx="570089" cy="230832"/>
          </a:xfrm>
          <a:prstGeom prst="rect">
            <a:avLst/>
          </a:prstGeom>
          <a:noFill/>
        </p:spPr>
        <p:txBody>
          <a:bodyPr wrap="square" rtlCol="0">
            <a:spAutoFit/>
          </a:bodyPr>
          <a:lstStyle/>
          <a:p>
            <a:pPr algn="ctr"/>
            <a:r>
              <a:rPr lang="en-US" sz="900" dirty="0"/>
              <a:t>79</a:t>
            </a:r>
          </a:p>
        </p:txBody>
      </p:sp>
      <p:sp>
        <p:nvSpPr>
          <p:cNvPr id="59" name="TextBox 58">
            <a:extLst>
              <a:ext uri="{FF2B5EF4-FFF2-40B4-BE49-F238E27FC236}">
                <a16:creationId xmlns:a16="http://schemas.microsoft.com/office/drawing/2014/main" id="{154A7E55-AB59-3BB1-5EA3-4E4D90A3434B}"/>
              </a:ext>
            </a:extLst>
          </p:cNvPr>
          <p:cNvSpPr txBox="1"/>
          <p:nvPr/>
        </p:nvSpPr>
        <p:spPr>
          <a:xfrm>
            <a:off x="3138310" y="901933"/>
            <a:ext cx="570089" cy="230832"/>
          </a:xfrm>
          <a:prstGeom prst="rect">
            <a:avLst/>
          </a:prstGeom>
          <a:noFill/>
        </p:spPr>
        <p:txBody>
          <a:bodyPr wrap="square" rtlCol="0">
            <a:spAutoFit/>
          </a:bodyPr>
          <a:lstStyle/>
          <a:p>
            <a:pPr algn="ctr"/>
            <a:r>
              <a:rPr lang="en-US" sz="900" dirty="0"/>
              <a:t>57</a:t>
            </a:r>
          </a:p>
        </p:txBody>
      </p:sp>
      <p:sp>
        <p:nvSpPr>
          <p:cNvPr id="61" name="TextBox 60">
            <a:extLst>
              <a:ext uri="{FF2B5EF4-FFF2-40B4-BE49-F238E27FC236}">
                <a16:creationId xmlns:a16="http://schemas.microsoft.com/office/drawing/2014/main" id="{2DC912EC-3B40-C678-C9DE-B472CEDC2474}"/>
              </a:ext>
            </a:extLst>
          </p:cNvPr>
          <p:cNvSpPr txBox="1"/>
          <p:nvPr/>
        </p:nvSpPr>
        <p:spPr>
          <a:xfrm>
            <a:off x="3138310" y="2404765"/>
            <a:ext cx="570089" cy="230832"/>
          </a:xfrm>
          <a:prstGeom prst="rect">
            <a:avLst/>
          </a:prstGeom>
          <a:noFill/>
        </p:spPr>
        <p:txBody>
          <a:bodyPr wrap="square" rtlCol="0">
            <a:spAutoFit/>
          </a:bodyPr>
          <a:lstStyle/>
          <a:p>
            <a:pPr algn="ctr"/>
            <a:r>
              <a:rPr lang="en-US" sz="900" dirty="0"/>
              <a:t>75</a:t>
            </a:r>
          </a:p>
        </p:txBody>
      </p:sp>
      <p:sp>
        <p:nvSpPr>
          <p:cNvPr id="62" name="TextBox 61">
            <a:extLst>
              <a:ext uri="{FF2B5EF4-FFF2-40B4-BE49-F238E27FC236}">
                <a16:creationId xmlns:a16="http://schemas.microsoft.com/office/drawing/2014/main" id="{454B0E5F-D238-B3BB-A536-5FBB05033FAC}"/>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3" name="TextBox 62">
            <a:extLst>
              <a:ext uri="{FF2B5EF4-FFF2-40B4-BE49-F238E27FC236}">
                <a16:creationId xmlns:a16="http://schemas.microsoft.com/office/drawing/2014/main" id="{D3E74D8C-C1CF-CF8A-00B2-9A193625744A}"/>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109FE903-CA0B-3DF5-96E8-922064D6D790}"/>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E04C8625-8ACC-68FB-4E88-B2BFC23ACEF2}"/>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85F4C189-3162-2BC5-42FD-1746CC32B941}"/>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5C9BB598-E272-8E17-9627-413F15484989}"/>
              </a:ext>
            </a:extLst>
          </p:cNvPr>
          <p:cNvSpPr txBox="1"/>
          <p:nvPr/>
        </p:nvSpPr>
        <p:spPr>
          <a:xfrm>
            <a:off x="7157158" y="3406653"/>
            <a:ext cx="570089" cy="230832"/>
          </a:xfrm>
          <a:prstGeom prst="rect">
            <a:avLst/>
          </a:prstGeom>
          <a:noFill/>
        </p:spPr>
        <p:txBody>
          <a:bodyPr wrap="square" rtlCol="0">
            <a:spAutoFit/>
          </a:bodyPr>
          <a:lstStyle/>
          <a:p>
            <a:pPr algn="ctr"/>
            <a:r>
              <a:rPr lang="en-US" sz="900" dirty="0"/>
              <a:t>93</a:t>
            </a:r>
          </a:p>
        </p:txBody>
      </p:sp>
      <p:sp>
        <p:nvSpPr>
          <p:cNvPr id="71" name="TextBox 70">
            <a:extLst>
              <a:ext uri="{FF2B5EF4-FFF2-40B4-BE49-F238E27FC236}">
                <a16:creationId xmlns:a16="http://schemas.microsoft.com/office/drawing/2014/main" id="{BF297B55-25ED-F1CF-1CE1-406B76DB1ADB}"/>
              </a:ext>
            </a:extLst>
          </p:cNvPr>
          <p:cNvSpPr txBox="1"/>
          <p:nvPr/>
        </p:nvSpPr>
        <p:spPr>
          <a:xfrm>
            <a:off x="7157158" y="3907597"/>
            <a:ext cx="570089" cy="230832"/>
          </a:xfrm>
          <a:prstGeom prst="rect">
            <a:avLst/>
          </a:prstGeom>
          <a:noFill/>
        </p:spPr>
        <p:txBody>
          <a:bodyPr wrap="square" rtlCol="0">
            <a:spAutoFit/>
          </a:bodyPr>
          <a:lstStyle/>
          <a:p>
            <a:pPr algn="ctr"/>
            <a:r>
              <a:rPr lang="en-US" sz="900" dirty="0"/>
              <a:t>39</a:t>
            </a:r>
          </a:p>
        </p:txBody>
      </p:sp>
      <p:sp>
        <p:nvSpPr>
          <p:cNvPr id="75" name="TextBox 74">
            <a:extLst>
              <a:ext uri="{FF2B5EF4-FFF2-40B4-BE49-F238E27FC236}">
                <a16:creationId xmlns:a16="http://schemas.microsoft.com/office/drawing/2014/main" id="{60F92996-46ED-7FB0-F4D3-B26DDC7DE449}"/>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8FAD599C-1727-746A-6B74-CB3C98CDCC7F}"/>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4AC5EE47-53F9-4319-AE76-3EC031416BE2}"/>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78" name="TextBox 77">
            <a:extLst>
              <a:ext uri="{FF2B5EF4-FFF2-40B4-BE49-F238E27FC236}">
                <a16:creationId xmlns:a16="http://schemas.microsoft.com/office/drawing/2014/main" id="{148D88E5-268F-18DE-D7CB-F40BA76FFB6A}"/>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3" name="TextBox 2">
            <a:extLst>
              <a:ext uri="{FF2B5EF4-FFF2-40B4-BE49-F238E27FC236}">
                <a16:creationId xmlns:a16="http://schemas.microsoft.com/office/drawing/2014/main" id="{871C878F-0EF6-B12E-EBD6-2E92A4DB13F1}"/>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014B5088-AF90-0E90-9E0E-FE82E5EF68D1}"/>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30428228-3598-6B57-F8CD-B924CBE95BED}"/>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2CC1DC02-6840-4F84-3EC6-05DB7EF50E9B}"/>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27EEE9EE-E981-9CEC-7E45-D000B69E36A4}"/>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688651D7-8EBA-EEA9-8422-CC37C7B3E5AD}"/>
              </a:ext>
            </a:extLst>
          </p:cNvPr>
          <p:cNvSpPr txBox="1"/>
          <p:nvPr/>
        </p:nvSpPr>
        <p:spPr>
          <a:xfrm>
            <a:off x="5215469" y="4747898"/>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972C54F2-6B0D-BC9C-1903-07C50323A25D}"/>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EC04CDCB-129D-2FF2-E20F-D5AB5EEBA6C9}"/>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9E7018C7-65AF-0212-D94C-03AD4E5D2D9A}"/>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7A6BBA14-DB75-1122-C2FA-ED542437FE8F}"/>
              </a:ext>
            </a:extLst>
          </p:cNvPr>
          <p:cNvSpPr txBox="1"/>
          <p:nvPr/>
        </p:nvSpPr>
        <p:spPr>
          <a:xfrm>
            <a:off x="5715003" y="1224551"/>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ED59ABAB-B4C1-FCB2-C6A7-301AC6033D06}"/>
              </a:ext>
            </a:extLst>
          </p:cNvPr>
          <p:cNvSpPr txBox="1"/>
          <p:nvPr/>
        </p:nvSpPr>
        <p:spPr>
          <a:xfrm>
            <a:off x="5215469" y="721216"/>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4ADAF0B7-6460-2276-0FC7-850158879392}"/>
              </a:ext>
            </a:extLst>
          </p:cNvPr>
          <p:cNvSpPr txBox="1"/>
          <p:nvPr/>
        </p:nvSpPr>
        <p:spPr>
          <a:xfrm>
            <a:off x="6214537" y="1727886"/>
            <a:ext cx="462845" cy="584775"/>
          </a:xfrm>
          <a:prstGeom prst="rect">
            <a:avLst/>
          </a:prstGeom>
          <a:noFill/>
        </p:spPr>
        <p:txBody>
          <a:bodyPr wrap="square" rtlCol="0">
            <a:spAutoFit/>
          </a:bodyPr>
          <a:lstStyle/>
          <a:p>
            <a:pPr algn="ctr"/>
            <a:r>
              <a:rPr lang="en-US" sz="3200" dirty="0"/>
              <a:t>7</a:t>
            </a:r>
          </a:p>
        </p:txBody>
      </p:sp>
      <p:sp>
        <p:nvSpPr>
          <p:cNvPr id="26" name="TextBox 25">
            <a:extLst>
              <a:ext uri="{FF2B5EF4-FFF2-40B4-BE49-F238E27FC236}">
                <a16:creationId xmlns:a16="http://schemas.microsoft.com/office/drawing/2014/main" id="{E9A10413-3991-A176-8901-B1D753EA6F37}"/>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B72EB25C-869F-78FE-79B6-E7F67FF6188B}"/>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9B828BCB-3FBA-231C-6AAD-BC4622F1A90E}"/>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522A5338-BFEB-0243-2376-3692D69B0B12}"/>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678065D4-DCC0-BE23-080B-3809BC073808}"/>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9815A7E3-974A-45D7-B0EF-37A4CA47B150}"/>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281F24E5-FD8F-DF91-54E3-DF21EF6E37DC}"/>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4206FDF2-9894-EFA1-0AA0-80B82C88BDCC}"/>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A19A4D61-1CE9-91B5-918C-22F6CB0A1A5E}"/>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72FB23F7-1EEF-005B-1139-3FA8DED68C57}"/>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D251A21E-5928-2A48-700D-DD17BE2F3CC2}"/>
              </a:ext>
            </a:extLst>
          </p:cNvPr>
          <p:cNvSpPr txBox="1"/>
          <p:nvPr/>
        </p:nvSpPr>
        <p:spPr>
          <a:xfrm>
            <a:off x="3217333" y="3741226"/>
            <a:ext cx="462845" cy="584775"/>
          </a:xfrm>
          <a:prstGeom prst="rect">
            <a:avLst/>
          </a:prstGeom>
          <a:no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2FD8C4FC-8B43-7B6F-01F8-21129C18A65B}"/>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80FC1593-C8EE-57BF-2CDF-165C76C61D7D}"/>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15817101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112AB-2D0F-2741-D1C2-120C458052D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D33D89-03FF-C665-1F9A-F9CABD1BEAF9}"/>
              </a:ext>
            </a:extLst>
          </p:cNvPr>
          <p:cNvSpPr>
            <a:spLocks noGrp="1"/>
          </p:cNvSpPr>
          <p:nvPr>
            <p:ph sz="half" idx="1"/>
          </p:nvPr>
        </p:nvSpPr>
        <p:spPr/>
        <p:txBody>
          <a:bodyPr/>
          <a:lstStyle/>
          <a:p>
            <a:r>
              <a:rPr lang="en-US" dirty="0"/>
              <a:t>Last possible 4 in left center block.</a:t>
            </a:r>
          </a:p>
          <a:p>
            <a:r>
              <a:rPr lang="en-US" dirty="0"/>
              <a:t>Then, last possible 6 in left center block.</a:t>
            </a:r>
          </a:p>
        </p:txBody>
      </p:sp>
      <p:pic>
        <p:nvPicPr>
          <p:cNvPr id="4" name="Picture 3" descr="A grid of sudoku puzzle&#10;&#10;Description automatically generated">
            <a:extLst>
              <a:ext uri="{FF2B5EF4-FFF2-40B4-BE49-F238E27FC236}">
                <a16:creationId xmlns:a16="http://schemas.microsoft.com/office/drawing/2014/main" id="{07D7DE70-3F4F-8B33-8BE5-C7EEEF7460E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693E223-CFFC-992B-C921-BB215984486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93D0B9B-B658-D8B8-D755-343F11A461A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57D7082-3E48-D1D3-064E-EF034344BE3F}"/>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E3160C41-B03C-A136-8427-6EF44BEBF8F5}"/>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7BD5A03B-D094-9C22-4FFF-B480FAE8EA9E}"/>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9FDBF24B-3DD6-165C-3469-3CB1DD7B7C55}"/>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86439B33-539B-4506-AFD4-BD025C7A540F}"/>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4362A568-F5A2-E48B-83F2-23D7CC089BD1}"/>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E2F1EC2A-BCD8-F69D-7579-8700059780D0}"/>
              </a:ext>
            </a:extLst>
          </p:cNvPr>
          <p:cNvSpPr txBox="1"/>
          <p:nvPr/>
        </p:nvSpPr>
        <p:spPr>
          <a:xfrm>
            <a:off x="3640666" y="901933"/>
            <a:ext cx="570089" cy="230832"/>
          </a:xfrm>
          <a:prstGeom prst="rect">
            <a:avLst/>
          </a:prstGeom>
          <a:noFill/>
        </p:spPr>
        <p:txBody>
          <a:bodyPr wrap="square" rtlCol="0">
            <a:spAutoFit/>
          </a:bodyPr>
          <a:lstStyle/>
          <a:p>
            <a:pPr algn="ctr"/>
            <a:r>
              <a:rPr lang="en-US" sz="900" dirty="0"/>
              <a:t>95</a:t>
            </a:r>
          </a:p>
        </p:txBody>
      </p:sp>
      <p:sp>
        <p:nvSpPr>
          <p:cNvPr id="29" name="TextBox 28">
            <a:extLst>
              <a:ext uri="{FF2B5EF4-FFF2-40B4-BE49-F238E27FC236}">
                <a16:creationId xmlns:a16="http://schemas.microsoft.com/office/drawing/2014/main" id="{D81751FF-C71B-243E-863F-DF44E4A48A91}"/>
              </a:ext>
            </a:extLst>
          </p:cNvPr>
          <p:cNvSpPr txBox="1"/>
          <p:nvPr/>
        </p:nvSpPr>
        <p:spPr>
          <a:xfrm>
            <a:off x="3640666" y="2404765"/>
            <a:ext cx="570089" cy="230832"/>
          </a:xfrm>
          <a:prstGeom prst="rect">
            <a:avLst/>
          </a:prstGeom>
          <a:noFill/>
        </p:spPr>
        <p:txBody>
          <a:bodyPr wrap="square" rtlCol="0">
            <a:spAutoFit/>
          </a:bodyPr>
          <a:lstStyle/>
          <a:p>
            <a:pPr algn="ctr"/>
            <a:r>
              <a:rPr lang="en-US" sz="900" dirty="0"/>
              <a:t>59</a:t>
            </a:r>
          </a:p>
        </p:txBody>
      </p:sp>
      <p:sp>
        <p:nvSpPr>
          <p:cNvPr id="31" name="TextBox 30">
            <a:extLst>
              <a:ext uri="{FF2B5EF4-FFF2-40B4-BE49-F238E27FC236}">
                <a16:creationId xmlns:a16="http://schemas.microsoft.com/office/drawing/2014/main" id="{B0172B00-2588-DE1C-8A55-44D24F817DC8}"/>
              </a:ext>
            </a:extLst>
          </p:cNvPr>
          <p:cNvSpPr txBox="1"/>
          <p:nvPr/>
        </p:nvSpPr>
        <p:spPr>
          <a:xfrm>
            <a:off x="5147734" y="1903821"/>
            <a:ext cx="570089" cy="230832"/>
          </a:xfrm>
          <a:prstGeom prst="rect">
            <a:avLst/>
          </a:prstGeom>
          <a:noFill/>
        </p:spPr>
        <p:txBody>
          <a:bodyPr wrap="square" rtlCol="0">
            <a:spAutoFit/>
          </a:bodyPr>
          <a:lstStyle/>
          <a:p>
            <a:pPr algn="ctr"/>
            <a:r>
              <a:rPr lang="en-US" sz="900" dirty="0"/>
              <a:t>92</a:t>
            </a:r>
          </a:p>
        </p:txBody>
      </p:sp>
      <p:sp>
        <p:nvSpPr>
          <p:cNvPr id="33" name="TextBox 32">
            <a:extLst>
              <a:ext uri="{FF2B5EF4-FFF2-40B4-BE49-F238E27FC236}">
                <a16:creationId xmlns:a16="http://schemas.microsoft.com/office/drawing/2014/main" id="{240D6BDF-AB8A-D7DE-63D1-A7B037F89331}"/>
              </a:ext>
            </a:extLst>
          </p:cNvPr>
          <p:cNvSpPr txBox="1"/>
          <p:nvPr/>
        </p:nvSpPr>
        <p:spPr>
          <a:xfrm>
            <a:off x="5147734" y="3406653"/>
            <a:ext cx="570089" cy="230832"/>
          </a:xfrm>
          <a:prstGeom prst="rect">
            <a:avLst/>
          </a:prstGeom>
          <a:noFill/>
        </p:spPr>
        <p:txBody>
          <a:bodyPr wrap="square" rtlCol="0">
            <a:spAutoFit/>
          </a:bodyPr>
          <a:lstStyle/>
          <a:p>
            <a:pPr algn="ctr"/>
            <a:r>
              <a:rPr lang="en-US" sz="900" dirty="0"/>
              <a:t>29</a:t>
            </a:r>
          </a:p>
        </p:txBody>
      </p:sp>
      <p:sp>
        <p:nvSpPr>
          <p:cNvPr id="39" name="TextBox 38">
            <a:extLst>
              <a:ext uri="{FF2B5EF4-FFF2-40B4-BE49-F238E27FC236}">
                <a16:creationId xmlns:a16="http://schemas.microsoft.com/office/drawing/2014/main" id="{4CFAECB4-279B-29F3-38C0-E35ABBA13A61}"/>
              </a:ext>
            </a:extLst>
          </p:cNvPr>
          <p:cNvSpPr txBox="1"/>
          <p:nvPr/>
        </p:nvSpPr>
        <p:spPr>
          <a:xfrm>
            <a:off x="4143022" y="1402877"/>
            <a:ext cx="570089" cy="230832"/>
          </a:xfrm>
          <a:prstGeom prst="rect">
            <a:avLst/>
          </a:prstGeom>
          <a:noFill/>
        </p:spPr>
        <p:txBody>
          <a:bodyPr wrap="square" rtlCol="0">
            <a:spAutoFit/>
          </a:bodyPr>
          <a:lstStyle/>
          <a:p>
            <a:pPr algn="ctr"/>
            <a:r>
              <a:rPr lang="en-US" sz="900" dirty="0"/>
              <a:t>28</a:t>
            </a:r>
          </a:p>
        </p:txBody>
      </p:sp>
      <p:sp>
        <p:nvSpPr>
          <p:cNvPr id="40" name="TextBox 39">
            <a:extLst>
              <a:ext uri="{FF2B5EF4-FFF2-40B4-BE49-F238E27FC236}">
                <a16:creationId xmlns:a16="http://schemas.microsoft.com/office/drawing/2014/main" id="{7BDC6C84-614B-1EC3-2AC4-F61A02CAF7BB}"/>
              </a:ext>
            </a:extLst>
          </p:cNvPr>
          <p:cNvSpPr txBox="1"/>
          <p:nvPr/>
        </p:nvSpPr>
        <p:spPr>
          <a:xfrm>
            <a:off x="4645378" y="1402877"/>
            <a:ext cx="570089" cy="230832"/>
          </a:xfrm>
          <a:prstGeom prst="rect">
            <a:avLst/>
          </a:prstGeom>
          <a:noFill/>
        </p:spPr>
        <p:txBody>
          <a:bodyPr wrap="square" rtlCol="0">
            <a:spAutoFit/>
          </a:bodyPr>
          <a:lstStyle/>
          <a:p>
            <a:pPr algn="ctr"/>
            <a:r>
              <a:rPr lang="en-US" sz="900" dirty="0"/>
              <a:t>82</a:t>
            </a:r>
          </a:p>
        </p:txBody>
      </p:sp>
      <p:sp>
        <p:nvSpPr>
          <p:cNvPr id="43" name="TextBox 42">
            <a:extLst>
              <a:ext uri="{FF2B5EF4-FFF2-40B4-BE49-F238E27FC236}">
                <a16:creationId xmlns:a16="http://schemas.microsoft.com/office/drawing/2014/main" id="{D7733D61-944D-AF7A-4917-4F55BA65B86B}"/>
              </a:ext>
            </a:extLst>
          </p:cNvPr>
          <p:cNvSpPr txBox="1"/>
          <p:nvPr/>
        </p:nvSpPr>
        <p:spPr>
          <a:xfrm>
            <a:off x="4143022" y="2905709"/>
            <a:ext cx="570089" cy="230832"/>
          </a:xfrm>
          <a:prstGeom prst="rect">
            <a:avLst/>
          </a:prstGeom>
          <a:noFill/>
        </p:spPr>
        <p:txBody>
          <a:bodyPr wrap="square" rtlCol="0">
            <a:spAutoFit/>
          </a:bodyPr>
          <a:lstStyle/>
          <a:p>
            <a:pPr algn="ctr"/>
            <a:r>
              <a:rPr lang="en-US" sz="900" dirty="0"/>
              <a:t>97</a:t>
            </a:r>
          </a:p>
        </p:txBody>
      </p:sp>
      <p:sp>
        <p:nvSpPr>
          <p:cNvPr id="44" name="TextBox 43">
            <a:extLst>
              <a:ext uri="{FF2B5EF4-FFF2-40B4-BE49-F238E27FC236}">
                <a16:creationId xmlns:a16="http://schemas.microsoft.com/office/drawing/2014/main" id="{061D7C0F-1DBD-B085-2528-73F852DC42A1}"/>
              </a:ext>
            </a:extLst>
          </p:cNvPr>
          <p:cNvSpPr txBox="1"/>
          <p:nvPr/>
        </p:nvSpPr>
        <p:spPr>
          <a:xfrm>
            <a:off x="4645378" y="2905709"/>
            <a:ext cx="570089" cy="230832"/>
          </a:xfrm>
          <a:prstGeom prst="rect">
            <a:avLst/>
          </a:prstGeom>
          <a:noFill/>
        </p:spPr>
        <p:txBody>
          <a:bodyPr wrap="square" rtlCol="0">
            <a:spAutoFit/>
          </a:bodyPr>
          <a:lstStyle/>
          <a:p>
            <a:pPr algn="ctr"/>
            <a:r>
              <a:rPr lang="en-US" sz="900" dirty="0"/>
              <a:t>578</a:t>
            </a:r>
          </a:p>
        </p:txBody>
      </p:sp>
      <p:sp>
        <p:nvSpPr>
          <p:cNvPr id="45" name="TextBox 44">
            <a:extLst>
              <a:ext uri="{FF2B5EF4-FFF2-40B4-BE49-F238E27FC236}">
                <a16:creationId xmlns:a16="http://schemas.microsoft.com/office/drawing/2014/main" id="{A758D8AC-6B7F-1AC6-FB20-A846B5AC64F1}"/>
              </a:ext>
            </a:extLst>
          </p:cNvPr>
          <p:cNvSpPr txBox="1"/>
          <p:nvPr/>
        </p:nvSpPr>
        <p:spPr>
          <a:xfrm>
            <a:off x="5650090" y="2905709"/>
            <a:ext cx="570089" cy="230832"/>
          </a:xfrm>
          <a:prstGeom prst="rect">
            <a:avLst/>
          </a:prstGeom>
          <a:noFill/>
        </p:spPr>
        <p:txBody>
          <a:bodyPr wrap="square" rtlCol="0">
            <a:spAutoFit/>
          </a:bodyPr>
          <a:lstStyle/>
          <a:p>
            <a:pPr algn="ctr"/>
            <a:r>
              <a:rPr lang="en-US" sz="900" dirty="0"/>
              <a:t>589</a:t>
            </a:r>
          </a:p>
        </p:txBody>
      </p:sp>
      <p:sp>
        <p:nvSpPr>
          <p:cNvPr id="46" name="TextBox 45">
            <a:extLst>
              <a:ext uri="{FF2B5EF4-FFF2-40B4-BE49-F238E27FC236}">
                <a16:creationId xmlns:a16="http://schemas.microsoft.com/office/drawing/2014/main" id="{31B7B619-1F4F-0915-350D-0079840F925E}"/>
              </a:ext>
            </a:extLst>
          </p:cNvPr>
          <p:cNvSpPr txBox="1"/>
          <p:nvPr/>
        </p:nvSpPr>
        <p:spPr>
          <a:xfrm>
            <a:off x="6152446" y="2905709"/>
            <a:ext cx="570089" cy="230832"/>
          </a:xfrm>
          <a:prstGeom prst="rect">
            <a:avLst/>
          </a:prstGeom>
          <a:noFill/>
        </p:spPr>
        <p:txBody>
          <a:bodyPr wrap="square" rtlCol="0">
            <a:spAutoFit/>
          </a:bodyPr>
          <a:lstStyle/>
          <a:p>
            <a:pPr algn="ctr"/>
            <a:r>
              <a:rPr lang="en-US" sz="900" dirty="0"/>
              <a:t>589</a:t>
            </a:r>
          </a:p>
        </p:txBody>
      </p:sp>
      <p:sp>
        <p:nvSpPr>
          <p:cNvPr id="51" name="TextBox 50">
            <a:extLst>
              <a:ext uri="{FF2B5EF4-FFF2-40B4-BE49-F238E27FC236}">
                <a16:creationId xmlns:a16="http://schemas.microsoft.com/office/drawing/2014/main" id="{271A08F2-9591-1F27-F9BC-FE1371BEED68}"/>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226F293A-A95C-62EC-2772-10C3569F4C01}"/>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4C2E0301-17D7-FA1F-128C-89067E5E1B2E}"/>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1922A38C-7633-D43D-982D-39CFB727D74D}"/>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5BA07C6A-1A03-E7D9-3CCB-91B032294692}"/>
              </a:ext>
            </a:extLst>
          </p:cNvPr>
          <p:cNvSpPr txBox="1"/>
          <p:nvPr/>
        </p:nvSpPr>
        <p:spPr>
          <a:xfrm>
            <a:off x="4143022" y="901933"/>
            <a:ext cx="570089" cy="230832"/>
          </a:xfrm>
          <a:prstGeom prst="rect">
            <a:avLst/>
          </a:prstGeom>
          <a:noFill/>
        </p:spPr>
        <p:txBody>
          <a:bodyPr wrap="square" rtlCol="0">
            <a:spAutoFit/>
          </a:bodyPr>
          <a:lstStyle/>
          <a:p>
            <a:pPr algn="ctr"/>
            <a:r>
              <a:rPr lang="en-US" sz="900" dirty="0"/>
              <a:t>79</a:t>
            </a:r>
          </a:p>
        </p:txBody>
      </p:sp>
      <p:sp>
        <p:nvSpPr>
          <p:cNvPr id="59" name="TextBox 58">
            <a:extLst>
              <a:ext uri="{FF2B5EF4-FFF2-40B4-BE49-F238E27FC236}">
                <a16:creationId xmlns:a16="http://schemas.microsoft.com/office/drawing/2014/main" id="{349EDD3B-FDB1-0FC0-CED1-1AF633A62C79}"/>
              </a:ext>
            </a:extLst>
          </p:cNvPr>
          <p:cNvSpPr txBox="1"/>
          <p:nvPr/>
        </p:nvSpPr>
        <p:spPr>
          <a:xfrm>
            <a:off x="3138310" y="901933"/>
            <a:ext cx="570089" cy="230832"/>
          </a:xfrm>
          <a:prstGeom prst="rect">
            <a:avLst/>
          </a:prstGeom>
          <a:noFill/>
        </p:spPr>
        <p:txBody>
          <a:bodyPr wrap="square" rtlCol="0">
            <a:spAutoFit/>
          </a:bodyPr>
          <a:lstStyle/>
          <a:p>
            <a:pPr algn="ctr"/>
            <a:r>
              <a:rPr lang="en-US" sz="900" dirty="0"/>
              <a:t>57</a:t>
            </a:r>
          </a:p>
        </p:txBody>
      </p:sp>
      <p:sp>
        <p:nvSpPr>
          <p:cNvPr id="61" name="TextBox 60">
            <a:extLst>
              <a:ext uri="{FF2B5EF4-FFF2-40B4-BE49-F238E27FC236}">
                <a16:creationId xmlns:a16="http://schemas.microsoft.com/office/drawing/2014/main" id="{D22ED94A-9E79-2470-0466-5B935085C6A4}"/>
              </a:ext>
            </a:extLst>
          </p:cNvPr>
          <p:cNvSpPr txBox="1"/>
          <p:nvPr/>
        </p:nvSpPr>
        <p:spPr>
          <a:xfrm>
            <a:off x="3138310" y="2404765"/>
            <a:ext cx="570089" cy="230832"/>
          </a:xfrm>
          <a:prstGeom prst="rect">
            <a:avLst/>
          </a:prstGeom>
          <a:noFill/>
        </p:spPr>
        <p:txBody>
          <a:bodyPr wrap="square" rtlCol="0">
            <a:spAutoFit/>
          </a:bodyPr>
          <a:lstStyle/>
          <a:p>
            <a:pPr algn="ctr"/>
            <a:r>
              <a:rPr lang="en-US" sz="900" dirty="0"/>
              <a:t>75</a:t>
            </a:r>
          </a:p>
        </p:txBody>
      </p:sp>
      <p:sp>
        <p:nvSpPr>
          <p:cNvPr id="62" name="TextBox 61">
            <a:extLst>
              <a:ext uri="{FF2B5EF4-FFF2-40B4-BE49-F238E27FC236}">
                <a16:creationId xmlns:a16="http://schemas.microsoft.com/office/drawing/2014/main" id="{6BF94CB5-905B-3E6E-8886-874FBF38672A}"/>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3" name="TextBox 62">
            <a:extLst>
              <a:ext uri="{FF2B5EF4-FFF2-40B4-BE49-F238E27FC236}">
                <a16:creationId xmlns:a16="http://schemas.microsoft.com/office/drawing/2014/main" id="{7D2DDB89-C34B-6FA7-CAEB-87E77427BBC3}"/>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2E96DE32-9ADA-2A85-71CA-0629166D8945}"/>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72D63916-2E6C-A7CF-FCBE-3B4F28508E26}"/>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87A3E5F4-8E50-F7FB-AA0B-FA0B606667E8}"/>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80434479-0FF8-673D-51D4-9E8B449495EA}"/>
              </a:ext>
            </a:extLst>
          </p:cNvPr>
          <p:cNvSpPr txBox="1"/>
          <p:nvPr/>
        </p:nvSpPr>
        <p:spPr>
          <a:xfrm>
            <a:off x="7157158" y="3406653"/>
            <a:ext cx="570089" cy="230832"/>
          </a:xfrm>
          <a:prstGeom prst="rect">
            <a:avLst/>
          </a:prstGeom>
          <a:noFill/>
        </p:spPr>
        <p:txBody>
          <a:bodyPr wrap="square" rtlCol="0">
            <a:spAutoFit/>
          </a:bodyPr>
          <a:lstStyle/>
          <a:p>
            <a:pPr algn="ctr"/>
            <a:r>
              <a:rPr lang="en-US" sz="900" dirty="0"/>
              <a:t>93</a:t>
            </a:r>
          </a:p>
        </p:txBody>
      </p:sp>
      <p:sp>
        <p:nvSpPr>
          <p:cNvPr id="71" name="TextBox 70">
            <a:extLst>
              <a:ext uri="{FF2B5EF4-FFF2-40B4-BE49-F238E27FC236}">
                <a16:creationId xmlns:a16="http://schemas.microsoft.com/office/drawing/2014/main" id="{C61C6EDB-6E70-1223-737C-5E00134415DA}"/>
              </a:ext>
            </a:extLst>
          </p:cNvPr>
          <p:cNvSpPr txBox="1"/>
          <p:nvPr/>
        </p:nvSpPr>
        <p:spPr>
          <a:xfrm>
            <a:off x="7157158" y="3907597"/>
            <a:ext cx="570089" cy="230832"/>
          </a:xfrm>
          <a:prstGeom prst="rect">
            <a:avLst/>
          </a:prstGeom>
          <a:noFill/>
        </p:spPr>
        <p:txBody>
          <a:bodyPr wrap="square" rtlCol="0">
            <a:spAutoFit/>
          </a:bodyPr>
          <a:lstStyle/>
          <a:p>
            <a:pPr algn="ctr"/>
            <a:r>
              <a:rPr lang="en-US" sz="900" dirty="0"/>
              <a:t>39</a:t>
            </a:r>
          </a:p>
        </p:txBody>
      </p:sp>
      <p:sp>
        <p:nvSpPr>
          <p:cNvPr id="75" name="TextBox 74">
            <a:extLst>
              <a:ext uri="{FF2B5EF4-FFF2-40B4-BE49-F238E27FC236}">
                <a16:creationId xmlns:a16="http://schemas.microsoft.com/office/drawing/2014/main" id="{E275C954-A55D-8C04-3EE0-1D2ED43AD942}"/>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E3B101CC-32B8-34DF-8B74-CFABA5507B51}"/>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58C14095-BE3C-7EEB-46E7-1B8DAF854BF7}"/>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78" name="TextBox 77">
            <a:extLst>
              <a:ext uri="{FF2B5EF4-FFF2-40B4-BE49-F238E27FC236}">
                <a16:creationId xmlns:a16="http://schemas.microsoft.com/office/drawing/2014/main" id="{7E530369-F8AF-0267-A617-BB90300ADDD9}"/>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3" name="TextBox 2">
            <a:extLst>
              <a:ext uri="{FF2B5EF4-FFF2-40B4-BE49-F238E27FC236}">
                <a16:creationId xmlns:a16="http://schemas.microsoft.com/office/drawing/2014/main" id="{7C79C698-EB4A-A870-32D2-7A6715FF9461}"/>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927886B7-2D5C-D984-230A-1AED4021A445}"/>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6B9A1839-8B27-BE53-070F-188C449FE49A}"/>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74BFF720-1793-C1A8-422B-54BB0909D03F}"/>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E252A545-20C0-0BEA-AE40-E8997B7157A9}"/>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D17E8B2B-19B7-A21A-D6AD-9A4A98159601}"/>
              </a:ext>
            </a:extLst>
          </p:cNvPr>
          <p:cNvSpPr txBox="1"/>
          <p:nvPr/>
        </p:nvSpPr>
        <p:spPr>
          <a:xfrm>
            <a:off x="5215469" y="4747898"/>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73A4BD45-B2A0-2C27-06C9-613E4634EFA2}"/>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26459DD2-1155-68AB-99A0-4BCA3FBC1C37}"/>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D9F02196-114A-ED74-A2B8-D0F47FCFF0AB}"/>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A3FD95F8-0F2C-C73D-4119-C972CAE06F2D}"/>
              </a:ext>
            </a:extLst>
          </p:cNvPr>
          <p:cNvSpPr txBox="1"/>
          <p:nvPr/>
        </p:nvSpPr>
        <p:spPr>
          <a:xfrm>
            <a:off x="5715003" y="1224551"/>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914E8752-65CB-DFEA-76FF-963A504CDBA8}"/>
              </a:ext>
            </a:extLst>
          </p:cNvPr>
          <p:cNvSpPr txBox="1"/>
          <p:nvPr/>
        </p:nvSpPr>
        <p:spPr>
          <a:xfrm>
            <a:off x="5215469" y="721216"/>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24036F60-A147-D06F-C6F7-A90E50D11990}"/>
              </a:ext>
            </a:extLst>
          </p:cNvPr>
          <p:cNvSpPr txBox="1"/>
          <p:nvPr/>
        </p:nvSpPr>
        <p:spPr>
          <a:xfrm>
            <a:off x="6214537" y="1727886"/>
            <a:ext cx="462845" cy="584775"/>
          </a:xfrm>
          <a:prstGeom prst="rect">
            <a:avLst/>
          </a:prstGeom>
          <a:noFill/>
        </p:spPr>
        <p:txBody>
          <a:bodyPr wrap="square" rtlCol="0">
            <a:spAutoFit/>
          </a:bodyPr>
          <a:lstStyle/>
          <a:p>
            <a:pPr algn="ctr"/>
            <a:r>
              <a:rPr lang="en-US" sz="3200" dirty="0"/>
              <a:t>7</a:t>
            </a:r>
          </a:p>
        </p:txBody>
      </p:sp>
      <p:sp>
        <p:nvSpPr>
          <p:cNvPr id="26" name="TextBox 25">
            <a:extLst>
              <a:ext uri="{FF2B5EF4-FFF2-40B4-BE49-F238E27FC236}">
                <a16:creationId xmlns:a16="http://schemas.microsoft.com/office/drawing/2014/main" id="{B184AE8B-1C4E-E596-7D5E-B13CB6F7721A}"/>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FB6E3A96-04C2-A0B0-21DC-E242D5FF02A5}"/>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7114164D-7899-CCAF-BF72-B4949EBF4A23}"/>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B4C63C4B-2894-CE18-2999-0D6C8F955684}"/>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C7C84F2E-EF19-EB8E-56F1-9DBC822D2748}"/>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72493884-71DC-C19B-31AF-6137D1CCCE3A}"/>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1EFE730E-5A83-872C-30CA-6AB0A9DB0DDC}"/>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2A35AD5A-C2E0-6882-8632-3BBE6D474307}"/>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925D4D26-C31B-6DF8-D839-8CA36C46F9F2}"/>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81C78DA1-5DE4-124C-0322-D98F17340F60}"/>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2A4778DB-15DE-A80F-0B26-B56156A80CA7}"/>
              </a:ext>
            </a:extLst>
          </p:cNvPr>
          <p:cNvSpPr txBox="1"/>
          <p:nvPr/>
        </p:nvSpPr>
        <p:spPr>
          <a:xfrm>
            <a:off x="3217333" y="3741226"/>
            <a:ext cx="462845" cy="584775"/>
          </a:xfrm>
          <a:prstGeom prst="rect">
            <a:avLst/>
          </a:prstGeom>
          <a:no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D1EC043A-7ECE-B8AF-FB6A-E6FBDCDD3346}"/>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5FC99F31-D73E-287F-F005-73679AFE1691}"/>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7E5B1325-4223-FA4C-0E7A-FBBBC83C5D46}"/>
              </a:ext>
            </a:extLst>
          </p:cNvPr>
          <p:cNvSpPr txBox="1"/>
          <p:nvPr/>
        </p:nvSpPr>
        <p:spPr>
          <a:xfrm>
            <a:off x="4216401" y="3237891"/>
            <a:ext cx="462845" cy="584775"/>
          </a:xfrm>
          <a:prstGeom prst="rect">
            <a:avLst/>
          </a:prstGeom>
          <a:noFill/>
        </p:spPr>
        <p:txBody>
          <a:bodyPr wrap="square" rtlCol="0">
            <a:spAutoFit/>
          </a:bodyPr>
          <a:lstStyle/>
          <a:p>
            <a:pPr algn="ctr"/>
            <a:r>
              <a:rPr lang="en-US" sz="3200" dirty="0"/>
              <a:t>4</a:t>
            </a:r>
          </a:p>
        </p:txBody>
      </p:sp>
      <p:sp>
        <p:nvSpPr>
          <p:cNvPr id="48" name="TextBox 47">
            <a:extLst>
              <a:ext uri="{FF2B5EF4-FFF2-40B4-BE49-F238E27FC236}">
                <a16:creationId xmlns:a16="http://schemas.microsoft.com/office/drawing/2014/main" id="{8AF23000-D264-07AE-AB51-7AE52173333E}"/>
              </a:ext>
            </a:extLst>
          </p:cNvPr>
          <p:cNvSpPr txBox="1"/>
          <p:nvPr/>
        </p:nvSpPr>
        <p:spPr>
          <a:xfrm>
            <a:off x="4216401" y="223122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5386504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FEEC6-48B1-6326-4914-C96FFAF1BA0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4A2CF9-AF2A-7C95-5C65-28ECA70666C4}"/>
              </a:ext>
            </a:extLst>
          </p:cNvPr>
          <p:cNvSpPr>
            <a:spLocks noGrp="1"/>
          </p:cNvSpPr>
          <p:nvPr>
            <p:ph sz="half" idx="1"/>
          </p:nvPr>
        </p:nvSpPr>
        <p:spPr/>
        <p:txBody>
          <a:bodyPr/>
          <a:lstStyle/>
          <a:p>
            <a:r>
              <a:rPr lang="en-US" dirty="0"/>
              <a:t>Initialize the remainder of the cells.</a:t>
            </a:r>
          </a:p>
        </p:txBody>
      </p:sp>
      <p:pic>
        <p:nvPicPr>
          <p:cNvPr id="4" name="Picture 3" descr="A grid of sudoku puzzle&#10;&#10;Description automatically generated">
            <a:extLst>
              <a:ext uri="{FF2B5EF4-FFF2-40B4-BE49-F238E27FC236}">
                <a16:creationId xmlns:a16="http://schemas.microsoft.com/office/drawing/2014/main" id="{63585838-34FA-8587-70B3-9854523D059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2EC692C-504F-BB9E-072E-690C46D0636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D4B286F-A8A2-4A46-0549-92B0BE91BF4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D0F6C1F-91C8-DB59-D3E3-C529BB3A30EB}"/>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3B53ED9C-8CE5-1942-70EB-A1B72469BD56}"/>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8D311D77-85B2-7346-CCFC-080514F7EA23}"/>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CB922DEA-50D8-A5BE-7AF3-0B7610E066A8}"/>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F70F916D-44CD-3927-43DD-47DC52DE9B9E}"/>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1D38D03B-CC46-16E6-B3DF-6E1E73E5F896}"/>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FB895580-4190-471C-D6DC-0E2FDE0A63DF}"/>
              </a:ext>
            </a:extLst>
          </p:cNvPr>
          <p:cNvSpPr txBox="1"/>
          <p:nvPr/>
        </p:nvSpPr>
        <p:spPr>
          <a:xfrm>
            <a:off x="3640666" y="901933"/>
            <a:ext cx="570089" cy="230832"/>
          </a:xfrm>
          <a:prstGeom prst="rect">
            <a:avLst/>
          </a:prstGeom>
          <a:noFill/>
        </p:spPr>
        <p:txBody>
          <a:bodyPr wrap="square" rtlCol="0">
            <a:spAutoFit/>
          </a:bodyPr>
          <a:lstStyle/>
          <a:p>
            <a:pPr algn="ctr"/>
            <a:r>
              <a:rPr lang="en-US" sz="900" dirty="0"/>
              <a:t>95</a:t>
            </a:r>
          </a:p>
        </p:txBody>
      </p:sp>
      <p:sp>
        <p:nvSpPr>
          <p:cNvPr id="29" name="TextBox 28">
            <a:extLst>
              <a:ext uri="{FF2B5EF4-FFF2-40B4-BE49-F238E27FC236}">
                <a16:creationId xmlns:a16="http://schemas.microsoft.com/office/drawing/2014/main" id="{F89BCE87-FBA5-EA28-0801-B5F2C81116F5}"/>
              </a:ext>
            </a:extLst>
          </p:cNvPr>
          <p:cNvSpPr txBox="1"/>
          <p:nvPr/>
        </p:nvSpPr>
        <p:spPr>
          <a:xfrm>
            <a:off x="3640666" y="2404765"/>
            <a:ext cx="570089" cy="230832"/>
          </a:xfrm>
          <a:prstGeom prst="rect">
            <a:avLst/>
          </a:prstGeom>
          <a:noFill/>
        </p:spPr>
        <p:txBody>
          <a:bodyPr wrap="square" rtlCol="0">
            <a:spAutoFit/>
          </a:bodyPr>
          <a:lstStyle/>
          <a:p>
            <a:pPr algn="ctr"/>
            <a:r>
              <a:rPr lang="en-US" sz="900" dirty="0"/>
              <a:t>59</a:t>
            </a:r>
          </a:p>
        </p:txBody>
      </p:sp>
      <p:sp>
        <p:nvSpPr>
          <p:cNvPr id="31" name="TextBox 30">
            <a:extLst>
              <a:ext uri="{FF2B5EF4-FFF2-40B4-BE49-F238E27FC236}">
                <a16:creationId xmlns:a16="http://schemas.microsoft.com/office/drawing/2014/main" id="{5A34F5CE-AB05-B6BE-4B27-ADC626E931F0}"/>
              </a:ext>
            </a:extLst>
          </p:cNvPr>
          <p:cNvSpPr txBox="1"/>
          <p:nvPr/>
        </p:nvSpPr>
        <p:spPr>
          <a:xfrm>
            <a:off x="5147734" y="1903821"/>
            <a:ext cx="570089" cy="230832"/>
          </a:xfrm>
          <a:prstGeom prst="rect">
            <a:avLst/>
          </a:prstGeom>
          <a:noFill/>
        </p:spPr>
        <p:txBody>
          <a:bodyPr wrap="square" rtlCol="0">
            <a:spAutoFit/>
          </a:bodyPr>
          <a:lstStyle/>
          <a:p>
            <a:pPr algn="ctr"/>
            <a:r>
              <a:rPr lang="en-US" sz="900" dirty="0"/>
              <a:t>92</a:t>
            </a:r>
          </a:p>
        </p:txBody>
      </p:sp>
      <p:sp>
        <p:nvSpPr>
          <p:cNvPr id="33" name="TextBox 32">
            <a:extLst>
              <a:ext uri="{FF2B5EF4-FFF2-40B4-BE49-F238E27FC236}">
                <a16:creationId xmlns:a16="http://schemas.microsoft.com/office/drawing/2014/main" id="{384C336C-9267-25B8-BDCA-CB203B034390}"/>
              </a:ext>
            </a:extLst>
          </p:cNvPr>
          <p:cNvSpPr txBox="1"/>
          <p:nvPr/>
        </p:nvSpPr>
        <p:spPr>
          <a:xfrm>
            <a:off x="5147734" y="3406653"/>
            <a:ext cx="570089" cy="230832"/>
          </a:xfrm>
          <a:prstGeom prst="rect">
            <a:avLst/>
          </a:prstGeom>
          <a:noFill/>
        </p:spPr>
        <p:txBody>
          <a:bodyPr wrap="square" rtlCol="0">
            <a:spAutoFit/>
          </a:bodyPr>
          <a:lstStyle/>
          <a:p>
            <a:pPr algn="ctr"/>
            <a:r>
              <a:rPr lang="en-US" sz="900" dirty="0"/>
              <a:t>29</a:t>
            </a:r>
          </a:p>
        </p:txBody>
      </p:sp>
      <p:sp>
        <p:nvSpPr>
          <p:cNvPr id="39" name="TextBox 38">
            <a:extLst>
              <a:ext uri="{FF2B5EF4-FFF2-40B4-BE49-F238E27FC236}">
                <a16:creationId xmlns:a16="http://schemas.microsoft.com/office/drawing/2014/main" id="{D4181409-7146-3F06-38CE-04DC8EC938E2}"/>
              </a:ext>
            </a:extLst>
          </p:cNvPr>
          <p:cNvSpPr txBox="1"/>
          <p:nvPr/>
        </p:nvSpPr>
        <p:spPr>
          <a:xfrm>
            <a:off x="4143022" y="1402877"/>
            <a:ext cx="570089" cy="230832"/>
          </a:xfrm>
          <a:prstGeom prst="rect">
            <a:avLst/>
          </a:prstGeom>
          <a:noFill/>
        </p:spPr>
        <p:txBody>
          <a:bodyPr wrap="square" rtlCol="0">
            <a:spAutoFit/>
          </a:bodyPr>
          <a:lstStyle/>
          <a:p>
            <a:pPr algn="ctr"/>
            <a:r>
              <a:rPr lang="en-US" sz="900" dirty="0"/>
              <a:t>28</a:t>
            </a:r>
          </a:p>
        </p:txBody>
      </p:sp>
      <p:sp>
        <p:nvSpPr>
          <p:cNvPr id="40" name="TextBox 39">
            <a:extLst>
              <a:ext uri="{FF2B5EF4-FFF2-40B4-BE49-F238E27FC236}">
                <a16:creationId xmlns:a16="http://schemas.microsoft.com/office/drawing/2014/main" id="{D7E67571-F355-3116-5EFE-E255C3691684}"/>
              </a:ext>
            </a:extLst>
          </p:cNvPr>
          <p:cNvSpPr txBox="1"/>
          <p:nvPr/>
        </p:nvSpPr>
        <p:spPr>
          <a:xfrm>
            <a:off x="4645378" y="1402877"/>
            <a:ext cx="570089" cy="230832"/>
          </a:xfrm>
          <a:prstGeom prst="rect">
            <a:avLst/>
          </a:prstGeom>
          <a:noFill/>
        </p:spPr>
        <p:txBody>
          <a:bodyPr wrap="square" rtlCol="0">
            <a:spAutoFit/>
          </a:bodyPr>
          <a:lstStyle/>
          <a:p>
            <a:pPr algn="ctr"/>
            <a:r>
              <a:rPr lang="en-US" sz="900" dirty="0"/>
              <a:t>82</a:t>
            </a:r>
          </a:p>
        </p:txBody>
      </p:sp>
      <p:sp>
        <p:nvSpPr>
          <p:cNvPr id="43" name="TextBox 42">
            <a:extLst>
              <a:ext uri="{FF2B5EF4-FFF2-40B4-BE49-F238E27FC236}">
                <a16:creationId xmlns:a16="http://schemas.microsoft.com/office/drawing/2014/main" id="{195C53EC-0644-DFE4-F009-814FC838FA03}"/>
              </a:ext>
            </a:extLst>
          </p:cNvPr>
          <p:cNvSpPr txBox="1"/>
          <p:nvPr/>
        </p:nvSpPr>
        <p:spPr>
          <a:xfrm>
            <a:off x="4143022" y="2905709"/>
            <a:ext cx="570089" cy="230832"/>
          </a:xfrm>
          <a:prstGeom prst="rect">
            <a:avLst/>
          </a:prstGeom>
          <a:noFill/>
        </p:spPr>
        <p:txBody>
          <a:bodyPr wrap="square" rtlCol="0">
            <a:spAutoFit/>
          </a:bodyPr>
          <a:lstStyle/>
          <a:p>
            <a:pPr algn="ctr"/>
            <a:r>
              <a:rPr lang="en-US" sz="900" dirty="0"/>
              <a:t>97</a:t>
            </a:r>
          </a:p>
        </p:txBody>
      </p:sp>
      <p:sp>
        <p:nvSpPr>
          <p:cNvPr id="44" name="TextBox 43">
            <a:extLst>
              <a:ext uri="{FF2B5EF4-FFF2-40B4-BE49-F238E27FC236}">
                <a16:creationId xmlns:a16="http://schemas.microsoft.com/office/drawing/2014/main" id="{0A8E8ED8-9A13-1312-5297-B4DD7DFC2467}"/>
              </a:ext>
            </a:extLst>
          </p:cNvPr>
          <p:cNvSpPr txBox="1"/>
          <p:nvPr/>
        </p:nvSpPr>
        <p:spPr>
          <a:xfrm>
            <a:off x="4645378" y="2905709"/>
            <a:ext cx="570089" cy="230832"/>
          </a:xfrm>
          <a:prstGeom prst="rect">
            <a:avLst/>
          </a:prstGeom>
          <a:noFill/>
        </p:spPr>
        <p:txBody>
          <a:bodyPr wrap="square" rtlCol="0">
            <a:spAutoFit/>
          </a:bodyPr>
          <a:lstStyle/>
          <a:p>
            <a:pPr algn="ctr"/>
            <a:r>
              <a:rPr lang="en-US" sz="900" dirty="0"/>
              <a:t>578</a:t>
            </a:r>
          </a:p>
        </p:txBody>
      </p:sp>
      <p:sp>
        <p:nvSpPr>
          <p:cNvPr id="45" name="TextBox 44">
            <a:extLst>
              <a:ext uri="{FF2B5EF4-FFF2-40B4-BE49-F238E27FC236}">
                <a16:creationId xmlns:a16="http://schemas.microsoft.com/office/drawing/2014/main" id="{35FB1114-6BFB-E989-3532-0A2B7AD5C652}"/>
              </a:ext>
            </a:extLst>
          </p:cNvPr>
          <p:cNvSpPr txBox="1"/>
          <p:nvPr/>
        </p:nvSpPr>
        <p:spPr>
          <a:xfrm>
            <a:off x="5650090" y="2905709"/>
            <a:ext cx="570089" cy="230832"/>
          </a:xfrm>
          <a:prstGeom prst="rect">
            <a:avLst/>
          </a:prstGeom>
          <a:noFill/>
        </p:spPr>
        <p:txBody>
          <a:bodyPr wrap="square" rtlCol="0">
            <a:spAutoFit/>
          </a:bodyPr>
          <a:lstStyle/>
          <a:p>
            <a:pPr algn="ctr"/>
            <a:r>
              <a:rPr lang="en-US" sz="900" dirty="0"/>
              <a:t>589</a:t>
            </a:r>
          </a:p>
        </p:txBody>
      </p:sp>
      <p:sp>
        <p:nvSpPr>
          <p:cNvPr id="46" name="TextBox 45">
            <a:extLst>
              <a:ext uri="{FF2B5EF4-FFF2-40B4-BE49-F238E27FC236}">
                <a16:creationId xmlns:a16="http://schemas.microsoft.com/office/drawing/2014/main" id="{0544873B-F950-FA78-FB7E-D8FB9F2D4CFD}"/>
              </a:ext>
            </a:extLst>
          </p:cNvPr>
          <p:cNvSpPr txBox="1"/>
          <p:nvPr/>
        </p:nvSpPr>
        <p:spPr>
          <a:xfrm>
            <a:off x="6152446" y="2905709"/>
            <a:ext cx="570089" cy="230832"/>
          </a:xfrm>
          <a:prstGeom prst="rect">
            <a:avLst/>
          </a:prstGeom>
          <a:noFill/>
        </p:spPr>
        <p:txBody>
          <a:bodyPr wrap="square" rtlCol="0">
            <a:spAutoFit/>
          </a:bodyPr>
          <a:lstStyle/>
          <a:p>
            <a:pPr algn="ctr"/>
            <a:r>
              <a:rPr lang="en-US" sz="900" dirty="0"/>
              <a:t>589</a:t>
            </a:r>
          </a:p>
        </p:txBody>
      </p:sp>
      <p:sp>
        <p:nvSpPr>
          <p:cNvPr id="51" name="TextBox 50">
            <a:extLst>
              <a:ext uri="{FF2B5EF4-FFF2-40B4-BE49-F238E27FC236}">
                <a16:creationId xmlns:a16="http://schemas.microsoft.com/office/drawing/2014/main" id="{B9D6C423-EB20-62AD-120A-10E1045520A9}"/>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031B51E0-C381-5718-5FC2-A576FC5F94D5}"/>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98F716B2-3470-8ADE-20A3-72741AC87517}"/>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E55D35AA-B66D-EC21-0136-B98690A43D84}"/>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C7F24879-DDC6-AD7B-587E-F9F1BDABD2A8}"/>
              </a:ext>
            </a:extLst>
          </p:cNvPr>
          <p:cNvSpPr txBox="1"/>
          <p:nvPr/>
        </p:nvSpPr>
        <p:spPr>
          <a:xfrm>
            <a:off x="4143022" y="901933"/>
            <a:ext cx="570089" cy="230832"/>
          </a:xfrm>
          <a:prstGeom prst="rect">
            <a:avLst/>
          </a:prstGeom>
          <a:noFill/>
        </p:spPr>
        <p:txBody>
          <a:bodyPr wrap="square" rtlCol="0">
            <a:spAutoFit/>
          </a:bodyPr>
          <a:lstStyle/>
          <a:p>
            <a:pPr algn="ctr"/>
            <a:r>
              <a:rPr lang="en-US" sz="900" dirty="0"/>
              <a:t>79</a:t>
            </a:r>
          </a:p>
        </p:txBody>
      </p:sp>
      <p:sp>
        <p:nvSpPr>
          <p:cNvPr id="59" name="TextBox 58">
            <a:extLst>
              <a:ext uri="{FF2B5EF4-FFF2-40B4-BE49-F238E27FC236}">
                <a16:creationId xmlns:a16="http://schemas.microsoft.com/office/drawing/2014/main" id="{A995EFC1-AE89-BD3A-D4D2-102E938E865C}"/>
              </a:ext>
            </a:extLst>
          </p:cNvPr>
          <p:cNvSpPr txBox="1"/>
          <p:nvPr/>
        </p:nvSpPr>
        <p:spPr>
          <a:xfrm>
            <a:off x="3138310" y="901933"/>
            <a:ext cx="570089" cy="230832"/>
          </a:xfrm>
          <a:prstGeom prst="rect">
            <a:avLst/>
          </a:prstGeom>
          <a:noFill/>
        </p:spPr>
        <p:txBody>
          <a:bodyPr wrap="square" rtlCol="0">
            <a:spAutoFit/>
          </a:bodyPr>
          <a:lstStyle/>
          <a:p>
            <a:pPr algn="ctr"/>
            <a:r>
              <a:rPr lang="en-US" sz="900" dirty="0"/>
              <a:t>57</a:t>
            </a:r>
          </a:p>
        </p:txBody>
      </p:sp>
      <p:sp>
        <p:nvSpPr>
          <p:cNvPr id="61" name="TextBox 60">
            <a:extLst>
              <a:ext uri="{FF2B5EF4-FFF2-40B4-BE49-F238E27FC236}">
                <a16:creationId xmlns:a16="http://schemas.microsoft.com/office/drawing/2014/main" id="{0A36DB5C-F3F3-5E3C-753A-DB446BC1AEBA}"/>
              </a:ext>
            </a:extLst>
          </p:cNvPr>
          <p:cNvSpPr txBox="1"/>
          <p:nvPr/>
        </p:nvSpPr>
        <p:spPr>
          <a:xfrm>
            <a:off x="3138310" y="2404765"/>
            <a:ext cx="570089" cy="230832"/>
          </a:xfrm>
          <a:prstGeom prst="rect">
            <a:avLst/>
          </a:prstGeom>
          <a:noFill/>
        </p:spPr>
        <p:txBody>
          <a:bodyPr wrap="square" rtlCol="0">
            <a:spAutoFit/>
          </a:bodyPr>
          <a:lstStyle/>
          <a:p>
            <a:pPr algn="ctr"/>
            <a:r>
              <a:rPr lang="en-US" sz="900" dirty="0"/>
              <a:t>75</a:t>
            </a:r>
          </a:p>
        </p:txBody>
      </p:sp>
      <p:sp>
        <p:nvSpPr>
          <p:cNvPr id="62" name="TextBox 61">
            <a:extLst>
              <a:ext uri="{FF2B5EF4-FFF2-40B4-BE49-F238E27FC236}">
                <a16:creationId xmlns:a16="http://schemas.microsoft.com/office/drawing/2014/main" id="{C24F2772-9155-0CB6-A86D-4D84232B58F1}"/>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3" name="TextBox 62">
            <a:extLst>
              <a:ext uri="{FF2B5EF4-FFF2-40B4-BE49-F238E27FC236}">
                <a16:creationId xmlns:a16="http://schemas.microsoft.com/office/drawing/2014/main" id="{4080254E-1214-F6E7-D07F-CC54FEDC120A}"/>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D022EFDB-3AB6-9464-B261-E1D842430BCD}"/>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D43FE9CB-413C-726E-1C57-0C93F738E914}"/>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8BF0A490-ABA1-0F6F-353F-B0CD6D92CCB4}"/>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CEB15CEB-A5D9-2AD0-0A9B-F65848CB8853}"/>
              </a:ext>
            </a:extLst>
          </p:cNvPr>
          <p:cNvSpPr txBox="1"/>
          <p:nvPr/>
        </p:nvSpPr>
        <p:spPr>
          <a:xfrm>
            <a:off x="7157158" y="3406653"/>
            <a:ext cx="570089" cy="230832"/>
          </a:xfrm>
          <a:prstGeom prst="rect">
            <a:avLst/>
          </a:prstGeom>
          <a:noFill/>
        </p:spPr>
        <p:txBody>
          <a:bodyPr wrap="square" rtlCol="0">
            <a:spAutoFit/>
          </a:bodyPr>
          <a:lstStyle/>
          <a:p>
            <a:pPr algn="ctr"/>
            <a:r>
              <a:rPr lang="en-US" sz="900" dirty="0"/>
              <a:t>93</a:t>
            </a:r>
          </a:p>
        </p:txBody>
      </p:sp>
      <p:sp>
        <p:nvSpPr>
          <p:cNvPr id="71" name="TextBox 70">
            <a:extLst>
              <a:ext uri="{FF2B5EF4-FFF2-40B4-BE49-F238E27FC236}">
                <a16:creationId xmlns:a16="http://schemas.microsoft.com/office/drawing/2014/main" id="{B63C0635-4D93-6121-3982-2EEFB0FE03C3}"/>
              </a:ext>
            </a:extLst>
          </p:cNvPr>
          <p:cNvSpPr txBox="1"/>
          <p:nvPr/>
        </p:nvSpPr>
        <p:spPr>
          <a:xfrm>
            <a:off x="7157158" y="3907597"/>
            <a:ext cx="570089" cy="230832"/>
          </a:xfrm>
          <a:prstGeom prst="rect">
            <a:avLst/>
          </a:prstGeom>
          <a:noFill/>
        </p:spPr>
        <p:txBody>
          <a:bodyPr wrap="square" rtlCol="0">
            <a:spAutoFit/>
          </a:bodyPr>
          <a:lstStyle/>
          <a:p>
            <a:pPr algn="ctr"/>
            <a:r>
              <a:rPr lang="en-US" sz="900" dirty="0"/>
              <a:t>39</a:t>
            </a:r>
          </a:p>
        </p:txBody>
      </p:sp>
      <p:sp>
        <p:nvSpPr>
          <p:cNvPr id="75" name="TextBox 74">
            <a:extLst>
              <a:ext uri="{FF2B5EF4-FFF2-40B4-BE49-F238E27FC236}">
                <a16:creationId xmlns:a16="http://schemas.microsoft.com/office/drawing/2014/main" id="{E3A4CE7B-0D32-2DD1-8BCD-624EF5DD429F}"/>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5A9ECAB1-E206-09BC-FD9A-54773A605D65}"/>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10742D15-74B3-D887-0A15-462D66FF13A5}"/>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78" name="TextBox 77">
            <a:extLst>
              <a:ext uri="{FF2B5EF4-FFF2-40B4-BE49-F238E27FC236}">
                <a16:creationId xmlns:a16="http://schemas.microsoft.com/office/drawing/2014/main" id="{B32081CF-CA58-24E5-81A7-865E43CAE25F}"/>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3" name="TextBox 2">
            <a:extLst>
              <a:ext uri="{FF2B5EF4-FFF2-40B4-BE49-F238E27FC236}">
                <a16:creationId xmlns:a16="http://schemas.microsoft.com/office/drawing/2014/main" id="{2C7D6D15-B0C1-95A3-1226-80BA92B1D903}"/>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D90FAB70-A725-0AC2-A18D-882865002BA1}"/>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098C6328-DFF2-6578-7912-DBF5E235800D}"/>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E727AA9B-6624-76A8-3B4A-E75BAF5AB90C}"/>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68709EA6-CA6C-3B7C-E57F-A0EFA65C87E6}"/>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C33169A1-D292-85F3-595D-B998C0DA6350}"/>
              </a:ext>
            </a:extLst>
          </p:cNvPr>
          <p:cNvSpPr txBox="1"/>
          <p:nvPr/>
        </p:nvSpPr>
        <p:spPr>
          <a:xfrm>
            <a:off x="5215469" y="4747898"/>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96E5BC27-02A8-22AD-F8FE-AB80183C460F}"/>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64B52587-F39E-D483-87F1-F14DE22210A6}"/>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1F4E65C9-27CC-BEE8-3AE9-B754239AD4AC}"/>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32C224CE-130D-06D8-3853-350C1D82FC62}"/>
              </a:ext>
            </a:extLst>
          </p:cNvPr>
          <p:cNvSpPr txBox="1"/>
          <p:nvPr/>
        </p:nvSpPr>
        <p:spPr>
          <a:xfrm>
            <a:off x="5715003" y="1224551"/>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67C4D767-C65E-547D-ABC3-C7FB1791654F}"/>
              </a:ext>
            </a:extLst>
          </p:cNvPr>
          <p:cNvSpPr txBox="1"/>
          <p:nvPr/>
        </p:nvSpPr>
        <p:spPr>
          <a:xfrm>
            <a:off x="5215469" y="721216"/>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1A606A0B-C360-94CA-5FF7-42655BF22580}"/>
              </a:ext>
            </a:extLst>
          </p:cNvPr>
          <p:cNvSpPr txBox="1"/>
          <p:nvPr/>
        </p:nvSpPr>
        <p:spPr>
          <a:xfrm>
            <a:off x="6214537" y="1727886"/>
            <a:ext cx="462845" cy="584775"/>
          </a:xfrm>
          <a:prstGeom prst="rect">
            <a:avLst/>
          </a:prstGeom>
          <a:noFill/>
        </p:spPr>
        <p:txBody>
          <a:bodyPr wrap="square" rtlCol="0">
            <a:spAutoFit/>
          </a:bodyPr>
          <a:lstStyle/>
          <a:p>
            <a:pPr algn="ctr"/>
            <a:r>
              <a:rPr lang="en-US" sz="3200" dirty="0"/>
              <a:t>7</a:t>
            </a:r>
          </a:p>
        </p:txBody>
      </p:sp>
      <p:sp>
        <p:nvSpPr>
          <p:cNvPr id="26" name="TextBox 25">
            <a:extLst>
              <a:ext uri="{FF2B5EF4-FFF2-40B4-BE49-F238E27FC236}">
                <a16:creationId xmlns:a16="http://schemas.microsoft.com/office/drawing/2014/main" id="{34660E39-7BE9-C4FA-5307-83807BE615FA}"/>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0F22A8C5-026A-B051-B7E9-9BBABD01C75E}"/>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297F3D78-4704-CA24-00D4-B993E983A259}"/>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EB2B8DF5-1445-C54D-44C8-37ADA4F1CD48}"/>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5F04CFD5-0642-3179-A40D-08D7FA32D56C}"/>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0083DF58-FD7F-DDDF-6EDA-227C81F7B75B}"/>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E351C7FE-BC4C-97AB-346F-312EBCB85293}"/>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DC16AA6D-F716-F058-90E9-4C2D01402187}"/>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0B2B936E-B5EB-4843-721A-5A92EA834315}"/>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2D3351E4-6FBB-1733-FFBE-AE256B137767}"/>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268C091D-0F6C-145D-5176-11F88765BCDF}"/>
              </a:ext>
            </a:extLst>
          </p:cNvPr>
          <p:cNvSpPr txBox="1"/>
          <p:nvPr/>
        </p:nvSpPr>
        <p:spPr>
          <a:xfrm>
            <a:off x="3217333" y="3741226"/>
            <a:ext cx="462845" cy="584775"/>
          </a:xfrm>
          <a:prstGeom prst="rect">
            <a:avLst/>
          </a:prstGeom>
          <a:no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F6040EE9-E640-4BC6-F1B6-ECDF7B625A96}"/>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C9A767C1-4937-1E46-CAE8-D68DBB33A60C}"/>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BE1A14AA-DA4C-B39B-2ADE-8FA1E1522030}"/>
              </a:ext>
            </a:extLst>
          </p:cNvPr>
          <p:cNvSpPr txBox="1"/>
          <p:nvPr/>
        </p:nvSpPr>
        <p:spPr>
          <a:xfrm>
            <a:off x="4143022" y="1903821"/>
            <a:ext cx="570089" cy="230832"/>
          </a:xfrm>
          <a:prstGeom prst="rect">
            <a:avLst/>
          </a:prstGeom>
          <a:noFill/>
        </p:spPr>
        <p:txBody>
          <a:bodyPr wrap="square" rtlCol="0">
            <a:spAutoFit/>
          </a:bodyPr>
          <a:lstStyle/>
          <a:p>
            <a:pPr algn="ctr"/>
            <a:r>
              <a:rPr lang="en-US" sz="900" dirty="0"/>
              <a:t>82</a:t>
            </a:r>
          </a:p>
        </p:txBody>
      </p:sp>
      <p:sp>
        <p:nvSpPr>
          <p:cNvPr id="48" name="TextBox 47">
            <a:extLst>
              <a:ext uri="{FF2B5EF4-FFF2-40B4-BE49-F238E27FC236}">
                <a16:creationId xmlns:a16="http://schemas.microsoft.com/office/drawing/2014/main" id="{1A25E5E8-ECCF-4633-EDFC-0038D7293047}"/>
              </a:ext>
            </a:extLst>
          </p:cNvPr>
          <p:cNvSpPr txBox="1"/>
          <p:nvPr/>
        </p:nvSpPr>
        <p:spPr>
          <a:xfrm>
            <a:off x="4645378" y="3907597"/>
            <a:ext cx="570089" cy="230832"/>
          </a:xfrm>
          <a:prstGeom prst="rect">
            <a:avLst/>
          </a:prstGeom>
          <a:noFill/>
        </p:spPr>
        <p:txBody>
          <a:bodyPr wrap="square" rtlCol="0">
            <a:spAutoFit/>
          </a:bodyPr>
          <a:lstStyle/>
          <a:p>
            <a:pPr algn="ctr"/>
            <a:r>
              <a:rPr lang="en-US" sz="900" dirty="0"/>
              <a:t>56</a:t>
            </a:r>
          </a:p>
        </p:txBody>
      </p:sp>
      <p:sp>
        <p:nvSpPr>
          <p:cNvPr id="49" name="TextBox 48">
            <a:extLst>
              <a:ext uri="{FF2B5EF4-FFF2-40B4-BE49-F238E27FC236}">
                <a16:creationId xmlns:a16="http://schemas.microsoft.com/office/drawing/2014/main" id="{5522B468-2812-1CC6-6BF0-67C74B8E804D}"/>
              </a:ext>
            </a:extLst>
          </p:cNvPr>
          <p:cNvSpPr txBox="1"/>
          <p:nvPr/>
        </p:nvSpPr>
        <p:spPr>
          <a:xfrm>
            <a:off x="5650090" y="3907597"/>
            <a:ext cx="570089" cy="230832"/>
          </a:xfrm>
          <a:prstGeom prst="rect">
            <a:avLst/>
          </a:prstGeom>
          <a:noFill/>
        </p:spPr>
        <p:txBody>
          <a:bodyPr wrap="square" rtlCol="0">
            <a:spAutoFit/>
          </a:bodyPr>
          <a:lstStyle/>
          <a:p>
            <a:pPr algn="ctr"/>
            <a:r>
              <a:rPr lang="en-US" sz="900" dirty="0"/>
              <a:t>65</a:t>
            </a:r>
          </a:p>
        </p:txBody>
      </p:sp>
      <p:sp>
        <p:nvSpPr>
          <p:cNvPr id="50" name="TextBox 49">
            <a:extLst>
              <a:ext uri="{FF2B5EF4-FFF2-40B4-BE49-F238E27FC236}">
                <a16:creationId xmlns:a16="http://schemas.microsoft.com/office/drawing/2014/main" id="{D81F81CF-5465-5900-B3B8-44535677BF04}"/>
              </a:ext>
            </a:extLst>
          </p:cNvPr>
          <p:cNvSpPr txBox="1"/>
          <p:nvPr/>
        </p:nvSpPr>
        <p:spPr>
          <a:xfrm>
            <a:off x="6152446" y="3907597"/>
            <a:ext cx="570089" cy="230832"/>
          </a:xfrm>
          <a:prstGeom prst="rect">
            <a:avLst/>
          </a:prstGeom>
          <a:noFill/>
        </p:spPr>
        <p:txBody>
          <a:bodyPr wrap="square" rtlCol="0">
            <a:spAutoFit/>
          </a:bodyPr>
          <a:lstStyle/>
          <a:p>
            <a:pPr algn="ctr"/>
            <a:r>
              <a:rPr lang="en-US" sz="900" dirty="0"/>
              <a:t>93</a:t>
            </a:r>
          </a:p>
        </p:txBody>
      </p:sp>
      <p:sp>
        <p:nvSpPr>
          <p:cNvPr id="52" name="TextBox 51">
            <a:extLst>
              <a:ext uri="{FF2B5EF4-FFF2-40B4-BE49-F238E27FC236}">
                <a16:creationId xmlns:a16="http://schemas.microsoft.com/office/drawing/2014/main" id="{E535DE07-5EBF-4CB0-F500-BBF5BDB85D48}"/>
              </a:ext>
            </a:extLst>
          </p:cNvPr>
          <p:cNvSpPr txBox="1"/>
          <p:nvPr/>
        </p:nvSpPr>
        <p:spPr>
          <a:xfrm>
            <a:off x="4216401" y="323789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19976521-798C-94FE-7033-B95611D91E7C}"/>
              </a:ext>
            </a:extLst>
          </p:cNvPr>
          <p:cNvSpPr txBox="1"/>
          <p:nvPr/>
        </p:nvSpPr>
        <p:spPr>
          <a:xfrm>
            <a:off x="4216401" y="2231221"/>
            <a:ext cx="462845" cy="584775"/>
          </a:xfrm>
          <a:prstGeom prst="rect">
            <a:avLst/>
          </a:prstGeom>
          <a:noFill/>
        </p:spPr>
        <p:txBody>
          <a:bodyPr wrap="square" rtlCol="0">
            <a:spAutoFit/>
          </a:bodyPr>
          <a:lstStyle/>
          <a:p>
            <a:pPr algn="ctr"/>
            <a:r>
              <a:rPr lang="en-US" sz="3200" dirty="0"/>
              <a:t>6</a:t>
            </a:r>
          </a:p>
        </p:txBody>
      </p:sp>
      <p:sp>
        <p:nvSpPr>
          <p:cNvPr id="58" name="TextBox 57">
            <a:extLst>
              <a:ext uri="{FF2B5EF4-FFF2-40B4-BE49-F238E27FC236}">
                <a16:creationId xmlns:a16="http://schemas.microsoft.com/office/drawing/2014/main" id="{9F94716F-A6C8-E2C6-E451-74005FD7C445}"/>
              </a:ext>
            </a:extLst>
          </p:cNvPr>
          <p:cNvSpPr txBox="1"/>
          <p:nvPr/>
        </p:nvSpPr>
        <p:spPr>
          <a:xfrm>
            <a:off x="4645378" y="1903821"/>
            <a:ext cx="570089" cy="230832"/>
          </a:xfrm>
          <a:prstGeom prst="rect">
            <a:avLst/>
          </a:prstGeom>
          <a:noFill/>
        </p:spPr>
        <p:txBody>
          <a:bodyPr wrap="square" rtlCol="0">
            <a:spAutoFit/>
          </a:bodyPr>
          <a:lstStyle/>
          <a:p>
            <a:pPr algn="ctr"/>
            <a:r>
              <a:rPr lang="en-US" sz="900" dirty="0"/>
              <a:t>238</a:t>
            </a:r>
          </a:p>
        </p:txBody>
      </p:sp>
      <p:sp>
        <p:nvSpPr>
          <p:cNvPr id="60" name="TextBox 59">
            <a:extLst>
              <a:ext uri="{FF2B5EF4-FFF2-40B4-BE49-F238E27FC236}">
                <a16:creationId xmlns:a16="http://schemas.microsoft.com/office/drawing/2014/main" id="{CDC740BD-4121-3234-0975-3ED812A2A40D}"/>
              </a:ext>
            </a:extLst>
          </p:cNvPr>
          <p:cNvSpPr txBox="1"/>
          <p:nvPr/>
        </p:nvSpPr>
        <p:spPr>
          <a:xfrm>
            <a:off x="5650090" y="1903821"/>
            <a:ext cx="570089" cy="230832"/>
          </a:xfrm>
          <a:prstGeom prst="rect">
            <a:avLst/>
          </a:prstGeom>
          <a:noFill/>
        </p:spPr>
        <p:txBody>
          <a:bodyPr wrap="square" rtlCol="0">
            <a:spAutoFit/>
          </a:bodyPr>
          <a:lstStyle/>
          <a:p>
            <a:pPr algn="ctr"/>
            <a:r>
              <a:rPr lang="en-US" sz="900" dirty="0"/>
              <a:t>389</a:t>
            </a:r>
          </a:p>
        </p:txBody>
      </p:sp>
      <p:sp>
        <p:nvSpPr>
          <p:cNvPr id="66" name="TextBox 65">
            <a:extLst>
              <a:ext uri="{FF2B5EF4-FFF2-40B4-BE49-F238E27FC236}">
                <a16:creationId xmlns:a16="http://schemas.microsoft.com/office/drawing/2014/main" id="{CB2F23FA-84DE-ECF2-978A-EAF1771ED818}"/>
              </a:ext>
            </a:extLst>
          </p:cNvPr>
          <p:cNvSpPr txBox="1"/>
          <p:nvPr/>
        </p:nvSpPr>
        <p:spPr>
          <a:xfrm>
            <a:off x="6152446" y="3406653"/>
            <a:ext cx="570089" cy="230832"/>
          </a:xfrm>
          <a:prstGeom prst="rect">
            <a:avLst/>
          </a:prstGeom>
          <a:noFill/>
        </p:spPr>
        <p:txBody>
          <a:bodyPr wrap="square" rtlCol="0">
            <a:spAutoFit/>
          </a:bodyPr>
          <a:lstStyle/>
          <a:p>
            <a:pPr algn="ctr"/>
            <a:r>
              <a:rPr lang="en-US" sz="900" dirty="0"/>
              <a:t>359</a:t>
            </a:r>
          </a:p>
        </p:txBody>
      </p:sp>
      <p:sp>
        <p:nvSpPr>
          <p:cNvPr id="67" name="TextBox 66">
            <a:extLst>
              <a:ext uri="{FF2B5EF4-FFF2-40B4-BE49-F238E27FC236}">
                <a16:creationId xmlns:a16="http://schemas.microsoft.com/office/drawing/2014/main" id="{55927B39-4D29-F5AE-154C-BBD22AE2E8EB}"/>
              </a:ext>
            </a:extLst>
          </p:cNvPr>
          <p:cNvSpPr txBox="1"/>
          <p:nvPr/>
        </p:nvSpPr>
        <p:spPr>
          <a:xfrm>
            <a:off x="6152446" y="2404765"/>
            <a:ext cx="570089" cy="230832"/>
          </a:xfrm>
          <a:prstGeom prst="rect">
            <a:avLst/>
          </a:prstGeom>
          <a:noFill/>
        </p:spPr>
        <p:txBody>
          <a:bodyPr wrap="square" rtlCol="0">
            <a:spAutoFit/>
          </a:bodyPr>
          <a:lstStyle/>
          <a:p>
            <a:pPr algn="ctr"/>
            <a:r>
              <a:rPr lang="en-US" sz="900" dirty="0"/>
              <a:t>389</a:t>
            </a:r>
          </a:p>
        </p:txBody>
      </p:sp>
      <p:sp>
        <p:nvSpPr>
          <p:cNvPr id="68" name="TextBox 67">
            <a:extLst>
              <a:ext uri="{FF2B5EF4-FFF2-40B4-BE49-F238E27FC236}">
                <a16:creationId xmlns:a16="http://schemas.microsoft.com/office/drawing/2014/main" id="{09203DA8-F1D9-6BB2-9D9E-B34CDB2EABF3}"/>
              </a:ext>
            </a:extLst>
          </p:cNvPr>
          <p:cNvSpPr txBox="1"/>
          <p:nvPr/>
        </p:nvSpPr>
        <p:spPr>
          <a:xfrm>
            <a:off x="4645378" y="2404765"/>
            <a:ext cx="570089" cy="230832"/>
          </a:xfrm>
          <a:prstGeom prst="rect">
            <a:avLst/>
          </a:prstGeom>
          <a:noFill/>
        </p:spPr>
        <p:txBody>
          <a:bodyPr wrap="square" rtlCol="0">
            <a:spAutoFit/>
          </a:bodyPr>
          <a:lstStyle/>
          <a:p>
            <a:pPr algn="ctr"/>
            <a:r>
              <a:rPr lang="en-US" sz="900" dirty="0"/>
              <a:t>378</a:t>
            </a:r>
          </a:p>
        </p:txBody>
      </p:sp>
      <p:sp>
        <p:nvSpPr>
          <p:cNvPr id="72" name="TextBox 71">
            <a:extLst>
              <a:ext uri="{FF2B5EF4-FFF2-40B4-BE49-F238E27FC236}">
                <a16:creationId xmlns:a16="http://schemas.microsoft.com/office/drawing/2014/main" id="{2B62F79B-C570-2651-7609-996D1AF5F491}"/>
              </a:ext>
            </a:extLst>
          </p:cNvPr>
          <p:cNvSpPr txBox="1"/>
          <p:nvPr/>
        </p:nvSpPr>
        <p:spPr>
          <a:xfrm>
            <a:off x="5650090" y="2404765"/>
            <a:ext cx="570089" cy="230832"/>
          </a:xfrm>
          <a:prstGeom prst="rect">
            <a:avLst/>
          </a:prstGeom>
          <a:noFill/>
        </p:spPr>
        <p:txBody>
          <a:bodyPr wrap="square" rtlCol="0">
            <a:spAutoFit/>
          </a:bodyPr>
          <a:lstStyle/>
          <a:p>
            <a:pPr algn="ctr"/>
            <a:r>
              <a:rPr lang="en-US" sz="900" dirty="0"/>
              <a:t>389</a:t>
            </a:r>
          </a:p>
        </p:txBody>
      </p:sp>
      <p:sp>
        <p:nvSpPr>
          <p:cNvPr id="73" name="TextBox 72">
            <a:extLst>
              <a:ext uri="{FF2B5EF4-FFF2-40B4-BE49-F238E27FC236}">
                <a16:creationId xmlns:a16="http://schemas.microsoft.com/office/drawing/2014/main" id="{59FE518E-74A7-E4DE-7723-61DC22679A1F}"/>
              </a:ext>
            </a:extLst>
          </p:cNvPr>
          <p:cNvSpPr txBox="1"/>
          <p:nvPr/>
        </p:nvSpPr>
        <p:spPr>
          <a:xfrm>
            <a:off x="4645378" y="3406653"/>
            <a:ext cx="570089" cy="230832"/>
          </a:xfrm>
          <a:prstGeom prst="rect">
            <a:avLst/>
          </a:prstGeom>
          <a:noFill/>
        </p:spPr>
        <p:txBody>
          <a:bodyPr wrap="square" rtlCol="0">
            <a:spAutoFit/>
          </a:bodyPr>
          <a:lstStyle/>
          <a:p>
            <a:pPr algn="ctr"/>
            <a:r>
              <a:rPr lang="en-US" sz="900" dirty="0"/>
              <a:t>2356</a:t>
            </a:r>
          </a:p>
        </p:txBody>
      </p:sp>
      <p:sp>
        <p:nvSpPr>
          <p:cNvPr id="74" name="TextBox 73">
            <a:extLst>
              <a:ext uri="{FF2B5EF4-FFF2-40B4-BE49-F238E27FC236}">
                <a16:creationId xmlns:a16="http://schemas.microsoft.com/office/drawing/2014/main" id="{7BEBBAEE-E855-022C-56F4-31980D3FE5E2}"/>
              </a:ext>
            </a:extLst>
          </p:cNvPr>
          <p:cNvSpPr txBox="1"/>
          <p:nvPr/>
        </p:nvSpPr>
        <p:spPr>
          <a:xfrm>
            <a:off x="5650090" y="3406653"/>
            <a:ext cx="570089" cy="230832"/>
          </a:xfrm>
          <a:prstGeom prst="rect">
            <a:avLst/>
          </a:prstGeom>
          <a:noFill/>
        </p:spPr>
        <p:txBody>
          <a:bodyPr wrap="square" rtlCol="0">
            <a:spAutoFit/>
          </a:bodyPr>
          <a:lstStyle/>
          <a:p>
            <a:pPr algn="ctr"/>
            <a:r>
              <a:rPr lang="en-US" sz="900" dirty="0"/>
              <a:t>3569</a:t>
            </a:r>
          </a:p>
        </p:txBody>
      </p:sp>
    </p:spTree>
    <p:extLst>
      <p:ext uri="{BB962C8B-B14F-4D97-AF65-F5344CB8AC3E}">
        <p14:creationId xmlns:p14="http://schemas.microsoft.com/office/powerpoint/2010/main" val="22956540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A8EBB-BCBE-68D9-D9E3-9A4209B51E2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A27426-1B3E-959E-9534-515427C50AC7}"/>
              </a:ext>
            </a:extLst>
          </p:cNvPr>
          <p:cNvSpPr>
            <a:spLocks noGrp="1"/>
          </p:cNvSpPr>
          <p:nvPr>
            <p:ph sz="half" idx="1"/>
          </p:nvPr>
        </p:nvSpPr>
        <p:spPr/>
        <p:txBody>
          <a:bodyPr/>
          <a:lstStyle/>
          <a:p>
            <a:r>
              <a:rPr lang="en-US" dirty="0"/>
              <a:t>On the 28 diagonal, [28 in 6] -&gt; [11 in 2], with 75 and 56.  The only way to fill this is with 5 6.</a:t>
            </a:r>
          </a:p>
        </p:txBody>
      </p:sp>
      <p:pic>
        <p:nvPicPr>
          <p:cNvPr id="4" name="Picture 3" descr="A grid of sudoku puzzle&#10;&#10;Description automatically generated">
            <a:extLst>
              <a:ext uri="{FF2B5EF4-FFF2-40B4-BE49-F238E27FC236}">
                <a16:creationId xmlns:a16="http://schemas.microsoft.com/office/drawing/2014/main" id="{DF33C68E-3BD6-39AD-C59D-2763CAB203D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91EEF28-3C28-5D57-07E4-0479EC2A64D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CF71BAC-7F92-C1E9-365B-18D3DEEAC15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767797F-1D55-3F91-C184-2BA1CD91A63A}"/>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68F694AA-38F6-E5FC-FB94-CC9DB37CFAF9}"/>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39A9682C-2A9C-D912-97C5-BEB2D7DE6B49}"/>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62FED721-7858-9DFF-C3D3-F3EFEAC77C5E}"/>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15D3D24D-9579-7C44-D0B6-4CFFC40D7FEE}"/>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CBEAB7E8-9285-372E-3835-58106BAFE324}"/>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67AC79CF-DE36-E6FF-F7D8-69A05CA1DF82}"/>
              </a:ext>
            </a:extLst>
          </p:cNvPr>
          <p:cNvSpPr txBox="1"/>
          <p:nvPr/>
        </p:nvSpPr>
        <p:spPr>
          <a:xfrm>
            <a:off x="3640666" y="901933"/>
            <a:ext cx="570089" cy="230832"/>
          </a:xfrm>
          <a:prstGeom prst="rect">
            <a:avLst/>
          </a:prstGeom>
          <a:noFill/>
        </p:spPr>
        <p:txBody>
          <a:bodyPr wrap="square" rtlCol="0">
            <a:spAutoFit/>
          </a:bodyPr>
          <a:lstStyle/>
          <a:p>
            <a:pPr algn="ctr"/>
            <a:r>
              <a:rPr lang="en-US" sz="900" dirty="0"/>
              <a:t>95</a:t>
            </a:r>
          </a:p>
        </p:txBody>
      </p:sp>
      <p:sp>
        <p:nvSpPr>
          <p:cNvPr id="29" name="TextBox 28">
            <a:extLst>
              <a:ext uri="{FF2B5EF4-FFF2-40B4-BE49-F238E27FC236}">
                <a16:creationId xmlns:a16="http://schemas.microsoft.com/office/drawing/2014/main" id="{1A113BE6-EC12-DE34-1B24-C32CE4955309}"/>
              </a:ext>
            </a:extLst>
          </p:cNvPr>
          <p:cNvSpPr txBox="1"/>
          <p:nvPr/>
        </p:nvSpPr>
        <p:spPr>
          <a:xfrm>
            <a:off x="3640666" y="2404765"/>
            <a:ext cx="570089" cy="230832"/>
          </a:xfrm>
          <a:prstGeom prst="rect">
            <a:avLst/>
          </a:prstGeom>
          <a:noFill/>
        </p:spPr>
        <p:txBody>
          <a:bodyPr wrap="square" rtlCol="0">
            <a:spAutoFit/>
          </a:bodyPr>
          <a:lstStyle/>
          <a:p>
            <a:pPr algn="ctr"/>
            <a:r>
              <a:rPr lang="en-US" sz="900" dirty="0"/>
              <a:t>59</a:t>
            </a:r>
          </a:p>
        </p:txBody>
      </p:sp>
      <p:sp>
        <p:nvSpPr>
          <p:cNvPr id="31" name="TextBox 30">
            <a:extLst>
              <a:ext uri="{FF2B5EF4-FFF2-40B4-BE49-F238E27FC236}">
                <a16:creationId xmlns:a16="http://schemas.microsoft.com/office/drawing/2014/main" id="{197D219A-A59A-0E20-AF97-50D68AB8CF37}"/>
              </a:ext>
            </a:extLst>
          </p:cNvPr>
          <p:cNvSpPr txBox="1"/>
          <p:nvPr/>
        </p:nvSpPr>
        <p:spPr>
          <a:xfrm>
            <a:off x="5147734" y="1903821"/>
            <a:ext cx="570089" cy="230832"/>
          </a:xfrm>
          <a:prstGeom prst="rect">
            <a:avLst/>
          </a:prstGeom>
          <a:noFill/>
        </p:spPr>
        <p:txBody>
          <a:bodyPr wrap="square" rtlCol="0">
            <a:spAutoFit/>
          </a:bodyPr>
          <a:lstStyle/>
          <a:p>
            <a:pPr algn="ctr"/>
            <a:r>
              <a:rPr lang="en-US" sz="900" dirty="0"/>
              <a:t>92</a:t>
            </a:r>
          </a:p>
        </p:txBody>
      </p:sp>
      <p:sp>
        <p:nvSpPr>
          <p:cNvPr id="33" name="TextBox 32">
            <a:extLst>
              <a:ext uri="{FF2B5EF4-FFF2-40B4-BE49-F238E27FC236}">
                <a16:creationId xmlns:a16="http://schemas.microsoft.com/office/drawing/2014/main" id="{379A3BC3-4D65-81E1-5860-646F255202E8}"/>
              </a:ext>
            </a:extLst>
          </p:cNvPr>
          <p:cNvSpPr txBox="1"/>
          <p:nvPr/>
        </p:nvSpPr>
        <p:spPr>
          <a:xfrm>
            <a:off x="5147734" y="3406653"/>
            <a:ext cx="570089" cy="230832"/>
          </a:xfrm>
          <a:prstGeom prst="rect">
            <a:avLst/>
          </a:prstGeom>
          <a:noFill/>
        </p:spPr>
        <p:txBody>
          <a:bodyPr wrap="square" rtlCol="0">
            <a:spAutoFit/>
          </a:bodyPr>
          <a:lstStyle/>
          <a:p>
            <a:pPr algn="ctr"/>
            <a:r>
              <a:rPr lang="en-US" sz="900" dirty="0"/>
              <a:t>29</a:t>
            </a:r>
          </a:p>
        </p:txBody>
      </p:sp>
      <p:sp>
        <p:nvSpPr>
          <p:cNvPr id="39" name="TextBox 38">
            <a:extLst>
              <a:ext uri="{FF2B5EF4-FFF2-40B4-BE49-F238E27FC236}">
                <a16:creationId xmlns:a16="http://schemas.microsoft.com/office/drawing/2014/main" id="{E27D47E7-1C40-56C6-DCE8-E3A9EBE2463E}"/>
              </a:ext>
            </a:extLst>
          </p:cNvPr>
          <p:cNvSpPr txBox="1"/>
          <p:nvPr/>
        </p:nvSpPr>
        <p:spPr>
          <a:xfrm>
            <a:off x="4143022" y="1402877"/>
            <a:ext cx="570089" cy="230832"/>
          </a:xfrm>
          <a:prstGeom prst="rect">
            <a:avLst/>
          </a:prstGeom>
          <a:noFill/>
        </p:spPr>
        <p:txBody>
          <a:bodyPr wrap="square" rtlCol="0">
            <a:spAutoFit/>
          </a:bodyPr>
          <a:lstStyle/>
          <a:p>
            <a:pPr algn="ctr"/>
            <a:r>
              <a:rPr lang="en-US" sz="900" dirty="0"/>
              <a:t>28</a:t>
            </a:r>
          </a:p>
        </p:txBody>
      </p:sp>
      <p:sp>
        <p:nvSpPr>
          <p:cNvPr id="40" name="TextBox 39">
            <a:extLst>
              <a:ext uri="{FF2B5EF4-FFF2-40B4-BE49-F238E27FC236}">
                <a16:creationId xmlns:a16="http://schemas.microsoft.com/office/drawing/2014/main" id="{B6F1FDC5-1056-3671-9D44-A33B80138EDA}"/>
              </a:ext>
            </a:extLst>
          </p:cNvPr>
          <p:cNvSpPr txBox="1"/>
          <p:nvPr/>
        </p:nvSpPr>
        <p:spPr>
          <a:xfrm>
            <a:off x="4645378" y="1402877"/>
            <a:ext cx="570089" cy="230832"/>
          </a:xfrm>
          <a:prstGeom prst="rect">
            <a:avLst/>
          </a:prstGeom>
          <a:noFill/>
        </p:spPr>
        <p:txBody>
          <a:bodyPr wrap="square" rtlCol="0">
            <a:spAutoFit/>
          </a:bodyPr>
          <a:lstStyle/>
          <a:p>
            <a:pPr algn="ctr"/>
            <a:r>
              <a:rPr lang="en-US" sz="900" dirty="0"/>
              <a:t>82</a:t>
            </a:r>
          </a:p>
        </p:txBody>
      </p:sp>
      <p:sp>
        <p:nvSpPr>
          <p:cNvPr id="43" name="TextBox 42">
            <a:extLst>
              <a:ext uri="{FF2B5EF4-FFF2-40B4-BE49-F238E27FC236}">
                <a16:creationId xmlns:a16="http://schemas.microsoft.com/office/drawing/2014/main" id="{F3CC592A-E101-51D8-6BB8-4F758477BBE6}"/>
              </a:ext>
            </a:extLst>
          </p:cNvPr>
          <p:cNvSpPr txBox="1"/>
          <p:nvPr/>
        </p:nvSpPr>
        <p:spPr>
          <a:xfrm>
            <a:off x="4143022" y="2905709"/>
            <a:ext cx="570089" cy="230832"/>
          </a:xfrm>
          <a:prstGeom prst="rect">
            <a:avLst/>
          </a:prstGeom>
          <a:noFill/>
        </p:spPr>
        <p:txBody>
          <a:bodyPr wrap="square" rtlCol="0">
            <a:spAutoFit/>
          </a:bodyPr>
          <a:lstStyle/>
          <a:p>
            <a:pPr algn="ctr"/>
            <a:r>
              <a:rPr lang="en-US" sz="900" dirty="0"/>
              <a:t>97</a:t>
            </a:r>
          </a:p>
        </p:txBody>
      </p:sp>
      <p:sp>
        <p:nvSpPr>
          <p:cNvPr id="44" name="TextBox 43">
            <a:extLst>
              <a:ext uri="{FF2B5EF4-FFF2-40B4-BE49-F238E27FC236}">
                <a16:creationId xmlns:a16="http://schemas.microsoft.com/office/drawing/2014/main" id="{E9ED9878-95FB-5F30-4E3F-866F23BA9687}"/>
              </a:ext>
            </a:extLst>
          </p:cNvPr>
          <p:cNvSpPr txBox="1"/>
          <p:nvPr/>
        </p:nvSpPr>
        <p:spPr>
          <a:xfrm>
            <a:off x="4645378" y="2905709"/>
            <a:ext cx="570089" cy="230832"/>
          </a:xfrm>
          <a:prstGeom prst="rect">
            <a:avLst/>
          </a:prstGeom>
          <a:noFill/>
        </p:spPr>
        <p:txBody>
          <a:bodyPr wrap="square" rtlCol="0">
            <a:spAutoFit/>
          </a:bodyPr>
          <a:lstStyle/>
          <a:p>
            <a:pPr algn="ctr"/>
            <a:r>
              <a:rPr lang="en-US" sz="900" dirty="0"/>
              <a:t>578</a:t>
            </a:r>
          </a:p>
        </p:txBody>
      </p:sp>
      <p:sp>
        <p:nvSpPr>
          <p:cNvPr id="45" name="TextBox 44">
            <a:extLst>
              <a:ext uri="{FF2B5EF4-FFF2-40B4-BE49-F238E27FC236}">
                <a16:creationId xmlns:a16="http://schemas.microsoft.com/office/drawing/2014/main" id="{C348339D-243C-7E68-1109-196E5012A660}"/>
              </a:ext>
            </a:extLst>
          </p:cNvPr>
          <p:cNvSpPr txBox="1"/>
          <p:nvPr/>
        </p:nvSpPr>
        <p:spPr>
          <a:xfrm>
            <a:off x="5650090" y="2905709"/>
            <a:ext cx="570089" cy="230832"/>
          </a:xfrm>
          <a:prstGeom prst="rect">
            <a:avLst/>
          </a:prstGeom>
          <a:noFill/>
        </p:spPr>
        <p:txBody>
          <a:bodyPr wrap="square" rtlCol="0">
            <a:spAutoFit/>
          </a:bodyPr>
          <a:lstStyle/>
          <a:p>
            <a:pPr algn="ctr"/>
            <a:r>
              <a:rPr lang="en-US" sz="900" dirty="0"/>
              <a:t>589</a:t>
            </a:r>
          </a:p>
        </p:txBody>
      </p:sp>
      <p:sp>
        <p:nvSpPr>
          <p:cNvPr id="46" name="TextBox 45">
            <a:extLst>
              <a:ext uri="{FF2B5EF4-FFF2-40B4-BE49-F238E27FC236}">
                <a16:creationId xmlns:a16="http://schemas.microsoft.com/office/drawing/2014/main" id="{CDB8FB96-BECD-D21B-5AA5-3B40C74385EE}"/>
              </a:ext>
            </a:extLst>
          </p:cNvPr>
          <p:cNvSpPr txBox="1"/>
          <p:nvPr/>
        </p:nvSpPr>
        <p:spPr>
          <a:xfrm>
            <a:off x="6152446" y="2905709"/>
            <a:ext cx="570089" cy="230832"/>
          </a:xfrm>
          <a:prstGeom prst="rect">
            <a:avLst/>
          </a:prstGeom>
          <a:noFill/>
        </p:spPr>
        <p:txBody>
          <a:bodyPr wrap="square" rtlCol="0">
            <a:spAutoFit/>
          </a:bodyPr>
          <a:lstStyle/>
          <a:p>
            <a:pPr algn="ctr"/>
            <a:r>
              <a:rPr lang="en-US" sz="900" dirty="0"/>
              <a:t>589</a:t>
            </a:r>
          </a:p>
        </p:txBody>
      </p:sp>
      <p:sp>
        <p:nvSpPr>
          <p:cNvPr id="51" name="TextBox 50">
            <a:extLst>
              <a:ext uri="{FF2B5EF4-FFF2-40B4-BE49-F238E27FC236}">
                <a16:creationId xmlns:a16="http://schemas.microsoft.com/office/drawing/2014/main" id="{9E75256F-57D3-C9D4-C6DD-9CD04310D102}"/>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A874F0E6-817A-216F-8C49-B758EDF7F931}"/>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CDC0E67D-C575-E652-84CF-40287E46F642}"/>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DBFF2D63-BC68-1FD7-6A52-F667D46DAABB}"/>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B1EAEDD6-C7B4-7230-ACE4-00AB26ABD8BB}"/>
              </a:ext>
            </a:extLst>
          </p:cNvPr>
          <p:cNvSpPr txBox="1"/>
          <p:nvPr/>
        </p:nvSpPr>
        <p:spPr>
          <a:xfrm>
            <a:off x="4143022" y="901933"/>
            <a:ext cx="570089" cy="230832"/>
          </a:xfrm>
          <a:prstGeom prst="rect">
            <a:avLst/>
          </a:prstGeom>
          <a:noFill/>
        </p:spPr>
        <p:txBody>
          <a:bodyPr wrap="square" rtlCol="0">
            <a:spAutoFit/>
          </a:bodyPr>
          <a:lstStyle/>
          <a:p>
            <a:pPr algn="ctr"/>
            <a:r>
              <a:rPr lang="en-US" sz="900" dirty="0"/>
              <a:t>79</a:t>
            </a:r>
          </a:p>
        </p:txBody>
      </p:sp>
      <p:sp>
        <p:nvSpPr>
          <p:cNvPr id="59" name="TextBox 58">
            <a:extLst>
              <a:ext uri="{FF2B5EF4-FFF2-40B4-BE49-F238E27FC236}">
                <a16:creationId xmlns:a16="http://schemas.microsoft.com/office/drawing/2014/main" id="{34EED6F6-E00E-908B-38CC-800473E55617}"/>
              </a:ext>
            </a:extLst>
          </p:cNvPr>
          <p:cNvSpPr txBox="1"/>
          <p:nvPr/>
        </p:nvSpPr>
        <p:spPr>
          <a:xfrm>
            <a:off x="3138310" y="901933"/>
            <a:ext cx="570089" cy="230832"/>
          </a:xfrm>
          <a:prstGeom prst="rect">
            <a:avLst/>
          </a:prstGeom>
          <a:noFill/>
        </p:spPr>
        <p:txBody>
          <a:bodyPr wrap="square" rtlCol="0">
            <a:spAutoFit/>
          </a:bodyPr>
          <a:lstStyle/>
          <a:p>
            <a:pPr algn="ctr"/>
            <a:r>
              <a:rPr lang="en-US" sz="900" dirty="0"/>
              <a:t>57</a:t>
            </a:r>
          </a:p>
        </p:txBody>
      </p:sp>
      <p:sp>
        <p:nvSpPr>
          <p:cNvPr id="62" name="TextBox 61">
            <a:extLst>
              <a:ext uri="{FF2B5EF4-FFF2-40B4-BE49-F238E27FC236}">
                <a16:creationId xmlns:a16="http://schemas.microsoft.com/office/drawing/2014/main" id="{B00FBD14-89C6-C59D-5D90-B111C3BE9147}"/>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3" name="TextBox 62">
            <a:extLst>
              <a:ext uri="{FF2B5EF4-FFF2-40B4-BE49-F238E27FC236}">
                <a16:creationId xmlns:a16="http://schemas.microsoft.com/office/drawing/2014/main" id="{2859EC3C-7FAC-D89D-28FC-9D464876995B}"/>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DEE5B1E4-730F-420C-AB39-9378382EA39D}"/>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46D825F5-419C-9F6C-5CF9-5423FBBB66E6}"/>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17F243C6-7DD5-6092-43E6-0DA6990EFD69}"/>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BD5F0884-6A70-D405-7E2F-115A53082A72}"/>
              </a:ext>
            </a:extLst>
          </p:cNvPr>
          <p:cNvSpPr txBox="1"/>
          <p:nvPr/>
        </p:nvSpPr>
        <p:spPr>
          <a:xfrm>
            <a:off x="7157158" y="3406653"/>
            <a:ext cx="570089" cy="230832"/>
          </a:xfrm>
          <a:prstGeom prst="rect">
            <a:avLst/>
          </a:prstGeom>
          <a:noFill/>
        </p:spPr>
        <p:txBody>
          <a:bodyPr wrap="square" rtlCol="0">
            <a:spAutoFit/>
          </a:bodyPr>
          <a:lstStyle/>
          <a:p>
            <a:pPr algn="ctr"/>
            <a:r>
              <a:rPr lang="en-US" sz="900" dirty="0"/>
              <a:t>93</a:t>
            </a:r>
          </a:p>
        </p:txBody>
      </p:sp>
      <p:sp>
        <p:nvSpPr>
          <p:cNvPr id="71" name="TextBox 70">
            <a:extLst>
              <a:ext uri="{FF2B5EF4-FFF2-40B4-BE49-F238E27FC236}">
                <a16:creationId xmlns:a16="http://schemas.microsoft.com/office/drawing/2014/main" id="{B5D4CB81-83DA-D7AA-023C-04F4D90A952D}"/>
              </a:ext>
            </a:extLst>
          </p:cNvPr>
          <p:cNvSpPr txBox="1"/>
          <p:nvPr/>
        </p:nvSpPr>
        <p:spPr>
          <a:xfrm>
            <a:off x="7157158" y="3907597"/>
            <a:ext cx="570089" cy="230832"/>
          </a:xfrm>
          <a:prstGeom prst="rect">
            <a:avLst/>
          </a:prstGeom>
          <a:noFill/>
        </p:spPr>
        <p:txBody>
          <a:bodyPr wrap="square" rtlCol="0">
            <a:spAutoFit/>
          </a:bodyPr>
          <a:lstStyle/>
          <a:p>
            <a:pPr algn="ctr"/>
            <a:r>
              <a:rPr lang="en-US" sz="900" dirty="0"/>
              <a:t>39</a:t>
            </a:r>
          </a:p>
        </p:txBody>
      </p:sp>
      <p:sp>
        <p:nvSpPr>
          <p:cNvPr id="17" name="TextBox 16">
            <a:extLst>
              <a:ext uri="{FF2B5EF4-FFF2-40B4-BE49-F238E27FC236}">
                <a16:creationId xmlns:a16="http://schemas.microsoft.com/office/drawing/2014/main" id="{E5EA3A94-A66B-63DE-085B-102F1B4CD854}"/>
              </a:ext>
            </a:extLst>
          </p:cNvPr>
          <p:cNvSpPr txBox="1"/>
          <p:nvPr/>
        </p:nvSpPr>
        <p:spPr>
          <a:xfrm>
            <a:off x="5650090" y="3907597"/>
            <a:ext cx="570089" cy="230832"/>
          </a:xfrm>
          <a:prstGeom prst="rect">
            <a:avLst/>
          </a:prstGeom>
          <a:noFill/>
        </p:spPr>
        <p:txBody>
          <a:bodyPr wrap="square" rtlCol="0">
            <a:spAutoFit/>
          </a:bodyPr>
          <a:lstStyle/>
          <a:p>
            <a:pPr algn="ctr"/>
            <a:r>
              <a:rPr lang="en-US" sz="900" dirty="0"/>
              <a:t>65</a:t>
            </a:r>
          </a:p>
        </p:txBody>
      </p:sp>
      <p:sp>
        <p:nvSpPr>
          <p:cNvPr id="22" name="TextBox 21">
            <a:extLst>
              <a:ext uri="{FF2B5EF4-FFF2-40B4-BE49-F238E27FC236}">
                <a16:creationId xmlns:a16="http://schemas.microsoft.com/office/drawing/2014/main" id="{0376F776-D576-EDC9-99E0-266695AFB3EC}"/>
              </a:ext>
            </a:extLst>
          </p:cNvPr>
          <p:cNvSpPr txBox="1"/>
          <p:nvPr/>
        </p:nvSpPr>
        <p:spPr>
          <a:xfrm>
            <a:off x="4645378" y="3406653"/>
            <a:ext cx="570089" cy="230832"/>
          </a:xfrm>
          <a:prstGeom prst="rect">
            <a:avLst/>
          </a:prstGeom>
          <a:noFill/>
        </p:spPr>
        <p:txBody>
          <a:bodyPr wrap="square" rtlCol="0">
            <a:spAutoFit/>
          </a:bodyPr>
          <a:lstStyle/>
          <a:p>
            <a:pPr algn="ctr"/>
            <a:r>
              <a:rPr lang="en-US" sz="900" dirty="0"/>
              <a:t>2356</a:t>
            </a:r>
          </a:p>
        </p:txBody>
      </p:sp>
      <p:sp>
        <p:nvSpPr>
          <p:cNvPr id="23" name="TextBox 22">
            <a:extLst>
              <a:ext uri="{FF2B5EF4-FFF2-40B4-BE49-F238E27FC236}">
                <a16:creationId xmlns:a16="http://schemas.microsoft.com/office/drawing/2014/main" id="{ADD95BF8-6B70-66E6-DECB-213D2739EBA1}"/>
              </a:ext>
            </a:extLst>
          </p:cNvPr>
          <p:cNvSpPr txBox="1"/>
          <p:nvPr/>
        </p:nvSpPr>
        <p:spPr>
          <a:xfrm>
            <a:off x="5650090" y="3406653"/>
            <a:ext cx="570089" cy="230832"/>
          </a:xfrm>
          <a:prstGeom prst="rect">
            <a:avLst/>
          </a:prstGeom>
          <a:noFill/>
        </p:spPr>
        <p:txBody>
          <a:bodyPr wrap="square" rtlCol="0">
            <a:spAutoFit/>
          </a:bodyPr>
          <a:lstStyle/>
          <a:p>
            <a:pPr algn="ctr"/>
            <a:r>
              <a:rPr lang="en-US" sz="900" dirty="0"/>
              <a:t>3569</a:t>
            </a:r>
          </a:p>
        </p:txBody>
      </p:sp>
      <p:sp>
        <p:nvSpPr>
          <p:cNvPr id="24" name="TextBox 23">
            <a:extLst>
              <a:ext uri="{FF2B5EF4-FFF2-40B4-BE49-F238E27FC236}">
                <a16:creationId xmlns:a16="http://schemas.microsoft.com/office/drawing/2014/main" id="{BCFD45E5-B94D-1840-6447-BC64F87D4D20}"/>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5" name="TextBox 24">
            <a:extLst>
              <a:ext uri="{FF2B5EF4-FFF2-40B4-BE49-F238E27FC236}">
                <a16:creationId xmlns:a16="http://schemas.microsoft.com/office/drawing/2014/main" id="{AEF71A3A-F398-CCAC-DAFF-63C0FE2FDCB8}"/>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6578B73D-D147-D29D-36C2-1AA70838AC39}"/>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3C4DAFEE-BD73-A19F-A74D-9BE167BE575B}"/>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85CC1C0C-B546-930A-C3C5-8460752BB14F}"/>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139ADBE5-0612-2B0E-074A-CE6C31810620}"/>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31FD4CB2-8334-CBB8-3D93-5FB25B586DBA}"/>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52F946F2-0440-DFAE-013A-48072EAC94A3}"/>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D99DFEA2-D9AE-C898-DD98-E2C960B8D2D7}"/>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79C6AF3D-BD62-03DE-5B4C-7805EA70F125}"/>
              </a:ext>
            </a:extLst>
          </p:cNvPr>
          <p:cNvSpPr txBox="1"/>
          <p:nvPr/>
        </p:nvSpPr>
        <p:spPr>
          <a:xfrm>
            <a:off x="5215469" y="4747898"/>
            <a:ext cx="462845" cy="584775"/>
          </a:xfrm>
          <a:prstGeom prst="rect">
            <a:avLst/>
          </a:prstGeom>
          <a:noFill/>
        </p:spPr>
        <p:txBody>
          <a:bodyPr wrap="square" rtlCol="0">
            <a:spAutoFit/>
          </a:bodyPr>
          <a:lstStyle/>
          <a:p>
            <a:pPr algn="ctr"/>
            <a:r>
              <a:rPr lang="en-US" sz="3200" dirty="0"/>
              <a:t>3</a:t>
            </a:r>
          </a:p>
        </p:txBody>
      </p:sp>
      <p:sp>
        <p:nvSpPr>
          <p:cNvPr id="81" name="TextBox 80">
            <a:extLst>
              <a:ext uri="{FF2B5EF4-FFF2-40B4-BE49-F238E27FC236}">
                <a16:creationId xmlns:a16="http://schemas.microsoft.com/office/drawing/2014/main" id="{F6571FBA-8326-0CB0-B50D-9F14ABB66D63}"/>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82" name="TextBox 81">
            <a:extLst>
              <a:ext uri="{FF2B5EF4-FFF2-40B4-BE49-F238E27FC236}">
                <a16:creationId xmlns:a16="http://schemas.microsoft.com/office/drawing/2014/main" id="{90DE90B2-8324-7310-EE69-0945A63A00CD}"/>
              </a:ext>
            </a:extLst>
          </p:cNvPr>
          <p:cNvSpPr txBox="1"/>
          <p:nvPr/>
        </p:nvSpPr>
        <p:spPr>
          <a:xfrm>
            <a:off x="6152446" y="3907597"/>
            <a:ext cx="570089" cy="230832"/>
          </a:xfrm>
          <a:prstGeom prst="rect">
            <a:avLst/>
          </a:prstGeom>
          <a:noFill/>
        </p:spPr>
        <p:txBody>
          <a:bodyPr wrap="square" rtlCol="0">
            <a:spAutoFit/>
          </a:bodyPr>
          <a:lstStyle/>
          <a:p>
            <a:pPr algn="ctr"/>
            <a:r>
              <a:rPr lang="en-US" sz="900" dirty="0"/>
              <a:t>93</a:t>
            </a:r>
          </a:p>
        </p:txBody>
      </p:sp>
      <p:sp>
        <p:nvSpPr>
          <p:cNvPr id="83" name="TextBox 82">
            <a:extLst>
              <a:ext uri="{FF2B5EF4-FFF2-40B4-BE49-F238E27FC236}">
                <a16:creationId xmlns:a16="http://schemas.microsoft.com/office/drawing/2014/main" id="{C83E7442-722E-590A-099D-364CFEABCBFD}"/>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CCD02650-DFAD-EAC9-A71A-6D35221021BE}"/>
              </a:ext>
            </a:extLst>
          </p:cNvPr>
          <p:cNvSpPr txBox="1"/>
          <p:nvPr/>
        </p:nvSpPr>
        <p:spPr>
          <a:xfrm>
            <a:off x="4143022" y="1903821"/>
            <a:ext cx="570089" cy="230832"/>
          </a:xfrm>
          <a:prstGeom prst="rect">
            <a:avLst/>
          </a:prstGeom>
          <a:noFill/>
        </p:spPr>
        <p:txBody>
          <a:bodyPr wrap="square" rtlCol="0">
            <a:spAutoFit/>
          </a:bodyPr>
          <a:lstStyle/>
          <a:p>
            <a:pPr algn="ctr"/>
            <a:r>
              <a:rPr lang="en-US" sz="900" dirty="0"/>
              <a:t>82</a:t>
            </a:r>
          </a:p>
        </p:txBody>
      </p:sp>
      <p:sp>
        <p:nvSpPr>
          <p:cNvPr id="85" name="TextBox 84">
            <a:extLst>
              <a:ext uri="{FF2B5EF4-FFF2-40B4-BE49-F238E27FC236}">
                <a16:creationId xmlns:a16="http://schemas.microsoft.com/office/drawing/2014/main" id="{C954DBA6-3F89-F822-4FE0-4725ECB3BEEF}"/>
              </a:ext>
            </a:extLst>
          </p:cNvPr>
          <p:cNvSpPr txBox="1"/>
          <p:nvPr/>
        </p:nvSpPr>
        <p:spPr>
          <a:xfrm>
            <a:off x="4645378" y="2404765"/>
            <a:ext cx="570089" cy="230832"/>
          </a:xfrm>
          <a:prstGeom prst="rect">
            <a:avLst/>
          </a:prstGeom>
          <a:noFill/>
        </p:spPr>
        <p:txBody>
          <a:bodyPr wrap="square" rtlCol="0">
            <a:spAutoFit/>
          </a:bodyPr>
          <a:lstStyle/>
          <a:p>
            <a:pPr algn="ctr"/>
            <a:r>
              <a:rPr lang="en-US" sz="900" dirty="0"/>
              <a:t>378</a:t>
            </a:r>
          </a:p>
        </p:txBody>
      </p:sp>
      <p:sp>
        <p:nvSpPr>
          <p:cNvPr id="86" name="TextBox 85">
            <a:extLst>
              <a:ext uri="{FF2B5EF4-FFF2-40B4-BE49-F238E27FC236}">
                <a16:creationId xmlns:a16="http://schemas.microsoft.com/office/drawing/2014/main" id="{A6C91CBB-980A-22A1-BAA7-1DD5952A081E}"/>
              </a:ext>
            </a:extLst>
          </p:cNvPr>
          <p:cNvSpPr txBox="1"/>
          <p:nvPr/>
        </p:nvSpPr>
        <p:spPr>
          <a:xfrm>
            <a:off x="5650090" y="2404765"/>
            <a:ext cx="570089" cy="230832"/>
          </a:xfrm>
          <a:prstGeom prst="rect">
            <a:avLst/>
          </a:prstGeom>
          <a:noFill/>
        </p:spPr>
        <p:txBody>
          <a:bodyPr wrap="square" rtlCol="0">
            <a:spAutoFit/>
          </a:bodyPr>
          <a:lstStyle/>
          <a:p>
            <a:pPr algn="ctr"/>
            <a:r>
              <a:rPr lang="en-US" sz="900" dirty="0"/>
              <a:t>389</a:t>
            </a:r>
          </a:p>
        </p:txBody>
      </p:sp>
      <p:sp>
        <p:nvSpPr>
          <p:cNvPr id="87" name="TextBox 86">
            <a:extLst>
              <a:ext uri="{FF2B5EF4-FFF2-40B4-BE49-F238E27FC236}">
                <a16:creationId xmlns:a16="http://schemas.microsoft.com/office/drawing/2014/main" id="{ACB66535-C0FA-5016-D404-1F8E111775A7}"/>
              </a:ext>
            </a:extLst>
          </p:cNvPr>
          <p:cNvSpPr txBox="1"/>
          <p:nvPr/>
        </p:nvSpPr>
        <p:spPr>
          <a:xfrm>
            <a:off x="4645378" y="1903821"/>
            <a:ext cx="570089" cy="230832"/>
          </a:xfrm>
          <a:prstGeom prst="rect">
            <a:avLst/>
          </a:prstGeom>
          <a:noFill/>
        </p:spPr>
        <p:txBody>
          <a:bodyPr wrap="square" rtlCol="0">
            <a:spAutoFit/>
          </a:bodyPr>
          <a:lstStyle/>
          <a:p>
            <a:pPr algn="ctr"/>
            <a:r>
              <a:rPr lang="en-US" sz="900" dirty="0"/>
              <a:t>238</a:t>
            </a:r>
          </a:p>
        </p:txBody>
      </p:sp>
      <p:sp>
        <p:nvSpPr>
          <p:cNvPr id="88" name="TextBox 87">
            <a:extLst>
              <a:ext uri="{FF2B5EF4-FFF2-40B4-BE49-F238E27FC236}">
                <a16:creationId xmlns:a16="http://schemas.microsoft.com/office/drawing/2014/main" id="{273388E8-8D83-85B3-FD04-404ECDCAFE67}"/>
              </a:ext>
            </a:extLst>
          </p:cNvPr>
          <p:cNvSpPr txBox="1"/>
          <p:nvPr/>
        </p:nvSpPr>
        <p:spPr>
          <a:xfrm>
            <a:off x="5650090" y="1903821"/>
            <a:ext cx="570089" cy="230832"/>
          </a:xfrm>
          <a:prstGeom prst="rect">
            <a:avLst/>
          </a:prstGeom>
          <a:noFill/>
        </p:spPr>
        <p:txBody>
          <a:bodyPr wrap="square" rtlCol="0">
            <a:spAutoFit/>
          </a:bodyPr>
          <a:lstStyle/>
          <a:p>
            <a:pPr algn="ctr"/>
            <a:r>
              <a:rPr lang="en-US" sz="900" dirty="0"/>
              <a:t>389</a:t>
            </a:r>
          </a:p>
        </p:txBody>
      </p:sp>
      <p:sp>
        <p:nvSpPr>
          <p:cNvPr id="89" name="TextBox 88">
            <a:extLst>
              <a:ext uri="{FF2B5EF4-FFF2-40B4-BE49-F238E27FC236}">
                <a16:creationId xmlns:a16="http://schemas.microsoft.com/office/drawing/2014/main" id="{2C6609C9-E18E-1917-3DF5-B170FAC46AC2}"/>
              </a:ext>
            </a:extLst>
          </p:cNvPr>
          <p:cNvSpPr txBox="1"/>
          <p:nvPr/>
        </p:nvSpPr>
        <p:spPr>
          <a:xfrm>
            <a:off x="6152446" y="3406653"/>
            <a:ext cx="570089" cy="230832"/>
          </a:xfrm>
          <a:prstGeom prst="rect">
            <a:avLst/>
          </a:prstGeom>
          <a:noFill/>
        </p:spPr>
        <p:txBody>
          <a:bodyPr wrap="square" rtlCol="0">
            <a:spAutoFit/>
          </a:bodyPr>
          <a:lstStyle/>
          <a:p>
            <a:pPr algn="ctr"/>
            <a:r>
              <a:rPr lang="en-US" sz="900" dirty="0"/>
              <a:t>359</a:t>
            </a:r>
          </a:p>
        </p:txBody>
      </p:sp>
      <p:sp>
        <p:nvSpPr>
          <p:cNvPr id="90" name="TextBox 89">
            <a:extLst>
              <a:ext uri="{FF2B5EF4-FFF2-40B4-BE49-F238E27FC236}">
                <a16:creationId xmlns:a16="http://schemas.microsoft.com/office/drawing/2014/main" id="{C1DF7D20-B3BE-B13E-BF64-D3EFA0D5E38B}"/>
              </a:ext>
            </a:extLst>
          </p:cNvPr>
          <p:cNvSpPr txBox="1"/>
          <p:nvPr/>
        </p:nvSpPr>
        <p:spPr>
          <a:xfrm>
            <a:off x="6152446" y="2404765"/>
            <a:ext cx="570089" cy="230832"/>
          </a:xfrm>
          <a:prstGeom prst="rect">
            <a:avLst/>
          </a:prstGeom>
          <a:noFill/>
        </p:spPr>
        <p:txBody>
          <a:bodyPr wrap="square" rtlCol="0">
            <a:spAutoFit/>
          </a:bodyPr>
          <a:lstStyle/>
          <a:p>
            <a:pPr algn="ctr"/>
            <a:r>
              <a:rPr lang="en-US" sz="900" dirty="0"/>
              <a:t>389</a:t>
            </a:r>
          </a:p>
        </p:txBody>
      </p:sp>
      <p:sp>
        <p:nvSpPr>
          <p:cNvPr id="91" name="TextBox 90">
            <a:extLst>
              <a:ext uri="{FF2B5EF4-FFF2-40B4-BE49-F238E27FC236}">
                <a16:creationId xmlns:a16="http://schemas.microsoft.com/office/drawing/2014/main" id="{64F88885-3578-1CBE-57B7-E58E1BF876A5}"/>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7D10D97B-6551-96AA-98BC-9AD30EDC40DE}"/>
              </a:ext>
            </a:extLst>
          </p:cNvPr>
          <p:cNvSpPr txBox="1"/>
          <p:nvPr/>
        </p:nvSpPr>
        <p:spPr>
          <a:xfrm>
            <a:off x="5715003" y="122455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CC843FDC-5845-9A7C-97B7-7FB12742C2C9}"/>
              </a:ext>
            </a:extLst>
          </p:cNvPr>
          <p:cNvSpPr txBox="1"/>
          <p:nvPr/>
        </p:nvSpPr>
        <p:spPr>
          <a:xfrm>
            <a:off x="5215469" y="721216"/>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8780A796-3723-9D95-C0EB-C0BF1C6F962A}"/>
              </a:ext>
            </a:extLst>
          </p:cNvPr>
          <p:cNvSpPr txBox="1"/>
          <p:nvPr/>
        </p:nvSpPr>
        <p:spPr>
          <a:xfrm>
            <a:off x="621453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FDC1A642-9645-A6F9-98C9-AEE10268B0A0}"/>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1EC74415-93D5-CC5B-959E-3918519C967F}"/>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3CA70DBA-B295-5424-5ABE-A0683E4B010D}"/>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32" name="TextBox 31">
            <a:extLst>
              <a:ext uri="{FF2B5EF4-FFF2-40B4-BE49-F238E27FC236}">
                <a16:creationId xmlns:a16="http://schemas.microsoft.com/office/drawing/2014/main" id="{2C7623FF-DAFD-ABC5-CCF6-BF7E48826338}"/>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EEFF3FA4-24D8-E999-EDF2-92DA0E57F0EB}"/>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233464C8-2CF5-C8DD-3AFC-6F8ECB94F428}"/>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606C618A-A783-F1C8-24D4-50725D314A27}"/>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37" name="TextBox 36">
            <a:extLst>
              <a:ext uri="{FF2B5EF4-FFF2-40B4-BE49-F238E27FC236}">
                <a16:creationId xmlns:a16="http://schemas.microsoft.com/office/drawing/2014/main" id="{1CC91295-0C69-C8F7-061B-A186BDFC29D2}"/>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C2300880-7F4A-FDDE-4091-8A8C79BF2344}"/>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9CB0F5DE-89A0-FA75-84C2-1C728605F03E}"/>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A5402DFE-D068-773D-88BD-3A2F8F802247}"/>
              </a:ext>
            </a:extLst>
          </p:cNvPr>
          <p:cNvSpPr txBox="1"/>
          <p:nvPr/>
        </p:nvSpPr>
        <p:spPr>
          <a:xfrm>
            <a:off x="4216401" y="3237891"/>
            <a:ext cx="462845" cy="584775"/>
          </a:xfrm>
          <a:prstGeom prst="rect">
            <a:avLst/>
          </a:prstGeom>
          <a:no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9986BBAE-AAFC-4D10-0113-AD973AAF36C6}"/>
              </a:ext>
            </a:extLst>
          </p:cNvPr>
          <p:cNvSpPr txBox="1"/>
          <p:nvPr/>
        </p:nvSpPr>
        <p:spPr>
          <a:xfrm>
            <a:off x="3217333" y="3741226"/>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0875A746-8D08-1F17-B1E7-B27002407B65}"/>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48" name="TextBox 47">
            <a:extLst>
              <a:ext uri="{FF2B5EF4-FFF2-40B4-BE49-F238E27FC236}">
                <a16:creationId xmlns:a16="http://schemas.microsoft.com/office/drawing/2014/main" id="{B45053AF-4E77-9355-F3D2-8154CA50D5C3}"/>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F5430765-E739-CADD-256D-90E2494A8647}"/>
              </a:ext>
            </a:extLst>
          </p:cNvPr>
          <p:cNvSpPr txBox="1"/>
          <p:nvPr/>
        </p:nvSpPr>
        <p:spPr>
          <a:xfrm>
            <a:off x="4216401" y="223122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3758EC7E-F44A-96FC-A883-F5E3E706C3BF}"/>
              </a:ext>
            </a:extLst>
          </p:cNvPr>
          <p:cNvSpPr txBox="1"/>
          <p:nvPr/>
        </p:nvSpPr>
        <p:spPr>
          <a:xfrm>
            <a:off x="3217333" y="2231221"/>
            <a:ext cx="462845" cy="584775"/>
          </a:xfrm>
          <a:prstGeom prst="rect">
            <a:avLst/>
          </a:prstGeom>
          <a:noFill/>
        </p:spPr>
        <p:txBody>
          <a:bodyPr wrap="square" rtlCol="0">
            <a:spAutoFit/>
          </a:bodyPr>
          <a:lstStyle/>
          <a:p>
            <a:pPr algn="ctr"/>
            <a:r>
              <a:rPr lang="en-US" sz="3200" dirty="0"/>
              <a:t>5</a:t>
            </a:r>
          </a:p>
        </p:txBody>
      </p:sp>
      <p:sp>
        <p:nvSpPr>
          <p:cNvPr id="8" name="TextBox 7">
            <a:extLst>
              <a:ext uri="{FF2B5EF4-FFF2-40B4-BE49-F238E27FC236}">
                <a16:creationId xmlns:a16="http://schemas.microsoft.com/office/drawing/2014/main" id="{9ED9F754-30E5-5DA5-2330-0D53BEB8483C}"/>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23694872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7F93E-0182-B9E5-DB93-8B663EE1756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2AE2AF0-EFC6-416C-B4E7-980F689E3766}"/>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6ED0E85-C265-650C-ECB1-82EE90B7927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3CCE71D-EDDE-36F5-69B6-B334D7CCB1C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A57B9B3-1DAD-E6AD-0D60-319B9822AC0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54CCFD1-771C-6321-C49C-DED66490E831}"/>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49608A72-6668-6466-55C1-F7563A9E6E8F}"/>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723137E5-1D62-7759-9108-132E18293C8A}"/>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98F365F9-8456-EA87-7D0A-6288C16D65A9}"/>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F0CBDCA7-D7C0-6AE9-792E-587C06E005ED}"/>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B6D31388-4634-75E1-3300-D9EA0E2597EB}"/>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31" name="TextBox 30">
            <a:extLst>
              <a:ext uri="{FF2B5EF4-FFF2-40B4-BE49-F238E27FC236}">
                <a16:creationId xmlns:a16="http://schemas.microsoft.com/office/drawing/2014/main" id="{73018729-445B-0986-4FAF-1F764B68EB36}"/>
              </a:ext>
            </a:extLst>
          </p:cNvPr>
          <p:cNvSpPr txBox="1"/>
          <p:nvPr/>
        </p:nvSpPr>
        <p:spPr>
          <a:xfrm>
            <a:off x="5147734" y="1903821"/>
            <a:ext cx="570089" cy="230832"/>
          </a:xfrm>
          <a:prstGeom prst="rect">
            <a:avLst/>
          </a:prstGeom>
          <a:noFill/>
        </p:spPr>
        <p:txBody>
          <a:bodyPr wrap="square" rtlCol="0">
            <a:spAutoFit/>
          </a:bodyPr>
          <a:lstStyle/>
          <a:p>
            <a:pPr algn="ctr"/>
            <a:r>
              <a:rPr lang="en-US" sz="900" dirty="0"/>
              <a:t>92</a:t>
            </a:r>
          </a:p>
        </p:txBody>
      </p:sp>
      <p:sp>
        <p:nvSpPr>
          <p:cNvPr id="33" name="TextBox 32">
            <a:extLst>
              <a:ext uri="{FF2B5EF4-FFF2-40B4-BE49-F238E27FC236}">
                <a16:creationId xmlns:a16="http://schemas.microsoft.com/office/drawing/2014/main" id="{7D990955-598E-25E6-0143-A2825CED9E00}"/>
              </a:ext>
            </a:extLst>
          </p:cNvPr>
          <p:cNvSpPr txBox="1"/>
          <p:nvPr/>
        </p:nvSpPr>
        <p:spPr>
          <a:xfrm>
            <a:off x="5147734" y="3406653"/>
            <a:ext cx="570089" cy="230832"/>
          </a:xfrm>
          <a:prstGeom prst="rect">
            <a:avLst/>
          </a:prstGeom>
          <a:noFill/>
        </p:spPr>
        <p:txBody>
          <a:bodyPr wrap="square" rtlCol="0">
            <a:spAutoFit/>
          </a:bodyPr>
          <a:lstStyle/>
          <a:p>
            <a:pPr algn="ctr"/>
            <a:r>
              <a:rPr lang="en-US" sz="900" dirty="0"/>
              <a:t>29</a:t>
            </a:r>
          </a:p>
        </p:txBody>
      </p:sp>
      <p:sp>
        <p:nvSpPr>
          <p:cNvPr id="39" name="TextBox 38">
            <a:extLst>
              <a:ext uri="{FF2B5EF4-FFF2-40B4-BE49-F238E27FC236}">
                <a16:creationId xmlns:a16="http://schemas.microsoft.com/office/drawing/2014/main" id="{AD3D4324-DD00-A119-DE14-4B912AE1AC80}"/>
              </a:ext>
            </a:extLst>
          </p:cNvPr>
          <p:cNvSpPr txBox="1"/>
          <p:nvPr/>
        </p:nvSpPr>
        <p:spPr>
          <a:xfrm>
            <a:off x="4143022" y="1402877"/>
            <a:ext cx="570089" cy="230832"/>
          </a:xfrm>
          <a:prstGeom prst="rect">
            <a:avLst/>
          </a:prstGeom>
          <a:noFill/>
        </p:spPr>
        <p:txBody>
          <a:bodyPr wrap="square" rtlCol="0">
            <a:spAutoFit/>
          </a:bodyPr>
          <a:lstStyle/>
          <a:p>
            <a:pPr algn="ctr"/>
            <a:r>
              <a:rPr lang="en-US" sz="900" dirty="0"/>
              <a:t>28</a:t>
            </a:r>
          </a:p>
        </p:txBody>
      </p:sp>
      <p:sp>
        <p:nvSpPr>
          <p:cNvPr id="40" name="TextBox 39">
            <a:extLst>
              <a:ext uri="{FF2B5EF4-FFF2-40B4-BE49-F238E27FC236}">
                <a16:creationId xmlns:a16="http://schemas.microsoft.com/office/drawing/2014/main" id="{F05C8866-8A15-89A8-9563-DF45AAFF0517}"/>
              </a:ext>
            </a:extLst>
          </p:cNvPr>
          <p:cNvSpPr txBox="1"/>
          <p:nvPr/>
        </p:nvSpPr>
        <p:spPr>
          <a:xfrm>
            <a:off x="4645378" y="1402877"/>
            <a:ext cx="570089" cy="230832"/>
          </a:xfrm>
          <a:prstGeom prst="rect">
            <a:avLst/>
          </a:prstGeom>
          <a:noFill/>
        </p:spPr>
        <p:txBody>
          <a:bodyPr wrap="square" rtlCol="0">
            <a:spAutoFit/>
          </a:bodyPr>
          <a:lstStyle/>
          <a:p>
            <a:pPr algn="ctr"/>
            <a:r>
              <a:rPr lang="en-US" sz="900" dirty="0"/>
              <a:t>82</a:t>
            </a:r>
          </a:p>
        </p:txBody>
      </p:sp>
      <p:sp>
        <p:nvSpPr>
          <p:cNvPr id="44" name="TextBox 43">
            <a:extLst>
              <a:ext uri="{FF2B5EF4-FFF2-40B4-BE49-F238E27FC236}">
                <a16:creationId xmlns:a16="http://schemas.microsoft.com/office/drawing/2014/main" id="{400C58BE-80B4-E06F-EFB5-C0F944ECF005}"/>
              </a:ext>
            </a:extLst>
          </p:cNvPr>
          <p:cNvSpPr txBox="1"/>
          <p:nvPr/>
        </p:nvSpPr>
        <p:spPr>
          <a:xfrm>
            <a:off x="4645378" y="2905709"/>
            <a:ext cx="570089" cy="230832"/>
          </a:xfrm>
          <a:prstGeom prst="rect">
            <a:avLst/>
          </a:prstGeom>
          <a:noFill/>
        </p:spPr>
        <p:txBody>
          <a:bodyPr wrap="square" rtlCol="0">
            <a:spAutoFit/>
          </a:bodyPr>
          <a:lstStyle/>
          <a:p>
            <a:pPr algn="ctr"/>
            <a:r>
              <a:rPr lang="en-US" sz="900" dirty="0"/>
              <a:t>578</a:t>
            </a:r>
          </a:p>
        </p:txBody>
      </p:sp>
      <p:sp>
        <p:nvSpPr>
          <p:cNvPr id="45" name="TextBox 44">
            <a:extLst>
              <a:ext uri="{FF2B5EF4-FFF2-40B4-BE49-F238E27FC236}">
                <a16:creationId xmlns:a16="http://schemas.microsoft.com/office/drawing/2014/main" id="{ED83C3B7-32E7-B95A-2302-987A3C12C255}"/>
              </a:ext>
            </a:extLst>
          </p:cNvPr>
          <p:cNvSpPr txBox="1"/>
          <p:nvPr/>
        </p:nvSpPr>
        <p:spPr>
          <a:xfrm>
            <a:off x="5650090" y="2905709"/>
            <a:ext cx="570089" cy="230832"/>
          </a:xfrm>
          <a:prstGeom prst="rect">
            <a:avLst/>
          </a:prstGeom>
          <a:noFill/>
        </p:spPr>
        <p:txBody>
          <a:bodyPr wrap="square" rtlCol="0">
            <a:spAutoFit/>
          </a:bodyPr>
          <a:lstStyle/>
          <a:p>
            <a:pPr algn="ctr"/>
            <a:r>
              <a:rPr lang="en-US" sz="900" dirty="0"/>
              <a:t>589</a:t>
            </a:r>
          </a:p>
        </p:txBody>
      </p:sp>
      <p:sp>
        <p:nvSpPr>
          <p:cNvPr id="46" name="TextBox 45">
            <a:extLst>
              <a:ext uri="{FF2B5EF4-FFF2-40B4-BE49-F238E27FC236}">
                <a16:creationId xmlns:a16="http://schemas.microsoft.com/office/drawing/2014/main" id="{97D28B83-4785-CFA9-CB6A-0CD0D2328DDD}"/>
              </a:ext>
            </a:extLst>
          </p:cNvPr>
          <p:cNvSpPr txBox="1"/>
          <p:nvPr/>
        </p:nvSpPr>
        <p:spPr>
          <a:xfrm>
            <a:off x="6152446" y="2905709"/>
            <a:ext cx="570089" cy="230832"/>
          </a:xfrm>
          <a:prstGeom prst="rect">
            <a:avLst/>
          </a:prstGeom>
          <a:noFill/>
        </p:spPr>
        <p:txBody>
          <a:bodyPr wrap="square" rtlCol="0">
            <a:spAutoFit/>
          </a:bodyPr>
          <a:lstStyle/>
          <a:p>
            <a:pPr algn="ctr"/>
            <a:r>
              <a:rPr lang="en-US" sz="900" dirty="0"/>
              <a:t>589</a:t>
            </a:r>
          </a:p>
        </p:txBody>
      </p:sp>
      <p:sp>
        <p:nvSpPr>
          <p:cNvPr id="51" name="TextBox 50">
            <a:extLst>
              <a:ext uri="{FF2B5EF4-FFF2-40B4-BE49-F238E27FC236}">
                <a16:creationId xmlns:a16="http://schemas.microsoft.com/office/drawing/2014/main" id="{5BF9B0B3-815F-77C5-A1E0-E0C198619E13}"/>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06B34094-F79C-C23E-B9AF-555A56EA6680}"/>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37F80F91-2209-3531-A0B6-789FFF0C6354}"/>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149B136F-8D2B-287B-67C3-83B7F5FA2C28}"/>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52E3BE78-DB4C-BA78-A9C7-B9C75D020151}"/>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3" name="TextBox 62">
            <a:extLst>
              <a:ext uri="{FF2B5EF4-FFF2-40B4-BE49-F238E27FC236}">
                <a16:creationId xmlns:a16="http://schemas.microsoft.com/office/drawing/2014/main" id="{5143A230-3BB6-B5C6-1754-6FD3E1F4FF4B}"/>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6FD7EE48-D001-D88F-1AB1-EF05DA95CEFC}"/>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5AF39E95-0F0B-F910-5C2B-D2A29A61671C}"/>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1D809AC8-8AC8-0F43-EC9F-99EFF335E37E}"/>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6F7FE109-27E9-1CC9-5E2B-7913D514CE11}"/>
              </a:ext>
            </a:extLst>
          </p:cNvPr>
          <p:cNvSpPr txBox="1"/>
          <p:nvPr/>
        </p:nvSpPr>
        <p:spPr>
          <a:xfrm>
            <a:off x="7157158" y="3406653"/>
            <a:ext cx="570089" cy="230832"/>
          </a:xfrm>
          <a:prstGeom prst="rect">
            <a:avLst/>
          </a:prstGeom>
          <a:noFill/>
        </p:spPr>
        <p:txBody>
          <a:bodyPr wrap="square" rtlCol="0">
            <a:spAutoFit/>
          </a:bodyPr>
          <a:lstStyle/>
          <a:p>
            <a:pPr algn="ctr"/>
            <a:r>
              <a:rPr lang="en-US" sz="900" dirty="0"/>
              <a:t>93</a:t>
            </a:r>
          </a:p>
        </p:txBody>
      </p:sp>
      <p:sp>
        <p:nvSpPr>
          <p:cNvPr id="71" name="TextBox 70">
            <a:extLst>
              <a:ext uri="{FF2B5EF4-FFF2-40B4-BE49-F238E27FC236}">
                <a16:creationId xmlns:a16="http://schemas.microsoft.com/office/drawing/2014/main" id="{4999DABA-7028-9DFC-7D26-3CDF194E2799}"/>
              </a:ext>
            </a:extLst>
          </p:cNvPr>
          <p:cNvSpPr txBox="1"/>
          <p:nvPr/>
        </p:nvSpPr>
        <p:spPr>
          <a:xfrm>
            <a:off x="7157158" y="3907597"/>
            <a:ext cx="570089" cy="230832"/>
          </a:xfrm>
          <a:prstGeom prst="rect">
            <a:avLst/>
          </a:prstGeom>
          <a:noFill/>
        </p:spPr>
        <p:txBody>
          <a:bodyPr wrap="square" rtlCol="0">
            <a:spAutoFit/>
          </a:bodyPr>
          <a:lstStyle/>
          <a:p>
            <a:pPr algn="ctr"/>
            <a:r>
              <a:rPr lang="en-US" sz="900" dirty="0"/>
              <a:t>39</a:t>
            </a:r>
          </a:p>
        </p:txBody>
      </p:sp>
      <p:sp>
        <p:nvSpPr>
          <p:cNvPr id="22" name="TextBox 21">
            <a:extLst>
              <a:ext uri="{FF2B5EF4-FFF2-40B4-BE49-F238E27FC236}">
                <a16:creationId xmlns:a16="http://schemas.microsoft.com/office/drawing/2014/main" id="{364D7D33-568C-832B-2FDC-4A05A882D6D2}"/>
              </a:ext>
            </a:extLst>
          </p:cNvPr>
          <p:cNvSpPr txBox="1"/>
          <p:nvPr/>
        </p:nvSpPr>
        <p:spPr>
          <a:xfrm>
            <a:off x="4645378" y="3406653"/>
            <a:ext cx="570089" cy="230832"/>
          </a:xfrm>
          <a:prstGeom prst="rect">
            <a:avLst/>
          </a:prstGeom>
          <a:noFill/>
        </p:spPr>
        <p:txBody>
          <a:bodyPr wrap="square" rtlCol="0">
            <a:spAutoFit/>
          </a:bodyPr>
          <a:lstStyle/>
          <a:p>
            <a:pPr algn="ctr"/>
            <a:r>
              <a:rPr lang="en-US" sz="900" dirty="0"/>
              <a:t>235</a:t>
            </a:r>
          </a:p>
        </p:txBody>
      </p:sp>
      <p:sp>
        <p:nvSpPr>
          <p:cNvPr id="23" name="TextBox 22">
            <a:extLst>
              <a:ext uri="{FF2B5EF4-FFF2-40B4-BE49-F238E27FC236}">
                <a16:creationId xmlns:a16="http://schemas.microsoft.com/office/drawing/2014/main" id="{7BF868A4-0247-B162-C5D0-4D8C700DABF2}"/>
              </a:ext>
            </a:extLst>
          </p:cNvPr>
          <p:cNvSpPr txBox="1"/>
          <p:nvPr/>
        </p:nvSpPr>
        <p:spPr>
          <a:xfrm>
            <a:off x="5650090" y="3406653"/>
            <a:ext cx="570089" cy="230832"/>
          </a:xfrm>
          <a:prstGeom prst="rect">
            <a:avLst/>
          </a:prstGeom>
          <a:noFill/>
        </p:spPr>
        <p:txBody>
          <a:bodyPr wrap="square" rtlCol="0">
            <a:spAutoFit/>
          </a:bodyPr>
          <a:lstStyle/>
          <a:p>
            <a:pPr algn="ctr"/>
            <a:r>
              <a:rPr lang="en-US" sz="900" dirty="0"/>
              <a:t>3569</a:t>
            </a:r>
          </a:p>
        </p:txBody>
      </p:sp>
      <p:sp>
        <p:nvSpPr>
          <p:cNvPr id="24" name="TextBox 23">
            <a:extLst>
              <a:ext uri="{FF2B5EF4-FFF2-40B4-BE49-F238E27FC236}">
                <a16:creationId xmlns:a16="http://schemas.microsoft.com/office/drawing/2014/main" id="{7147119A-94D7-50E1-7491-5E5263FA299A}"/>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5" name="TextBox 24">
            <a:extLst>
              <a:ext uri="{FF2B5EF4-FFF2-40B4-BE49-F238E27FC236}">
                <a16:creationId xmlns:a16="http://schemas.microsoft.com/office/drawing/2014/main" id="{69948FF7-08DC-AD90-F5B5-468AAFA6DC03}"/>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7565A2A9-C4B0-CD6C-4E96-7C104D3DB5F0}"/>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CBCAAF36-5CB2-F422-CA6F-887DE59370E1}"/>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DB4C3EB2-E6E5-C2F1-638C-EA6158F1E851}"/>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5AE33B0A-4313-911E-EFA8-B58044498CBC}"/>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896F65CF-D86A-214E-9D8D-07A423A51679}"/>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BACD8668-E31F-271C-52DF-D93A3B1B5A49}"/>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01F8737D-3FF5-AB55-4271-C48EF894D4F6}"/>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CC5ECEAF-9B33-385F-0FC0-5244A40D20EE}"/>
              </a:ext>
            </a:extLst>
          </p:cNvPr>
          <p:cNvSpPr txBox="1"/>
          <p:nvPr/>
        </p:nvSpPr>
        <p:spPr>
          <a:xfrm>
            <a:off x="5215469" y="4747898"/>
            <a:ext cx="462845" cy="584775"/>
          </a:xfrm>
          <a:prstGeom prst="rect">
            <a:avLst/>
          </a:prstGeom>
          <a:noFill/>
        </p:spPr>
        <p:txBody>
          <a:bodyPr wrap="square" rtlCol="0">
            <a:spAutoFit/>
          </a:bodyPr>
          <a:lstStyle/>
          <a:p>
            <a:pPr algn="ctr"/>
            <a:r>
              <a:rPr lang="en-US" sz="3200" dirty="0"/>
              <a:t>3</a:t>
            </a:r>
          </a:p>
        </p:txBody>
      </p:sp>
      <p:sp>
        <p:nvSpPr>
          <p:cNvPr id="81" name="TextBox 80">
            <a:extLst>
              <a:ext uri="{FF2B5EF4-FFF2-40B4-BE49-F238E27FC236}">
                <a16:creationId xmlns:a16="http://schemas.microsoft.com/office/drawing/2014/main" id="{5A60C11A-6B46-7F52-3FBF-0B807C2FE8E4}"/>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82" name="TextBox 81">
            <a:extLst>
              <a:ext uri="{FF2B5EF4-FFF2-40B4-BE49-F238E27FC236}">
                <a16:creationId xmlns:a16="http://schemas.microsoft.com/office/drawing/2014/main" id="{DFDAE2B9-0924-B7AF-30E4-2C2143C90E6B}"/>
              </a:ext>
            </a:extLst>
          </p:cNvPr>
          <p:cNvSpPr txBox="1"/>
          <p:nvPr/>
        </p:nvSpPr>
        <p:spPr>
          <a:xfrm>
            <a:off x="6152446" y="3907597"/>
            <a:ext cx="570089" cy="230832"/>
          </a:xfrm>
          <a:prstGeom prst="rect">
            <a:avLst/>
          </a:prstGeom>
          <a:noFill/>
        </p:spPr>
        <p:txBody>
          <a:bodyPr wrap="square" rtlCol="0">
            <a:spAutoFit/>
          </a:bodyPr>
          <a:lstStyle/>
          <a:p>
            <a:pPr algn="ctr"/>
            <a:r>
              <a:rPr lang="en-US" sz="900" dirty="0"/>
              <a:t>93</a:t>
            </a:r>
          </a:p>
        </p:txBody>
      </p:sp>
      <p:sp>
        <p:nvSpPr>
          <p:cNvPr id="83" name="TextBox 82">
            <a:extLst>
              <a:ext uri="{FF2B5EF4-FFF2-40B4-BE49-F238E27FC236}">
                <a16:creationId xmlns:a16="http://schemas.microsoft.com/office/drawing/2014/main" id="{7A570B01-5624-C777-C361-D27874D2C4F9}"/>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7162A3E4-AFC7-3E73-1357-164042828F29}"/>
              </a:ext>
            </a:extLst>
          </p:cNvPr>
          <p:cNvSpPr txBox="1"/>
          <p:nvPr/>
        </p:nvSpPr>
        <p:spPr>
          <a:xfrm>
            <a:off x="4143022" y="1903821"/>
            <a:ext cx="570089" cy="230832"/>
          </a:xfrm>
          <a:prstGeom prst="rect">
            <a:avLst/>
          </a:prstGeom>
          <a:noFill/>
        </p:spPr>
        <p:txBody>
          <a:bodyPr wrap="square" rtlCol="0">
            <a:spAutoFit/>
          </a:bodyPr>
          <a:lstStyle/>
          <a:p>
            <a:pPr algn="ctr"/>
            <a:r>
              <a:rPr lang="en-US" sz="900" dirty="0"/>
              <a:t>82</a:t>
            </a:r>
          </a:p>
        </p:txBody>
      </p:sp>
      <p:sp>
        <p:nvSpPr>
          <p:cNvPr id="85" name="TextBox 84">
            <a:extLst>
              <a:ext uri="{FF2B5EF4-FFF2-40B4-BE49-F238E27FC236}">
                <a16:creationId xmlns:a16="http://schemas.microsoft.com/office/drawing/2014/main" id="{B9DE959E-7659-7C94-98AD-D59EE904BFEC}"/>
              </a:ext>
            </a:extLst>
          </p:cNvPr>
          <p:cNvSpPr txBox="1"/>
          <p:nvPr/>
        </p:nvSpPr>
        <p:spPr>
          <a:xfrm>
            <a:off x="4645378" y="2404765"/>
            <a:ext cx="570089" cy="230832"/>
          </a:xfrm>
          <a:prstGeom prst="rect">
            <a:avLst/>
          </a:prstGeom>
          <a:noFill/>
        </p:spPr>
        <p:txBody>
          <a:bodyPr wrap="square" rtlCol="0">
            <a:spAutoFit/>
          </a:bodyPr>
          <a:lstStyle/>
          <a:p>
            <a:pPr algn="ctr"/>
            <a:r>
              <a:rPr lang="en-US" sz="900" dirty="0"/>
              <a:t>378</a:t>
            </a:r>
          </a:p>
        </p:txBody>
      </p:sp>
      <p:sp>
        <p:nvSpPr>
          <p:cNvPr id="86" name="TextBox 85">
            <a:extLst>
              <a:ext uri="{FF2B5EF4-FFF2-40B4-BE49-F238E27FC236}">
                <a16:creationId xmlns:a16="http://schemas.microsoft.com/office/drawing/2014/main" id="{2CC9A92E-EF22-9EB5-883A-F328206CAA99}"/>
              </a:ext>
            </a:extLst>
          </p:cNvPr>
          <p:cNvSpPr txBox="1"/>
          <p:nvPr/>
        </p:nvSpPr>
        <p:spPr>
          <a:xfrm>
            <a:off x="5650090" y="2404765"/>
            <a:ext cx="570089" cy="230832"/>
          </a:xfrm>
          <a:prstGeom prst="rect">
            <a:avLst/>
          </a:prstGeom>
          <a:noFill/>
        </p:spPr>
        <p:txBody>
          <a:bodyPr wrap="square" rtlCol="0">
            <a:spAutoFit/>
          </a:bodyPr>
          <a:lstStyle/>
          <a:p>
            <a:pPr algn="ctr"/>
            <a:r>
              <a:rPr lang="en-US" sz="900" dirty="0"/>
              <a:t>389</a:t>
            </a:r>
          </a:p>
        </p:txBody>
      </p:sp>
      <p:sp>
        <p:nvSpPr>
          <p:cNvPr id="87" name="TextBox 86">
            <a:extLst>
              <a:ext uri="{FF2B5EF4-FFF2-40B4-BE49-F238E27FC236}">
                <a16:creationId xmlns:a16="http://schemas.microsoft.com/office/drawing/2014/main" id="{53BBC375-0746-35F2-A02B-A3C65B01650F}"/>
              </a:ext>
            </a:extLst>
          </p:cNvPr>
          <p:cNvSpPr txBox="1"/>
          <p:nvPr/>
        </p:nvSpPr>
        <p:spPr>
          <a:xfrm>
            <a:off x="4645378" y="1903821"/>
            <a:ext cx="570089" cy="230832"/>
          </a:xfrm>
          <a:prstGeom prst="rect">
            <a:avLst/>
          </a:prstGeom>
          <a:noFill/>
        </p:spPr>
        <p:txBody>
          <a:bodyPr wrap="square" rtlCol="0">
            <a:spAutoFit/>
          </a:bodyPr>
          <a:lstStyle/>
          <a:p>
            <a:pPr algn="ctr"/>
            <a:r>
              <a:rPr lang="en-US" sz="900" dirty="0"/>
              <a:t>238</a:t>
            </a:r>
          </a:p>
        </p:txBody>
      </p:sp>
      <p:sp>
        <p:nvSpPr>
          <p:cNvPr id="88" name="TextBox 87">
            <a:extLst>
              <a:ext uri="{FF2B5EF4-FFF2-40B4-BE49-F238E27FC236}">
                <a16:creationId xmlns:a16="http://schemas.microsoft.com/office/drawing/2014/main" id="{56709E98-F02C-1938-14B2-D7CD81BAF3B9}"/>
              </a:ext>
            </a:extLst>
          </p:cNvPr>
          <p:cNvSpPr txBox="1"/>
          <p:nvPr/>
        </p:nvSpPr>
        <p:spPr>
          <a:xfrm>
            <a:off x="5650090" y="1903821"/>
            <a:ext cx="570089" cy="230832"/>
          </a:xfrm>
          <a:prstGeom prst="rect">
            <a:avLst/>
          </a:prstGeom>
          <a:noFill/>
        </p:spPr>
        <p:txBody>
          <a:bodyPr wrap="square" rtlCol="0">
            <a:spAutoFit/>
          </a:bodyPr>
          <a:lstStyle/>
          <a:p>
            <a:pPr algn="ctr"/>
            <a:r>
              <a:rPr lang="en-US" sz="900" dirty="0"/>
              <a:t>389</a:t>
            </a:r>
          </a:p>
        </p:txBody>
      </p:sp>
      <p:sp>
        <p:nvSpPr>
          <p:cNvPr id="89" name="TextBox 88">
            <a:extLst>
              <a:ext uri="{FF2B5EF4-FFF2-40B4-BE49-F238E27FC236}">
                <a16:creationId xmlns:a16="http://schemas.microsoft.com/office/drawing/2014/main" id="{FB74AAA4-C62C-C5BF-2FD2-4E3C4A710CEE}"/>
              </a:ext>
            </a:extLst>
          </p:cNvPr>
          <p:cNvSpPr txBox="1"/>
          <p:nvPr/>
        </p:nvSpPr>
        <p:spPr>
          <a:xfrm>
            <a:off x="6152446" y="3406653"/>
            <a:ext cx="570089" cy="230832"/>
          </a:xfrm>
          <a:prstGeom prst="rect">
            <a:avLst/>
          </a:prstGeom>
          <a:noFill/>
        </p:spPr>
        <p:txBody>
          <a:bodyPr wrap="square" rtlCol="0">
            <a:spAutoFit/>
          </a:bodyPr>
          <a:lstStyle/>
          <a:p>
            <a:pPr algn="ctr"/>
            <a:r>
              <a:rPr lang="en-US" sz="900" dirty="0"/>
              <a:t>359</a:t>
            </a:r>
          </a:p>
        </p:txBody>
      </p:sp>
      <p:sp>
        <p:nvSpPr>
          <p:cNvPr id="90" name="TextBox 89">
            <a:extLst>
              <a:ext uri="{FF2B5EF4-FFF2-40B4-BE49-F238E27FC236}">
                <a16:creationId xmlns:a16="http://schemas.microsoft.com/office/drawing/2014/main" id="{29F8EED0-17F6-0422-B058-E46ACFB57B94}"/>
              </a:ext>
            </a:extLst>
          </p:cNvPr>
          <p:cNvSpPr txBox="1"/>
          <p:nvPr/>
        </p:nvSpPr>
        <p:spPr>
          <a:xfrm>
            <a:off x="6152446" y="2404765"/>
            <a:ext cx="570089" cy="230832"/>
          </a:xfrm>
          <a:prstGeom prst="rect">
            <a:avLst/>
          </a:prstGeom>
          <a:noFill/>
        </p:spPr>
        <p:txBody>
          <a:bodyPr wrap="square" rtlCol="0">
            <a:spAutoFit/>
          </a:bodyPr>
          <a:lstStyle/>
          <a:p>
            <a:pPr algn="ctr"/>
            <a:r>
              <a:rPr lang="en-US" sz="900" dirty="0"/>
              <a:t>389</a:t>
            </a:r>
          </a:p>
        </p:txBody>
      </p:sp>
      <p:sp>
        <p:nvSpPr>
          <p:cNvPr id="91" name="TextBox 90">
            <a:extLst>
              <a:ext uri="{FF2B5EF4-FFF2-40B4-BE49-F238E27FC236}">
                <a16:creationId xmlns:a16="http://schemas.microsoft.com/office/drawing/2014/main" id="{E4D84153-28A6-A558-62C6-B28C3BD4C6EA}"/>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4794E128-6249-28F9-9C90-6FAC3A87E9AA}"/>
              </a:ext>
            </a:extLst>
          </p:cNvPr>
          <p:cNvSpPr txBox="1"/>
          <p:nvPr/>
        </p:nvSpPr>
        <p:spPr>
          <a:xfrm>
            <a:off x="5715003" y="122455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D68548E3-CB67-E169-E381-251922FAA34F}"/>
              </a:ext>
            </a:extLst>
          </p:cNvPr>
          <p:cNvSpPr txBox="1"/>
          <p:nvPr/>
        </p:nvSpPr>
        <p:spPr>
          <a:xfrm>
            <a:off x="5215469" y="721216"/>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5BB12EE0-34F0-71E1-77B5-196FD75AF34F}"/>
              </a:ext>
            </a:extLst>
          </p:cNvPr>
          <p:cNvSpPr txBox="1"/>
          <p:nvPr/>
        </p:nvSpPr>
        <p:spPr>
          <a:xfrm>
            <a:off x="621453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E41DCD73-2B8D-B9AF-72F1-AF1A4AE46B60}"/>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AE1C2029-A454-6104-D3FD-74B62707ED53}"/>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169AB18A-0886-4045-9125-397DADCFDC81}"/>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32" name="TextBox 31">
            <a:extLst>
              <a:ext uri="{FF2B5EF4-FFF2-40B4-BE49-F238E27FC236}">
                <a16:creationId xmlns:a16="http://schemas.microsoft.com/office/drawing/2014/main" id="{60755F22-7574-1AC7-2179-11EF64E3266E}"/>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4E41F2C9-A65F-9016-05A1-02F929D27E99}"/>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9C1E40DE-9B2B-CCD4-8167-09270FF52515}"/>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AF1399DA-D4A0-6B63-8675-A0C2B37C2F89}"/>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37" name="TextBox 36">
            <a:extLst>
              <a:ext uri="{FF2B5EF4-FFF2-40B4-BE49-F238E27FC236}">
                <a16:creationId xmlns:a16="http://schemas.microsoft.com/office/drawing/2014/main" id="{D165616D-715C-BA72-1041-957CC5C2AE47}"/>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8B552C43-3792-9CBC-E906-58DD17E2DE63}"/>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A78BD1DA-B7ED-05F7-4E2F-C5059FCB4D84}"/>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370D07A1-0975-4235-DA7D-5D33FA04DDDF}"/>
              </a:ext>
            </a:extLst>
          </p:cNvPr>
          <p:cNvSpPr txBox="1"/>
          <p:nvPr/>
        </p:nvSpPr>
        <p:spPr>
          <a:xfrm>
            <a:off x="4216401" y="3237891"/>
            <a:ext cx="462845" cy="584775"/>
          </a:xfrm>
          <a:prstGeom prst="rect">
            <a:avLst/>
          </a:prstGeom>
          <a:no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F506948D-B98D-5631-F9DF-9386A3446AC7}"/>
              </a:ext>
            </a:extLst>
          </p:cNvPr>
          <p:cNvSpPr txBox="1"/>
          <p:nvPr/>
        </p:nvSpPr>
        <p:spPr>
          <a:xfrm>
            <a:off x="3217333" y="3741226"/>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9A415B15-DC8A-F0B4-CDE8-60E19AAFDAEC}"/>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48" name="TextBox 47">
            <a:extLst>
              <a:ext uri="{FF2B5EF4-FFF2-40B4-BE49-F238E27FC236}">
                <a16:creationId xmlns:a16="http://schemas.microsoft.com/office/drawing/2014/main" id="{EA2A2219-6784-F5BF-F520-C5CD1B67CFB5}"/>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C78B09C9-AEBF-83DE-B9C7-4D431533210B}"/>
              </a:ext>
            </a:extLst>
          </p:cNvPr>
          <p:cNvSpPr txBox="1"/>
          <p:nvPr/>
        </p:nvSpPr>
        <p:spPr>
          <a:xfrm>
            <a:off x="4216401" y="223122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928CBF43-8FD5-2A8D-C851-F541AB2CA9EA}"/>
              </a:ext>
            </a:extLst>
          </p:cNvPr>
          <p:cNvSpPr txBox="1"/>
          <p:nvPr/>
        </p:nvSpPr>
        <p:spPr>
          <a:xfrm>
            <a:off x="3217333" y="2231221"/>
            <a:ext cx="462845" cy="584775"/>
          </a:xfrm>
          <a:prstGeom prst="rect">
            <a:avLst/>
          </a:prstGeom>
          <a:noFill/>
        </p:spPr>
        <p:txBody>
          <a:bodyPr wrap="square" rtlCol="0">
            <a:spAutoFit/>
          </a:bodyPr>
          <a:lstStyle/>
          <a:p>
            <a:pPr algn="ctr"/>
            <a:r>
              <a:rPr lang="en-US" sz="3200" dirty="0"/>
              <a:t>5</a:t>
            </a:r>
          </a:p>
        </p:txBody>
      </p:sp>
      <p:sp>
        <p:nvSpPr>
          <p:cNvPr id="8" name="TextBox 7">
            <a:extLst>
              <a:ext uri="{FF2B5EF4-FFF2-40B4-BE49-F238E27FC236}">
                <a16:creationId xmlns:a16="http://schemas.microsoft.com/office/drawing/2014/main" id="{85269FEA-9E39-88CB-640A-7A6E590817EC}"/>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C443D719-5A30-BEFF-481A-3B7023DC8751}"/>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ED07D503-42AC-717B-B56E-F4F46031EE26}"/>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F63A32DF-B2E4-6344-5000-DA6E64133FCA}"/>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F40C9AFA-B50A-240E-4C57-DEF30460E8F0}"/>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58" name="TextBox 57">
            <a:extLst>
              <a:ext uri="{FF2B5EF4-FFF2-40B4-BE49-F238E27FC236}">
                <a16:creationId xmlns:a16="http://schemas.microsoft.com/office/drawing/2014/main" id="{7F902A2A-286F-F491-1084-E8305B5341DB}"/>
              </a:ext>
            </a:extLst>
          </p:cNvPr>
          <p:cNvSpPr txBox="1"/>
          <p:nvPr/>
        </p:nvSpPr>
        <p:spPr>
          <a:xfrm>
            <a:off x="4216401" y="273455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FDB83613-84F0-64B0-66DC-C4613D52133D}"/>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12343929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0BF26-6430-E14E-C572-0A965CEA61F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35B3222-AE7D-4C29-DBFB-7A2AF001EAB4}"/>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BC455B1-36EE-1BBF-4A8B-81C9CAB2AE9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127A974-8729-06E5-5F6B-9F9630092C9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03AFF7D-BB02-D668-9FC0-3974C0ABDEA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D6679E2-2B38-A5F9-D560-7B74E415D673}"/>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6C19866E-8746-EE67-1117-FA70C7A1DD88}"/>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E073722E-92F2-3866-2356-EBDC57C124CB}"/>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7DAB4BB7-0B3F-5814-32A3-596604712FCD}"/>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FA0411E4-1C53-94D7-05C4-808BED63D3DC}"/>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6A7F8883-997B-D08D-BB2C-3C143EF2DBAA}"/>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31" name="TextBox 30">
            <a:extLst>
              <a:ext uri="{FF2B5EF4-FFF2-40B4-BE49-F238E27FC236}">
                <a16:creationId xmlns:a16="http://schemas.microsoft.com/office/drawing/2014/main" id="{143F647E-2529-1082-F86F-52E2F93DF1BE}"/>
              </a:ext>
            </a:extLst>
          </p:cNvPr>
          <p:cNvSpPr txBox="1"/>
          <p:nvPr/>
        </p:nvSpPr>
        <p:spPr>
          <a:xfrm>
            <a:off x="5147734" y="1903821"/>
            <a:ext cx="570089" cy="230832"/>
          </a:xfrm>
          <a:prstGeom prst="rect">
            <a:avLst/>
          </a:prstGeom>
          <a:noFill/>
        </p:spPr>
        <p:txBody>
          <a:bodyPr wrap="square" rtlCol="0">
            <a:spAutoFit/>
          </a:bodyPr>
          <a:lstStyle/>
          <a:p>
            <a:pPr algn="ctr"/>
            <a:r>
              <a:rPr lang="en-US" sz="900" dirty="0"/>
              <a:t>92</a:t>
            </a:r>
          </a:p>
        </p:txBody>
      </p:sp>
      <p:sp>
        <p:nvSpPr>
          <p:cNvPr id="33" name="TextBox 32">
            <a:extLst>
              <a:ext uri="{FF2B5EF4-FFF2-40B4-BE49-F238E27FC236}">
                <a16:creationId xmlns:a16="http://schemas.microsoft.com/office/drawing/2014/main" id="{DF294991-BACE-D914-08C2-A18FC8475140}"/>
              </a:ext>
            </a:extLst>
          </p:cNvPr>
          <p:cNvSpPr txBox="1"/>
          <p:nvPr/>
        </p:nvSpPr>
        <p:spPr>
          <a:xfrm>
            <a:off x="5147734" y="3406653"/>
            <a:ext cx="570089" cy="230832"/>
          </a:xfrm>
          <a:prstGeom prst="rect">
            <a:avLst/>
          </a:prstGeom>
          <a:noFill/>
        </p:spPr>
        <p:txBody>
          <a:bodyPr wrap="square" rtlCol="0">
            <a:spAutoFit/>
          </a:bodyPr>
          <a:lstStyle/>
          <a:p>
            <a:pPr algn="ctr"/>
            <a:r>
              <a:rPr lang="en-US" sz="900" dirty="0"/>
              <a:t>29</a:t>
            </a:r>
          </a:p>
        </p:txBody>
      </p:sp>
      <p:sp>
        <p:nvSpPr>
          <p:cNvPr id="39" name="TextBox 38">
            <a:extLst>
              <a:ext uri="{FF2B5EF4-FFF2-40B4-BE49-F238E27FC236}">
                <a16:creationId xmlns:a16="http://schemas.microsoft.com/office/drawing/2014/main" id="{04D096D7-8998-D531-AC42-09013C033A35}"/>
              </a:ext>
            </a:extLst>
          </p:cNvPr>
          <p:cNvSpPr txBox="1"/>
          <p:nvPr/>
        </p:nvSpPr>
        <p:spPr>
          <a:xfrm>
            <a:off x="4143022" y="1402877"/>
            <a:ext cx="570089" cy="230832"/>
          </a:xfrm>
          <a:prstGeom prst="rect">
            <a:avLst/>
          </a:prstGeom>
          <a:noFill/>
        </p:spPr>
        <p:txBody>
          <a:bodyPr wrap="square" rtlCol="0">
            <a:spAutoFit/>
          </a:bodyPr>
          <a:lstStyle/>
          <a:p>
            <a:pPr algn="ctr"/>
            <a:r>
              <a:rPr lang="en-US" sz="900" dirty="0"/>
              <a:t>28</a:t>
            </a:r>
          </a:p>
        </p:txBody>
      </p:sp>
      <p:sp>
        <p:nvSpPr>
          <p:cNvPr id="40" name="TextBox 39">
            <a:extLst>
              <a:ext uri="{FF2B5EF4-FFF2-40B4-BE49-F238E27FC236}">
                <a16:creationId xmlns:a16="http://schemas.microsoft.com/office/drawing/2014/main" id="{763D9239-C162-932C-FBEE-53F50E930652}"/>
              </a:ext>
            </a:extLst>
          </p:cNvPr>
          <p:cNvSpPr txBox="1"/>
          <p:nvPr/>
        </p:nvSpPr>
        <p:spPr>
          <a:xfrm>
            <a:off x="4645378" y="1402877"/>
            <a:ext cx="570089" cy="230832"/>
          </a:xfrm>
          <a:prstGeom prst="rect">
            <a:avLst/>
          </a:prstGeom>
          <a:noFill/>
        </p:spPr>
        <p:txBody>
          <a:bodyPr wrap="square" rtlCol="0">
            <a:spAutoFit/>
          </a:bodyPr>
          <a:lstStyle/>
          <a:p>
            <a:pPr algn="ctr"/>
            <a:r>
              <a:rPr lang="en-US" sz="900" dirty="0"/>
              <a:t>82</a:t>
            </a:r>
          </a:p>
        </p:txBody>
      </p:sp>
      <p:sp>
        <p:nvSpPr>
          <p:cNvPr id="44" name="TextBox 43">
            <a:extLst>
              <a:ext uri="{FF2B5EF4-FFF2-40B4-BE49-F238E27FC236}">
                <a16:creationId xmlns:a16="http://schemas.microsoft.com/office/drawing/2014/main" id="{0068B801-72D3-F8AA-87D0-2C3972A196D1}"/>
              </a:ext>
            </a:extLst>
          </p:cNvPr>
          <p:cNvSpPr txBox="1"/>
          <p:nvPr/>
        </p:nvSpPr>
        <p:spPr>
          <a:xfrm>
            <a:off x="4645378" y="2905709"/>
            <a:ext cx="570089" cy="230832"/>
          </a:xfrm>
          <a:prstGeom prst="rect">
            <a:avLst/>
          </a:prstGeom>
          <a:noFill/>
        </p:spPr>
        <p:txBody>
          <a:bodyPr wrap="square" rtlCol="0">
            <a:spAutoFit/>
          </a:bodyPr>
          <a:lstStyle/>
          <a:p>
            <a:pPr algn="ctr"/>
            <a:r>
              <a:rPr lang="en-US" sz="900" dirty="0"/>
              <a:t>58</a:t>
            </a:r>
          </a:p>
        </p:txBody>
      </p:sp>
      <p:sp>
        <p:nvSpPr>
          <p:cNvPr id="45" name="TextBox 44">
            <a:extLst>
              <a:ext uri="{FF2B5EF4-FFF2-40B4-BE49-F238E27FC236}">
                <a16:creationId xmlns:a16="http://schemas.microsoft.com/office/drawing/2014/main" id="{F598E2DD-B7E1-D918-7632-06F56C888137}"/>
              </a:ext>
            </a:extLst>
          </p:cNvPr>
          <p:cNvSpPr txBox="1"/>
          <p:nvPr/>
        </p:nvSpPr>
        <p:spPr>
          <a:xfrm>
            <a:off x="5650090" y="2905709"/>
            <a:ext cx="570089" cy="230832"/>
          </a:xfrm>
          <a:prstGeom prst="rect">
            <a:avLst/>
          </a:prstGeom>
          <a:noFill/>
        </p:spPr>
        <p:txBody>
          <a:bodyPr wrap="square" rtlCol="0">
            <a:spAutoFit/>
          </a:bodyPr>
          <a:lstStyle/>
          <a:p>
            <a:pPr algn="ctr"/>
            <a:r>
              <a:rPr lang="en-US" sz="900" dirty="0"/>
              <a:t>89</a:t>
            </a:r>
          </a:p>
        </p:txBody>
      </p:sp>
      <p:sp>
        <p:nvSpPr>
          <p:cNvPr id="46" name="TextBox 45">
            <a:extLst>
              <a:ext uri="{FF2B5EF4-FFF2-40B4-BE49-F238E27FC236}">
                <a16:creationId xmlns:a16="http://schemas.microsoft.com/office/drawing/2014/main" id="{8DA1D83F-660E-451E-7B4C-2D3AC67B002E}"/>
              </a:ext>
            </a:extLst>
          </p:cNvPr>
          <p:cNvSpPr txBox="1"/>
          <p:nvPr/>
        </p:nvSpPr>
        <p:spPr>
          <a:xfrm>
            <a:off x="6152446" y="2905709"/>
            <a:ext cx="570089" cy="230832"/>
          </a:xfrm>
          <a:prstGeom prst="rect">
            <a:avLst/>
          </a:prstGeom>
          <a:noFill/>
        </p:spPr>
        <p:txBody>
          <a:bodyPr wrap="square" rtlCol="0">
            <a:spAutoFit/>
          </a:bodyPr>
          <a:lstStyle/>
          <a:p>
            <a:pPr algn="ctr"/>
            <a:r>
              <a:rPr lang="en-US" sz="900" dirty="0"/>
              <a:t>589</a:t>
            </a:r>
          </a:p>
        </p:txBody>
      </p:sp>
      <p:sp>
        <p:nvSpPr>
          <p:cNvPr id="51" name="TextBox 50">
            <a:extLst>
              <a:ext uri="{FF2B5EF4-FFF2-40B4-BE49-F238E27FC236}">
                <a16:creationId xmlns:a16="http://schemas.microsoft.com/office/drawing/2014/main" id="{14A48047-DF2C-535C-744F-CD121EB8D78A}"/>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B5B09CB2-F2EA-0565-E71C-FDA72101B757}"/>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B0A91EE7-C0E1-8271-0D3E-453EF3A241E3}"/>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D4F535E0-7D72-2820-2B37-1D94692E12D4}"/>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B740BBEC-BFE1-E3A6-0285-C8108B280E73}"/>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3" name="TextBox 62">
            <a:extLst>
              <a:ext uri="{FF2B5EF4-FFF2-40B4-BE49-F238E27FC236}">
                <a16:creationId xmlns:a16="http://schemas.microsoft.com/office/drawing/2014/main" id="{F2C842AC-FB3B-67BD-DBDF-41518C1FEFB5}"/>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83BEFFE7-14FA-D784-B88E-52D0E3B9E90F}"/>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53C88A2A-A0CD-A51C-07DE-249631AEF25B}"/>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854DA65A-EDA9-8004-1CEC-CDA2073BDF44}"/>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53D6321B-4E18-3544-F879-5F89CD3DE7D5}"/>
              </a:ext>
            </a:extLst>
          </p:cNvPr>
          <p:cNvSpPr txBox="1"/>
          <p:nvPr/>
        </p:nvSpPr>
        <p:spPr>
          <a:xfrm>
            <a:off x="7157158" y="3406653"/>
            <a:ext cx="570089" cy="230832"/>
          </a:xfrm>
          <a:prstGeom prst="rect">
            <a:avLst/>
          </a:prstGeom>
          <a:noFill/>
        </p:spPr>
        <p:txBody>
          <a:bodyPr wrap="square" rtlCol="0">
            <a:spAutoFit/>
          </a:bodyPr>
          <a:lstStyle/>
          <a:p>
            <a:pPr algn="ctr"/>
            <a:r>
              <a:rPr lang="en-US" sz="900" dirty="0"/>
              <a:t>93</a:t>
            </a:r>
          </a:p>
        </p:txBody>
      </p:sp>
      <p:sp>
        <p:nvSpPr>
          <p:cNvPr id="71" name="TextBox 70">
            <a:extLst>
              <a:ext uri="{FF2B5EF4-FFF2-40B4-BE49-F238E27FC236}">
                <a16:creationId xmlns:a16="http://schemas.microsoft.com/office/drawing/2014/main" id="{6963D840-6456-D5CC-E877-5E973B871357}"/>
              </a:ext>
            </a:extLst>
          </p:cNvPr>
          <p:cNvSpPr txBox="1"/>
          <p:nvPr/>
        </p:nvSpPr>
        <p:spPr>
          <a:xfrm>
            <a:off x="7157158" y="3907597"/>
            <a:ext cx="570089" cy="230832"/>
          </a:xfrm>
          <a:prstGeom prst="rect">
            <a:avLst/>
          </a:prstGeom>
          <a:noFill/>
        </p:spPr>
        <p:txBody>
          <a:bodyPr wrap="square" rtlCol="0">
            <a:spAutoFit/>
          </a:bodyPr>
          <a:lstStyle/>
          <a:p>
            <a:pPr algn="ctr"/>
            <a:r>
              <a:rPr lang="en-US" sz="900" dirty="0"/>
              <a:t>39</a:t>
            </a:r>
          </a:p>
        </p:txBody>
      </p:sp>
      <p:sp>
        <p:nvSpPr>
          <p:cNvPr id="22" name="TextBox 21">
            <a:extLst>
              <a:ext uri="{FF2B5EF4-FFF2-40B4-BE49-F238E27FC236}">
                <a16:creationId xmlns:a16="http://schemas.microsoft.com/office/drawing/2014/main" id="{E0C79A68-FCD5-9CEC-4314-C86A7ED786FC}"/>
              </a:ext>
            </a:extLst>
          </p:cNvPr>
          <p:cNvSpPr txBox="1"/>
          <p:nvPr/>
        </p:nvSpPr>
        <p:spPr>
          <a:xfrm>
            <a:off x="4645378" y="3406653"/>
            <a:ext cx="570089" cy="230832"/>
          </a:xfrm>
          <a:prstGeom prst="rect">
            <a:avLst/>
          </a:prstGeom>
          <a:noFill/>
        </p:spPr>
        <p:txBody>
          <a:bodyPr wrap="square" rtlCol="0">
            <a:spAutoFit/>
          </a:bodyPr>
          <a:lstStyle/>
          <a:p>
            <a:pPr algn="ctr"/>
            <a:r>
              <a:rPr lang="en-US" sz="900" dirty="0"/>
              <a:t>235</a:t>
            </a:r>
          </a:p>
        </p:txBody>
      </p:sp>
      <p:sp>
        <p:nvSpPr>
          <p:cNvPr id="24" name="TextBox 23">
            <a:extLst>
              <a:ext uri="{FF2B5EF4-FFF2-40B4-BE49-F238E27FC236}">
                <a16:creationId xmlns:a16="http://schemas.microsoft.com/office/drawing/2014/main" id="{73BE6468-4855-20B2-A371-1D0595D66E82}"/>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5" name="TextBox 24">
            <a:extLst>
              <a:ext uri="{FF2B5EF4-FFF2-40B4-BE49-F238E27FC236}">
                <a16:creationId xmlns:a16="http://schemas.microsoft.com/office/drawing/2014/main" id="{15C02E2B-9C56-C928-8C26-F4A4ED9E414D}"/>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F5E1EAED-46F8-6A01-0C58-61CFC1EB9CE7}"/>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A4ED6CF3-57E3-B3FE-AB21-136EDF728B09}"/>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6D2CFE6A-878F-8215-0C7D-C52CD76E3553}"/>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70F53F30-5DC6-4D7C-C01D-1EA33B82BCCE}"/>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A609E336-8E4D-4F79-57D9-6BE238B75EB2}"/>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D58D29F2-3389-18CD-7294-DA0A549772A6}"/>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27E2C073-7A68-6319-9B4A-CD6A16E20724}"/>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CBBD2D84-3E76-A89C-2A90-62724505A641}"/>
              </a:ext>
            </a:extLst>
          </p:cNvPr>
          <p:cNvSpPr txBox="1"/>
          <p:nvPr/>
        </p:nvSpPr>
        <p:spPr>
          <a:xfrm>
            <a:off x="5215469" y="4747898"/>
            <a:ext cx="462845" cy="584775"/>
          </a:xfrm>
          <a:prstGeom prst="rect">
            <a:avLst/>
          </a:prstGeom>
          <a:noFill/>
        </p:spPr>
        <p:txBody>
          <a:bodyPr wrap="square" rtlCol="0">
            <a:spAutoFit/>
          </a:bodyPr>
          <a:lstStyle/>
          <a:p>
            <a:pPr algn="ctr"/>
            <a:r>
              <a:rPr lang="en-US" sz="3200" dirty="0"/>
              <a:t>3</a:t>
            </a:r>
          </a:p>
        </p:txBody>
      </p:sp>
      <p:sp>
        <p:nvSpPr>
          <p:cNvPr id="81" name="TextBox 80">
            <a:extLst>
              <a:ext uri="{FF2B5EF4-FFF2-40B4-BE49-F238E27FC236}">
                <a16:creationId xmlns:a16="http://schemas.microsoft.com/office/drawing/2014/main" id="{20620FEB-E34E-3CA8-6503-486C679DC1D6}"/>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82" name="TextBox 81">
            <a:extLst>
              <a:ext uri="{FF2B5EF4-FFF2-40B4-BE49-F238E27FC236}">
                <a16:creationId xmlns:a16="http://schemas.microsoft.com/office/drawing/2014/main" id="{D88ED896-3B20-B109-EAA4-06EA42A5DBF6}"/>
              </a:ext>
            </a:extLst>
          </p:cNvPr>
          <p:cNvSpPr txBox="1"/>
          <p:nvPr/>
        </p:nvSpPr>
        <p:spPr>
          <a:xfrm>
            <a:off x="6152446" y="3907597"/>
            <a:ext cx="570089" cy="230832"/>
          </a:xfrm>
          <a:prstGeom prst="rect">
            <a:avLst/>
          </a:prstGeom>
          <a:noFill/>
        </p:spPr>
        <p:txBody>
          <a:bodyPr wrap="square" rtlCol="0">
            <a:spAutoFit/>
          </a:bodyPr>
          <a:lstStyle/>
          <a:p>
            <a:pPr algn="ctr"/>
            <a:r>
              <a:rPr lang="en-US" sz="900" dirty="0"/>
              <a:t>93</a:t>
            </a:r>
          </a:p>
        </p:txBody>
      </p:sp>
      <p:sp>
        <p:nvSpPr>
          <p:cNvPr id="83" name="TextBox 82">
            <a:extLst>
              <a:ext uri="{FF2B5EF4-FFF2-40B4-BE49-F238E27FC236}">
                <a16:creationId xmlns:a16="http://schemas.microsoft.com/office/drawing/2014/main" id="{EB5BB37E-DC1C-190E-88CE-F2234B78EB85}"/>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B1AE6F8D-2B56-EADB-2896-8D0A76B446FD}"/>
              </a:ext>
            </a:extLst>
          </p:cNvPr>
          <p:cNvSpPr txBox="1"/>
          <p:nvPr/>
        </p:nvSpPr>
        <p:spPr>
          <a:xfrm>
            <a:off x="4143022" y="1903821"/>
            <a:ext cx="570089" cy="230832"/>
          </a:xfrm>
          <a:prstGeom prst="rect">
            <a:avLst/>
          </a:prstGeom>
          <a:noFill/>
        </p:spPr>
        <p:txBody>
          <a:bodyPr wrap="square" rtlCol="0">
            <a:spAutoFit/>
          </a:bodyPr>
          <a:lstStyle/>
          <a:p>
            <a:pPr algn="ctr"/>
            <a:r>
              <a:rPr lang="en-US" sz="900" dirty="0"/>
              <a:t>82</a:t>
            </a:r>
          </a:p>
        </p:txBody>
      </p:sp>
      <p:sp>
        <p:nvSpPr>
          <p:cNvPr id="85" name="TextBox 84">
            <a:extLst>
              <a:ext uri="{FF2B5EF4-FFF2-40B4-BE49-F238E27FC236}">
                <a16:creationId xmlns:a16="http://schemas.microsoft.com/office/drawing/2014/main" id="{CB07D2C6-FDE6-E612-B925-70540FA672E5}"/>
              </a:ext>
            </a:extLst>
          </p:cNvPr>
          <p:cNvSpPr txBox="1"/>
          <p:nvPr/>
        </p:nvSpPr>
        <p:spPr>
          <a:xfrm>
            <a:off x="4645378" y="2404765"/>
            <a:ext cx="570089" cy="230832"/>
          </a:xfrm>
          <a:prstGeom prst="rect">
            <a:avLst/>
          </a:prstGeom>
          <a:noFill/>
        </p:spPr>
        <p:txBody>
          <a:bodyPr wrap="square" rtlCol="0">
            <a:spAutoFit/>
          </a:bodyPr>
          <a:lstStyle/>
          <a:p>
            <a:pPr algn="ctr"/>
            <a:r>
              <a:rPr lang="en-US" sz="900" dirty="0"/>
              <a:t>378</a:t>
            </a:r>
          </a:p>
        </p:txBody>
      </p:sp>
      <p:sp>
        <p:nvSpPr>
          <p:cNvPr id="86" name="TextBox 85">
            <a:extLst>
              <a:ext uri="{FF2B5EF4-FFF2-40B4-BE49-F238E27FC236}">
                <a16:creationId xmlns:a16="http://schemas.microsoft.com/office/drawing/2014/main" id="{FEAC4E1D-7802-FB55-A886-AB6B863E3F05}"/>
              </a:ext>
            </a:extLst>
          </p:cNvPr>
          <p:cNvSpPr txBox="1"/>
          <p:nvPr/>
        </p:nvSpPr>
        <p:spPr>
          <a:xfrm>
            <a:off x="5650090" y="2404765"/>
            <a:ext cx="570089" cy="230832"/>
          </a:xfrm>
          <a:prstGeom prst="rect">
            <a:avLst/>
          </a:prstGeom>
          <a:noFill/>
        </p:spPr>
        <p:txBody>
          <a:bodyPr wrap="square" rtlCol="0">
            <a:spAutoFit/>
          </a:bodyPr>
          <a:lstStyle/>
          <a:p>
            <a:pPr algn="ctr"/>
            <a:r>
              <a:rPr lang="en-US" sz="900" dirty="0"/>
              <a:t>83</a:t>
            </a:r>
          </a:p>
        </p:txBody>
      </p:sp>
      <p:sp>
        <p:nvSpPr>
          <p:cNvPr id="87" name="TextBox 86">
            <a:extLst>
              <a:ext uri="{FF2B5EF4-FFF2-40B4-BE49-F238E27FC236}">
                <a16:creationId xmlns:a16="http://schemas.microsoft.com/office/drawing/2014/main" id="{3A9AB709-2A98-43A8-7F18-80F232E4769B}"/>
              </a:ext>
            </a:extLst>
          </p:cNvPr>
          <p:cNvSpPr txBox="1"/>
          <p:nvPr/>
        </p:nvSpPr>
        <p:spPr>
          <a:xfrm>
            <a:off x="4645378" y="1903821"/>
            <a:ext cx="570089" cy="230832"/>
          </a:xfrm>
          <a:prstGeom prst="rect">
            <a:avLst/>
          </a:prstGeom>
          <a:noFill/>
        </p:spPr>
        <p:txBody>
          <a:bodyPr wrap="square" rtlCol="0">
            <a:spAutoFit/>
          </a:bodyPr>
          <a:lstStyle/>
          <a:p>
            <a:pPr algn="ctr"/>
            <a:r>
              <a:rPr lang="en-US" sz="900" dirty="0"/>
              <a:t>238</a:t>
            </a:r>
          </a:p>
        </p:txBody>
      </p:sp>
      <p:sp>
        <p:nvSpPr>
          <p:cNvPr id="88" name="TextBox 87">
            <a:extLst>
              <a:ext uri="{FF2B5EF4-FFF2-40B4-BE49-F238E27FC236}">
                <a16:creationId xmlns:a16="http://schemas.microsoft.com/office/drawing/2014/main" id="{3F8872B1-5D12-6822-9292-E0284224C1C9}"/>
              </a:ext>
            </a:extLst>
          </p:cNvPr>
          <p:cNvSpPr txBox="1"/>
          <p:nvPr/>
        </p:nvSpPr>
        <p:spPr>
          <a:xfrm>
            <a:off x="5650090" y="1903821"/>
            <a:ext cx="570089" cy="230832"/>
          </a:xfrm>
          <a:prstGeom prst="rect">
            <a:avLst/>
          </a:prstGeom>
          <a:noFill/>
        </p:spPr>
        <p:txBody>
          <a:bodyPr wrap="square" rtlCol="0">
            <a:spAutoFit/>
          </a:bodyPr>
          <a:lstStyle/>
          <a:p>
            <a:pPr algn="ctr"/>
            <a:r>
              <a:rPr lang="en-US" sz="900" dirty="0"/>
              <a:t>389</a:t>
            </a:r>
          </a:p>
        </p:txBody>
      </p:sp>
      <p:sp>
        <p:nvSpPr>
          <p:cNvPr id="89" name="TextBox 88">
            <a:extLst>
              <a:ext uri="{FF2B5EF4-FFF2-40B4-BE49-F238E27FC236}">
                <a16:creationId xmlns:a16="http://schemas.microsoft.com/office/drawing/2014/main" id="{8C95EEA7-537A-F64A-5FB0-52A17FAA3480}"/>
              </a:ext>
            </a:extLst>
          </p:cNvPr>
          <p:cNvSpPr txBox="1"/>
          <p:nvPr/>
        </p:nvSpPr>
        <p:spPr>
          <a:xfrm>
            <a:off x="6152446" y="3406653"/>
            <a:ext cx="570089" cy="230832"/>
          </a:xfrm>
          <a:prstGeom prst="rect">
            <a:avLst/>
          </a:prstGeom>
          <a:noFill/>
        </p:spPr>
        <p:txBody>
          <a:bodyPr wrap="square" rtlCol="0">
            <a:spAutoFit/>
          </a:bodyPr>
          <a:lstStyle/>
          <a:p>
            <a:pPr algn="ctr"/>
            <a:r>
              <a:rPr lang="en-US" sz="900" dirty="0"/>
              <a:t>359</a:t>
            </a:r>
          </a:p>
        </p:txBody>
      </p:sp>
      <p:sp>
        <p:nvSpPr>
          <p:cNvPr id="90" name="TextBox 89">
            <a:extLst>
              <a:ext uri="{FF2B5EF4-FFF2-40B4-BE49-F238E27FC236}">
                <a16:creationId xmlns:a16="http://schemas.microsoft.com/office/drawing/2014/main" id="{0FD162FB-D4A4-5B8B-D6A0-51DABC0691CC}"/>
              </a:ext>
            </a:extLst>
          </p:cNvPr>
          <p:cNvSpPr txBox="1"/>
          <p:nvPr/>
        </p:nvSpPr>
        <p:spPr>
          <a:xfrm>
            <a:off x="6152446" y="2404765"/>
            <a:ext cx="570089" cy="230832"/>
          </a:xfrm>
          <a:prstGeom prst="rect">
            <a:avLst/>
          </a:prstGeom>
          <a:noFill/>
        </p:spPr>
        <p:txBody>
          <a:bodyPr wrap="square" rtlCol="0">
            <a:spAutoFit/>
          </a:bodyPr>
          <a:lstStyle/>
          <a:p>
            <a:pPr algn="ctr"/>
            <a:r>
              <a:rPr lang="en-US" sz="900" dirty="0"/>
              <a:t>38</a:t>
            </a:r>
          </a:p>
        </p:txBody>
      </p:sp>
      <p:sp>
        <p:nvSpPr>
          <p:cNvPr id="91" name="TextBox 90">
            <a:extLst>
              <a:ext uri="{FF2B5EF4-FFF2-40B4-BE49-F238E27FC236}">
                <a16:creationId xmlns:a16="http://schemas.microsoft.com/office/drawing/2014/main" id="{082B793A-2CAF-FE98-B056-F2C8C9298DBB}"/>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192794E7-5FAC-C303-0181-BBC43D79B7BC}"/>
              </a:ext>
            </a:extLst>
          </p:cNvPr>
          <p:cNvSpPr txBox="1"/>
          <p:nvPr/>
        </p:nvSpPr>
        <p:spPr>
          <a:xfrm>
            <a:off x="5715003" y="122455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F2AF5A53-4690-79BA-FC8D-CF2C4E27DCC9}"/>
              </a:ext>
            </a:extLst>
          </p:cNvPr>
          <p:cNvSpPr txBox="1"/>
          <p:nvPr/>
        </p:nvSpPr>
        <p:spPr>
          <a:xfrm>
            <a:off x="5215469" y="721216"/>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F001A386-CCBB-C074-0D66-053B005BEEF8}"/>
              </a:ext>
            </a:extLst>
          </p:cNvPr>
          <p:cNvSpPr txBox="1"/>
          <p:nvPr/>
        </p:nvSpPr>
        <p:spPr>
          <a:xfrm>
            <a:off x="621453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5E3E5078-A78D-6C0D-3782-B3C738F0BB38}"/>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14FE00F1-31C5-EE62-D2C2-CED4948807F0}"/>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48DA274D-5515-525B-E553-F0EF7789CB7D}"/>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32" name="TextBox 31">
            <a:extLst>
              <a:ext uri="{FF2B5EF4-FFF2-40B4-BE49-F238E27FC236}">
                <a16:creationId xmlns:a16="http://schemas.microsoft.com/office/drawing/2014/main" id="{4276923E-E364-DC81-810E-64D2CE5E4289}"/>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9A279502-413E-F018-74EA-66D848421A14}"/>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5FB5D547-D5FA-06E5-822D-B21A35283F04}"/>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D14FE27D-CFCF-B65D-589A-89E225B7FF6C}"/>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37" name="TextBox 36">
            <a:extLst>
              <a:ext uri="{FF2B5EF4-FFF2-40B4-BE49-F238E27FC236}">
                <a16:creationId xmlns:a16="http://schemas.microsoft.com/office/drawing/2014/main" id="{95EAF2DC-DB78-576C-0DB4-868D31E8AA65}"/>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999F71CF-2674-B803-F662-F64B024871A6}"/>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B0B64322-26C8-5BEE-C4AF-9081C1CFBFE7}"/>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A09775F6-F85C-5212-6CC8-15CF48811E2E}"/>
              </a:ext>
            </a:extLst>
          </p:cNvPr>
          <p:cNvSpPr txBox="1"/>
          <p:nvPr/>
        </p:nvSpPr>
        <p:spPr>
          <a:xfrm>
            <a:off x="4216401" y="3237891"/>
            <a:ext cx="462845" cy="584775"/>
          </a:xfrm>
          <a:prstGeom prst="rect">
            <a:avLst/>
          </a:prstGeom>
          <a:no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0CE307DA-6A24-7CCA-3C0A-6E3925E42B4F}"/>
              </a:ext>
            </a:extLst>
          </p:cNvPr>
          <p:cNvSpPr txBox="1"/>
          <p:nvPr/>
        </p:nvSpPr>
        <p:spPr>
          <a:xfrm>
            <a:off x="3217333" y="3741226"/>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357DE7C6-2060-41BE-B1E9-0AA1B8292719}"/>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48" name="TextBox 47">
            <a:extLst>
              <a:ext uri="{FF2B5EF4-FFF2-40B4-BE49-F238E27FC236}">
                <a16:creationId xmlns:a16="http://schemas.microsoft.com/office/drawing/2014/main" id="{D071E837-7DC3-CB04-382C-2F970F4357C0}"/>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767591C4-3049-27AA-CFAA-D856CD8F883B}"/>
              </a:ext>
            </a:extLst>
          </p:cNvPr>
          <p:cNvSpPr txBox="1"/>
          <p:nvPr/>
        </p:nvSpPr>
        <p:spPr>
          <a:xfrm>
            <a:off x="4216401" y="223122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0DA02D24-465E-5ECA-3277-75EB6E0B8A1A}"/>
              </a:ext>
            </a:extLst>
          </p:cNvPr>
          <p:cNvSpPr txBox="1"/>
          <p:nvPr/>
        </p:nvSpPr>
        <p:spPr>
          <a:xfrm>
            <a:off x="3217333" y="2231221"/>
            <a:ext cx="462845" cy="584775"/>
          </a:xfrm>
          <a:prstGeom prst="rect">
            <a:avLst/>
          </a:prstGeom>
          <a:noFill/>
        </p:spPr>
        <p:txBody>
          <a:bodyPr wrap="square" rtlCol="0">
            <a:spAutoFit/>
          </a:bodyPr>
          <a:lstStyle/>
          <a:p>
            <a:pPr algn="ctr"/>
            <a:r>
              <a:rPr lang="en-US" sz="3200" dirty="0"/>
              <a:t>5</a:t>
            </a:r>
          </a:p>
        </p:txBody>
      </p:sp>
      <p:sp>
        <p:nvSpPr>
          <p:cNvPr id="8" name="TextBox 7">
            <a:extLst>
              <a:ext uri="{FF2B5EF4-FFF2-40B4-BE49-F238E27FC236}">
                <a16:creationId xmlns:a16="http://schemas.microsoft.com/office/drawing/2014/main" id="{D8C24B23-D5AE-4A06-C39B-4AFD7FFB7E49}"/>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92D7C8B5-758C-1102-59C2-1C3BE0ACAD6E}"/>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8804F39B-FD90-BE2B-BB31-859B56CD93E1}"/>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9C2040D0-FB0B-59E1-87D2-00639ACF61B8}"/>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DAB96423-6B3F-CC10-A8BE-1D2E80E50875}"/>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58" name="TextBox 57">
            <a:extLst>
              <a:ext uri="{FF2B5EF4-FFF2-40B4-BE49-F238E27FC236}">
                <a16:creationId xmlns:a16="http://schemas.microsoft.com/office/drawing/2014/main" id="{5FC542D3-B6B8-6BE1-313E-9479EB3A6A57}"/>
              </a:ext>
            </a:extLst>
          </p:cNvPr>
          <p:cNvSpPr txBox="1"/>
          <p:nvPr/>
        </p:nvSpPr>
        <p:spPr>
          <a:xfrm>
            <a:off x="4216401" y="273455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CC2C7CDD-5372-84F7-2344-6768F3AC6E0F}"/>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17" name="TextBox 16">
            <a:extLst>
              <a:ext uri="{FF2B5EF4-FFF2-40B4-BE49-F238E27FC236}">
                <a16:creationId xmlns:a16="http://schemas.microsoft.com/office/drawing/2014/main" id="{0CFB28B1-6D4F-7C4B-F807-BD937FAFCF40}"/>
              </a:ext>
            </a:extLst>
          </p:cNvPr>
          <p:cNvSpPr txBox="1"/>
          <p:nvPr/>
        </p:nvSpPr>
        <p:spPr>
          <a:xfrm>
            <a:off x="5715003"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40579045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E6138-7814-BF2B-BEBE-FB0D0EE73D6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FB0364-7345-043E-58AF-C3485BD7BB45}"/>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67F0D10-2B1E-0ADA-8131-CFE4C7B8A3D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AD75942-A347-D9E9-0D91-4DC3A1F0735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15E8CCD-BCE4-2F25-D271-038F0A7C644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1AD60F6-6AD6-C16E-2D69-663199D38C78}"/>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C1EE0492-B2B2-F12D-7A20-6DCB92A908BB}"/>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8DD831C2-CC0D-ECC0-7855-F267F668362D}"/>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69C0920D-2308-B257-DB55-33B6FF4498DA}"/>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28FF49AB-56F8-E445-4A8B-7868019B31A1}"/>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8F87984A-8BE3-585F-A4C2-282611AF5B49}"/>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31" name="TextBox 30">
            <a:extLst>
              <a:ext uri="{FF2B5EF4-FFF2-40B4-BE49-F238E27FC236}">
                <a16:creationId xmlns:a16="http://schemas.microsoft.com/office/drawing/2014/main" id="{080F23C6-C4A6-00BE-E337-8B05282A56FA}"/>
              </a:ext>
            </a:extLst>
          </p:cNvPr>
          <p:cNvSpPr txBox="1"/>
          <p:nvPr/>
        </p:nvSpPr>
        <p:spPr>
          <a:xfrm>
            <a:off x="5147734" y="1903821"/>
            <a:ext cx="570089" cy="230832"/>
          </a:xfrm>
          <a:prstGeom prst="rect">
            <a:avLst/>
          </a:prstGeom>
          <a:noFill/>
        </p:spPr>
        <p:txBody>
          <a:bodyPr wrap="square" rtlCol="0">
            <a:spAutoFit/>
          </a:bodyPr>
          <a:lstStyle/>
          <a:p>
            <a:pPr algn="ctr"/>
            <a:r>
              <a:rPr lang="en-US" sz="900" dirty="0"/>
              <a:t>92</a:t>
            </a:r>
          </a:p>
        </p:txBody>
      </p:sp>
      <p:sp>
        <p:nvSpPr>
          <p:cNvPr id="33" name="TextBox 32">
            <a:extLst>
              <a:ext uri="{FF2B5EF4-FFF2-40B4-BE49-F238E27FC236}">
                <a16:creationId xmlns:a16="http://schemas.microsoft.com/office/drawing/2014/main" id="{4AC74BAF-2FCB-4D74-9000-BF35210878E0}"/>
              </a:ext>
            </a:extLst>
          </p:cNvPr>
          <p:cNvSpPr txBox="1"/>
          <p:nvPr/>
        </p:nvSpPr>
        <p:spPr>
          <a:xfrm>
            <a:off x="5147734" y="3406653"/>
            <a:ext cx="570089" cy="230832"/>
          </a:xfrm>
          <a:prstGeom prst="rect">
            <a:avLst/>
          </a:prstGeom>
          <a:noFill/>
        </p:spPr>
        <p:txBody>
          <a:bodyPr wrap="square" rtlCol="0">
            <a:spAutoFit/>
          </a:bodyPr>
          <a:lstStyle/>
          <a:p>
            <a:pPr algn="ctr"/>
            <a:r>
              <a:rPr lang="en-US" sz="900" dirty="0"/>
              <a:t>29</a:t>
            </a:r>
          </a:p>
        </p:txBody>
      </p:sp>
      <p:sp>
        <p:nvSpPr>
          <p:cNvPr id="39" name="TextBox 38">
            <a:extLst>
              <a:ext uri="{FF2B5EF4-FFF2-40B4-BE49-F238E27FC236}">
                <a16:creationId xmlns:a16="http://schemas.microsoft.com/office/drawing/2014/main" id="{3B81DF48-F185-970F-1CF2-61B8D764ACEC}"/>
              </a:ext>
            </a:extLst>
          </p:cNvPr>
          <p:cNvSpPr txBox="1"/>
          <p:nvPr/>
        </p:nvSpPr>
        <p:spPr>
          <a:xfrm>
            <a:off x="4143022" y="1402877"/>
            <a:ext cx="570089" cy="230832"/>
          </a:xfrm>
          <a:prstGeom prst="rect">
            <a:avLst/>
          </a:prstGeom>
          <a:noFill/>
        </p:spPr>
        <p:txBody>
          <a:bodyPr wrap="square" rtlCol="0">
            <a:spAutoFit/>
          </a:bodyPr>
          <a:lstStyle/>
          <a:p>
            <a:pPr algn="ctr"/>
            <a:r>
              <a:rPr lang="en-US" sz="900" dirty="0"/>
              <a:t>28</a:t>
            </a:r>
          </a:p>
        </p:txBody>
      </p:sp>
      <p:sp>
        <p:nvSpPr>
          <p:cNvPr id="40" name="TextBox 39">
            <a:extLst>
              <a:ext uri="{FF2B5EF4-FFF2-40B4-BE49-F238E27FC236}">
                <a16:creationId xmlns:a16="http://schemas.microsoft.com/office/drawing/2014/main" id="{0CA1488F-E647-27D1-945F-9B63E00BBC2D}"/>
              </a:ext>
            </a:extLst>
          </p:cNvPr>
          <p:cNvSpPr txBox="1"/>
          <p:nvPr/>
        </p:nvSpPr>
        <p:spPr>
          <a:xfrm>
            <a:off x="4645378" y="1402877"/>
            <a:ext cx="570089" cy="230832"/>
          </a:xfrm>
          <a:prstGeom prst="rect">
            <a:avLst/>
          </a:prstGeom>
          <a:noFill/>
        </p:spPr>
        <p:txBody>
          <a:bodyPr wrap="square" rtlCol="0">
            <a:spAutoFit/>
          </a:bodyPr>
          <a:lstStyle/>
          <a:p>
            <a:pPr algn="ctr"/>
            <a:r>
              <a:rPr lang="en-US" sz="900" dirty="0"/>
              <a:t>82</a:t>
            </a:r>
          </a:p>
        </p:txBody>
      </p:sp>
      <p:sp>
        <p:nvSpPr>
          <p:cNvPr id="44" name="TextBox 43">
            <a:extLst>
              <a:ext uri="{FF2B5EF4-FFF2-40B4-BE49-F238E27FC236}">
                <a16:creationId xmlns:a16="http://schemas.microsoft.com/office/drawing/2014/main" id="{033BF834-BBEF-3453-69E4-005DE375E6D8}"/>
              </a:ext>
            </a:extLst>
          </p:cNvPr>
          <p:cNvSpPr txBox="1"/>
          <p:nvPr/>
        </p:nvSpPr>
        <p:spPr>
          <a:xfrm>
            <a:off x="4645378" y="2905709"/>
            <a:ext cx="570089" cy="230832"/>
          </a:xfrm>
          <a:prstGeom prst="rect">
            <a:avLst/>
          </a:prstGeom>
          <a:noFill/>
        </p:spPr>
        <p:txBody>
          <a:bodyPr wrap="square" rtlCol="0">
            <a:spAutoFit/>
          </a:bodyPr>
          <a:lstStyle/>
          <a:p>
            <a:pPr algn="ctr"/>
            <a:r>
              <a:rPr lang="en-US" sz="900" dirty="0"/>
              <a:t>58</a:t>
            </a:r>
          </a:p>
        </p:txBody>
      </p:sp>
      <p:sp>
        <p:nvSpPr>
          <p:cNvPr id="45" name="TextBox 44">
            <a:extLst>
              <a:ext uri="{FF2B5EF4-FFF2-40B4-BE49-F238E27FC236}">
                <a16:creationId xmlns:a16="http://schemas.microsoft.com/office/drawing/2014/main" id="{F909C14E-3EFF-A50B-F884-13EF097BEA97}"/>
              </a:ext>
            </a:extLst>
          </p:cNvPr>
          <p:cNvSpPr txBox="1"/>
          <p:nvPr/>
        </p:nvSpPr>
        <p:spPr>
          <a:xfrm>
            <a:off x="5650090" y="2905709"/>
            <a:ext cx="570089" cy="230832"/>
          </a:xfrm>
          <a:prstGeom prst="rect">
            <a:avLst/>
          </a:prstGeom>
          <a:noFill/>
        </p:spPr>
        <p:txBody>
          <a:bodyPr wrap="square" rtlCol="0">
            <a:spAutoFit/>
          </a:bodyPr>
          <a:lstStyle/>
          <a:p>
            <a:pPr algn="ctr"/>
            <a:r>
              <a:rPr lang="en-US" sz="900" dirty="0"/>
              <a:t>89</a:t>
            </a:r>
          </a:p>
        </p:txBody>
      </p:sp>
      <p:sp>
        <p:nvSpPr>
          <p:cNvPr id="46" name="TextBox 45">
            <a:extLst>
              <a:ext uri="{FF2B5EF4-FFF2-40B4-BE49-F238E27FC236}">
                <a16:creationId xmlns:a16="http://schemas.microsoft.com/office/drawing/2014/main" id="{1A2A0D64-6636-C2BA-452F-549AF9D3F509}"/>
              </a:ext>
            </a:extLst>
          </p:cNvPr>
          <p:cNvSpPr txBox="1"/>
          <p:nvPr/>
        </p:nvSpPr>
        <p:spPr>
          <a:xfrm>
            <a:off x="6152446" y="2905709"/>
            <a:ext cx="570089" cy="230832"/>
          </a:xfrm>
          <a:prstGeom prst="rect">
            <a:avLst/>
          </a:prstGeom>
          <a:noFill/>
        </p:spPr>
        <p:txBody>
          <a:bodyPr wrap="square" rtlCol="0">
            <a:spAutoFit/>
          </a:bodyPr>
          <a:lstStyle/>
          <a:p>
            <a:pPr algn="ctr"/>
            <a:r>
              <a:rPr lang="en-US" sz="900" dirty="0"/>
              <a:t>589</a:t>
            </a:r>
          </a:p>
        </p:txBody>
      </p:sp>
      <p:sp>
        <p:nvSpPr>
          <p:cNvPr id="51" name="TextBox 50">
            <a:extLst>
              <a:ext uri="{FF2B5EF4-FFF2-40B4-BE49-F238E27FC236}">
                <a16:creationId xmlns:a16="http://schemas.microsoft.com/office/drawing/2014/main" id="{4A4EE796-197A-DACF-87E5-48DD80FB2BC6}"/>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FBF8385D-C021-B68A-3CDD-92BE929BF321}"/>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A34BECDF-1B6D-5054-08F4-4DAA2736D5CC}"/>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DD9A8E65-F1F2-D5B2-BADB-16603A744289}"/>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DB205DEF-C8EA-3D23-FC60-EB20E94BECA3}"/>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3" name="TextBox 62">
            <a:extLst>
              <a:ext uri="{FF2B5EF4-FFF2-40B4-BE49-F238E27FC236}">
                <a16:creationId xmlns:a16="http://schemas.microsoft.com/office/drawing/2014/main" id="{CD23F28E-B932-81C6-5381-EAA9930DF06E}"/>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20D11B0D-7B88-B883-0A52-9FC79146FD44}"/>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C4E2AA18-EDDE-B07B-4FA3-557A5B2C0934}"/>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37F45076-B70E-04A1-4CDD-A21FCE567DB9}"/>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A8250D48-CF96-70F7-3550-3835F5FBEBAB}"/>
              </a:ext>
            </a:extLst>
          </p:cNvPr>
          <p:cNvSpPr txBox="1"/>
          <p:nvPr/>
        </p:nvSpPr>
        <p:spPr>
          <a:xfrm>
            <a:off x="7157158" y="3406653"/>
            <a:ext cx="570089" cy="230832"/>
          </a:xfrm>
          <a:prstGeom prst="rect">
            <a:avLst/>
          </a:prstGeom>
          <a:noFill/>
        </p:spPr>
        <p:txBody>
          <a:bodyPr wrap="square" rtlCol="0">
            <a:spAutoFit/>
          </a:bodyPr>
          <a:lstStyle/>
          <a:p>
            <a:pPr algn="ctr"/>
            <a:r>
              <a:rPr lang="en-US" sz="900" dirty="0"/>
              <a:t>93</a:t>
            </a:r>
          </a:p>
        </p:txBody>
      </p:sp>
      <p:sp>
        <p:nvSpPr>
          <p:cNvPr id="71" name="TextBox 70">
            <a:extLst>
              <a:ext uri="{FF2B5EF4-FFF2-40B4-BE49-F238E27FC236}">
                <a16:creationId xmlns:a16="http://schemas.microsoft.com/office/drawing/2014/main" id="{5ACD5904-D6F6-E3EA-6513-83E6171D0918}"/>
              </a:ext>
            </a:extLst>
          </p:cNvPr>
          <p:cNvSpPr txBox="1"/>
          <p:nvPr/>
        </p:nvSpPr>
        <p:spPr>
          <a:xfrm>
            <a:off x="7157158" y="3907597"/>
            <a:ext cx="570089" cy="230832"/>
          </a:xfrm>
          <a:prstGeom prst="rect">
            <a:avLst/>
          </a:prstGeom>
          <a:noFill/>
        </p:spPr>
        <p:txBody>
          <a:bodyPr wrap="square" rtlCol="0">
            <a:spAutoFit/>
          </a:bodyPr>
          <a:lstStyle/>
          <a:p>
            <a:pPr algn="ctr"/>
            <a:r>
              <a:rPr lang="en-US" sz="900" dirty="0"/>
              <a:t>39</a:t>
            </a:r>
          </a:p>
        </p:txBody>
      </p:sp>
      <p:sp>
        <p:nvSpPr>
          <p:cNvPr id="22" name="TextBox 21">
            <a:extLst>
              <a:ext uri="{FF2B5EF4-FFF2-40B4-BE49-F238E27FC236}">
                <a16:creationId xmlns:a16="http://schemas.microsoft.com/office/drawing/2014/main" id="{8F54C774-63E9-B180-5AB8-3EDEA3528718}"/>
              </a:ext>
            </a:extLst>
          </p:cNvPr>
          <p:cNvSpPr txBox="1"/>
          <p:nvPr/>
        </p:nvSpPr>
        <p:spPr>
          <a:xfrm>
            <a:off x="4645378" y="3406653"/>
            <a:ext cx="570089" cy="230832"/>
          </a:xfrm>
          <a:prstGeom prst="rect">
            <a:avLst/>
          </a:prstGeom>
          <a:noFill/>
        </p:spPr>
        <p:txBody>
          <a:bodyPr wrap="square" rtlCol="0">
            <a:spAutoFit/>
          </a:bodyPr>
          <a:lstStyle/>
          <a:p>
            <a:pPr algn="ctr"/>
            <a:r>
              <a:rPr lang="en-US" sz="900" dirty="0"/>
              <a:t>235</a:t>
            </a:r>
          </a:p>
        </p:txBody>
      </p:sp>
      <p:sp>
        <p:nvSpPr>
          <p:cNvPr id="24" name="TextBox 23">
            <a:extLst>
              <a:ext uri="{FF2B5EF4-FFF2-40B4-BE49-F238E27FC236}">
                <a16:creationId xmlns:a16="http://schemas.microsoft.com/office/drawing/2014/main" id="{7CC8253A-24F2-47E4-5CFD-19C09AA8D6C4}"/>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5" name="TextBox 24">
            <a:extLst>
              <a:ext uri="{FF2B5EF4-FFF2-40B4-BE49-F238E27FC236}">
                <a16:creationId xmlns:a16="http://schemas.microsoft.com/office/drawing/2014/main" id="{A44974C0-2C8B-9281-BDF3-0E21DB018965}"/>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DFA5D6B1-0508-4798-ADB6-BA176325F6EF}"/>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75E97805-D038-F02A-7447-DE57E31D8D1B}"/>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C8568423-4C5D-82D2-F54C-16C89D2FC286}"/>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F5FCFD3D-59B0-E2F2-4A58-7A5F9AD5C417}"/>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4CCCCB43-3E40-472D-BADB-1E810688457E}"/>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EA99D73B-AB57-C4FD-3D86-7AE50E4F2F3D}"/>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79329500-8BCB-E163-7FC1-006D5750A793}"/>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3498C521-8672-B9DA-2458-D1C60F472559}"/>
              </a:ext>
            </a:extLst>
          </p:cNvPr>
          <p:cNvSpPr txBox="1"/>
          <p:nvPr/>
        </p:nvSpPr>
        <p:spPr>
          <a:xfrm>
            <a:off x="5215469" y="4747898"/>
            <a:ext cx="462845" cy="584775"/>
          </a:xfrm>
          <a:prstGeom prst="rect">
            <a:avLst/>
          </a:prstGeom>
          <a:noFill/>
        </p:spPr>
        <p:txBody>
          <a:bodyPr wrap="square" rtlCol="0">
            <a:spAutoFit/>
          </a:bodyPr>
          <a:lstStyle/>
          <a:p>
            <a:pPr algn="ctr"/>
            <a:r>
              <a:rPr lang="en-US" sz="3200" dirty="0"/>
              <a:t>3</a:t>
            </a:r>
          </a:p>
        </p:txBody>
      </p:sp>
      <p:sp>
        <p:nvSpPr>
          <p:cNvPr id="81" name="TextBox 80">
            <a:extLst>
              <a:ext uri="{FF2B5EF4-FFF2-40B4-BE49-F238E27FC236}">
                <a16:creationId xmlns:a16="http://schemas.microsoft.com/office/drawing/2014/main" id="{8E5B1C88-3856-CC7A-D1ED-2ECFE9D99B97}"/>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82" name="TextBox 81">
            <a:extLst>
              <a:ext uri="{FF2B5EF4-FFF2-40B4-BE49-F238E27FC236}">
                <a16:creationId xmlns:a16="http://schemas.microsoft.com/office/drawing/2014/main" id="{4B01D4AF-DADA-1941-2D3F-6C7C74E35A22}"/>
              </a:ext>
            </a:extLst>
          </p:cNvPr>
          <p:cNvSpPr txBox="1"/>
          <p:nvPr/>
        </p:nvSpPr>
        <p:spPr>
          <a:xfrm>
            <a:off x="6152446" y="3907597"/>
            <a:ext cx="570089" cy="230832"/>
          </a:xfrm>
          <a:prstGeom prst="rect">
            <a:avLst/>
          </a:prstGeom>
          <a:noFill/>
        </p:spPr>
        <p:txBody>
          <a:bodyPr wrap="square" rtlCol="0">
            <a:spAutoFit/>
          </a:bodyPr>
          <a:lstStyle/>
          <a:p>
            <a:pPr algn="ctr"/>
            <a:r>
              <a:rPr lang="en-US" sz="900" dirty="0"/>
              <a:t>93</a:t>
            </a:r>
          </a:p>
        </p:txBody>
      </p:sp>
      <p:sp>
        <p:nvSpPr>
          <p:cNvPr id="83" name="TextBox 82">
            <a:extLst>
              <a:ext uri="{FF2B5EF4-FFF2-40B4-BE49-F238E27FC236}">
                <a16:creationId xmlns:a16="http://schemas.microsoft.com/office/drawing/2014/main" id="{D61BD23C-DE6D-86FA-B229-3120EF2241C3}"/>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DD635140-0EF7-E9B3-838A-4541DE679945}"/>
              </a:ext>
            </a:extLst>
          </p:cNvPr>
          <p:cNvSpPr txBox="1"/>
          <p:nvPr/>
        </p:nvSpPr>
        <p:spPr>
          <a:xfrm>
            <a:off x="4143022" y="1903821"/>
            <a:ext cx="570089" cy="230832"/>
          </a:xfrm>
          <a:prstGeom prst="rect">
            <a:avLst/>
          </a:prstGeom>
          <a:noFill/>
        </p:spPr>
        <p:txBody>
          <a:bodyPr wrap="square" rtlCol="0">
            <a:spAutoFit/>
          </a:bodyPr>
          <a:lstStyle/>
          <a:p>
            <a:pPr algn="ctr"/>
            <a:r>
              <a:rPr lang="en-US" sz="900" dirty="0"/>
              <a:t>82</a:t>
            </a:r>
          </a:p>
        </p:txBody>
      </p:sp>
      <p:sp>
        <p:nvSpPr>
          <p:cNvPr id="86" name="TextBox 85">
            <a:extLst>
              <a:ext uri="{FF2B5EF4-FFF2-40B4-BE49-F238E27FC236}">
                <a16:creationId xmlns:a16="http://schemas.microsoft.com/office/drawing/2014/main" id="{17D18661-E63F-D3D5-2269-B53FEAB406E1}"/>
              </a:ext>
            </a:extLst>
          </p:cNvPr>
          <p:cNvSpPr txBox="1"/>
          <p:nvPr/>
        </p:nvSpPr>
        <p:spPr>
          <a:xfrm>
            <a:off x="5650090" y="2404765"/>
            <a:ext cx="570089" cy="230832"/>
          </a:xfrm>
          <a:prstGeom prst="rect">
            <a:avLst/>
          </a:prstGeom>
          <a:noFill/>
        </p:spPr>
        <p:txBody>
          <a:bodyPr wrap="square" rtlCol="0">
            <a:spAutoFit/>
          </a:bodyPr>
          <a:lstStyle/>
          <a:p>
            <a:pPr algn="ctr"/>
            <a:r>
              <a:rPr lang="en-US" sz="900" dirty="0"/>
              <a:t>83</a:t>
            </a:r>
          </a:p>
        </p:txBody>
      </p:sp>
      <p:sp>
        <p:nvSpPr>
          <p:cNvPr id="87" name="TextBox 86">
            <a:extLst>
              <a:ext uri="{FF2B5EF4-FFF2-40B4-BE49-F238E27FC236}">
                <a16:creationId xmlns:a16="http://schemas.microsoft.com/office/drawing/2014/main" id="{E67D94DF-233A-2BE8-E48D-40AEB5F0EF37}"/>
              </a:ext>
            </a:extLst>
          </p:cNvPr>
          <p:cNvSpPr txBox="1"/>
          <p:nvPr/>
        </p:nvSpPr>
        <p:spPr>
          <a:xfrm>
            <a:off x="4645378" y="1903821"/>
            <a:ext cx="570089" cy="230832"/>
          </a:xfrm>
          <a:prstGeom prst="rect">
            <a:avLst/>
          </a:prstGeom>
          <a:noFill/>
        </p:spPr>
        <p:txBody>
          <a:bodyPr wrap="square" rtlCol="0">
            <a:spAutoFit/>
          </a:bodyPr>
          <a:lstStyle/>
          <a:p>
            <a:pPr algn="ctr"/>
            <a:r>
              <a:rPr lang="en-US" sz="900" dirty="0"/>
              <a:t>238</a:t>
            </a:r>
          </a:p>
        </p:txBody>
      </p:sp>
      <p:sp>
        <p:nvSpPr>
          <p:cNvPr id="88" name="TextBox 87">
            <a:extLst>
              <a:ext uri="{FF2B5EF4-FFF2-40B4-BE49-F238E27FC236}">
                <a16:creationId xmlns:a16="http://schemas.microsoft.com/office/drawing/2014/main" id="{4469D38C-369D-D043-1395-E869ADB93ECC}"/>
              </a:ext>
            </a:extLst>
          </p:cNvPr>
          <p:cNvSpPr txBox="1"/>
          <p:nvPr/>
        </p:nvSpPr>
        <p:spPr>
          <a:xfrm>
            <a:off x="5650090" y="1903821"/>
            <a:ext cx="570089" cy="230832"/>
          </a:xfrm>
          <a:prstGeom prst="rect">
            <a:avLst/>
          </a:prstGeom>
          <a:noFill/>
        </p:spPr>
        <p:txBody>
          <a:bodyPr wrap="square" rtlCol="0">
            <a:spAutoFit/>
          </a:bodyPr>
          <a:lstStyle/>
          <a:p>
            <a:pPr algn="ctr"/>
            <a:r>
              <a:rPr lang="en-US" sz="900" dirty="0"/>
              <a:t>389</a:t>
            </a:r>
          </a:p>
        </p:txBody>
      </p:sp>
      <p:sp>
        <p:nvSpPr>
          <p:cNvPr id="89" name="TextBox 88">
            <a:extLst>
              <a:ext uri="{FF2B5EF4-FFF2-40B4-BE49-F238E27FC236}">
                <a16:creationId xmlns:a16="http://schemas.microsoft.com/office/drawing/2014/main" id="{FAA50E98-610D-3E4A-11D4-E2A917EC651C}"/>
              </a:ext>
            </a:extLst>
          </p:cNvPr>
          <p:cNvSpPr txBox="1"/>
          <p:nvPr/>
        </p:nvSpPr>
        <p:spPr>
          <a:xfrm>
            <a:off x="6152446" y="3406653"/>
            <a:ext cx="570089" cy="230832"/>
          </a:xfrm>
          <a:prstGeom prst="rect">
            <a:avLst/>
          </a:prstGeom>
          <a:noFill/>
        </p:spPr>
        <p:txBody>
          <a:bodyPr wrap="square" rtlCol="0">
            <a:spAutoFit/>
          </a:bodyPr>
          <a:lstStyle/>
          <a:p>
            <a:pPr algn="ctr"/>
            <a:r>
              <a:rPr lang="en-US" sz="900" dirty="0"/>
              <a:t>359</a:t>
            </a:r>
          </a:p>
        </p:txBody>
      </p:sp>
      <p:sp>
        <p:nvSpPr>
          <p:cNvPr id="90" name="TextBox 89">
            <a:extLst>
              <a:ext uri="{FF2B5EF4-FFF2-40B4-BE49-F238E27FC236}">
                <a16:creationId xmlns:a16="http://schemas.microsoft.com/office/drawing/2014/main" id="{2514FECF-F215-FB6A-618D-B43B3348D165}"/>
              </a:ext>
            </a:extLst>
          </p:cNvPr>
          <p:cNvSpPr txBox="1"/>
          <p:nvPr/>
        </p:nvSpPr>
        <p:spPr>
          <a:xfrm>
            <a:off x="6152446" y="2404765"/>
            <a:ext cx="570089" cy="230832"/>
          </a:xfrm>
          <a:prstGeom prst="rect">
            <a:avLst/>
          </a:prstGeom>
          <a:noFill/>
        </p:spPr>
        <p:txBody>
          <a:bodyPr wrap="square" rtlCol="0">
            <a:spAutoFit/>
          </a:bodyPr>
          <a:lstStyle/>
          <a:p>
            <a:pPr algn="ctr"/>
            <a:r>
              <a:rPr lang="en-US" sz="900" dirty="0"/>
              <a:t>38</a:t>
            </a:r>
          </a:p>
        </p:txBody>
      </p:sp>
      <p:sp>
        <p:nvSpPr>
          <p:cNvPr id="91" name="TextBox 90">
            <a:extLst>
              <a:ext uri="{FF2B5EF4-FFF2-40B4-BE49-F238E27FC236}">
                <a16:creationId xmlns:a16="http://schemas.microsoft.com/office/drawing/2014/main" id="{6F21C067-253E-2153-816A-77151EE4118F}"/>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DC88D4C0-A864-43BF-7729-A9300C56DBDA}"/>
              </a:ext>
            </a:extLst>
          </p:cNvPr>
          <p:cNvSpPr txBox="1"/>
          <p:nvPr/>
        </p:nvSpPr>
        <p:spPr>
          <a:xfrm>
            <a:off x="5715003" y="122455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DE84F336-D1AA-F1E9-1494-89D6C0D7B3A9}"/>
              </a:ext>
            </a:extLst>
          </p:cNvPr>
          <p:cNvSpPr txBox="1"/>
          <p:nvPr/>
        </p:nvSpPr>
        <p:spPr>
          <a:xfrm>
            <a:off x="5215469" y="721216"/>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9D2918F9-B8CB-DBEC-E218-C4E17D8CAD16}"/>
              </a:ext>
            </a:extLst>
          </p:cNvPr>
          <p:cNvSpPr txBox="1"/>
          <p:nvPr/>
        </p:nvSpPr>
        <p:spPr>
          <a:xfrm>
            <a:off x="621453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C34E5CE8-B468-0EC8-5DD4-1B3975F34608}"/>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0727AE65-8307-AABD-AE21-74E24E4CF4AA}"/>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A49D282A-C95A-3E23-0D3A-C5A04ACC89B7}"/>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32" name="TextBox 31">
            <a:extLst>
              <a:ext uri="{FF2B5EF4-FFF2-40B4-BE49-F238E27FC236}">
                <a16:creationId xmlns:a16="http://schemas.microsoft.com/office/drawing/2014/main" id="{6FA4ADA7-7590-4410-4728-A7816B39EA74}"/>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BA06E30C-60CB-298C-58EC-3776D9EE9F5B}"/>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B8DBCAF2-D28C-A234-1FA4-C1B4A37761BC}"/>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93B83A52-4C0C-0F8C-67CC-1B7D19C47311}"/>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37" name="TextBox 36">
            <a:extLst>
              <a:ext uri="{FF2B5EF4-FFF2-40B4-BE49-F238E27FC236}">
                <a16:creationId xmlns:a16="http://schemas.microsoft.com/office/drawing/2014/main" id="{C3E198E7-C5A4-296A-C926-FE2BCC1DB8FC}"/>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8D441640-1B92-16D9-9A1D-AE2C7E015FFE}"/>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CF9DDFCA-07F2-8D22-5382-9BD1D059CBDF}"/>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C3A8AAAA-E46C-03B5-FA45-E47327117965}"/>
              </a:ext>
            </a:extLst>
          </p:cNvPr>
          <p:cNvSpPr txBox="1"/>
          <p:nvPr/>
        </p:nvSpPr>
        <p:spPr>
          <a:xfrm>
            <a:off x="4216401" y="3237891"/>
            <a:ext cx="462845" cy="584775"/>
          </a:xfrm>
          <a:prstGeom prst="rect">
            <a:avLst/>
          </a:prstGeom>
          <a:no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3BE1FBD4-81A6-4353-16EC-B9D59A9DAE9D}"/>
              </a:ext>
            </a:extLst>
          </p:cNvPr>
          <p:cNvSpPr txBox="1"/>
          <p:nvPr/>
        </p:nvSpPr>
        <p:spPr>
          <a:xfrm>
            <a:off x="3217333" y="3741226"/>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C07523E9-D2B4-D97E-8D51-DB909F29FBCC}"/>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48" name="TextBox 47">
            <a:extLst>
              <a:ext uri="{FF2B5EF4-FFF2-40B4-BE49-F238E27FC236}">
                <a16:creationId xmlns:a16="http://schemas.microsoft.com/office/drawing/2014/main" id="{E48A223C-FFB3-79D1-9058-0DFC27770B0F}"/>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5FB9D4BF-20BE-529F-045D-4E48C3CC95F5}"/>
              </a:ext>
            </a:extLst>
          </p:cNvPr>
          <p:cNvSpPr txBox="1"/>
          <p:nvPr/>
        </p:nvSpPr>
        <p:spPr>
          <a:xfrm>
            <a:off x="4216401" y="223122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89313420-72C8-07E5-F096-835B9FF7B0F7}"/>
              </a:ext>
            </a:extLst>
          </p:cNvPr>
          <p:cNvSpPr txBox="1"/>
          <p:nvPr/>
        </p:nvSpPr>
        <p:spPr>
          <a:xfrm>
            <a:off x="3217333" y="2231221"/>
            <a:ext cx="462845" cy="584775"/>
          </a:xfrm>
          <a:prstGeom prst="rect">
            <a:avLst/>
          </a:prstGeom>
          <a:noFill/>
        </p:spPr>
        <p:txBody>
          <a:bodyPr wrap="square" rtlCol="0">
            <a:spAutoFit/>
          </a:bodyPr>
          <a:lstStyle/>
          <a:p>
            <a:pPr algn="ctr"/>
            <a:r>
              <a:rPr lang="en-US" sz="3200" dirty="0"/>
              <a:t>5</a:t>
            </a:r>
          </a:p>
        </p:txBody>
      </p:sp>
      <p:sp>
        <p:nvSpPr>
          <p:cNvPr id="8" name="TextBox 7">
            <a:extLst>
              <a:ext uri="{FF2B5EF4-FFF2-40B4-BE49-F238E27FC236}">
                <a16:creationId xmlns:a16="http://schemas.microsoft.com/office/drawing/2014/main" id="{A0D131BC-7E24-BAE3-944B-F7EF6BF91F63}"/>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00A44B18-89DA-DF38-AF9C-4C89CCD07F56}"/>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36BF5075-77E7-446D-D9D7-0B788C6AE90B}"/>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A35973A8-5B03-489F-372B-FE8F2A4B3845}"/>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06F59E10-FE30-BB10-7FA9-65DFAA190508}"/>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58" name="TextBox 57">
            <a:extLst>
              <a:ext uri="{FF2B5EF4-FFF2-40B4-BE49-F238E27FC236}">
                <a16:creationId xmlns:a16="http://schemas.microsoft.com/office/drawing/2014/main" id="{C0030938-FEC9-061B-711E-7C757D3BB99F}"/>
              </a:ext>
            </a:extLst>
          </p:cNvPr>
          <p:cNvSpPr txBox="1"/>
          <p:nvPr/>
        </p:nvSpPr>
        <p:spPr>
          <a:xfrm>
            <a:off x="4216401" y="273455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F4601512-754A-2B4D-0256-4B4F73AE6F99}"/>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17" name="TextBox 16">
            <a:extLst>
              <a:ext uri="{FF2B5EF4-FFF2-40B4-BE49-F238E27FC236}">
                <a16:creationId xmlns:a16="http://schemas.microsoft.com/office/drawing/2014/main" id="{908C1F4D-F83E-306E-00DF-658BFDFB0416}"/>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A2FC331E-93FB-EBAD-0EA0-6E16D8DB114C}"/>
              </a:ext>
            </a:extLst>
          </p:cNvPr>
          <p:cNvSpPr txBox="1"/>
          <p:nvPr/>
        </p:nvSpPr>
        <p:spPr>
          <a:xfrm>
            <a:off x="5715003"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31853401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ADBF6-152F-58B7-8129-8112ADD879E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BA5DF4E-E438-C570-66FB-A9B3AF0B8FB7}"/>
              </a:ext>
            </a:extLst>
          </p:cNvPr>
          <p:cNvSpPr>
            <a:spLocks noGrp="1"/>
          </p:cNvSpPr>
          <p:nvPr>
            <p:ph sz="half" idx="1"/>
          </p:nvPr>
        </p:nvSpPr>
        <p:spPr/>
        <p:txBody>
          <a:bodyPr/>
          <a:lstStyle/>
          <a:p>
            <a:r>
              <a:rPr lang="en-US" dirty="0"/>
              <a:t>If this cell were either 3 or 8, the cell below it would be opposite. Also, the next cell below on the diagonal would be opposite, causing Row 4 to have two of the same number. Therefore, this cell must be 9.</a:t>
            </a:r>
          </a:p>
        </p:txBody>
      </p:sp>
      <p:pic>
        <p:nvPicPr>
          <p:cNvPr id="4" name="Picture 3" descr="A grid of sudoku puzzle&#10;&#10;Description automatically generated">
            <a:extLst>
              <a:ext uri="{FF2B5EF4-FFF2-40B4-BE49-F238E27FC236}">
                <a16:creationId xmlns:a16="http://schemas.microsoft.com/office/drawing/2014/main" id="{D19A9A98-99B4-DCBD-6FD7-1F259F85FFF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D2799DE-8AD6-C1C1-1965-1AE3257C81B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9BF8AA7-1E38-55A7-975D-838213E2F0A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98CADCB-B25F-4F60-4FD1-FEC086864B17}"/>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ABBAEFF3-55FA-7A34-1426-0EA09A76CAF5}"/>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46943448-9BC4-2EF9-F64A-A77B921E9773}"/>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BAFAD053-54D7-B0F7-4B97-7C239A3524B4}"/>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9403135B-BA23-E608-3342-5B13BEA52ACC}"/>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62412805-884A-2A91-7840-8DBC9B48383E}"/>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31" name="TextBox 30">
            <a:extLst>
              <a:ext uri="{FF2B5EF4-FFF2-40B4-BE49-F238E27FC236}">
                <a16:creationId xmlns:a16="http://schemas.microsoft.com/office/drawing/2014/main" id="{8C6B3E7E-E3E6-C2AC-7980-5DC3123C2243}"/>
              </a:ext>
            </a:extLst>
          </p:cNvPr>
          <p:cNvSpPr txBox="1"/>
          <p:nvPr/>
        </p:nvSpPr>
        <p:spPr>
          <a:xfrm>
            <a:off x="5147734" y="1903821"/>
            <a:ext cx="570089" cy="230832"/>
          </a:xfrm>
          <a:prstGeom prst="rect">
            <a:avLst/>
          </a:prstGeom>
          <a:noFill/>
        </p:spPr>
        <p:txBody>
          <a:bodyPr wrap="square" rtlCol="0">
            <a:spAutoFit/>
          </a:bodyPr>
          <a:lstStyle/>
          <a:p>
            <a:pPr algn="ctr"/>
            <a:r>
              <a:rPr lang="en-US" sz="900" dirty="0"/>
              <a:t>92</a:t>
            </a:r>
          </a:p>
        </p:txBody>
      </p:sp>
      <p:sp>
        <p:nvSpPr>
          <p:cNvPr id="33" name="TextBox 32">
            <a:extLst>
              <a:ext uri="{FF2B5EF4-FFF2-40B4-BE49-F238E27FC236}">
                <a16:creationId xmlns:a16="http://schemas.microsoft.com/office/drawing/2014/main" id="{FA124435-BC45-F12E-51C6-AD12A5864DE0}"/>
              </a:ext>
            </a:extLst>
          </p:cNvPr>
          <p:cNvSpPr txBox="1"/>
          <p:nvPr/>
        </p:nvSpPr>
        <p:spPr>
          <a:xfrm>
            <a:off x="5147734" y="3406653"/>
            <a:ext cx="570089" cy="230832"/>
          </a:xfrm>
          <a:prstGeom prst="rect">
            <a:avLst/>
          </a:prstGeom>
          <a:noFill/>
        </p:spPr>
        <p:txBody>
          <a:bodyPr wrap="square" rtlCol="0">
            <a:spAutoFit/>
          </a:bodyPr>
          <a:lstStyle/>
          <a:p>
            <a:pPr algn="ctr"/>
            <a:r>
              <a:rPr lang="en-US" sz="900" dirty="0"/>
              <a:t>29</a:t>
            </a:r>
          </a:p>
        </p:txBody>
      </p:sp>
      <p:sp>
        <p:nvSpPr>
          <p:cNvPr id="39" name="TextBox 38">
            <a:extLst>
              <a:ext uri="{FF2B5EF4-FFF2-40B4-BE49-F238E27FC236}">
                <a16:creationId xmlns:a16="http://schemas.microsoft.com/office/drawing/2014/main" id="{F662F394-7A7A-C3F9-038B-73AC0A51BED4}"/>
              </a:ext>
            </a:extLst>
          </p:cNvPr>
          <p:cNvSpPr txBox="1"/>
          <p:nvPr/>
        </p:nvSpPr>
        <p:spPr>
          <a:xfrm>
            <a:off x="4143022" y="1402877"/>
            <a:ext cx="570089" cy="230832"/>
          </a:xfrm>
          <a:prstGeom prst="rect">
            <a:avLst/>
          </a:prstGeom>
          <a:noFill/>
        </p:spPr>
        <p:txBody>
          <a:bodyPr wrap="square" rtlCol="0">
            <a:spAutoFit/>
          </a:bodyPr>
          <a:lstStyle/>
          <a:p>
            <a:pPr algn="ctr"/>
            <a:r>
              <a:rPr lang="en-US" sz="900" dirty="0"/>
              <a:t>28</a:t>
            </a:r>
          </a:p>
        </p:txBody>
      </p:sp>
      <p:sp>
        <p:nvSpPr>
          <p:cNvPr id="40" name="TextBox 39">
            <a:extLst>
              <a:ext uri="{FF2B5EF4-FFF2-40B4-BE49-F238E27FC236}">
                <a16:creationId xmlns:a16="http://schemas.microsoft.com/office/drawing/2014/main" id="{DBD8265E-6DFC-462F-6426-DBE12799A03C}"/>
              </a:ext>
            </a:extLst>
          </p:cNvPr>
          <p:cNvSpPr txBox="1"/>
          <p:nvPr/>
        </p:nvSpPr>
        <p:spPr>
          <a:xfrm>
            <a:off x="4645378" y="1402877"/>
            <a:ext cx="570089" cy="230832"/>
          </a:xfrm>
          <a:prstGeom prst="rect">
            <a:avLst/>
          </a:prstGeom>
          <a:noFill/>
        </p:spPr>
        <p:txBody>
          <a:bodyPr wrap="square" rtlCol="0">
            <a:spAutoFit/>
          </a:bodyPr>
          <a:lstStyle/>
          <a:p>
            <a:pPr algn="ctr"/>
            <a:r>
              <a:rPr lang="en-US" sz="900" dirty="0"/>
              <a:t>82</a:t>
            </a:r>
          </a:p>
        </p:txBody>
      </p:sp>
      <p:sp>
        <p:nvSpPr>
          <p:cNvPr id="44" name="TextBox 43">
            <a:extLst>
              <a:ext uri="{FF2B5EF4-FFF2-40B4-BE49-F238E27FC236}">
                <a16:creationId xmlns:a16="http://schemas.microsoft.com/office/drawing/2014/main" id="{57E8AB56-69F7-5A4D-752C-6432D4F236F3}"/>
              </a:ext>
            </a:extLst>
          </p:cNvPr>
          <p:cNvSpPr txBox="1"/>
          <p:nvPr/>
        </p:nvSpPr>
        <p:spPr>
          <a:xfrm>
            <a:off x="4645378" y="2905709"/>
            <a:ext cx="570089" cy="230832"/>
          </a:xfrm>
          <a:prstGeom prst="rect">
            <a:avLst/>
          </a:prstGeom>
          <a:noFill/>
        </p:spPr>
        <p:txBody>
          <a:bodyPr wrap="square" rtlCol="0">
            <a:spAutoFit/>
          </a:bodyPr>
          <a:lstStyle/>
          <a:p>
            <a:pPr algn="ctr"/>
            <a:r>
              <a:rPr lang="en-US" sz="900" dirty="0"/>
              <a:t>58</a:t>
            </a:r>
          </a:p>
        </p:txBody>
      </p:sp>
      <p:sp>
        <p:nvSpPr>
          <p:cNvPr id="45" name="TextBox 44">
            <a:extLst>
              <a:ext uri="{FF2B5EF4-FFF2-40B4-BE49-F238E27FC236}">
                <a16:creationId xmlns:a16="http://schemas.microsoft.com/office/drawing/2014/main" id="{37BBD1B0-10FA-1121-0177-EE99EDF6B81E}"/>
              </a:ext>
            </a:extLst>
          </p:cNvPr>
          <p:cNvSpPr txBox="1"/>
          <p:nvPr/>
        </p:nvSpPr>
        <p:spPr>
          <a:xfrm>
            <a:off x="5650090" y="2905709"/>
            <a:ext cx="570089" cy="230832"/>
          </a:xfrm>
          <a:prstGeom prst="rect">
            <a:avLst/>
          </a:prstGeom>
          <a:noFill/>
        </p:spPr>
        <p:txBody>
          <a:bodyPr wrap="square" rtlCol="0">
            <a:spAutoFit/>
          </a:bodyPr>
          <a:lstStyle/>
          <a:p>
            <a:pPr algn="ctr"/>
            <a:r>
              <a:rPr lang="en-US" sz="900" dirty="0"/>
              <a:t>89</a:t>
            </a:r>
          </a:p>
        </p:txBody>
      </p:sp>
      <p:sp>
        <p:nvSpPr>
          <p:cNvPr id="46" name="TextBox 45">
            <a:extLst>
              <a:ext uri="{FF2B5EF4-FFF2-40B4-BE49-F238E27FC236}">
                <a16:creationId xmlns:a16="http://schemas.microsoft.com/office/drawing/2014/main" id="{95F0897A-D24B-31BD-30BD-3F4553B08409}"/>
              </a:ext>
            </a:extLst>
          </p:cNvPr>
          <p:cNvSpPr txBox="1"/>
          <p:nvPr/>
        </p:nvSpPr>
        <p:spPr>
          <a:xfrm>
            <a:off x="6152446" y="2905709"/>
            <a:ext cx="570089" cy="230832"/>
          </a:xfrm>
          <a:prstGeom prst="rect">
            <a:avLst/>
          </a:prstGeom>
          <a:noFill/>
        </p:spPr>
        <p:txBody>
          <a:bodyPr wrap="square" rtlCol="0">
            <a:spAutoFit/>
          </a:bodyPr>
          <a:lstStyle/>
          <a:p>
            <a:pPr algn="ctr"/>
            <a:r>
              <a:rPr lang="en-US" sz="900" dirty="0"/>
              <a:t>589</a:t>
            </a:r>
          </a:p>
        </p:txBody>
      </p:sp>
      <p:sp>
        <p:nvSpPr>
          <p:cNvPr id="51" name="TextBox 50">
            <a:extLst>
              <a:ext uri="{FF2B5EF4-FFF2-40B4-BE49-F238E27FC236}">
                <a16:creationId xmlns:a16="http://schemas.microsoft.com/office/drawing/2014/main" id="{53F18B8A-72C4-E710-696C-7BE4966DB4A4}"/>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626AAEAC-50B9-43CB-082F-EA788463D83E}"/>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126BE8E6-407E-D1D9-E11D-7B8B0917F079}"/>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9F45F1DD-16D9-4C4F-5899-6C6F1BF5987F}"/>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AFC4FE41-CBEB-1AAA-3131-5B33C55770A2}"/>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3" name="TextBox 62">
            <a:extLst>
              <a:ext uri="{FF2B5EF4-FFF2-40B4-BE49-F238E27FC236}">
                <a16:creationId xmlns:a16="http://schemas.microsoft.com/office/drawing/2014/main" id="{520B65AB-E2C7-FB76-C31A-B5FA9F7AD3BA}"/>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5CFFBE14-7243-2D9E-8FC4-DE0B1AD5F1E2}"/>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9A1F8AA2-13CD-DA13-F3A3-32A4A166E82C}"/>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6A5E738E-4EE9-A626-7792-90949549613A}"/>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B7FF26A8-952B-EE40-8234-FB6C52C326FF}"/>
              </a:ext>
            </a:extLst>
          </p:cNvPr>
          <p:cNvSpPr txBox="1"/>
          <p:nvPr/>
        </p:nvSpPr>
        <p:spPr>
          <a:xfrm>
            <a:off x="7157158" y="3406653"/>
            <a:ext cx="570089" cy="230832"/>
          </a:xfrm>
          <a:prstGeom prst="rect">
            <a:avLst/>
          </a:prstGeom>
          <a:noFill/>
        </p:spPr>
        <p:txBody>
          <a:bodyPr wrap="square" rtlCol="0">
            <a:spAutoFit/>
          </a:bodyPr>
          <a:lstStyle/>
          <a:p>
            <a:pPr algn="ctr"/>
            <a:r>
              <a:rPr lang="en-US" sz="900" dirty="0"/>
              <a:t>93</a:t>
            </a:r>
          </a:p>
        </p:txBody>
      </p:sp>
      <p:sp>
        <p:nvSpPr>
          <p:cNvPr id="71" name="TextBox 70">
            <a:extLst>
              <a:ext uri="{FF2B5EF4-FFF2-40B4-BE49-F238E27FC236}">
                <a16:creationId xmlns:a16="http://schemas.microsoft.com/office/drawing/2014/main" id="{51B7DD74-93E6-078F-1580-737F57B48CF2}"/>
              </a:ext>
            </a:extLst>
          </p:cNvPr>
          <p:cNvSpPr txBox="1"/>
          <p:nvPr/>
        </p:nvSpPr>
        <p:spPr>
          <a:xfrm>
            <a:off x="7157158" y="3907597"/>
            <a:ext cx="570089" cy="230832"/>
          </a:xfrm>
          <a:prstGeom prst="rect">
            <a:avLst/>
          </a:prstGeom>
          <a:noFill/>
        </p:spPr>
        <p:txBody>
          <a:bodyPr wrap="square" rtlCol="0">
            <a:spAutoFit/>
          </a:bodyPr>
          <a:lstStyle/>
          <a:p>
            <a:pPr algn="ctr"/>
            <a:r>
              <a:rPr lang="en-US" sz="900" dirty="0"/>
              <a:t>39</a:t>
            </a:r>
          </a:p>
        </p:txBody>
      </p:sp>
      <p:sp>
        <p:nvSpPr>
          <p:cNvPr id="22" name="TextBox 21">
            <a:extLst>
              <a:ext uri="{FF2B5EF4-FFF2-40B4-BE49-F238E27FC236}">
                <a16:creationId xmlns:a16="http://schemas.microsoft.com/office/drawing/2014/main" id="{A0A4521F-9BF1-A2EF-11DF-E12790E85D0E}"/>
              </a:ext>
            </a:extLst>
          </p:cNvPr>
          <p:cNvSpPr txBox="1"/>
          <p:nvPr/>
        </p:nvSpPr>
        <p:spPr>
          <a:xfrm>
            <a:off x="4645378" y="3406653"/>
            <a:ext cx="570089" cy="230832"/>
          </a:xfrm>
          <a:prstGeom prst="rect">
            <a:avLst/>
          </a:prstGeom>
          <a:noFill/>
        </p:spPr>
        <p:txBody>
          <a:bodyPr wrap="square" rtlCol="0">
            <a:spAutoFit/>
          </a:bodyPr>
          <a:lstStyle/>
          <a:p>
            <a:pPr algn="ctr"/>
            <a:r>
              <a:rPr lang="en-US" sz="900" dirty="0"/>
              <a:t>235</a:t>
            </a:r>
          </a:p>
        </p:txBody>
      </p:sp>
      <p:sp>
        <p:nvSpPr>
          <p:cNvPr id="24" name="TextBox 23">
            <a:extLst>
              <a:ext uri="{FF2B5EF4-FFF2-40B4-BE49-F238E27FC236}">
                <a16:creationId xmlns:a16="http://schemas.microsoft.com/office/drawing/2014/main" id="{07782CE6-2DB8-7680-958E-AC8B6CF5DFA7}"/>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5" name="TextBox 24">
            <a:extLst>
              <a:ext uri="{FF2B5EF4-FFF2-40B4-BE49-F238E27FC236}">
                <a16:creationId xmlns:a16="http://schemas.microsoft.com/office/drawing/2014/main" id="{E7660A70-AB25-F4DE-6573-7A6B2269B779}"/>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AD5C2937-3C87-A605-719B-0504FAF5342D}"/>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9661007C-3477-EDFA-482C-9F7E9A14CBEC}"/>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FE27EEAF-3634-4CF2-A3D5-0C4721522EC5}"/>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6D636CF8-0EA4-8326-6FDC-C27D86CCF7BE}"/>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DAB4B41A-1B6D-788F-3096-FC7EB6B158FE}"/>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537F070C-DDC6-DE02-1574-AE30B3B64453}"/>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25A955B9-900B-F1EE-4473-5FE28B31C799}"/>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B4D823F1-A9FB-D60C-742E-6D4FB78D7E3F}"/>
              </a:ext>
            </a:extLst>
          </p:cNvPr>
          <p:cNvSpPr txBox="1"/>
          <p:nvPr/>
        </p:nvSpPr>
        <p:spPr>
          <a:xfrm>
            <a:off x="5215469" y="4747898"/>
            <a:ext cx="462845" cy="584775"/>
          </a:xfrm>
          <a:prstGeom prst="rect">
            <a:avLst/>
          </a:prstGeom>
          <a:noFill/>
        </p:spPr>
        <p:txBody>
          <a:bodyPr wrap="square" rtlCol="0">
            <a:spAutoFit/>
          </a:bodyPr>
          <a:lstStyle/>
          <a:p>
            <a:pPr algn="ctr"/>
            <a:r>
              <a:rPr lang="en-US" sz="3200" dirty="0"/>
              <a:t>3</a:t>
            </a:r>
          </a:p>
        </p:txBody>
      </p:sp>
      <p:sp>
        <p:nvSpPr>
          <p:cNvPr id="81" name="TextBox 80">
            <a:extLst>
              <a:ext uri="{FF2B5EF4-FFF2-40B4-BE49-F238E27FC236}">
                <a16:creationId xmlns:a16="http://schemas.microsoft.com/office/drawing/2014/main" id="{F892E6AB-0127-3D21-9572-39484271A22F}"/>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82" name="TextBox 81">
            <a:extLst>
              <a:ext uri="{FF2B5EF4-FFF2-40B4-BE49-F238E27FC236}">
                <a16:creationId xmlns:a16="http://schemas.microsoft.com/office/drawing/2014/main" id="{2BBECAB6-2E77-42A4-34C6-C4CB8980E6C0}"/>
              </a:ext>
            </a:extLst>
          </p:cNvPr>
          <p:cNvSpPr txBox="1"/>
          <p:nvPr/>
        </p:nvSpPr>
        <p:spPr>
          <a:xfrm>
            <a:off x="6152446" y="3907597"/>
            <a:ext cx="570089" cy="230832"/>
          </a:xfrm>
          <a:prstGeom prst="rect">
            <a:avLst/>
          </a:prstGeom>
          <a:noFill/>
        </p:spPr>
        <p:txBody>
          <a:bodyPr wrap="square" rtlCol="0">
            <a:spAutoFit/>
          </a:bodyPr>
          <a:lstStyle/>
          <a:p>
            <a:pPr algn="ctr"/>
            <a:r>
              <a:rPr lang="en-US" sz="900" dirty="0"/>
              <a:t>93</a:t>
            </a:r>
          </a:p>
        </p:txBody>
      </p:sp>
      <p:sp>
        <p:nvSpPr>
          <p:cNvPr id="83" name="TextBox 82">
            <a:extLst>
              <a:ext uri="{FF2B5EF4-FFF2-40B4-BE49-F238E27FC236}">
                <a16:creationId xmlns:a16="http://schemas.microsoft.com/office/drawing/2014/main" id="{2A700A93-7B5E-8C6B-D7FF-FC04D204D9DD}"/>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C39E3DDB-1714-DA65-C846-01523D027876}"/>
              </a:ext>
            </a:extLst>
          </p:cNvPr>
          <p:cNvSpPr txBox="1"/>
          <p:nvPr/>
        </p:nvSpPr>
        <p:spPr>
          <a:xfrm>
            <a:off x="4143022" y="1903821"/>
            <a:ext cx="570089" cy="230832"/>
          </a:xfrm>
          <a:prstGeom prst="rect">
            <a:avLst/>
          </a:prstGeom>
          <a:noFill/>
        </p:spPr>
        <p:txBody>
          <a:bodyPr wrap="square" rtlCol="0">
            <a:spAutoFit/>
          </a:bodyPr>
          <a:lstStyle/>
          <a:p>
            <a:pPr algn="ctr"/>
            <a:r>
              <a:rPr lang="en-US" sz="900" dirty="0"/>
              <a:t>82</a:t>
            </a:r>
          </a:p>
        </p:txBody>
      </p:sp>
      <p:sp>
        <p:nvSpPr>
          <p:cNvPr id="86" name="TextBox 85">
            <a:extLst>
              <a:ext uri="{FF2B5EF4-FFF2-40B4-BE49-F238E27FC236}">
                <a16:creationId xmlns:a16="http://schemas.microsoft.com/office/drawing/2014/main" id="{965B5529-DED4-F0D8-FB58-A643D6CA08A0}"/>
              </a:ext>
            </a:extLst>
          </p:cNvPr>
          <p:cNvSpPr txBox="1"/>
          <p:nvPr/>
        </p:nvSpPr>
        <p:spPr>
          <a:xfrm>
            <a:off x="5650090" y="2404765"/>
            <a:ext cx="570089" cy="230832"/>
          </a:xfrm>
          <a:prstGeom prst="rect">
            <a:avLst/>
          </a:prstGeom>
          <a:noFill/>
        </p:spPr>
        <p:txBody>
          <a:bodyPr wrap="square" rtlCol="0">
            <a:spAutoFit/>
          </a:bodyPr>
          <a:lstStyle/>
          <a:p>
            <a:pPr algn="ctr"/>
            <a:r>
              <a:rPr lang="en-US" sz="900" dirty="0"/>
              <a:t>83</a:t>
            </a:r>
          </a:p>
        </p:txBody>
      </p:sp>
      <p:sp>
        <p:nvSpPr>
          <p:cNvPr id="87" name="TextBox 86">
            <a:extLst>
              <a:ext uri="{FF2B5EF4-FFF2-40B4-BE49-F238E27FC236}">
                <a16:creationId xmlns:a16="http://schemas.microsoft.com/office/drawing/2014/main" id="{93F606AF-79B3-9A52-3582-2666B638CF13}"/>
              </a:ext>
            </a:extLst>
          </p:cNvPr>
          <p:cNvSpPr txBox="1"/>
          <p:nvPr/>
        </p:nvSpPr>
        <p:spPr>
          <a:xfrm>
            <a:off x="4645378" y="1903821"/>
            <a:ext cx="570089" cy="230832"/>
          </a:xfrm>
          <a:prstGeom prst="rect">
            <a:avLst/>
          </a:prstGeom>
          <a:noFill/>
        </p:spPr>
        <p:txBody>
          <a:bodyPr wrap="square" rtlCol="0">
            <a:spAutoFit/>
          </a:bodyPr>
          <a:lstStyle/>
          <a:p>
            <a:pPr algn="ctr"/>
            <a:r>
              <a:rPr lang="en-US" sz="900" dirty="0"/>
              <a:t>238</a:t>
            </a:r>
          </a:p>
        </p:txBody>
      </p:sp>
      <p:sp>
        <p:nvSpPr>
          <p:cNvPr id="89" name="TextBox 88">
            <a:extLst>
              <a:ext uri="{FF2B5EF4-FFF2-40B4-BE49-F238E27FC236}">
                <a16:creationId xmlns:a16="http://schemas.microsoft.com/office/drawing/2014/main" id="{76E266C9-57F4-C26B-06B9-FD070744069C}"/>
              </a:ext>
            </a:extLst>
          </p:cNvPr>
          <p:cNvSpPr txBox="1"/>
          <p:nvPr/>
        </p:nvSpPr>
        <p:spPr>
          <a:xfrm>
            <a:off x="6152446" y="3406653"/>
            <a:ext cx="570089" cy="230832"/>
          </a:xfrm>
          <a:prstGeom prst="rect">
            <a:avLst/>
          </a:prstGeom>
          <a:noFill/>
        </p:spPr>
        <p:txBody>
          <a:bodyPr wrap="square" rtlCol="0">
            <a:spAutoFit/>
          </a:bodyPr>
          <a:lstStyle/>
          <a:p>
            <a:pPr algn="ctr"/>
            <a:r>
              <a:rPr lang="en-US" sz="900" dirty="0"/>
              <a:t>359</a:t>
            </a:r>
          </a:p>
        </p:txBody>
      </p:sp>
      <p:sp>
        <p:nvSpPr>
          <p:cNvPr id="90" name="TextBox 89">
            <a:extLst>
              <a:ext uri="{FF2B5EF4-FFF2-40B4-BE49-F238E27FC236}">
                <a16:creationId xmlns:a16="http://schemas.microsoft.com/office/drawing/2014/main" id="{2D3D9D78-A905-CA1C-7EA2-BF0057E41F3E}"/>
              </a:ext>
            </a:extLst>
          </p:cNvPr>
          <p:cNvSpPr txBox="1"/>
          <p:nvPr/>
        </p:nvSpPr>
        <p:spPr>
          <a:xfrm>
            <a:off x="6152446" y="2404765"/>
            <a:ext cx="570089" cy="230832"/>
          </a:xfrm>
          <a:prstGeom prst="rect">
            <a:avLst/>
          </a:prstGeom>
          <a:noFill/>
        </p:spPr>
        <p:txBody>
          <a:bodyPr wrap="square" rtlCol="0">
            <a:spAutoFit/>
          </a:bodyPr>
          <a:lstStyle/>
          <a:p>
            <a:pPr algn="ctr"/>
            <a:r>
              <a:rPr lang="en-US" sz="900" dirty="0"/>
              <a:t>38</a:t>
            </a:r>
          </a:p>
        </p:txBody>
      </p:sp>
      <p:sp>
        <p:nvSpPr>
          <p:cNvPr id="91" name="TextBox 90">
            <a:extLst>
              <a:ext uri="{FF2B5EF4-FFF2-40B4-BE49-F238E27FC236}">
                <a16:creationId xmlns:a16="http://schemas.microsoft.com/office/drawing/2014/main" id="{D485090C-0240-DAAD-DC39-C9AD1655F419}"/>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897B731E-D92B-E700-7376-521F6407979E}"/>
              </a:ext>
            </a:extLst>
          </p:cNvPr>
          <p:cNvSpPr txBox="1"/>
          <p:nvPr/>
        </p:nvSpPr>
        <p:spPr>
          <a:xfrm>
            <a:off x="5715003" y="122455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DECF5438-4DD3-328D-0C14-5066522C612A}"/>
              </a:ext>
            </a:extLst>
          </p:cNvPr>
          <p:cNvSpPr txBox="1"/>
          <p:nvPr/>
        </p:nvSpPr>
        <p:spPr>
          <a:xfrm>
            <a:off x="5215469" y="721216"/>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0E723B9C-0C69-9224-4FEA-F3A84905B658}"/>
              </a:ext>
            </a:extLst>
          </p:cNvPr>
          <p:cNvSpPr txBox="1"/>
          <p:nvPr/>
        </p:nvSpPr>
        <p:spPr>
          <a:xfrm>
            <a:off x="621453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B80A2A73-A24E-DFAE-A4E9-20FE963A696A}"/>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47A8C000-E0BF-68C4-0FB7-BE498A43E23E}"/>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2B1F0D9D-76E6-3D0A-7F99-B1FBAC03B227}"/>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32" name="TextBox 31">
            <a:extLst>
              <a:ext uri="{FF2B5EF4-FFF2-40B4-BE49-F238E27FC236}">
                <a16:creationId xmlns:a16="http://schemas.microsoft.com/office/drawing/2014/main" id="{79534496-CD92-6805-18D5-1BAEC916128D}"/>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287272AE-D57A-3AD5-FEC9-50E2D660D586}"/>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F617A15A-2CFC-8087-7AF9-46F97E59EF9C}"/>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47349F09-3647-C782-C321-CC260876FEDB}"/>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37" name="TextBox 36">
            <a:extLst>
              <a:ext uri="{FF2B5EF4-FFF2-40B4-BE49-F238E27FC236}">
                <a16:creationId xmlns:a16="http://schemas.microsoft.com/office/drawing/2014/main" id="{0B8C124F-5B62-1E2C-B024-C80E8CE69077}"/>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9A96036C-D090-DCFE-A600-39BA3CBEF959}"/>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8159D03A-D3E7-E02F-A6FE-CF423E971C76}"/>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7F6601D9-1767-22D3-CF5A-EEC8351E475F}"/>
              </a:ext>
            </a:extLst>
          </p:cNvPr>
          <p:cNvSpPr txBox="1"/>
          <p:nvPr/>
        </p:nvSpPr>
        <p:spPr>
          <a:xfrm>
            <a:off x="4216401" y="3237891"/>
            <a:ext cx="462845" cy="584775"/>
          </a:xfrm>
          <a:prstGeom prst="rect">
            <a:avLst/>
          </a:prstGeom>
          <a:no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B90A3B89-206B-6A66-1631-7BB149E9320C}"/>
              </a:ext>
            </a:extLst>
          </p:cNvPr>
          <p:cNvSpPr txBox="1"/>
          <p:nvPr/>
        </p:nvSpPr>
        <p:spPr>
          <a:xfrm>
            <a:off x="3217333" y="3741226"/>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FD182E92-D6FF-55C9-7791-7D587C982C32}"/>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48" name="TextBox 47">
            <a:extLst>
              <a:ext uri="{FF2B5EF4-FFF2-40B4-BE49-F238E27FC236}">
                <a16:creationId xmlns:a16="http://schemas.microsoft.com/office/drawing/2014/main" id="{5E9C35DB-7AE3-8C2F-08DE-B373FD2558D5}"/>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0F941B30-5C3B-5C37-5E3C-9A38307CB745}"/>
              </a:ext>
            </a:extLst>
          </p:cNvPr>
          <p:cNvSpPr txBox="1"/>
          <p:nvPr/>
        </p:nvSpPr>
        <p:spPr>
          <a:xfrm>
            <a:off x="4216401" y="223122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D553ED28-378F-360B-7A34-F7228B8C4DCB}"/>
              </a:ext>
            </a:extLst>
          </p:cNvPr>
          <p:cNvSpPr txBox="1"/>
          <p:nvPr/>
        </p:nvSpPr>
        <p:spPr>
          <a:xfrm>
            <a:off x="3217333" y="2231221"/>
            <a:ext cx="462845" cy="584775"/>
          </a:xfrm>
          <a:prstGeom prst="rect">
            <a:avLst/>
          </a:prstGeom>
          <a:noFill/>
        </p:spPr>
        <p:txBody>
          <a:bodyPr wrap="square" rtlCol="0">
            <a:spAutoFit/>
          </a:bodyPr>
          <a:lstStyle/>
          <a:p>
            <a:pPr algn="ctr"/>
            <a:r>
              <a:rPr lang="en-US" sz="3200" dirty="0"/>
              <a:t>5</a:t>
            </a:r>
          </a:p>
        </p:txBody>
      </p:sp>
      <p:sp>
        <p:nvSpPr>
          <p:cNvPr id="8" name="TextBox 7">
            <a:extLst>
              <a:ext uri="{FF2B5EF4-FFF2-40B4-BE49-F238E27FC236}">
                <a16:creationId xmlns:a16="http://schemas.microsoft.com/office/drawing/2014/main" id="{9F5AC9AD-7E19-59B1-784E-B67556EFB01B}"/>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FD1BCDA4-2705-61D4-EC7A-EF2F0C6426D5}"/>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C93FC936-3C1E-A879-91DC-145687E2F418}"/>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34EFE6B7-3904-1B1A-8331-1FC8BA5553A7}"/>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6D4CE87A-5281-A24A-258E-BDF70C76398C}"/>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58" name="TextBox 57">
            <a:extLst>
              <a:ext uri="{FF2B5EF4-FFF2-40B4-BE49-F238E27FC236}">
                <a16:creationId xmlns:a16="http://schemas.microsoft.com/office/drawing/2014/main" id="{377FA8E3-CEB9-1292-0FE2-A5C4409BF7AC}"/>
              </a:ext>
            </a:extLst>
          </p:cNvPr>
          <p:cNvSpPr txBox="1"/>
          <p:nvPr/>
        </p:nvSpPr>
        <p:spPr>
          <a:xfrm>
            <a:off x="4216401" y="273455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19A8C2F0-037F-D392-1560-C9EBDC43C59E}"/>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17" name="TextBox 16">
            <a:extLst>
              <a:ext uri="{FF2B5EF4-FFF2-40B4-BE49-F238E27FC236}">
                <a16:creationId xmlns:a16="http://schemas.microsoft.com/office/drawing/2014/main" id="{77CFDD40-A2E9-9BF1-C571-806E96D22762}"/>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E5FD1837-7189-9889-40BD-F3E91A40B07D}"/>
              </a:ext>
            </a:extLst>
          </p:cNvPr>
          <p:cNvSpPr txBox="1"/>
          <p:nvPr/>
        </p:nvSpPr>
        <p:spPr>
          <a:xfrm>
            <a:off x="5715003" y="3237891"/>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AC56A37D-6D39-E151-FB3B-660948755203}"/>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24965085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AD27D-0A3F-BB4F-996E-42D21526455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831234A-760B-F707-5123-BA5A5DB6C7A0}"/>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A3F5C22-848D-DAAA-3079-7A146104D7B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6FF2504-F5E9-747B-67C0-E8C8F708D11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EC409EF-FF1D-EF3F-3053-6B5F47377A7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83D7CF6-2AB5-8A19-668C-613CF02729AF}"/>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1D2A8686-164B-A10E-0D2E-3D7FD68EF729}"/>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65CE9FD1-0901-7B53-20E7-9FCD78A14048}"/>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4DC5FEDF-85C5-36C0-F81C-C3A1BA45CDBF}"/>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9A1373D3-1C16-2DD2-84CD-9A8F74108F57}"/>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8F863250-8D3E-C4B2-7CB7-180BC06489DD}"/>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AF8E166B-1A69-3561-564B-9E801E6D0BC0}"/>
              </a:ext>
            </a:extLst>
          </p:cNvPr>
          <p:cNvSpPr txBox="1"/>
          <p:nvPr/>
        </p:nvSpPr>
        <p:spPr>
          <a:xfrm>
            <a:off x="4143022" y="1402877"/>
            <a:ext cx="570089" cy="230832"/>
          </a:xfrm>
          <a:prstGeom prst="rect">
            <a:avLst/>
          </a:prstGeom>
          <a:noFill/>
        </p:spPr>
        <p:txBody>
          <a:bodyPr wrap="square" rtlCol="0">
            <a:spAutoFit/>
          </a:bodyPr>
          <a:lstStyle/>
          <a:p>
            <a:pPr algn="ctr"/>
            <a:r>
              <a:rPr lang="en-US" sz="900" dirty="0"/>
              <a:t>28</a:t>
            </a:r>
          </a:p>
        </p:txBody>
      </p:sp>
      <p:sp>
        <p:nvSpPr>
          <p:cNvPr id="40" name="TextBox 39">
            <a:extLst>
              <a:ext uri="{FF2B5EF4-FFF2-40B4-BE49-F238E27FC236}">
                <a16:creationId xmlns:a16="http://schemas.microsoft.com/office/drawing/2014/main" id="{E11E0EB7-1031-28D7-39E6-CA2D37FB250E}"/>
              </a:ext>
            </a:extLst>
          </p:cNvPr>
          <p:cNvSpPr txBox="1"/>
          <p:nvPr/>
        </p:nvSpPr>
        <p:spPr>
          <a:xfrm>
            <a:off x="4645378" y="1402877"/>
            <a:ext cx="570089" cy="230832"/>
          </a:xfrm>
          <a:prstGeom prst="rect">
            <a:avLst/>
          </a:prstGeom>
          <a:noFill/>
        </p:spPr>
        <p:txBody>
          <a:bodyPr wrap="square" rtlCol="0">
            <a:spAutoFit/>
          </a:bodyPr>
          <a:lstStyle/>
          <a:p>
            <a:pPr algn="ctr"/>
            <a:r>
              <a:rPr lang="en-US" sz="900" dirty="0"/>
              <a:t>82</a:t>
            </a:r>
          </a:p>
        </p:txBody>
      </p:sp>
      <p:sp>
        <p:nvSpPr>
          <p:cNvPr id="44" name="TextBox 43">
            <a:extLst>
              <a:ext uri="{FF2B5EF4-FFF2-40B4-BE49-F238E27FC236}">
                <a16:creationId xmlns:a16="http://schemas.microsoft.com/office/drawing/2014/main" id="{8029C55D-FC1D-88D4-6651-F109E6E29B7F}"/>
              </a:ext>
            </a:extLst>
          </p:cNvPr>
          <p:cNvSpPr txBox="1"/>
          <p:nvPr/>
        </p:nvSpPr>
        <p:spPr>
          <a:xfrm>
            <a:off x="4645378" y="2905709"/>
            <a:ext cx="570089" cy="230832"/>
          </a:xfrm>
          <a:prstGeom prst="rect">
            <a:avLst/>
          </a:prstGeom>
          <a:noFill/>
        </p:spPr>
        <p:txBody>
          <a:bodyPr wrap="square" rtlCol="0">
            <a:spAutoFit/>
          </a:bodyPr>
          <a:lstStyle/>
          <a:p>
            <a:pPr algn="ctr"/>
            <a:r>
              <a:rPr lang="en-US" sz="900" dirty="0"/>
              <a:t>58</a:t>
            </a:r>
          </a:p>
        </p:txBody>
      </p:sp>
      <p:sp>
        <p:nvSpPr>
          <p:cNvPr id="46" name="TextBox 45">
            <a:extLst>
              <a:ext uri="{FF2B5EF4-FFF2-40B4-BE49-F238E27FC236}">
                <a16:creationId xmlns:a16="http://schemas.microsoft.com/office/drawing/2014/main" id="{91A818A6-58FC-981F-10B8-647914F36FE3}"/>
              </a:ext>
            </a:extLst>
          </p:cNvPr>
          <p:cNvSpPr txBox="1"/>
          <p:nvPr/>
        </p:nvSpPr>
        <p:spPr>
          <a:xfrm>
            <a:off x="6152446" y="2905709"/>
            <a:ext cx="570089" cy="230832"/>
          </a:xfrm>
          <a:prstGeom prst="rect">
            <a:avLst/>
          </a:prstGeom>
          <a:noFill/>
        </p:spPr>
        <p:txBody>
          <a:bodyPr wrap="square" rtlCol="0">
            <a:spAutoFit/>
          </a:bodyPr>
          <a:lstStyle/>
          <a:p>
            <a:pPr algn="ctr"/>
            <a:r>
              <a:rPr lang="en-US" sz="900" dirty="0"/>
              <a:t>589</a:t>
            </a:r>
          </a:p>
        </p:txBody>
      </p:sp>
      <p:sp>
        <p:nvSpPr>
          <p:cNvPr id="51" name="TextBox 50">
            <a:extLst>
              <a:ext uri="{FF2B5EF4-FFF2-40B4-BE49-F238E27FC236}">
                <a16:creationId xmlns:a16="http://schemas.microsoft.com/office/drawing/2014/main" id="{D0B2C460-881E-10C8-EA4D-3D4A2E9477CD}"/>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98C6AAF5-C68F-7622-0205-54819F5FC27C}"/>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F3FB23D5-C3CC-537B-37A7-82567D2A9587}"/>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82BEE141-6221-AA4D-4481-91B6850D543E}"/>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B8E119AC-49CF-8EA5-88B2-1C1A595C8D6E}"/>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3" name="TextBox 62">
            <a:extLst>
              <a:ext uri="{FF2B5EF4-FFF2-40B4-BE49-F238E27FC236}">
                <a16:creationId xmlns:a16="http://schemas.microsoft.com/office/drawing/2014/main" id="{190C6809-7001-2335-EA0C-4D77E4FE4F5A}"/>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A032F96C-006D-00FB-186B-90CDE5F3737C}"/>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A7A04CEB-5491-ACF1-268F-B4CA85A9985D}"/>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F88BD0A9-787D-34C2-5547-BAB8BBCEABC0}"/>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D579F7CE-9C50-DF71-4B5C-DD8D0E8E4684}"/>
              </a:ext>
            </a:extLst>
          </p:cNvPr>
          <p:cNvSpPr txBox="1"/>
          <p:nvPr/>
        </p:nvSpPr>
        <p:spPr>
          <a:xfrm>
            <a:off x="7157158" y="3907597"/>
            <a:ext cx="570089" cy="230832"/>
          </a:xfrm>
          <a:prstGeom prst="rect">
            <a:avLst/>
          </a:prstGeom>
          <a:noFill/>
        </p:spPr>
        <p:txBody>
          <a:bodyPr wrap="square" rtlCol="0">
            <a:spAutoFit/>
          </a:bodyPr>
          <a:lstStyle/>
          <a:p>
            <a:pPr algn="ctr"/>
            <a:r>
              <a:rPr lang="en-US" sz="900" dirty="0"/>
              <a:t>39</a:t>
            </a:r>
          </a:p>
        </p:txBody>
      </p:sp>
      <p:sp>
        <p:nvSpPr>
          <p:cNvPr id="22" name="TextBox 21">
            <a:extLst>
              <a:ext uri="{FF2B5EF4-FFF2-40B4-BE49-F238E27FC236}">
                <a16:creationId xmlns:a16="http://schemas.microsoft.com/office/drawing/2014/main" id="{816E788E-F601-9397-3F58-86F1B530C430}"/>
              </a:ext>
            </a:extLst>
          </p:cNvPr>
          <p:cNvSpPr txBox="1"/>
          <p:nvPr/>
        </p:nvSpPr>
        <p:spPr>
          <a:xfrm>
            <a:off x="4645378" y="3406653"/>
            <a:ext cx="570089" cy="230832"/>
          </a:xfrm>
          <a:prstGeom prst="rect">
            <a:avLst/>
          </a:prstGeom>
          <a:noFill/>
        </p:spPr>
        <p:txBody>
          <a:bodyPr wrap="square" rtlCol="0">
            <a:spAutoFit/>
          </a:bodyPr>
          <a:lstStyle/>
          <a:p>
            <a:pPr algn="ctr"/>
            <a:r>
              <a:rPr lang="en-US" sz="900" dirty="0"/>
              <a:t>235</a:t>
            </a:r>
          </a:p>
        </p:txBody>
      </p:sp>
      <p:sp>
        <p:nvSpPr>
          <p:cNvPr id="24" name="TextBox 23">
            <a:extLst>
              <a:ext uri="{FF2B5EF4-FFF2-40B4-BE49-F238E27FC236}">
                <a16:creationId xmlns:a16="http://schemas.microsoft.com/office/drawing/2014/main" id="{2A11F874-AD89-E3C4-6004-BA5047D2A1A7}"/>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5" name="TextBox 24">
            <a:extLst>
              <a:ext uri="{FF2B5EF4-FFF2-40B4-BE49-F238E27FC236}">
                <a16:creationId xmlns:a16="http://schemas.microsoft.com/office/drawing/2014/main" id="{87E87F55-E4EA-F556-8532-A6298C63B79D}"/>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2DBDFF4E-9928-51F8-2C3F-CE205C4F45A8}"/>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F6A523B9-6613-4C71-9379-600A181B4ED8}"/>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5A01E7E2-7C90-50CB-ED01-C158B2E15110}"/>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BC8721EE-A3B1-724D-17B2-D950C184DA9A}"/>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5D1BDEB3-E63A-8E17-D36D-F414ABE00B64}"/>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620906A8-5761-A363-DEE5-1146714B013C}"/>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94A0A9AB-DDB2-6506-4C92-AE1BFDC51A03}"/>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D09FC0E5-A711-85B4-8A8B-282B38426D4E}"/>
              </a:ext>
            </a:extLst>
          </p:cNvPr>
          <p:cNvSpPr txBox="1"/>
          <p:nvPr/>
        </p:nvSpPr>
        <p:spPr>
          <a:xfrm>
            <a:off x="5215469" y="4747898"/>
            <a:ext cx="462845" cy="584775"/>
          </a:xfrm>
          <a:prstGeom prst="rect">
            <a:avLst/>
          </a:prstGeom>
          <a:noFill/>
        </p:spPr>
        <p:txBody>
          <a:bodyPr wrap="square" rtlCol="0">
            <a:spAutoFit/>
          </a:bodyPr>
          <a:lstStyle/>
          <a:p>
            <a:pPr algn="ctr"/>
            <a:r>
              <a:rPr lang="en-US" sz="3200" dirty="0"/>
              <a:t>3</a:t>
            </a:r>
          </a:p>
        </p:txBody>
      </p:sp>
      <p:sp>
        <p:nvSpPr>
          <p:cNvPr id="81" name="TextBox 80">
            <a:extLst>
              <a:ext uri="{FF2B5EF4-FFF2-40B4-BE49-F238E27FC236}">
                <a16:creationId xmlns:a16="http://schemas.microsoft.com/office/drawing/2014/main" id="{26EC0942-B3C9-A96B-47CC-F8F7139E1B09}"/>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82" name="TextBox 81">
            <a:extLst>
              <a:ext uri="{FF2B5EF4-FFF2-40B4-BE49-F238E27FC236}">
                <a16:creationId xmlns:a16="http://schemas.microsoft.com/office/drawing/2014/main" id="{BDC3C0B1-7DAF-2446-1FBE-8B01053BF50B}"/>
              </a:ext>
            </a:extLst>
          </p:cNvPr>
          <p:cNvSpPr txBox="1"/>
          <p:nvPr/>
        </p:nvSpPr>
        <p:spPr>
          <a:xfrm>
            <a:off x="6152446" y="3907597"/>
            <a:ext cx="570089" cy="230832"/>
          </a:xfrm>
          <a:prstGeom prst="rect">
            <a:avLst/>
          </a:prstGeom>
          <a:noFill/>
        </p:spPr>
        <p:txBody>
          <a:bodyPr wrap="square" rtlCol="0">
            <a:spAutoFit/>
          </a:bodyPr>
          <a:lstStyle/>
          <a:p>
            <a:pPr algn="ctr"/>
            <a:r>
              <a:rPr lang="en-US" sz="900" dirty="0"/>
              <a:t>93</a:t>
            </a:r>
          </a:p>
        </p:txBody>
      </p:sp>
      <p:sp>
        <p:nvSpPr>
          <p:cNvPr id="83" name="TextBox 82">
            <a:extLst>
              <a:ext uri="{FF2B5EF4-FFF2-40B4-BE49-F238E27FC236}">
                <a16:creationId xmlns:a16="http://schemas.microsoft.com/office/drawing/2014/main" id="{E639C926-3BE5-4A73-BE03-7BEF20C1615D}"/>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715B5C0C-11E2-BF8D-FE92-DB2018513AC6}"/>
              </a:ext>
            </a:extLst>
          </p:cNvPr>
          <p:cNvSpPr txBox="1"/>
          <p:nvPr/>
        </p:nvSpPr>
        <p:spPr>
          <a:xfrm>
            <a:off x="4143022" y="1903821"/>
            <a:ext cx="570089" cy="230832"/>
          </a:xfrm>
          <a:prstGeom prst="rect">
            <a:avLst/>
          </a:prstGeom>
          <a:noFill/>
        </p:spPr>
        <p:txBody>
          <a:bodyPr wrap="square" rtlCol="0">
            <a:spAutoFit/>
          </a:bodyPr>
          <a:lstStyle/>
          <a:p>
            <a:pPr algn="ctr"/>
            <a:r>
              <a:rPr lang="en-US" sz="900" dirty="0"/>
              <a:t>82</a:t>
            </a:r>
          </a:p>
        </p:txBody>
      </p:sp>
      <p:sp>
        <p:nvSpPr>
          <p:cNvPr id="86" name="TextBox 85">
            <a:extLst>
              <a:ext uri="{FF2B5EF4-FFF2-40B4-BE49-F238E27FC236}">
                <a16:creationId xmlns:a16="http://schemas.microsoft.com/office/drawing/2014/main" id="{7A9147D8-CFF0-84F7-6839-67A48054CDA2}"/>
              </a:ext>
            </a:extLst>
          </p:cNvPr>
          <p:cNvSpPr txBox="1"/>
          <p:nvPr/>
        </p:nvSpPr>
        <p:spPr>
          <a:xfrm>
            <a:off x="5650090" y="2404765"/>
            <a:ext cx="570089" cy="230832"/>
          </a:xfrm>
          <a:prstGeom prst="rect">
            <a:avLst/>
          </a:prstGeom>
          <a:noFill/>
        </p:spPr>
        <p:txBody>
          <a:bodyPr wrap="square" rtlCol="0">
            <a:spAutoFit/>
          </a:bodyPr>
          <a:lstStyle/>
          <a:p>
            <a:pPr algn="ctr"/>
            <a:r>
              <a:rPr lang="en-US" sz="900" dirty="0"/>
              <a:t>83</a:t>
            </a:r>
          </a:p>
        </p:txBody>
      </p:sp>
      <p:sp>
        <p:nvSpPr>
          <p:cNvPr id="87" name="TextBox 86">
            <a:extLst>
              <a:ext uri="{FF2B5EF4-FFF2-40B4-BE49-F238E27FC236}">
                <a16:creationId xmlns:a16="http://schemas.microsoft.com/office/drawing/2014/main" id="{C838EF1E-A36D-D801-16F8-BA1DFF0BF24B}"/>
              </a:ext>
            </a:extLst>
          </p:cNvPr>
          <p:cNvSpPr txBox="1"/>
          <p:nvPr/>
        </p:nvSpPr>
        <p:spPr>
          <a:xfrm>
            <a:off x="4645378" y="1903821"/>
            <a:ext cx="570089" cy="230832"/>
          </a:xfrm>
          <a:prstGeom prst="rect">
            <a:avLst/>
          </a:prstGeom>
          <a:noFill/>
        </p:spPr>
        <p:txBody>
          <a:bodyPr wrap="square" rtlCol="0">
            <a:spAutoFit/>
          </a:bodyPr>
          <a:lstStyle/>
          <a:p>
            <a:pPr algn="ctr"/>
            <a:r>
              <a:rPr lang="en-US" sz="900" dirty="0"/>
              <a:t>238</a:t>
            </a:r>
          </a:p>
        </p:txBody>
      </p:sp>
      <p:sp>
        <p:nvSpPr>
          <p:cNvPr id="89" name="TextBox 88">
            <a:extLst>
              <a:ext uri="{FF2B5EF4-FFF2-40B4-BE49-F238E27FC236}">
                <a16:creationId xmlns:a16="http://schemas.microsoft.com/office/drawing/2014/main" id="{886AC069-C03E-D7DB-ADE3-68A1A1CD6A2B}"/>
              </a:ext>
            </a:extLst>
          </p:cNvPr>
          <p:cNvSpPr txBox="1"/>
          <p:nvPr/>
        </p:nvSpPr>
        <p:spPr>
          <a:xfrm>
            <a:off x="6152446" y="3406653"/>
            <a:ext cx="570089" cy="230832"/>
          </a:xfrm>
          <a:prstGeom prst="rect">
            <a:avLst/>
          </a:prstGeom>
          <a:noFill/>
        </p:spPr>
        <p:txBody>
          <a:bodyPr wrap="square" rtlCol="0">
            <a:spAutoFit/>
          </a:bodyPr>
          <a:lstStyle/>
          <a:p>
            <a:pPr algn="ctr"/>
            <a:r>
              <a:rPr lang="en-US" sz="900" dirty="0"/>
              <a:t>359</a:t>
            </a:r>
          </a:p>
        </p:txBody>
      </p:sp>
      <p:sp>
        <p:nvSpPr>
          <p:cNvPr id="90" name="TextBox 89">
            <a:extLst>
              <a:ext uri="{FF2B5EF4-FFF2-40B4-BE49-F238E27FC236}">
                <a16:creationId xmlns:a16="http://schemas.microsoft.com/office/drawing/2014/main" id="{EB1BD844-B084-6ED0-E4E5-E1F2D0C3444A}"/>
              </a:ext>
            </a:extLst>
          </p:cNvPr>
          <p:cNvSpPr txBox="1"/>
          <p:nvPr/>
        </p:nvSpPr>
        <p:spPr>
          <a:xfrm>
            <a:off x="6152446" y="2404765"/>
            <a:ext cx="570089" cy="230832"/>
          </a:xfrm>
          <a:prstGeom prst="rect">
            <a:avLst/>
          </a:prstGeom>
          <a:noFill/>
        </p:spPr>
        <p:txBody>
          <a:bodyPr wrap="square" rtlCol="0">
            <a:spAutoFit/>
          </a:bodyPr>
          <a:lstStyle/>
          <a:p>
            <a:pPr algn="ctr"/>
            <a:r>
              <a:rPr lang="en-US" sz="900" dirty="0"/>
              <a:t>38</a:t>
            </a:r>
          </a:p>
        </p:txBody>
      </p:sp>
      <p:sp>
        <p:nvSpPr>
          <p:cNvPr id="91" name="TextBox 90">
            <a:extLst>
              <a:ext uri="{FF2B5EF4-FFF2-40B4-BE49-F238E27FC236}">
                <a16:creationId xmlns:a16="http://schemas.microsoft.com/office/drawing/2014/main" id="{56E4B7FA-BE67-28C1-35F7-830DFECB952B}"/>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DA04FB4A-F59A-70F3-8153-0CEEB0B32F64}"/>
              </a:ext>
            </a:extLst>
          </p:cNvPr>
          <p:cNvSpPr txBox="1"/>
          <p:nvPr/>
        </p:nvSpPr>
        <p:spPr>
          <a:xfrm>
            <a:off x="5715003" y="122455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F892909A-12F0-A192-6738-313FBAA666C6}"/>
              </a:ext>
            </a:extLst>
          </p:cNvPr>
          <p:cNvSpPr txBox="1"/>
          <p:nvPr/>
        </p:nvSpPr>
        <p:spPr>
          <a:xfrm>
            <a:off x="5215469" y="721216"/>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DC374B66-0B43-318F-B613-0061A1ED325B}"/>
              </a:ext>
            </a:extLst>
          </p:cNvPr>
          <p:cNvSpPr txBox="1"/>
          <p:nvPr/>
        </p:nvSpPr>
        <p:spPr>
          <a:xfrm>
            <a:off x="621453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1F7B5CB0-6F0C-A000-2D97-9AEBA0BCCB19}"/>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90BE68F7-7323-DDBD-80F4-AAC7E0126BDE}"/>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663E76B5-03D0-6BAF-A4F4-443079D9B63B}"/>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32" name="TextBox 31">
            <a:extLst>
              <a:ext uri="{FF2B5EF4-FFF2-40B4-BE49-F238E27FC236}">
                <a16:creationId xmlns:a16="http://schemas.microsoft.com/office/drawing/2014/main" id="{DEB4E223-9310-64F2-1B71-9341ADDA9CC4}"/>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6E06D41F-7938-9E11-3102-F17EBDFAB6A6}"/>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A0246F6F-E9DB-5975-AB2C-49977BFAD563}"/>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21487A93-3C49-3043-596F-C8992D8A80A7}"/>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37" name="TextBox 36">
            <a:extLst>
              <a:ext uri="{FF2B5EF4-FFF2-40B4-BE49-F238E27FC236}">
                <a16:creationId xmlns:a16="http://schemas.microsoft.com/office/drawing/2014/main" id="{35F7D24B-BBEC-25FA-8EE0-DA550288F63C}"/>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96400243-14DC-7346-6CD2-026E85CA4883}"/>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1E7D6123-9850-5E06-C75C-417AC6E01BFE}"/>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32908105-9090-791D-AA47-529EA482049E}"/>
              </a:ext>
            </a:extLst>
          </p:cNvPr>
          <p:cNvSpPr txBox="1"/>
          <p:nvPr/>
        </p:nvSpPr>
        <p:spPr>
          <a:xfrm>
            <a:off x="4216401" y="3237891"/>
            <a:ext cx="462845" cy="584775"/>
          </a:xfrm>
          <a:prstGeom prst="rect">
            <a:avLst/>
          </a:prstGeom>
          <a:no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3ECFE2AF-B914-A57E-00E8-5F24CCD6B6EB}"/>
              </a:ext>
            </a:extLst>
          </p:cNvPr>
          <p:cNvSpPr txBox="1"/>
          <p:nvPr/>
        </p:nvSpPr>
        <p:spPr>
          <a:xfrm>
            <a:off x="3217333" y="3741226"/>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4DD23E53-4367-345C-A4E1-1285E03F7C2F}"/>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48" name="TextBox 47">
            <a:extLst>
              <a:ext uri="{FF2B5EF4-FFF2-40B4-BE49-F238E27FC236}">
                <a16:creationId xmlns:a16="http://schemas.microsoft.com/office/drawing/2014/main" id="{98AB3EA3-9CBD-77DB-5F18-8BC79D7ABE1B}"/>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A66D6A1D-241A-7E7A-470E-518E449FEBB7}"/>
              </a:ext>
            </a:extLst>
          </p:cNvPr>
          <p:cNvSpPr txBox="1"/>
          <p:nvPr/>
        </p:nvSpPr>
        <p:spPr>
          <a:xfrm>
            <a:off x="4216401" y="223122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1A4930F9-2E33-B237-C7A3-2CEEF5032C4B}"/>
              </a:ext>
            </a:extLst>
          </p:cNvPr>
          <p:cNvSpPr txBox="1"/>
          <p:nvPr/>
        </p:nvSpPr>
        <p:spPr>
          <a:xfrm>
            <a:off x="3217333" y="2231221"/>
            <a:ext cx="462845" cy="584775"/>
          </a:xfrm>
          <a:prstGeom prst="rect">
            <a:avLst/>
          </a:prstGeom>
          <a:noFill/>
        </p:spPr>
        <p:txBody>
          <a:bodyPr wrap="square" rtlCol="0">
            <a:spAutoFit/>
          </a:bodyPr>
          <a:lstStyle/>
          <a:p>
            <a:pPr algn="ctr"/>
            <a:r>
              <a:rPr lang="en-US" sz="3200" dirty="0"/>
              <a:t>5</a:t>
            </a:r>
          </a:p>
        </p:txBody>
      </p:sp>
      <p:sp>
        <p:nvSpPr>
          <p:cNvPr id="8" name="TextBox 7">
            <a:extLst>
              <a:ext uri="{FF2B5EF4-FFF2-40B4-BE49-F238E27FC236}">
                <a16:creationId xmlns:a16="http://schemas.microsoft.com/office/drawing/2014/main" id="{F26B57A1-6509-3BB0-1A68-2F5DE5DA6DAC}"/>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D050D437-9CFF-3EA1-F9D6-2ED1D34DEEEB}"/>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E433AB90-E7D4-F9A3-B937-04952B5580AE}"/>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A2389812-3D98-FAF0-3BB5-A59AFA634ABB}"/>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7A56D6C8-115F-DD32-715C-F7C6415D766F}"/>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58" name="TextBox 57">
            <a:extLst>
              <a:ext uri="{FF2B5EF4-FFF2-40B4-BE49-F238E27FC236}">
                <a16:creationId xmlns:a16="http://schemas.microsoft.com/office/drawing/2014/main" id="{A8FBB992-B745-AC64-6509-D48F4F9EB46A}"/>
              </a:ext>
            </a:extLst>
          </p:cNvPr>
          <p:cNvSpPr txBox="1"/>
          <p:nvPr/>
        </p:nvSpPr>
        <p:spPr>
          <a:xfrm>
            <a:off x="4216401" y="273455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92D6FCF6-1BE4-D01B-71AB-9D2A207758E8}"/>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17" name="TextBox 16">
            <a:extLst>
              <a:ext uri="{FF2B5EF4-FFF2-40B4-BE49-F238E27FC236}">
                <a16:creationId xmlns:a16="http://schemas.microsoft.com/office/drawing/2014/main" id="{EE6ED03E-6A32-271C-21B3-F23D9BB0EB7D}"/>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EA2C5A82-3F3C-AF9F-32ED-8F2C84F747BA}"/>
              </a:ext>
            </a:extLst>
          </p:cNvPr>
          <p:cNvSpPr txBox="1"/>
          <p:nvPr/>
        </p:nvSpPr>
        <p:spPr>
          <a:xfrm>
            <a:off x="5715003" y="3237891"/>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32564190-9915-B578-FA3E-E3EC2EB08136}"/>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900CF08E-3F48-06FA-7130-3C362360B948}"/>
              </a:ext>
            </a:extLst>
          </p:cNvPr>
          <p:cNvSpPr txBox="1"/>
          <p:nvPr/>
        </p:nvSpPr>
        <p:spPr>
          <a:xfrm>
            <a:off x="5215469" y="1727886"/>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681614E6-68D4-8BEE-2513-D322B5ED196E}"/>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7736788A-1F50-7C34-B6AB-147679BF8372}"/>
              </a:ext>
            </a:extLst>
          </p:cNvPr>
          <p:cNvSpPr txBox="1"/>
          <p:nvPr/>
        </p:nvSpPr>
        <p:spPr>
          <a:xfrm>
            <a:off x="5715003" y="2734556"/>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1F4CE0D7-14A3-75DE-6C5A-6809B5632456}"/>
              </a:ext>
            </a:extLst>
          </p:cNvPr>
          <p:cNvSpPr txBox="1"/>
          <p:nvPr/>
        </p:nvSpPr>
        <p:spPr>
          <a:xfrm>
            <a:off x="7213604" y="3237891"/>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32638320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2EBCD-F337-33A7-8A68-49B2FBDB81B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C15E91E-EEE4-2AF7-0AB6-74D76E69DD20}"/>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C332C74-F9BE-F495-4CA6-E1029C942A5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D1C2A1E-A4D7-606D-618F-C2B740B6787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0833DF0-547A-111C-E631-AC7C3CFF26F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254FA93-1D6A-036E-2BEB-28558EBBCADD}"/>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266E347B-EEE2-D008-8ADF-0E1E08486DDD}"/>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E2A8C281-668F-5903-4049-830D748281D4}"/>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EDC87F12-1155-4E11-008E-E7D262990445}"/>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2964EDF0-205D-A3D4-36B1-AF7DA4C0CD81}"/>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B18FCBE6-DA01-AD90-654D-9A0A10568A4D}"/>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8BFDFC3B-EE26-496C-E92F-0426E8826B96}"/>
              </a:ext>
            </a:extLst>
          </p:cNvPr>
          <p:cNvSpPr txBox="1"/>
          <p:nvPr/>
        </p:nvSpPr>
        <p:spPr>
          <a:xfrm>
            <a:off x="6152446" y="2905709"/>
            <a:ext cx="570089" cy="230832"/>
          </a:xfrm>
          <a:prstGeom prst="rect">
            <a:avLst/>
          </a:prstGeom>
          <a:noFill/>
        </p:spPr>
        <p:txBody>
          <a:bodyPr wrap="square" rtlCol="0">
            <a:spAutoFit/>
          </a:bodyPr>
          <a:lstStyle/>
          <a:p>
            <a:pPr algn="ctr"/>
            <a:r>
              <a:rPr lang="en-US" sz="900" dirty="0"/>
              <a:t>59</a:t>
            </a:r>
          </a:p>
        </p:txBody>
      </p:sp>
      <p:sp>
        <p:nvSpPr>
          <p:cNvPr id="51" name="TextBox 50">
            <a:extLst>
              <a:ext uri="{FF2B5EF4-FFF2-40B4-BE49-F238E27FC236}">
                <a16:creationId xmlns:a16="http://schemas.microsoft.com/office/drawing/2014/main" id="{8759268C-87B9-76DB-C04E-D1F053A6EFFD}"/>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0A184733-6248-16FD-9D1E-9E8B40EF9F69}"/>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595C14A9-92B3-0DE8-E5C7-E42E3FE7A8DD}"/>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1EFCF23B-E521-00DC-338F-74F75DE7FA94}"/>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14575098-A9A2-E072-0B15-85C2E0C91B11}"/>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3" name="TextBox 62">
            <a:extLst>
              <a:ext uri="{FF2B5EF4-FFF2-40B4-BE49-F238E27FC236}">
                <a16:creationId xmlns:a16="http://schemas.microsoft.com/office/drawing/2014/main" id="{AF2C0E05-49DB-1247-738A-FE465F44367F}"/>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B82B219E-3716-ED43-3FAB-E7997611AB3B}"/>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58271B01-5B91-230E-FC60-C22258F5E32F}"/>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0D762CD6-BE36-AF12-F15A-82C3D966D0F4}"/>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22" name="TextBox 21">
            <a:extLst>
              <a:ext uri="{FF2B5EF4-FFF2-40B4-BE49-F238E27FC236}">
                <a16:creationId xmlns:a16="http://schemas.microsoft.com/office/drawing/2014/main" id="{9CE01FBF-1C3F-C1C9-B256-554EB7049F9D}"/>
              </a:ext>
            </a:extLst>
          </p:cNvPr>
          <p:cNvSpPr txBox="1"/>
          <p:nvPr/>
        </p:nvSpPr>
        <p:spPr>
          <a:xfrm>
            <a:off x="4645378" y="3406653"/>
            <a:ext cx="570089" cy="230832"/>
          </a:xfrm>
          <a:prstGeom prst="rect">
            <a:avLst/>
          </a:prstGeom>
          <a:noFill/>
        </p:spPr>
        <p:txBody>
          <a:bodyPr wrap="square" rtlCol="0">
            <a:spAutoFit/>
          </a:bodyPr>
          <a:lstStyle/>
          <a:p>
            <a:pPr algn="ctr"/>
            <a:r>
              <a:rPr lang="en-US" sz="900" dirty="0"/>
              <a:t>25</a:t>
            </a:r>
          </a:p>
        </p:txBody>
      </p:sp>
      <p:sp>
        <p:nvSpPr>
          <p:cNvPr id="24" name="TextBox 23">
            <a:extLst>
              <a:ext uri="{FF2B5EF4-FFF2-40B4-BE49-F238E27FC236}">
                <a16:creationId xmlns:a16="http://schemas.microsoft.com/office/drawing/2014/main" id="{8D6B3C60-6109-816D-C69C-E0296697A50E}"/>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5" name="TextBox 24">
            <a:extLst>
              <a:ext uri="{FF2B5EF4-FFF2-40B4-BE49-F238E27FC236}">
                <a16:creationId xmlns:a16="http://schemas.microsoft.com/office/drawing/2014/main" id="{B89D88A4-8C74-B321-077B-49071EEF0CB3}"/>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99FA12A9-CF22-BF4D-9FD3-052B67D112DD}"/>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6B9795F7-B62A-021C-71D1-B79ECF425DAE}"/>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F04E0BB6-65EF-C3E4-B3BA-F29E3FF00885}"/>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5F6543C1-BD78-9203-6D12-A44C8BD007C9}"/>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E4541557-5577-3F12-88C3-BC9B5D223A06}"/>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EE793B89-C02B-A871-11A3-4157B844F9EB}"/>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583C9099-4916-EF14-3724-4D7D89AF3DC5}"/>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55834EC8-7BE1-32D0-A95E-5079907BF516}"/>
              </a:ext>
            </a:extLst>
          </p:cNvPr>
          <p:cNvSpPr txBox="1"/>
          <p:nvPr/>
        </p:nvSpPr>
        <p:spPr>
          <a:xfrm>
            <a:off x="5215469" y="4747898"/>
            <a:ext cx="462845" cy="584775"/>
          </a:xfrm>
          <a:prstGeom prst="rect">
            <a:avLst/>
          </a:prstGeom>
          <a:noFill/>
        </p:spPr>
        <p:txBody>
          <a:bodyPr wrap="square" rtlCol="0">
            <a:spAutoFit/>
          </a:bodyPr>
          <a:lstStyle/>
          <a:p>
            <a:pPr algn="ctr"/>
            <a:r>
              <a:rPr lang="en-US" sz="3200" dirty="0"/>
              <a:t>3</a:t>
            </a:r>
          </a:p>
        </p:txBody>
      </p:sp>
      <p:sp>
        <p:nvSpPr>
          <p:cNvPr id="81" name="TextBox 80">
            <a:extLst>
              <a:ext uri="{FF2B5EF4-FFF2-40B4-BE49-F238E27FC236}">
                <a16:creationId xmlns:a16="http://schemas.microsoft.com/office/drawing/2014/main" id="{12758F5D-5E1A-8DD5-77E2-CEF645A290FD}"/>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83" name="TextBox 82">
            <a:extLst>
              <a:ext uri="{FF2B5EF4-FFF2-40B4-BE49-F238E27FC236}">
                <a16:creationId xmlns:a16="http://schemas.microsoft.com/office/drawing/2014/main" id="{607DD269-7150-B954-08B9-19FBEC687448}"/>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87" name="TextBox 86">
            <a:extLst>
              <a:ext uri="{FF2B5EF4-FFF2-40B4-BE49-F238E27FC236}">
                <a16:creationId xmlns:a16="http://schemas.microsoft.com/office/drawing/2014/main" id="{DB4BE9C7-C0C4-F132-FCFB-9240510E59EE}"/>
              </a:ext>
            </a:extLst>
          </p:cNvPr>
          <p:cNvSpPr txBox="1"/>
          <p:nvPr/>
        </p:nvSpPr>
        <p:spPr>
          <a:xfrm>
            <a:off x="4645378" y="1903821"/>
            <a:ext cx="570089" cy="230832"/>
          </a:xfrm>
          <a:prstGeom prst="rect">
            <a:avLst/>
          </a:prstGeom>
          <a:noFill/>
        </p:spPr>
        <p:txBody>
          <a:bodyPr wrap="square" rtlCol="0">
            <a:spAutoFit/>
          </a:bodyPr>
          <a:lstStyle/>
          <a:p>
            <a:pPr algn="ctr"/>
            <a:r>
              <a:rPr lang="en-US" sz="900" dirty="0"/>
              <a:t>38</a:t>
            </a:r>
          </a:p>
        </p:txBody>
      </p:sp>
      <p:sp>
        <p:nvSpPr>
          <p:cNvPr id="91" name="TextBox 90">
            <a:extLst>
              <a:ext uri="{FF2B5EF4-FFF2-40B4-BE49-F238E27FC236}">
                <a16:creationId xmlns:a16="http://schemas.microsoft.com/office/drawing/2014/main" id="{A9E8A009-FB3D-2BE1-1B5F-6580E18ADE92}"/>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23FF2BFF-7FFF-69D5-DADF-6A1627E7BC2B}"/>
              </a:ext>
            </a:extLst>
          </p:cNvPr>
          <p:cNvSpPr txBox="1"/>
          <p:nvPr/>
        </p:nvSpPr>
        <p:spPr>
          <a:xfrm>
            <a:off x="5715003" y="122455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13A90A84-6C16-D8DC-8524-F66596FEA8FE}"/>
              </a:ext>
            </a:extLst>
          </p:cNvPr>
          <p:cNvSpPr txBox="1"/>
          <p:nvPr/>
        </p:nvSpPr>
        <p:spPr>
          <a:xfrm>
            <a:off x="5215469" y="721216"/>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F8E47C21-17E5-4B9C-8A3C-790955E26DED}"/>
              </a:ext>
            </a:extLst>
          </p:cNvPr>
          <p:cNvSpPr txBox="1"/>
          <p:nvPr/>
        </p:nvSpPr>
        <p:spPr>
          <a:xfrm>
            <a:off x="621453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A76B1951-A94F-78A1-435B-0B19841D0ABA}"/>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07977F51-DE38-BD24-677A-2236F5318572}"/>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8E887467-0B26-FF76-B46C-2BDDDA122032}"/>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32" name="TextBox 31">
            <a:extLst>
              <a:ext uri="{FF2B5EF4-FFF2-40B4-BE49-F238E27FC236}">
                <a16:creationId xmlns:a16="http://schemas.microsoft.com/office/drawing/2014/main" id="{5CEEDE0C-E56F-328A-84D8-21913EE463A9}"/>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7CB5455C-066B-B113-24F7-C6A246ED5FDD}"/>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3AAA72E9-BD0B-617E-0A44-4F2D278F479B}"/>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E31FA40F-DD5B-FAC8-AFD9-2FC826817BC5}"/>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37" name="TextBox 36">
            <a:extLst>
              <a:ext uri="{FF2B5EF4-FFF2-40B4-BE49-F238E27FC236}">
                <a16:creationId xmlns:a16="http://schemas.microsoft.com/office/drawing/2014/main" id="{C83870BC-02FB-A9E3-580D-A258BB7FA51A}"/>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63FB9B27-59D0-8B2A-AF39-7A9B661049E4}"/>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2D0CBFFE-B67E-C571-6C1B-66B551ACB20C}"/>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A0D547A5-79BB-8CBD-A821-93CFFCDBFCE6}"/>
              </a:ext>
            </a:extLst>
          </p:cNvPr>
          <p:cNvSpPr txBox="1"/>
          <p:nvPr/>
        </p:nvSpPr>
        <p:spPr>
          <a:xfrm>
            <a:off x="4216401" y="3237891"/>
            <a:ext cx="462845" cy="584775"/>
          </a:xfrm>
          <a:prstGeom prst="rect">
            <a:avLst/>
          </a:prstGeom>
          <a:no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193FFAB8-159C-63D8-A3CA-B6533055F217}"/>
              </a:ext>
            </a:extLst>
          </p:cNvPr>
          <p:cNvSpPr txBox="1"/>
          <p:nvPr/>
        </p:nvSpPr>
        <p:spPr>
          <a:xfrm>
            <a:off x="3217333" y="3741226"/>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B360ED3C-C442-E299-F675-5AA82A445790}"/>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48" name="TextBox 47">
            <a:extLst>
              <a:ext uri="{FF2B5EF4-FFF2-40B4-BE49-F238E27FC236}">
                <a16:creationId xmlns:a16="http://schemas.microsoft.com/office/drawing/2014/main" id="{A542356B-CC5C-AC46-646C-36793483F4A0}"/>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29EECE6E-E5DD-9FAC-97DB-7214C9463886}"/>
              </a:ext>
            </a:extLst>
          </p:cNvPr>
          <p:cNvSpPr txBox="1"/>
          <p:nvPr/>
        </p:nvSpPr>
        <p:spPr>
          <a:xfrm>
            <a:off x="4216401" y="223122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004D0D7C-61A5-F25B-77E4-43308DF82EE2}"/>
              </a:ext>
            </a:extLst>
          </p:cNvPr>
          <p:cNvSpPr txBox="1"/>
          <p:nvPr/>
        </p:nvSpPr>
        <p:spPr>
          <a:xfrm>
            <a:off x="3217333" y="2231221"/>
            <a:ext cx="462845" cy="584775"/>
          </a:xfrm>
          <a:prstGeom prst="rect">
            <a:avLst/>
          </a:prstGeom>
          <a:noFill/>
        </p:spPr>
        <p:txBody>
          <a:bodyPr wrap="square" rtlCol="0">
            <a:spAutoFit/>
          </a:bodyPr>
          <a:lstStyle/>
          <a:p>
            <a:pPr algn="ctr"/>
            <a:r>
              <a:rPr lang="en-US" sz="3200" dirty="0"/>
              <a:t>5</a:t>
            </a:r>
          </a:p>
        </p:txBody>
      </p:sp>
      <p:sp>
        <p:nvSpPr>
          <p:cNvPr id="8" name="TextBox 7">
            <a:extLst>
              <a:ext uri="{FF2B5EF4-FFF2-40B4-BE49-F238E27FC236}">
                <a16:creationId xmlns:a16="http://schemas.microsoft.com/office/drawing/2014/main" id="{3F6EC6B0-190C-7E24-CFB0-C0947748269F}"/>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18EAD2D4-EF9D-30F2-8030-721D77659906}"/>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44FF0C8C-E75F-F38F-2F61-EF4F14844AA6}"/>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7F1DE489-C819-2429-D8EA-ED4C37BFD8D9}"/>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6F073FEA-1F15-2883-B4DA-85D3DE334BF8}"/>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58" name="TextBox 57">
            <a:extLst>
              <a:ext uri="{FF2B5EF4-FFF2-40B4-BE49-F238E27FC236}">
                <a16:creationId xmlns:a16="http://schemas.microsoft.com/office/drawing/2014/main" id="{05E9676D-E9C7-5FBF-5D24-E2D3F31B4A0C}"/>
              </a:ext>
            </a:extLst>
          </p:cNvPr>
          <p:cNvSpPr txBox="1"/>
          <p:nvPr/>
        </p:nvSpPr>
        <p:spPr>
          <a:xfrm>
            <a:off x="4216401" y="273455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D665C551-CBFE-1EF2-CC02-9B0545166E20}"/>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17" name="TextBox 16">
            <a:extLst>
              <a:ext uri="{FF2B5EF4-FFF2-40B4-BE49-F238E27FC236}">
                <a16:creationId xmlns:a16="http://schemas.microsoft.com/office/drawing/2014/main" id="{98B0A434-8A4B-08AB-04EB-34CBC8F63E52}"/>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30F36AB6-8EF8-6034-2206-E0DAF3952B02}"/>
              </a:ext>
            </a:extLst>
          </p:cNvPr>
          <p:cNvSpPr txBox="1"/>
          <p:nvPr/>
        </p:nvSpPr>
        <p:spPr>
          <a:xfrm>
            <a:off x="5715003" y="3237891"/>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4015989F-AA03-F4C0-4109-7A29B2746170}"/>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48AAE47E-5C3E-EDC3-2CE1-582FE3ECD618}"/>
              </a:ext>
            </a:extLst>
          </p:cNvPr>
          <p:cNvSpPr txBox="1"/>
          <p:nvPr/>
        </p:nvSpPr>
        <p:spPr>
          <a:xfrm>
            <a:off x="5215469" y="1727886"/>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22CFAC23-D88B-B632-F900-76548CF40D0F}"/>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0D3B7919-2D41-32D4-6BDF-16B50E9B5850}"/>
              </a:ext>
            </a:extLst>
          </p:cNvPr>
          <p:cNvSpPr txBox="1"/>
          <p:nvPr/>
        </p:nvSpPr>
        <p:spPr>
          <a:xfrm>
            <a:off x="5715003" y="2734556"/>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EF425103-5AEF-3040-FDB9-2FF2F2513C8D}"/>
              </a:ext>
            </a:extLst>
          </p:cNvPr>
          <p:cNvSpPr txBox="1"/>
          <p:nvPr/>
        </p:nvSpPr>
        <p:spPr>
          <a:xfrm>
            <a:off x="7213604" y="3237891"/>
            <a:ext cx="462845" cy="584775"/>
          </a:xfrm>
          <a:prstGeom prst="rect">
            <a:avLst/>
          </a:prstGeom>
          <a:noFill/>
        </p:spPr>
        <p:txBody>
          <a:bodyPr wrap="square" rtlCol="0">
            <a:spAutoFit/>
          </a:bodyPr>
          <a:lstStyle/>
          <a:p>
            <a:pPr algn="ctr"/>
            <a:r>
              <a:rPr lang="en-US" sz="3200" dirty="0"/>
              <a:t>3</a:t>
            </a:r>
          </a:p>
        </p:txBody>
      </p:sp>
      <p:sp>
        <p:nvSpPr>
          <p:cNvPr id="31" name="TextBox 30">
            <a:extLst>
              <a:ext uri="{FF2B5EF4-FFF2-40B4-BE49-F238E27FC236}">
                <a16:creationId xmlns:a16="http://schemas.microsoft.com/office/drawing/2014/main" id="{69324483-DD58-C4FB-052E-7E6C02B3DCCE}"/>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D85D6297-D1BE-C72F-FC0A-11AC50BBFA0E}"/>
              </a:ext>
            </a:extLst>
          </p:cNvPr>
          <p:cNvSpPr txBox="1"/>
          <p:nvPr/>
        </p:nvSpPr>
        <p:spPr>
          <a:xfrm>
            <a:off x="7213604" y="3741226"/>
            <a:ext cx="462845" cy="584775"/>
          </a:xfrm>
          <a:prstGeom prst="rect">
            <a:avLst/>
          </a:prstGeom>
          <a:noFill/>
        </p:spPr>
        <p:txBody>
          <a:bodyPr wrap="square" rtlCol="0">
            <a:spAutoFit/>
          </a:bodyPr>
          <a:lstStyle/>
          <a:p>
            <a:pPr algn="ctr"/>
            <a:r>
              <a:rPr lang="en-US" sz="3200" dirty="0"/>
              <a:t>9</a:t>
            </a:r>
          </a:p>
        </p:txBody>
      </p:sp>
      <p:sp>
        <p:nvSpPr>
          <p:cNvPr id="45" name="TextBox 44">
            <a:extLst>
              <a:ext uri="{FF2B5EF4-FFF2-40B4-BE49-F238E27FC236}">
                <a16:creationId xmlns:a16="http://schemas.microsoft.com/office/drawing/2014/main" id="{D9932810-9BE0-0F7D-C9D7-BD0C40A56EED}"/>
              </a:ext>
            </a:extLst>
          </p:cNvPr>
          <p:cNvSpPr txBox="1"/>
          <p:nvPr/>
        </p:nvSpPr>
        <p:spPr>
          <a:xfrm>
            <a:off x="5715003" y="2231221"/>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12D7DBAB-6FF7-9914-116E-E324C7D283D7}"/>
              </a:ext>
            </a:extLst>
          </p:cNvPr>
          <p:cNvSpPr txBox="1"/>
          <p:nvPr/>
        </p:nvSpPr>
        <p:spPr>
          <a:xfrm>
            <a:off x="6214537" y="223122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7F2FDECD-E4CB-EC40-953C-BB6966515DE0}"/>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67" name="TextBox 66">
            <a:extLst>
              <a:ext uri="{FF2B5EF4-FFF2-40B4-BE49-F238E27FC236}">
                <a16:creationId xmlns:a16="http://schemas.microsoft.com/office/drawing/2014/main" id="{B1BD0A65-FAEA-F009-5CD2-6CE0CF4A7164}"/>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68" name="TextBox 67">
            <a:extLst>
              <a:ext uri="{FF2B5EF4-FFF2-40B4-BE49-F238E27FC236}">
                <a16:creationId xmlns:a16="http://schemas.microsoft.com/office/drawing/2014/main" id="{CE048E7B-EF96-F2BF-BCC2-34650A77AF55}"/>
              </a:ext>
            </a:extLst>
          </p:cNvPr>
          <p:cNvSpPr txBox="1"/>
          <p:nvPr/>
        </p:nvSpPr>
        <p:spPr>
          <a:xfrm>
            <a:off x="4216401" y="1727886"/>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B90EBE9B-97C0-A20A-A99D-B8FB54BCECB9}"/>
              </a:ext>
            </a:extLst>
          </p:cNvPr>
          <p:cNvSpPr txBox="1"/>
          <p:nvPr/>
        </p:nvSpPr>
        <p:spPr>
          <a:xfrm>
            <a:off x="4715935" y="2734556"/>
            <a:ext cx="462845" cy="584775"/>
          </a:xfrm>
          <a:prstGeom prst="rect">
            <a:avLst/>
          </a:prstGeom>
          <a:noFill/>
        </p:spPr>
        <p:txBody>
          <a:bodyPr wrap="square" rtlCol="0">
            <a:spAutoFit/>
          </a:bodyPr>
          <a:lstStyle/>
          <a:p>
            <a:pPr algn="ctr"/>
            <a:r>
              <a:rPr lang="en-US" sz="3200" dirty="0"/>
              <a:t>5</a:t>
            </a:r>
          </a:p>
        </p:txBody>
      </p:sp>
      <p:sp>
        <p:nvSpPr>
          <p:cNvPr id="72" name="TextBox 71">
            <a:extLst>
              <a:ext uri="{FF2B5EF4-FFF2-40B4-BE49-F238E27FC236}">
                <a16:creationId xmlns:a16="http://schemas.microsoft.com/office/drawing/2014/main" id="{A9FF7655-9DE6-466F-747A-CCFEE07B1CA9}"/>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6678541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CAE1D-C9B2-C105-67EE-DC096ECBF9B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51DFC6-8A9E-2C4F-31F3-EBF1EE24FD0B}"/>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4E822A84-1C71-FC23-750D-2D168618B27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3E5D6DB-0C42-A6AF-B966-E83C5042D59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AF408F9-F1D8-E6BC-8D87-E5511D8AF08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25D67C1-581B-E168-85EB-CE07F47B1EC9}"/>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349C9738-5E81-785C-CAB9-31E114A04EE7}"/>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2EF2848F-E3DF-3877-D74C-DE57B4A38F52}"/>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4B113735-4748-50E7-7CC0-0C909C2E8379}"/>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709F7E11-DA4E-99FE-5D47-004A44A91891}"/>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1A927485-9075-DA04-9316-1FDD87934CE9}"/>
              </a:ext>
            </a:extLst>
          </p:cNvPr>
          <p:cNvSpPr txBox="1"/>
          <p:nvPr/>
        </p:nvSpPr>
        <p:spPr>
          <a:xfrm>
            <a:off x="6714071" y="721216"/>
            <a:ext cx="462845" cy="584775"/>
          </a:xfrm>
          <a:prstGeom prst="rect">
            <a:avLst/>
          </a:prstGeom>
          <a:noFill/>
        </p:spPr>
        <p:txBody>
          <a:bodyPr wrap="square" rtlCol="0">
            <a:spAutoFit/>
          </a:bodyPr>
          <a:lstStyle/>
          <a:p>
            <a:pPr algn="ctr"/>
            <a:r>
              <a:rPr lang="en-US" sz="3200" dirty="0"/>
              <a:t>3</a:t>
            </a:r>
          </a:p>
        </p:txBody>
      </p:sp>
      <p:sp>
        <p:nvSpPr>
          <p:cNvPr id="51" name="TextBox 50">
            <a:extLst>
              <a:ext uri="{FF2B5EF4-FFF2-40B4-BE49-F238E27FC236}">
                <a16:creationId xmlns:a16="http://schemas.microsoft.com/office/drawing/2014/main" id="{D979145F-4CF8-3FCE-B1A4-154C30BCA0CD}"/>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D15D7FA4-0254-857D-FDF1-69168B32D309}"/>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C2BACB0A-0E84-88B8-C508-97964DD726C4}"/>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C51B8A1B-58F9-1499-D926-383C52A01E89}"/>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DF22EC4A-E2A9-EEB2-2ABF-1D07F5232FA8}"/>
              </a:ext>
            </a:extLst>
          </p:cNvPr>
          <p:cNvSpPr txBox="1"/>
          <p:nvPr/>
        </p:nvSpPr>
        <p:spPr>
          <a:xfrm>
            <a:off x="3716867" y="3237891"/>
            <a:ext cx="462845" cy="584775"/>
          </a:xfrm>
          <a:prstGeom prst="rect">
            <a:avLst/>
          </a:prstGeom>
          <a:noFill/>
        </p:spPr>
        <p:txBody>
          <a:bodyPr wrap="square" rtlCol="0">
            <a:spAutoFit/>
          </a:bodyPr>
          <a:lstStyle/>
          <a:p>
            <a:pPr algn="ctr"/>
            <a:r>
              <a:rPr lang="en-US" sz="3200" dirty="0"/>
              <a:t>1</a:t>
            </a:r>
          </a:p>
        </p:txBody>
      </p:sp>
      <p:sp>
        <p:nvSpPr>
          <p:cNvPr id="63" name="TextBox 62">
            <a:extLst>
              <a:ext uri="{FF2B5EF4-FFF2-40B4-BE49-F238E27FC236}">
                <a16:creationId xmlns:a16="http://schemas.microsoft.com/office/drawing/2014/main" id="{47BA7038-9709-3896-B390-D157F9D31734}"/>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A2042AB9-F303-F3C6-FBA7-3BED9931F4EC}"/>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3103F558-90C4-F20E-4717-B90E97739E9F}"/>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90310DEA-F15B-96D8-C612-FB66B4F0DC49}"/>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7854992C-1D3D-5C0E-D6D6-958952D95059}"/>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25" name="TextBox 24">
            <a:extLst>
              <a:ext uri="{FF2B5EF4-FFF2-40B4-BE49-F238E27FC236}">
                <a16:creationId xmlns:a16="http://schemas.microsoft.com/office/drawing/2014/main" id="{1E4D5C1D-936C-754B-DD95-BFA846725CFA}"/>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2D37B6D9-9F63-EA46-B7F7-F29DD696BD94}"/>
              </a:ext>
            </a:extLst>
          </p:cNvPr>
          <p:cNvSpPr txBox="1"/>
          <p:nvPr/>
        </p:nvSpPr>
        <p:spPr>
          <a:xfrm>
            <a:off x="7213604" y="1727886"/>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18C8E8B3-1ED8-A6ED-40BA-CFF15E7C9EF6}"/>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D81DC062-2DBA-C4DB-5432-BFD900426148}"/>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88F30079-2938-D5E7-D021-976B64D68DE0}"/>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6CE66648-A601-E9BE-3F8C-1EDAF0FFAA45}"/>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FE35F72C-9FF0-FF1A-D71F-A8B2858D481D}"/>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D0F65D58-6D9B-DAF5-9F3B-C197344A0201}"/>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EC6DDDEB-1C4E-1905-C8FD-97BAECC127B2}"/>
              </a:ext>
            </a:extLst>
          </p:cNvPr>
          <p:cNvSpPr txBox="1"/>
          <p:nvPr/>
        </p:nvSpPr>
        <p:spPr>
          <a:xfrm>
            <a:off x="5215469" y="4747898"/>
            <a:ext cx="462845" cy="584775"/>
          </a:xfrm>
          <a:prstGeom prst="rect">
            <a:avLst/>
          </a:prstGeom>
          <a:noFill/>
        </p:spPr>
        <p:txBody>
          <a:bodyPr wrap="square" rtlCol="0">
            <a:spAutoFit/>
          </a:bodyPr>
          <a:lstStyle/>
          <a:p>
            <a:pPr algn="ctr"/>
            <a:r>
              <a:rPr lang="en-US" sz="3200" dirty="0"/>
              <a:t>3</a:t>
            </a:r>
          </a:p>
        </p:txBody>
      </p:sp>
      <p:sp>
        <p:nvSpPr>
          <p:cNvPr id="81" name="TextBox 80">
            <a:extLst>
              <a:ext uri="{FF2B5EF4-FFF2-40B4-BE49-F238E27FC236}">
                <a16:creationId xmlns:a16="http://schemas.microsoft.com/office/drawing/2014/main" id="{7B347DFE-1DF2-D4CF-5056-1D3FCC1AD557}"/>
              </a:ext>
            </a:extLst>
          </p:cNvPr>
          <p:cNvSpPr txBox="1"/>
          <p:nvPr/>
        </p:nvSpPr>
        <p:spPr>
          <a:xfrm>
            <a:off x="6214537" y="4747898"/>
            <a:ext cx="462845" cy="584775"/>
          </a:xfrm>
          <a:prstGeom prst="rect">
            <a:avLst/>
          </a:prstGeom>
          <a:noFill/>
        </p:spPr>
        <p:txBody>
          <a:bodyPr wrap="square" rtlCol="0">
            <a:spAutoFit/>
          </a:bodyPr>
          <a:lstStyle/>
          <a:p>
            <a:pPr algn="ctr"/>
            <a:r>
              <a:rPr lang="en-US" sz="3200" dirty="0"/>
              <a:t>1</a:t>
            </a:r>
          </a:p>
        </p:txBody>
      </p:sp>
      <p:sp>
        <p:nvSpPr>
          <p:cNvPr id="83" name="TextBox 82">
            <a:extLst>
              <a:ext uri="{FF2B5EF4-FFF2-40B4-BE49-F238E27FC236}">
                <a16:creationId xmlns:a16="http://schemas.microsoft.com/office/drawing/2014/main" id="{ED8EA7ED-3494-C8E3-AAAE-A9C005D02822}"/>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91" name="TextBox 90">
            <a:extLst>
              <a:ext uri="{FF2B5EF4-FFF2-40B4-BE49-F238E27FC236}">
                <a16:creationId xmlns:a16="http://schemas.microsoft.com/office/drawing/2014/main" id="{9A8543AF-0276-2FE4-4A2D-D49E5BDD0C5E}"/>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9192FA7E-5B7F-31A4-3EBE-D0739B9046E3}"/>
              </a:ext>
            </a:extLst>
          </p:cNvPr>
          <p:cNvSpPr txBox="1"/>
          <p:nvPr/>
        </p:nvSpPr>
        <p:spPr>
          <a:xfrm>
            <a:off x="5715003" y="122455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955B4A76-E874-A91F-3E12-C9E1E5702D51}"/>
              </a:ext>
            </a:extLst>
          </p:cNvPr>
          <p:cNvSpPr txBox="1"/>
          <p:nvPr/>
        </p:nvSpPr>
        <p:spPr>
          <a:xfrm>
            <a:off x="5215469" y="721216"/>
            <a:ext cx="462845" cy="584775"/>
          </a:xfrm>
          <a:prstGeom prst="rect">
            <a:avLst/>
          </a:prstGeom>
          <a:noFill/>
        </p:spPr>
        <p:txBody>
          <a:bodyPr wrap="square" rtlCol="0">
            <a:spAutoFit/>
          </a:bodyPr>
          <a:lstStyle/>
          <a:p>
            <a:pPr algn="ctr"/>
            <a:r>
              <a:rPr lang="en-US" sz="3200" dirty="0"/>
              <a:t>6</a:t>
            </a:r>
          </a:p>
        </p:txBody>
      </p:sp>
      <p:sp>
        <p:nvSpPr>
          <p:cNvPr id="18" name="TextBox 17">
            <a:extLst>
              <a:ext uri="{FF2B5EF4-FFF2-40B4-BE49-F238E27FC236}">
                <a16:creationId xmlns:a16="http://schemas.microsoft.com/office/drawing/2014/main" id="{9E9067E2-6C4A-8CD4-D0CA-B139372F7624}"/>
              </a:ext>
            </a:extLst>
          </p:cNvPr>
          <p:cNvSpPr txBox="1"/>
          <p:nvPr/>
        </p:nvSpPr>
        <p:spPr>
          <a:xfrm>
            <a:off x="6214537" y="1727886"/>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E57C051B-6F8C-19F8-13F1-E19A95ABE1E6}"/>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1D29F722-489A-BBCF-4961-2912A371A1D2}"/>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175F5962-42FE-1EDB-72C8-F2A70ABBF5BC}"/>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32" name="TextBox 31">
            <a:extLst>
              <a:ext uri="{FF2B5EF4-FFF2-40B4-BE49-F238E27FC236}">
                <a16:creationId xmlns:a16="http://schemas.microsoft.com/office/drawing/2014/main" id="{C7C18F3A-64EC-9252-7C31-E2A0892D3EEE}"/>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1FFEAF0C-7128-5EF1-E19A-7EDCAC08ABC7}"/>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AC10EE5A-6BBF-2118-CFFC-DE602ECA8463}"/>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A3C79FA7-9F66-1B44-CC00-65152B991092}"/>
              </a:ext>
            </a:extLst>
          </p:cNvPr>
          <p:cNvSpPr txBox="1"/>
          <p:nvPr/>
        </p:nvSpPr>
        <p:spPr>
          <a:xfrm>
            <a:off x="7213604" y="4747898"/>
            <a:ext cx="462845" cy="584775"/>
          </a:xfrm>
          <a:prstGeom prst="rect">
            <a:avLst/>
          </a:prstGeom>
          <a:noFill/>
        </p:spPr>
        <p:txBody>
          <a:bodyPr wrap="square" rtlCol="0">
            <a:spAutoFit/>
          </a:bodyPr>
          <a:lstStyle/>
          <a:p>
            <a:pPr algn="ctr"/>
            <a:r>
              <a:rPr lang="en-US" sz="3200" dirty="0"/>
              <a:t>7</a:t>
            </a:r>
          </a:p>
        </p:txBody>
      </p:sp>
      <p:sp>
        <p:nvSpPr>
          <p:cNvPr id="37" name="TextBox 36">
            <a:extLst>
              <a:ext uri="{FF2B5EF4-FFF2-40B4-BE49-F238E27FC236}">
                <a16:creationId xmlns:a16="http://schemas.microsoft.com/office/drawing/2014/main" id="{8E4E51B6-B9EB-A98B-7A93-F7DE9B760516}"/>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BCE84EF5-C87A-9D3C-8295-B05E1DE4CADE}"/>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BEBE4C64-85E9-8D7A-6685-8F641FB1AB44}"/>
              </a:ext>
            </a:extLst>
          </p:cNvPr>
          <p:cNvSpPr txBox="1"/>
          <p:nvPr/>
        </p:nvSpPr>
        <p:spPr>
          <a:xfrm>
            <a:off x="3217333" y="172788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2977C60E-1269-6B1B-ADF0-4576F76DBFAE}"/>
              </a:ext>
            </a:extLst>
          </p:cNvPr>
          <p:cNvSpPr txBox="1"/>
          <p:nvPr/>
        </p:nvSpPr>
        <p:spPr>
          <a:xfrm>
            <a:off x="4216401" y="3237891"/>
            <a:ext cx="462845" cy="584775"/>
          </a:xfrm>
          <a:prstGeom prst="rect">
            <a:avLst/>
          </a:prstGeom>
          <a:no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017F60B1-1822-5CE0-0E81-BB7B8A674FE1}"/>
              </a:ext>
            </a:extLst>
          </p:cNvPr>
          <p:cNvSpPr txBox="1"/>
          <p:nvPr/>
        </p:nvSpPr>
        <p:spPr>
          <a:xfrm>
            <a:off x="3217333" y="3741226"/>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73A5B221-06A8-24F8-9746-5A57BC6AE46F}"/>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48" name="TextBox 47">
            <a:extLst>
              <a:ext uri="{FF2B5EF4-FFF2-40B4-BE49-F238E27FC236}">
                <a16:creationId xmlns:a16="http://schemas.microsoft.com/office/drawing/2014/main" id="{D8F49264-8051-E122-03A2-5E37DA566F87}"/>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DB9327DE-243C-FF92-FBD4-F0A3630717ED}"/>
              </a:ext>
            </a:extLst>
          </p:cNvPr>
          <p:cNvSpPr txBox="1"/>
          <p:nvPr/>
        </p:nvSpPr>
        <p:spPr>
          <a:xfrm>
            <a:off x="4216401" y="223122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F7B50A2B-0B31-26F7-A1C1-10E4544B4E71}"/>
              </a:ext>
            </a:extLst>
          </p:cNvPr>
          <p:cNvSpPr txBox="1"/>
          <p:nvPr/>
        </p:nvSpPr>
        <p:spPr>
          <a:xfrm>
            <a:off x="3217333" y="2231221"/>
            <a:ext cx="462845" cy="584775"/>
          </a:xfrm>
          <a:prstGeom prst="rect">
            <a:avLst/>
          </a:prstGeom>
          <a:noFill/>
        </p:spPr>
        <p:txBody>
          <a:bodyPr wrap="square" rtlCol="0">
            <a:spAutoFit/>
          </a:bodyPr>
          <a:lstStyle/>
          <a:p>
            <a:pPr algn="ctr"/>
            <a:r>
              <a:rPr lang="en-US" sz="3200" dirty="0"/>
              <a:t>5</a:t>
            </a:r>
          </a:p>
        </p:txBody>
      </p:sp>
      <p:sp>
        <p:nvSpPr>
          <p:cNvPr id="8" name="TextBox 7">
            <a:extLst>
              <a:ext uri="{FF2B5EF4-FFF2-40B4-BE49-F238E27FC236}">
                <a16:creationId xmlns:a16="http://schemas.microsoft.com/office/drawing/2014/main" id="{C4884079-0D92-4CB1-CC83-C28C512C858B}"/>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E452F949-F286-8E44-CFFD-C8A8EE44F098}"/>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2A28AD5E-02AB-F20C-A648-BF7517D8B7AD}"/>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CF5F435A-2844-8DE8-81B7-DB2E80F877EF}"/>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411B2120-DC09-8D16-7DC6-5D04E8D55B23}"/>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58" name="TextBox 57">
            <a:extLst>
              <a:ext uri="{FF2B5EF4-FFF2-40B4-BE49-F238E27FC236}">
                <a16:creationId xmlns:a16="http://schemas.microsoft.com/office/drawing/2014/main" id="{D58B0C97-3E82-8E9D-B6E2-120BEAB139B0}"/>
              </a:ext>
            </a:extLst>
          </p:cNvPr>
          <p:cNvSpPr txBox="1"/>
          <p:nvPr/>
        </p:nvSpPr>
        <p:spPr>
          <a:xfrm>
            <a:off x="4216401" y="273455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4148C16B-A1CE-F170-188F-A4CDC55B41D5}"/>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17" name="TextBox 16">
            <a:extLst>
              <a:ext uri="{FF2B5EF4-FFF2-40B4-BE49-F238E27FC236}">
                <a16:creationId xmlns:a16="http://schemas.microsoft.com/office/drawing/2014/main" id="{4E5D693D-40F2-CF66-E9D3-97508CE8A4EC}"/>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4F980013-9033-FB6C-5102-98E153AA1DEB}"/>
              </a:ext>
            </a:extLst>
          </p:cNvPr>
          <p:cNvSpPr txBox="1"/>
          <p:nvPr/>
        </p:nvSpPr>
        <p:spPr>
          <a:xfrm>
            <a:off x="5715003" y="3237891"/>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AF97E259-5A89-84AA-262D-8D357DC90A52}"/>
              </a:ext>
            </a:extLst>
          </p:cNvPr>
          <p:cNvSpPr txBox="1"/>
          <p:nvPr/>
        </p:nvSpPr>
        <p:spPr>
          <a:xfrm>
            <a:off x="5715003" y="172788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38778F40-F786-DC8C-FE99-889CE910D041}"/>
              </a:ext>
            </a:extLst>
          </p:cNvPr>
          <p:cNvSpPr txBox="1"/>
          <p:nvPr/>
        </p:nvSpPr>
        <p:spPr>
          <a:xfrm>
            <a:off x="5215469" y="1727886"/>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7CBDE2BF-2BD0-4510-6813-8C92E541720E}"/>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6F7A1666-0065-EF4F-809E-B66D34803BCB}"/>
              </a:ext>
            </a:extLst>
          </p:cNvPr>
          <p:cNvSpPr txBox="1"/>
          <p:nvPr/>
        </p:nvSpPr>
        <p:spPr>
          <a:xfrm>
            <a:off x="5715003" y="2734556"/>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1E6AFE33-6BCA-7DB1-9A33-97C48D7E0D82}"/>
              </a:ext>
            </a:extLst>
          </p:cNvPr>
          <p:cNvSpPr txBox="1"/>
          <p:nvPr/>
        </p:nvSpPr>
        <p:spPr>
          <a:xfrm>
            <a:off x="7213604" y="3237891"/>
            <a:ext cx="462845" cy="584775"/>
          </a:xfrm>
          <a:prstGeom prst="rect">
            <a:avLst/>
          </a:prstGeom>
          <a:noFill/>
        </p:spPr>
        <p:txBody>
          <a:bodyPr wrap="square" rtlCol="0">
            <a:spAutoFit/>
          </a:bodyPr>
          <a:lstStyle/>
          <a:p>
            <a:pPr algn="ctr"/>
            <a:r>
              <a:rPr lang="en-US" sz="3200" dirty="0"/>
              <a:t>3</a:t>
            </a:r>
          </a:p>
        </p:txBody>
      </p:sp>
      <p:sp>
        <p:nvSpPr>
          <p:cNvPr id="31" name="TextBox 30">
            <a:extLst>
              <a:ext uri="{FF2B5EF4-FFF2-40B4-BE49-F238E27FC236}">
                <a16:creationId xmlns:a16="http://schemas.microsoft.com/office/drawing/2014/main" id="{23C103FB-811A-5814-9BFA-1152E6C205B9}"/>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698F21C3-3887-FC42-C9CA-59660F72535A}"/>
              </a:ext>
            </a:extLst>
          </p:cNvPr>
          <p:cNvSpPr txBox="1"/>
          <p:nvPr/>
        </p:nvSpPr>
        <p:spPr>
          <a:xfrm>
            <a:off x="7213604" y="3741226"/>
            <a:ext cx="462845" cy="584775"/>
          </a:xfrm>
          <a:prstGeom prst="rect">
            <a:avLst/>
          </a:prstGeom>
          <a:noFill/>
        </p:spPr>
        <p:txBody>
          <a:bodyPr wrap="square" rtlCol="0">
            <a:spAutoFit/>
          </a:bodyPr>
          <a:lstStyle/>
          <a:p>
            <a:pPr algn="ctr"/>
            <a:r>
              <a:rPr lang="en-US" sz="3200" dirty="0"/>
              <a:t>9</a:t>
            </a:r>
          </a:p>
        </p:txBody>
      </p:sp>
      <p:sp>
        <p:nvSpPr>
          <p:cNvPr id="45" name="TextBox 44">
            <a:extLst>
              <a:ext uri="{FF2B5EF4-FFF2-40B4-BE49-F238E27FC236}">
                <a16:creationId xmlns:a16="http://schemas.microsoft.com/office/drawing/2014/main" id="{4BFFEF6A-6924-B9B5-AD3A-FA8B57432DD4}"/>
              </a:ext>
            </a:extLst>
          </p:cNvPr>
          <p:cNvSpPr txBox="1"/>
          <p:nvPr/>
        </p:nvSpPr>
        <p:spPr>
          <a:xfrm>
            <a:off x="5715003" y="2231221"/>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F68B622F-A05E-FCE2-81CD-675BD36AA432}"/>
              </a:ext>
            </a:extLst>
          </p:cNvPr>
          <p:cNvSpPr txBox="1"/>
          <p:nvPr/>
        </p:nvSpPr>
        <p:spPr>
          <a:xfrm>
            <a:off x="6214537" y="223122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DC76FD5D-BA26-EC11-4003-77880C703562}"/>
              </a:ext>
            </a:extLst>
          </p:cNvPr>
          <p:cNvSpPr txBox="1"/>
          <p:nvPr/>
        </p:nvSpPr>
        <p:spPr>
          <a:xfrm>
            <a:off x="4216401" y="1224551"/>
            <a:ext cx="462845" cy="584775"/>
          </a:xfrm>
          <a:prstGeom prst="rect">
            <a:avLst/>
          </a:prstGeom>
          <a:noFill/>
        </p:spPr>
        <p:txBody>
          <a:bodyPr wrap="square" rtlCol="0">
            <a:spAutoFit/>
          </a:bodyPr>
          <a:lstStyle/>
          <a:p>
            <a:pPr algn="ctr"/>
            <a:r>
              <a:rPr lang="en-US" sz="3200" dirty="0"/>
              <a:t>2</a:t>
            </a:r>
          </a:p>
        </p:txBody>
      </p:sp>
      <p:sp>
        <p:nvSpPr>
          <p:cNvPr id="67" name="TextBox 66">
            <a:extLst>
              <a:ext uri="{FF2B5EF4-FFF2-40B4-BE49-F238E27FC236}">
                <a16:creationId xmlns:a16="http://schemas.microsoft.com/office/drawing/2014/main" id="{15F14EBE-35E7-D660-92AC-DF7148BDE5E0}"/>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68" name="TextBox 67">
            <a:extLst>
              <a:ext uri="{FF2B5EF4-FFF2-40B4-BE49-F238E27FC236}">
                <a16:creationId xmlns:a16="http://schemas.microsoft.com/office/drawing/2014/main" id="{F1EED2A1-A45B-5411-8E51-CEE770F6A6EB}"/>
              </a:ext>
            </a:extLst>
          </p:cNvPr>
          <p:cNvSpPr txBox="1"/>
          <p:nvPr/>
        </p:nvSpPr>
        <p:spPr>
          <a:xfrm>
            <a:off x="4216401" y="1727886"/>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D7015EFA-C591-28CA-915A-AB337802A2CC}"/>
              </a:ext>
            </a:extLst>
          </p:cNvPr>
          <p:cNvSpPr txBox="1"/>
          <p:nvPr/>
        </p:nvSpPr>
        <p:spPr>
          <a:xfrm>
            <a:off x="4715935" y="2734556"/>
            <a:ext cx="462845" cy="584775"/>
          </a:xfrm>
          <a:prstGeom prst="rect">
            <a:avLst/>
          </a:prstGeom>
          <a:noFill/>
        </p:spPr>
        <p:txBody>
          <a:bodyPr wrap="square" rtlCol="0">
            <a:spAutoFit/>
          </a:bodyPr>
          <a:lstStyle/>
          <a:p>
            <a:pPr algn="ctr"/>
            <a:r>
              <a:rPr lang="en-US" sz="3200" dirty="0"/>
              <a:t>5</a:t>
            </a:r>
          </a:p>
        </p:txBody>
      </p:sp>
      <p:sp>
        <p:nvSpPr>
          <p:cNvPr id="72" name="TextBox 71">
            <a:extLst>
              <a:ext uri="{FF2B5EF4-FFF2-40B4-BE49-F238E27FC236}">
                <a16:creationId xmlns:a16="http://schemas.microsoft.com/office/drawing/2014/main" id="{412D40FA-2744-237A-D4C7-904F0D0768A1}"/>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AA72E202-7484-B570-E5D1-B8F153B1D8B2}"/>
              </a:ext>
            </a:extLst>
          </p:cNvPr>
          <p:cNvSpPr txBox="1"/>
          <p:nvPr/>
        </p:nvSpPr>
        <p:spPr>
          <a:xfrm>
            <a:off x="4715935" y="1727886"/>
            <a:ext cx="462845" cy="584775"/>
          </a:xfrm>
          <a:prstGeom prst="rect">
            <a:avLst/>
          </a:prstGeom>
          <a:noFill/>
        </p:spPr>
        <p:txBody>
          <a:bodyPr wrap="square" rtlCol="0">
            <a:spAutoFit/>
          </a:bodyPr>
          <a:lstStyle/>
          <a:p>
            <a:pPr algn="ctr"/>
            <a:r>
              <a:rPr lang="en-US" sz="3200" dirty="0"/>
              <a:t>3</a:t>
            </a:r>
          </a:p>
        </p:txBody>
      </p:sp>
      <p:sp>
        <p:nvSpPr>
          <p:cNvPr id="40" name="TextBox 39">
            <a:extLst>
              <a:ext uri="{FF2B5EF4-FFF2-40B4-BE49-F238E27FC236}">
                <a16:creationId xmlns:a16="http://schemas.microsoft.com/office/drawing/2014/main" id="{8A0C4056-9F38-EF97-C919-8D522B03D2A5}"/>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906DDBA1-72A6-DC8E-1766-AE9D1EC7DD44}"/>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38914187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10465</TotalTime>
  <Words>2427</Words>
  <Application>Microsoft Macintosh PowerPoint</Application>
  <PresentationFormat>Widescreen</PresentationFormat>
  <Paragraphs>2026</Paragraphs>
  <Slides>48</Slides>
  <Notes>48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48</vt:i4>
      </vt:variant>
    </vt:vector>
  </HeadingPairs>
  <TitlesOfParts>
    <vt:vector size="5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Hardis</dc:creator>
  <cp:lastModifiedBy>Jonathan Hardis</cp:lastModifiedBy>
  <cp:revision>409</cp:revision>
  <cp:lastPrinted>2025-12-02T00:08:17Z</cp:lastPrinted>
  <dcterms:created xsi:type="dcterms:W3CDTF">2024-03-19T02:13:08Z</dcterms:created>
  <dcterms:modified xsi:type="dcterms:W3CDTF">2026-03-09T22:40:24Z</dcterms:modified>
</cp:coreProperties>
</file>